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3.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4.xml" ContentType="application/vnd.openxmlformats-officedocument.theme+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theme/theme5.xml" ContentType="application/vnd.openxmlformats-officedocument.theme+xml"/>
  <Override PartName="/ppt/slideLayouts/slideLayout10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13.xml" ContentType="application/vnd.openxmlformats-officedocument.presentationml.slide+xml"/>
  <Override PartName="/ppt/slides/slide14.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 id="2147483674" r:id="rId5"/>
    <p:sldMasterId id="2147483737" r:id="rId6"/>
    <p:sldMasterId id="2147483774" r:id="rId7"/>
    <p:sldMasterId id="2147483786" r:id="rId8"/>
    <p:sldMasterId id="2147483789" r:id="rId9"/>
  </p:sldMasterIdLst>
  <p:notesMasterIdLst>
    <p:notesMasterId r:id="rId22"/>
  </p:notesMasterIdLst>
  <p:sldIdLst>
    <p:sldId id="2147483642" r:id="rId10"/>
    <p:sldId id="2147483645" r:id="rId30"/>
    <p:sldId id="2147483646" r:id="rId31"/>
    <p:sldId id="2147483644" r:id="rId15"/>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C27401-1083-4D72-B2B1-7B7037817CCB}">
          <p14:sldIdLst>
            <p14:sldId id="2147483642"/>
            <p14:sldId id="267"/>
            <p14:sldId id="278"/>
            <p14:sldId id="273"/>
            <p14:sldId id="277"/>
            <p14:sldId id="2147483644"/>
            <p14:sldId id="2147483643"/>
            <p14:sldId id="271"/>
            <p14:sldId id="256"/>
            <p14:sldId id="276"/>
            <p14:sldId id="284"/>
            <p14:sldId id="283"/>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69638C2-9FF3-3C5B-1CDD-068ECE9EDDCA}" name="FARRANT, George" initials="GF" userId="S::George.FARRANT@sportfive.com::292a3dd9-394f-49b6-9ebd-9a7b08cf304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FA3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473A7E-C4ED-38C6-938E-A75D6ED10A9C}" v="260" dt="2026-10-06T18:40:33.275"/>
    <p1510:client id="{497306EC-7731-8FEA-8B99-ED886ECCDDB2}" v="2" dt="2026-10-07T13:29:32.799"/>
    <p1510:client id="{87630D46-FBE6-D5EE-FA3A-244A547284F5}" v="3" dt="2026-10-07T13:28:45.777"/>
    <p1510:client id="{A31D2C54-399A-D983-CEB0-BE93984BC729}" v="7" dt="2026-10-06T18:08:34.164"/>
    <p1510:client id="{D45C3FE7-3122-1DF4-BF55-F3136E6AF6A1}" v="6" dt="2026-10-05T18:50:04.569"/>
    <p1510:client id="{E155332A-4890-C542-A04A-2BA9D20E9B20}" v="199" dt="2026-10-06T18:22:16.4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Relationships xmlns="http://schemas.openxmlformats.org/package/2006/relationships"><Relationship Id="rId8" Type="http://schemas.openxmlformats.org/officeDocument/2006/relationships/slideMaster" Target="slideMasters/slideMaster5.xml"/><Relationship Id="rId26"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Master" Target="slideMasters/slideMaster4.xml"/><Relationship Id="rId25" Type="http://schemas.openxmlformats.org/officeDocument/2006/relationships/theme" Target="theme/theme1.xml"/><Relationship Id="rId2" Type="http://schemas.openxmlformats.org/officeDocument/2006/relationships/customXml" Target="../customXml/item2.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Master" Target="slideMasters/slideMaster3.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1.xml"/><Relationship Id="rId4" Type="http://schemas.openxmlformats.org/officeDocument/2006/relationships/slideMaster" Target="slideMasters/slideMaster1.xml"/><Relationship Id="rId9" Type="http://schemas.openxmlformats.org/officeDocument/2006/relationships/slideMaster" Target="slideMasters/slideMaster6.xml"/><Relationship Id="rId22" Type="http://schemas.openxmlformats.org/officeDocument/2006/relationships/notesMaster" Target="notesMasters/notesMaster1.xml"/><Relationship Id="rId27" Type="http://schemas.microsoft.com/office/2016/11/relationships/changesInfo" Target="changesInfos/changesInfo1.xml"/>  <Relationship Id="rId30" Type="http://schemas.openxmlformats.org/officeDocument/2006/relationships/slide" Target="slides/slide13.xml"/>
  <Relationship Id="rId31" Type="http://schemas.openxmlformats.org/officeDocument/2006/relationships/slide" Target="slides/slide14.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ERSON, Charlie" userId="S::charlie.emerson@sportfive.com::37e63fb3-2916-40e6-9249-35ce2cdf7da9" providerId="AD" clId="Web-{00000000-0000-0000-0000-000000000000}"/>
    <pc:docChg chg="modSld sldOrd">
      <pc:chgData name="EMERSON, Charlie" userId="S::charlie.emerson@sportfive.com::37e63fb3-2916-40e6-9249-35ce2cdf7da9" providerId="AD" clId="Web-{00000000-0000-0000-0000-000000000000}" dt="2026-10-05T15:19:25.654" v="29"/>
      <pc:docMkLst>
        <pc:docMk/>
      </pc:docMkLst>
      <pc:sldChg chg="mod modShow">
        <pc:chgData name="EMERSON, Charlie" userId="S::charlie.emerson@sportfive.com::37e63fb3-2916-40e6-9249-35ce2cdf7da9" providerId="AD" clId="Web-{00000000-0000-0000-0000-000000000000}" dt="2026-10-05T14:55:58.030" v="15"/>
        <pc:sldMkLst>
          <pc:docMk/>
          <pc:sldMk cId="0" sldId="257"/>
        </pc:sldMkLst>
      </pc:sldChg>
      <pc:sldChg chg="mod modShow">
        <pc:chgData name="EMERSON, Charlie" userId="S::charlie.emerson@sportfive.com::37e63fb3-2916-40e6-9249-35ce2cdf7da9" providerId="AD" clId="Web-{00000000-0000-0000-0000-000000000000}" dt="2026-10-05T15:06:55.670" v="23"/>
        <pc:sldMkLst>
          <pc:docMk/>
          <pc:sldMk cId="0" sldId="258"/>
        </pc:sldMkLst>
      </pc:sldChg>
      <pc:sldChg chg="mod modShow">
        <pc:chgData name="EMERSON, Charlie" userId="S::charlie.emerson@sportfive.com::37e63fb3-2916-40e6-9249-35ce2cdf7da9" providerId="AD" clId="Web-{00000000-0000-0000-0000-000000000000}" dt="2026-10-05T14:52:21.827" v="5"/>
        <pc:sldMkLst>
          <pc:docMk/>
          <pc:sldMk cId="146674417" sldId="259"/>
        </pc:sldMkLst>
      </pc:sldChg>
      <pc:sldChg chg="mod modShow">
        <pc:chgData name="EMERSON, Charlie" userId="S::charlie.emerson@sportfive.com::37e63fb3-2916-40e6-9249-35ce2cdf7da9" providerId="AD" clId="Web-{00000000-0000-0000-0000-000000000000}" dt="2026-10-05T14:56:10.155" v="17"/>
        <pc:sldMkLst>
          <pc:docMk/>
          <pc:sldMk cId="0" sldId="260"/>
        </pc:sldMkLst>
      </pc:sldChg>
      <pc:sldChg chg="ord">
        <pc:chgData name="EMERSON, Charlie" userId="S::charlie.emerson@sportfive.com::37e63fb3-2916-40e6-9249-35ce2cdf7da9" providerId="AD" clId="Web-{00000000-0000-0000-0000-000000000000}" dt="2026-10-05T15:19:21.716" v="27"/>
        <pc:sldMkLst>
          <pc:docMk/>
          <pc:sldMk cId="4048089021" sldId="261"/>
        </pc:sldMkLst>
      </pc:sldChg>
      <pc:sldChg chg="mod modShow">
        <pc:chgData name="EMERSON, Charlie" userId="S::charlie.emerson@sportfive.com::37e63fb3-2916-40e6-9249-35ce2cdf7da9" providerId="AD" clId="Web-{00000000-0000-0000-0000-000000000000}" dt="2026-10-05T14:56:01.405" v="16"/>
        <pc:sldMkLst>
          <pc:docMk/>
          <pc:sldMk cId="2406326122" sldId="262"/>
        </pc:sldMkLst>
      </pc:sldChg>
      <pc:sldChg chg="mod modShow">
        <pc:chgData name="EMERSON, Charlie" userId="S::charlie.emerson@sportfive.com::37e63fb3-2916-40e6-9249-35ce2cdf7da9" providerId="AD" clId="Web-{00000000-0000-0000-0000-000000000000}" dt="2026-10-05T15:07:11.295" v="26"/>
        <pc:sldMkLst>
          <pc:docMk/>
          <pc:sldMk cId="4208189078" sldId="263"/>
        </pc:sldMkLst>
      </pc:sldChg>
      <pc:sldChg chg="mod modShow">
        <pc:chgData name="EMERSON, Charlie" userId="S::charlie.emerson@sportfive.com::37e63fb3-2916-40e6-9249-35ce2cdf7da9" providerId="AD" clId="Web-{00000000-0000-0000-0000-000000000000}" dt="2026-10-05T14:57:03.108" v="19"/>
        <pc:sldMkLst>
          <pc:docMk/>
          <pc:sldMk cId="3915920241" sldId="266"/>
        </pc:sldMkLst>
      </pc:sldChg>
      <pc:sldChg chg="mod modShow">
        <pc:chgData name="EMERSON, Charlie" userId="S::charlie.emerson@sportfive.com::37e63fb3-2916-40e6-9249-35ce2cdf7da9" providerId="AD" clId="Web-{00000000-0000-0000-0000-000000000000}" dt="2026-10-05T15:06:51.201" v="22"/>
        <pc:sldMkLst>
          <pc:docMk/>
          <pc:sldMk cId="1232683940" sldId="268"/>
        </pc:sldMkLst>
      </pc:sldChg>
      <pc:sldChg chg="mod modShow">
        <pc:chgData name="EMERSON, Charlie" userId="S::charlie.emerson@sportfive.com::37e63fb3-2916-40e6-9249-35ce2cdf7da9" providerId="AD" clId="Web-{00000000-0000-0000-0000-000000000000}" dt="2026-10-05T14:55:38.967" v="13"/>
        <pc:sldMkLst>
          <pc:docMk/>
          <pc:sldMk cId="0" sldId="269"/>
        </pc:sldMkLst>
      </pc:sldChg>
      <pc:sldChg chg="mod modShow">
        <pc:chgData name="EMERSON, Charlie" userId="S::charlie.emerson@sportfive.com::37e63fb3-2916-40e6-9249-35ce2cdf7da9" providerId="AD" clId="Web-{00000000-0000-0000-0000-000000000000}" dt="2026-10-05T14:55:42.952" v="14"/>
        <pc:sldMkLst>
          <pc:docMk/>
          <pc:sldMk cId="0" sldId="270"/>
        </pc:sldMkLst>
      </pc:sldChg>
      <pc:sldChg chg="delSp">
        <pc:chgData name="EMERSON, Charlie" userId="S::charlie.emerson@sportfive.com::37e63fb3-2916-40e6-9249-35ce2cdf7da9" providerId="AD" clId="Web-{00000000-0000-0000-0000-000000000000}" dt="2026-10-05T14:52:12.171" v="4"/>
        <pc:sldMkLst>
          <pc:docMk/>
          <pc:sldMk cId="3032900411" sldId="273"/>
        </pc:sldMkLst>
        <pc:spChg chg="del">
          <ac:chgData name="EMERSON, Charlie" userId="S::charlie.emerson@sportfive.com::37e63fb3-2916-40e6-9249-35ce2cdf7da9" providerId="AD" clId="Web-{00000000-0000-0000-0000-000000000000}" dt="2026-10-05T14:52:12.171" v="4"/>
          <ac:spMkLst>
            <pc:docMk/>
            <pc:sldMk cId="3032900411" sldId="273"/>
            <ac:spMk id="8" creationId="{72B3FF46-6AC8-7B43-F45C-EC401B03F8D4}"/>
          </ac:spMkLst>
        </pc:spChg>
        <pc:spChg chg="del">
          <ac:chgData name="EMERSON, Charlie" userId="S::charlie.emerson@sportfive.com::37e63fb3-2916-40e6-9249-35ce2cdf7da9" providerId="AD" clId="Web-{00000000-0000-0000-0000-000000000000}" dt="2026-10-05T14:52:08.640" v="3"/>
          <ac:spMkLst>
            <pc:docMk/>
            <pc:sldMk cId="3032900411" sldId="273"/>
            <ac:spMk id="9" creationId="{FC608141-D3EC-6EBA-4A1D-C9583A34D995}"/>
          </ac:spMkLst>
        </pc:spChg>
      </pc:sldChg>
      <pc:sldChg chg="mod modShow">
        <pc:chgData name="EMERSON, Charlie" userId="S::charlie.emerson@sportfive.com::37e63fb3-2916-40e6-9249-35ce2cdf7da9" providerId="AD" clId="Web-{00000000-0000-0000-0000-000000000000}" dt="2026-10-05T15:06:44.592" v="21"/>
        <pc:sldMkLst>
          <pc:docMk/>
          <pc:sldMk cId="2719789842" sldId="274"/>
        </pc:sldMkLst>
      </pc:sldChg>
      <pc:sldChg chg="mod modShow">
        <pc:chgData name="EMERSON, Charlie" userId="S::charlie.emerson@sportfive.com::37e63fb3-2916-40e6-9249-35ce2cdf7da9" providerId="AD" clId="Web-{00000000-0000-0000-0000-000000000000}" dt="2026-10-05T14:52:33.264" v="7"/>
        <pc:sldMkLst>
          <pc:docMk/>
          <pc:sldMk cId="3838622280" sldId="275"/>
        </pc:sldMkLst>
      </pc:sldChg>
      <pc:sldChg chg="mod modShow">
        <pc:chgData name="EMERSON, Charlie" userId="S::charlie.emerson@sportfive.com::37e63fb3-2916-40e6-9249-35ce2cdf7da9" providerId="AD" clId="Web-{00000000-0000-0000-0000-000000000000}" dt="2026-10-05T14:51:35.765" v="2"/>
        <pc:sldMkLst>
          <pc:docMk/>
          <pc:sldMk cId="3749954416" sldId="278"/>
        </pc:sldMkLst>
      </pc:sldChg>
      <pc:sldChg chg="mod modShow">
        <pc:chgData name="EMERSON, Charlie" userId="S::charlie.emerson@sportfive.com::37e63fb3-2916-40e6-9249-35ce2cdf7da9" providerId="AD" clId="Web-{00000000-0000-0000-0000-000000000000}" dt="2026-10-05T14:56:17.592" v="18"/>
        <pc:sldMkLst>
          <pc:docMk/>
          <pc:sldMk cId="2412035266" sldId="280"/>
        </pc:sldMkLst>
      </pc:sldChg>
      <pc:sldChg chg="mod modShow">
        <pc:chgData name="EMERSON, Charlie" userId="S::charlie.emerson@sportfive.com::37e63fb3-2916-40e6-9249-35ce2cdf7da9" providerId="AD" clId="Web-{00000000-0000-0000-0000-000000000000}" dt="2026-10-05T14:57:07.967" v="20"/>
        <pc:sldMkLst>
          <pc:docMk/>
          <pc:sldMk cId="1353209130" sldId="285"/>
        </pc:sldMkLst>
      </pc:sldChg>
      <pc:sldChg chg="mod modShow">
        <pc:chgData name="EMERSON, Charlie" userId="S::charlie.emerson@sportfive.com::37e63fb3-2916-40e6-9249-35ce2cdf7da9" providerId="AD" clId="Web-{00000000-0000-0000-0000-000000000000}" dt="2026-10-05T14:52:25.780" v="6"/>
        <pc:sldMkLst>
          <pc:docMk/>
          <pc:sldMk cId="1910232782" sldId="2147476448"/>
        </pc:sldMkLst>
      </pc:sldChg>
      <pc:sldChg chg="mod modShow">
        <pc:chgData name="EMERSON, Charlie" userId="S::charlie.emerson@sportfive.com::37e63fb3-2916-40e6-9249-35ce2cdf7da9" providerId="AD" clId="Web-{00000000-0000-0000-0000-000000000000}" dt="2026-10-05T14:51:32.249" v="1"/>
        <pc:sldMkLst>
          <pc:docMk/>
          <pc:sldMk cId="2656062605" sldId="2147476927"/>
        </pc:sldMkLst>
      </pc:sldChg>
      <pc:sldChg chg="mod ord modShow">
        <pc:chgData name="EMERSON, Charlie" userId="S::charlie.emerson@sportfive.com::37e63fb3-2916-40e6-9249-35ce2cdf7da9" providerId="AD" clId="Web-{00000000-0000-0000-0000-000000000000}" dt="2026-10-05T15:19:25.654" v="29"/>
        <pc:sldMkLst>
          <pc:docMk/>
          <pc:sldMk cId="0" sldId="2147483643"/>
        </pc:sldMkLst>
      </pc:sldChg>
      <pc:sldChg chg="modSp mod modShow">
        <pc:chgData name="EMERSON, Charlie" userId="S::charlie.emerson@sportfive.com::37e63fb3-2916-40e6-9249-35ce2cdf7da9" providerId="AD" clId="Web-{00000000-0000-0000-0000-000000000000}" dt="2026-10-05T15:07:03.170" v="25"/>
        <pc:sldMkLst>
          <pc:docMk/>
          <pc:sldMk cId="96831427" sldId="2147483645"/>
        </pc:sldMkLst>
        <pc:spChg chg="mod">
          <ac:chgData name="EMERSON, Charlie" userId="S::charlie.emerson@sportfive.com::37e63fb3-2916-40e6-9249-35ce2cdf7da9" providerId="AD" clId="Web-{00000000-0000-0000-0000-000000000000}" dt="2026-10-05T14:53:00.093" v="12" actId="20577"/>
          <ac:spMkLst>
            <pc:docMk/>
            <pc:sldMk cId="96831427" sldId="2147483645"/>
            <ac:spMk id="31" creationId="{EEEB0B3B-6370-079C-9EC0-EACA6985DAD2}"/>
          </ac:spMkLst>
        </pc:spChg>
      </pc:sldChg>
      <pc:sldChg chg="modSp mod modShow">
        <pc:chgData name="EMERSON, Charlie" userId="S::charlie.emerson@sportfive.com::37e63fb3-2916-40e6-9249-35ce2cdf7da9" providerId="AD" clId="Web-{00000000-0000-0000-0000-000000000000}" dt="2026-10-05T15:06:59.483" v="24"/>
        <pc:sldMkLst>
          <pc:docMk/>
          <pc:sldMk cId="1903566693" sldId="2147483646"/>
        </pc:sldMkLst>
        <pc:spChg chg="mod">
          <ac:chgData name="EMERSON, Charlie" userId="S::charlie.emerson@sportfive.com::37e63fb3-2916-40e6-9249-35ce2cdf7da9" providerId="AD" clId="Web-{00000000-0000-0000-0000-000000000000}" dt="2026-10-05T14:52:55.421" v="9" actId="20577"/>
          <ac:spMkLst>
            <pc:docMk/>
            <pc:sldMk cId="1903566693" sldId="2147483646"/>
            <ac:spMk id="31" creationId="{F19ABAD9-7FD0-7FAE-18E3-B2ECAF3795A1}"/>
          </ac:spMkLst>
        </pc:spChg>
      </pc:sldChg>
    </pc:docChg>
  </pc:docChgLst>
  <pc:docChgLst>
    <pc:chgData name="EMERSON, Charlie" userId="S::charlie.emerson@sportfive.com::37e63fb3-2916-40e6-9249-35ce2cdf7da9" providerId="AD" clId="Web-{0D473A7E-C4ED-38C6-938E-A75D6ED10A9C}"/>
    <pc:docChg chg="addSld delSld modSld sldOrd modSection">
      <pc:chgData name="EMERSON, Charlie" userId="S::charlie.emerson@sportfive.com::37e63fb3-2916-40e6-9249-35ce2cdf7da9" providerId="AD" clId="Web-{0D473A7E-C4ED-38C6-938E-A75D6ED10A9C}" dt="2026-10-06T18:40:33.275" v="505"/>
      <pc:docMkLst>
        <pc:docMk/>
      </pc:docMkLst>
      <pc:sldChg chg="modSp ord">
        <pc:chgData name="EMERSON, Charlie" userId="S::charlie.emerson@sportfive.com::37e63fb3-2916-40e6-9249-35ce2cdf7da9" providerId="AD" clId="Web-{0D473A7E-C4ED-38C6-938E-A75D6ED10A9C}" dt="2026-10-06T18:39:31.618" v="501"/>
        <pc:sldMkLst>
          <pc:docMk/>
          <pc:sldMk cId="3032900411" sldId="273"/>
        </pc:sldMkLst>
        <pc:spChg chg="mod">
          <ac:chgData name="EMERSON, Charlie" userId="S::charlie.emerson@sportfive.com::37e63fb3-2916-40e6-9249-35ce2cdf7da9" providerId="AD" clId="Web-{0D473A7E-C4ED-38C6-938E-A75D6ED10A9C}" dt="2026-10-06T18:39:31.618" v="501"/>
          <ac:spMkLst>
            <pc:docMk/>
            <pc:sldMk cId="3032900411" sldId="273"/>
            <ac:spMk id="93" creationId="{2AB899F3-099E-48A8-1881-06EF248B1145}"/>
          </ac:spMkLst>
        </pc:spChg>
        <pc:graphicFrameChg chg="mod modGraphic">
          <ac:chgData name="EMERSON, Charlie" userId="S::charlie.emerson@sportfive.com::37e63fb3-2916-40e6-9249-35ce2cdf7da9" providerId="AD" clId="Web-{0D473A7E-C4ED-38C6-938E-A75D6ED10A9C}" dt="2026-10-06T18:38:38.960" v="488" actId="1076"/>
          <ac:graphicFrameMkLst>
            <pc:docMk/>
            <pc:sldMk cId="3032900411" sldId="273"/>
            <ac:graphicFrameMk id="2" creationId="{47931304-B463-823A-56CF-872DA190BFD0}"/>
          </ac:graphicFrameMkLst>
        </pc:graphicFrameChg>
        <pc:picChg chg="mod">
          <ac:chgData name="EMERSON, Charlie" userId="S::charlie.emerson@sportfive.com::37e63fb3-2916-40e6-9249-35ce2cdf7da9" providerId="AD" clId="Web-{0D473A7E-C4ED-38C6-938E-A75D6ED10A9C}" dt="2026-10-06T18:38:39.226" v="499" actId="1076"/>
          <ac:picMkLst>
            <pc:docMk/>
            <pc:sldMk cId="3032900411" sldId="273"/>
            <ac:picMk id="5" creationId="{472A2FC2-8854-B03A-32B1-1A5F323C26B1}"/>
          </ac:picMkLst>
        </pc:picChg>
        <pc:picChg chg="mod">
          <ac:chgData name="EMERSON, Charlie" userId="S::charlie.emerson@sportfive.com::37e63fb3-2916-40e6-9249-35ce2cdf7da9" providerId="AD" clId="Web-{0D473A7E-C4ED-38C6-938E-A75D6ED10A9C}" dt="2026-10-06T18:38:39.023" v="491" actId="1076"/>
          <ac:picMkLst>
            <pc:docMk/>
            <pc:sldMk cId="3032900411" sldId="273"/>
            <ac:picMk id="15" creationId="{DFE8EF42-1215-C9A5-CBA5-A9BD601E9386}"/>
          </ac:picMkLst>
        </pc:picChg>
        <pc:picChg chg="mod">
          <ac:chgData name="EMERSON, Charlie" userId="S::charlie.emerson@sportfive.com::37e63fb3-2916-40e6-9249-35ce2cdf7da9" providerId="AD" clId="Web-{0D473A7E-C4ED-38C6-938E-A75D6ED10A9C}" dt="2026-10-06T18:38:39.038" v="492" actId="1076"/>
          <ac:picMkLst>
            <pc:docMk/>
            <pc:sldMk cId="3032900411" sldId="273"/>
            <ac:picMk id="20" creationId="{A732A1FC-D582-C6A4-21DB-6F9B725639A6}"/>
          </ac:picMkLst>
        </pc:picChg>
        <pc:picChg chg="mod">
          <ac:chgData name="EMERSON, Charlie" userId="S::charlie.emerson@sportfive.com::37e63fb3-2916-40e6-9249-35ce2cdf7da9" providerId="AD" clId="Web-{0D473A7E-C4ED-38C6-938E-A75D6ED10A9C}" dt="2026-10-06T18:38:39.054" v="493" actId="1076"/>
          <ac:picMkLst>
            <pc:docMk/>
            <pc:sldMk cId="3032900411" sldId="273"/>
            <ac:picMk id="24" creationId="{9975D154-0DD3-6755-04D4-D97B3DB0A7CA}"/>
          </ac:picMkLst>
        </pc:picChg>
        <pc:picChg chg="mod">
          <ac:chgData name="EMERSON, Charlie" userId="S::charlie.emerson@sportfive.com::37e63fb3-2916-40e6-9249-35ce2cdf7da9" providerId="AD" clId="Web-{0D473A7E-C4ED-38C6-938E-A75D6ED10A9C}" dt="2026-10-06T18:38:39.085" v="494" actId="1076"/>
          <ac:picMkLst>
            <pc:docMk/>
            <pc:sldMk cId="3032900411" sldId="273"/>
            <ac:picMk id="25" creationId="{68BF401E-A511-CC3A-02A1-98008EB603C4}"/>
          </ac:picMkLst>
        </pc:picChg>
        <pc:picChg chg="mod">
          <ac:chgData name="EMERSON, Charlie" userId="S::charlie.emerson@sportfive.com::37e63fb3-2916-40e6-9249-35ce2cdf7da9" providerId="AD" clId="Web-{0D473A7E-C4ED-38C6-938E-A75D6ED10A9C}" dt="2026-10-06T18:38:39.101" v="495" actId="1076"/>
          <ac:picMkLst>
            <pc:docMk/>
            <pc:sldMk cId="3032900411" sldId="273"/>
            <ac:picMk id="26" creationId="{3E20F2B8-BD9A-78A7-32DC-78E04D6D984D}"/>
          </ac:picMkLst>
        </pc:picChg>
        <pc:picChg chg="mod">
          <ac:chgData name="EMERSON, Charlie" userId="S::charlie.emerson@sportfive.com::37e63fb3-2916-40e6-9249-35ce2cdf7da9" providerId="AD" clId="Web-{0D473A7E-C4ED-38C6-938E-A75D6ED10A9C}" dt="2026-10-06T18:38:39.117" v="496" actId="1076"/>
          <ac:picMkLst>
            <pc:docMk/>
            <pc:sldMk cId="3032900411" sldId="273"/>
            <ac:picMk id="28" creationId="{ACDF8158-95D0-C228-04DD-507B6550F2F1}"/>
          </ac:picMkLst>
        </pc:picChg>
        <pc:picChg chg="mod">
          <ac:chgData name="EMERSON, Charlie" userId="S::charlie.emerson@sportfive.com::37e63fb3-2916-40e6-9249-35ce2cdf7da9" providerId="AD" clId="Web-{0D473A7E-C4ED-38C6-938E-A75D6ED10A9C}" dt="2026-10-06T18:38:39.195" v="497" actId="1076"/>
          <ac:picMkLst>
            <pc:docMk/>
            <pc:sldMk cId="3032900411" sldId="273"/>
            <ac:picMk id="29" creationId="{1B00E4D7-8ABD-542C-54A9-EE54A91B2086}"/>
          </ac:picMkLst>
        </pc:picChg>
        <pc:picChg chg="mod">
          <ac:chgData name="EMERSON, Charlie" userId="S::charlie.emerson@sportfive.com::37e63fb3-2916-40e6-9249-35ce2cdf7da9" providerId="AD" clId="Web-{0D473A7E-C4ED-38C6-938E-A75D6ED10A9C}" dt="2026-10-06T18:38:39.210" v="498" actId="1076"/>
          <ac:picMkLst>
            <pc:docMk/>
            <pc:sldMk cId="3032900411" sldId="273"/>
            <ac:picMk id="30" creationId="{C2E5AA47-5F72-795F-35D3-B802689F8842}"/>
          </ac:picMkLst>
        </pc:picChg>
        <pc:picChg chg="mod">
          <ac:chgData name="EMERSON, Charlie" userId="S::charlie.emerson@sportfive.com::37e63fb3-2916-40e6-9249-35ce2cdf7da9" providerId="AD" clId="Web-{0D473A7E-C4ED-38C6-938E-A75D6ED10A9C}" dt="2026-10-06T18:38:38.976" v="489" actId="1076"/>
          <ac:picMkLst>
            <pc:docMk/>
            <pc:sldMk cId="3032900411" sldId="273"/>
            <ac:picMk id="91" creationId="{51A6A08E-5A4D-DF5A-8605-44FD881437D3}"/>
          </ac:picMkLst>
        </pc:picChg>
      </pc:sldChg>
      <pc:sldChg chg="addSp delSp modSp">
        <pc:chgData name="EMERSON, Charlie" userId="S::charlie.emerson@sportfive.com::37e63fb3-2916-40e6-9249-35ce2cdf7da9" providerId="AD" clId="Web-{0D473A7E-C4ED-38C6-938E-A75D6ED10A9C}" dt="2026-10-06T18:35:26.738" v="462"/>
        <pc:sldMkLst>
          <pc:docMk/>
          <pc:sldMk cId="3749954416" sldId="278"/>
        </pc:sldMkLst>
        <pc:spChg chg="del">
          <ac:chgData name="EMERSON, Charlie" userId="S::charlie.emerson@sportfive.com::37e63fb3-2916-40e6-9249-35ce2cdf7da9" providerId="AD" clId="Web-{0D473A7E-C4ED-38C6-938E-A75D6ED10A9C}" dt="2026-10-06T18:34:28.518" v="334"/>
          <ac:spMkLst>
            <pc:docMk/>
            <pc:sldMk cId="3749954416" sldId="278"/>
            <ac:spMk id="3" creationId="{FC8DEE7E-9669-C110-FAF6-79D6E18B2999}"/>
          </ac:spMkLst>
        </pc:spChg>
        <pc:spChg chg="del">
          <ac:chgData name="EMERSON, Charlie" userId="S::charlie.emerson@sportfive.com::37e63fb3-2916-40e6-9249-35ce2cdf7da9" providerId="AD" clId="Web-{0D473A7E-C4ED-38C6-938E-A75D6ED10A9C}" dt="2026-10-06T18:34:28.518" v="333"/>
          <ac:spMkLst>
            <pc:docMk/>
            <pc:sldMk cId="3749954416" sldId="278"/>
            <ac:spMk id="5" creationId="{373072D2-2A26-8587-FDDE-22B825F24B24}"/>
          </ac:spMkLst>
        </pc:spChg>
        <pc:spChg chg="del">
          <ac:chgData name="EMERSON, Charlie" userId="S::charlie.emerson@sportfive.com::37e63fb3-2916-40e6-9249-35ce2cdf7da9" providerId="AD" clId="Web-{0D473A7E-C4ED-38C6-938E-A75D6ED10A9C}" dt="2026-10-06T18:34:28.518" v="329"/>
          <ac:spMkLst>
            <pc:docMk/>
            <pc:sldMk cId="3749954416" sldId="278"/>
            <ac:spMk id="7" creationId="{DA6EB013-39C5-D96B-60FB-34FF218D2355}"/>
          </ac:spMkLst>
        </pc:spChg>
        <pc:spChg chg="del">
          <ac:chgData name="EMERSON, Charlie" userId="S::charlie.emerson@sportfive.com::37e63fb3-2916-40e6-9249-35ce2cdf7da9" providerId="AD" clId="Web-{0D473A7E-C4ED-38C6-938E-A75D6ED10A9C}" dt="2026-10-06T18:34:28.518" v="328"/>
          <ac:spMkLst>
            <pc:docMk/>
            <pc:sldMk cId="3749954416" sldId="278"/>
            <ac:spMk id="10" creationId="{445387FE-4C67-8F81-C2F0-09761B788824}"/>
          </ac:spMkLst>
        </pc:spChg>
        <pc:spChg chg="del">
          <ac:chgData name="EMERSON, Charlie" userId="S::charlie.emerson@sportfive.com::37e63fb3-2916-40e6-9249-35ce2cdf7da9" providerId="AD" clId="Web-{0D473A7E-C4ED-38C6-938E-A75D6ED10A9C}" dt="2026-10-06T18:34:28.518" v="325"/>
          <ac:spMkLst>
            <pc:docMk/>
            <pc:sldMk cId="3749954416" sldId="278"/>
            <ac:spMk id="23" creationId="{FB2FEBEC-387A-A375-D142-D0F3A7A437D4}"/>
          </ac:spMkLst>
        </pc:spChg>
        <pc:spChg chg="del">
          <ac:chgData name="EMERSON, Charlie" userId="S::charlie.emerson@sportfive.com::37e63fb3-2916-40e6-9249-35ce2cdf7da9" providerId="AD" clId="Web-{0D473A7E-C4ED-38C6-938E-A75D6ED10A9C}" dt="2026-10-06T18:34:28.518" v="343"/>
          <ac:spMkLst>
            <pc:docMk/>
            <pc:sldMk cId="3749954416" sldId="278"/>
            <ac:spMk id="94" creationId="{8B3D6FA5-1227-BB4C-9B70-065C1765EBF9}"/>
          </ac:spMkLst>
        </pc:spChg>
        <pc:spChg chg="del">
          <ac:chgData name="EMERSON, Charlie" userId="S::charlie.emerson@sportfive.com::37e63fb3-2916-40e6-9249-35ce2cdf7da9" providerId="AD" clId="Web-{0D473A7E-C4ED-38C6-938E-A75D6ED10A9C}" dt="2026-10-06T18:34:28.502" v="248"/>
          <ac:spMkLst>
            <pc:docMk/>
            <pc:sldMk cId="3749954416" sldId="278"/>
            <ac:spMk id="97" creationId="{1202468B-ABF0-20BB-8CF3-C97B759E5358}"/>
          </ac:spMkLst>
        </pc:spChg>
        <pc:spChg chg="add del">
          <ac:chgData name="EMERSON, Charlie" userId="S::charlie.emerson@sportfive.com::37e63fb3-2916-40e6-9249-35ce2cdf7da9" providerId="AD" clId="Web-{0D473A7E-C4ED-38C6-938E-A75D6ED10A9C}" dt="2026-10-06T18:35:25.050" v="461"/>
          <ac:spMkLst>
            <pc:docMk/>
            <pc:sldMk cId="3749954416" sldId="278"/>
            <ac:spMk id="108" creationId="{B928EC58-3694-67D1-C8BB-6D533A5970C1}"/>
          </ac:spMkLst>
        </pc:spChg>
        <pc:spChg chg="del">
          <ac:chgData name="EMERSON, Charlie" userId="S::charlie.emerson@sportfive.com::37e63fb3-2916-40e6-9249-35ce2cdf7da9" providerId="AD" clId="Web-{0D473A7E-C4ED-38C6-938E-A75D6ED10A9C}" dt="2026-10-06T18:34:28.502" v="271"/>
          <ac:spMkLst>
            <pc:docMk/>
            <pc:sldMk cId="3749954416" sldId="278"/>
            <ac:spMk id="119" creationId="{826D1C3F-FF6E-1FE8-A66C-A7AE4DB50CE3}"/>
          </ac:spMkLst>
        </pc:spChg>
        <pc:spChg chg="del">
          <ac:chgData name="EMERSON, Charlie" userId="S::charlie.emerson@sportfive.com::37e63fb3-2916-40e6-9249-35ce2cdf7da9" providerId="AD" clId="Web-{0D473A7E-C4ED-38C6-938E-A75D6ED10A9C}" dt="2026-10-06T18:34:28.518" v="335"/>
          <ac:spMkLst>
            <pc:docMk/>
            <pc:sldMk cId="3749954416" sldId="278"/>
            <ac:spMk id="1041" creationId="{B0A66CC5-B2C3-6D70-3C3C-77392CEF7957}"/>
          </ac:spMkLst>
        </pc:spChg>
        <pc:spChg chg="add">
          <ac:chgData name="EMERSON, Charlie" userId="S::charlie.emerson@sportfive.com::37e63fb3-2916-40e6-9249-35ce2cdf7da9" providerId="AD" clId="Web-{0D473A7E-C4ED-38C6-938E-A75D6ED10A9C}" dt="2026-10-06T18:34:42.175" v="362"/>
          <ac:spMkLst>
            <pc:docMk/>
            <pc:sldMk cId="3749954416" sldId="278"/>
            <ac:spMk id="1051" creationId="{52941936-3047-BBDC-6BA9-8970EE9C55A6}"/>
          </ac:spMkLst>
        </pc:spChg>
        <pc:spChg chg="add">
          <ac:chgData name="EMERSON, Charlie" userId="S::charlie.emerson@sportfive.com::37e63fb3-2916-40e6-9249-35ce2cdf7da9" providerId="AD" clId="Web-{0D473A7E-C4ED-38C6-938E-A75D6ED10A9C}" dt="2026-10-06T18:34:42.190" v="363"/>
          <ac:spMkLst>
            <pc:docMk/>
            <pc:sldMk cId="3749954416" sldId="278"/>
            <ac:spMk id="1053" creationId="{F0117C5D-8836-72CB-6CD2-1287876269FD}"/>
          </ac:spMkLst>
        </pc:spChg>
        <pc:spChg chg="add">
          <ac:chgData name="EMERSON, Charlie" userId="S::charlie.emerson@sportfive.com::37e63fb3-2916-40e6-9249-35ce2cdf7da9" providerId="AD" clId="Web-{0D473A7E-C4ED-38C6-938E-A75D6ED10A9C}" dt="2026-10-06T18:34:42.221" v="364"/>
          <ac:spMkLst>
            <pc:docMk/>
            <pc:sldMk cId="3749954416" sldId="278"/>
            <ac:spMk id="1055" creationId="{FE383C66-B04E-545C-AE8C-0F02B6F282AC}"/>
          </ac:spMkLst>
        </pc:spChg>
        <pc:spChg chg="add">
          <ac:chgData name="EMERSON, Charlie" userId="S::charlie.emerson@sportfive.com::37e63fb3-2916-40e6-9249-35ce2cdf7da9" providerId="AD" clId="Web-{0D473A7E-C4ED-38C6-938E-A75D6ED10A9C}" dt="2026-10-06T18:34:42.362" v="368"/>
          <ac:spMkLst>
            <pc:docMk/>
            <pc:sldMk cId="3749954416" sldId="278"/>
            <ac:spMk id="1063" creationId="{D9C67CB5-C94B-02C2-B257-1F3FC113187B}"/>
          </ac:spMkLst>
        </pc:spChg>
        <pc:spChg chg="add">
          <ac:chgData name="EMERSON, Charlie" userId="S::charlie.emerson@sportfive.com::37e63fb3-2916-40e6-9249-35ce2cdf7da9" providerId="AD" clId="Web-{0D473A7E-C4ED-38C6-938E-A75D6ED10A9C}" dt="2026-10-06T18:34:42.393" v="369"/>
          <ac:spMkLst>
            <pc:docMk/>
            <pc:sldMk cId="3749954416" sldId="278"/>
            <ac:spMk id="1065" creationId="{E1D76EAB-002A-633A-A887-962A469C4685}"/>
          </ac:spMkLst>
        </pc:spChg>
        <pc:spChg chg="add">
          <ac:chgData name="EMERSON, Charlie" userId="S::charlie.emerson@sportfive.com::37e63fb3-2916-40e6-9249-35ce2cdf7da9" providerId="AD" clId="Web-{0D473A7E-C4ED-38C6-938E-A75D6ED10A9C}" dt="2026-10-06T18:34:42.471" v="372"/>
          <ac:spMkLst>
            <pc:docMk/>
            <pc:sldMk cId="3749954416" sldId="278"/>
            <ac:spMk id="1071" creationId="{2FC6DEB1-A45F-F57E-4263-0A184749D349}"/>
          </ac:spMkLst>
        </pc:spChg>
        <pc:spChg chg="add">
          <ac:chgData name="EMERSON, Charlie" userId="S::charlie.emerson@sportfive.com::37e63fb3-2916-40e6-9249-35ce2cdf7da9" providerId="AD" clId="Web-{0D473A7E-C4ED-38C6-938E-A75D6ED10A9C}" dt="2026-10-06T18:34:45.268" v="426"/>
          <ac:spMkLst>
            <pc:docMk/>
            <pc:sldMk cId="3749954416" sldId="278"/>
            <ac:spMk id="2140" creationId="{559B1173-9F65-70EC-FE8D-00EE4AB51464}"/>
          </ac:spMkLst>
        </pc:spChg>
        <pc:spChg chg="add">
          <ac:chgData name="EMERSON, Charlie" userId="S::charlie.emerson@sportfive.com::37e63fb3-2916-40e6-9249-35ce2cdf7da9" providerId="AD" clId="Web-{0D473A7E-C4ED-38C6-938E-A75D6ED10A9C}" dt="2026-10-06T18:34:46.315" v="449"/>
          <ac:spMkLst>
            <pc:docMk/>
            <pc:sldMk cId="3749954416" sldId="278"/>
            <ac:spMk id="2186" creationId="{F7F99ABA-AA91-0502-DDD5-EB0C5B6FA7D9}"/>
          </ac:spMkLst>
        </pc:spChg>
        <pc:spChg chg="add">
          <ac:chgData name="EMERSON, Charlie" userId="S::charlie.emerson@sportfive.com::37e63fb3-2916-40e6-9249-35ce2cdf7da9" providerId="AD" clId="Web-{0D473A7E-C4ED-38C6-938E-A75D6ED10A9C}" dt="2026-10-06T18:35:26.738" v="462"/>
          <ac:spMkLst>
            <pc:docMk/>
            <pc:sldMk cId="3749954416" sldId="278"/>
            <ac:spMk id="2210" creationId="{E09B94E5-3432-29FA-2BFA-CB646F954188}"/>
          </ac:spMkLst>
        </pc:spChg>
        <pc:graphicFrameChg chg="del mod modGraphic">
          <ac:chgData name="EMERSON, Charlie" userId="S::charlie.emerson@sportfive.com::37e63fb3-2916-40e6-9249-35ce2cdf7da9" providerId="AD" clId="Web-{0D473A7E-C4ED-38C6-938E-A75D6ED10A9C}" dt="2026-10-06T18:34:28.518" v="346"/>
          <ac:graphicFrameMkLst>
            <pc:docMk/>
            <pc:sldMk cId="3749954416" sldId="278"/>
            <ac:graphicFrameMk id="2" creationId="{2D477497-BA67-F252-C723-6915E9662DAC}"/>
          </ac:graphicFrameMkLst>
        </pc:graphicFrameChg>
        <pc:graphicFrameChg chg="add">
          <ac:chgData name="EMERSON, Charlie" userId="S::charlie.emerson@sportfive.com::37e63fb3-2916-40e6-9249-35ce2cdf7da9" providerId="AD" clId="Web-{0D473A7E-C4ED-38C6-938E-A75D6ED10A9C}" dt="2026-10-06T18:34:41.675" v="349"/>
          <ac:graphicFrameMkLst>
            <pc:docMk/>
            <pc:sldMk cId="3749954416" sldId="278"/>
            <ac:graphicFrameMk id="46" creationId="{AE262CFB-9B41-8E69-D6A6-0356733A4B2E}"/>
          </ac:graphicFrameMkLst>
        </pc:graphicFrameChg>
        <pc:graphicFrameChg chg="add">
          <ac:chgData name="EMERSON, Charlie" userId="S::charlie.emerson@sportfive.com::37e63fb3-2916-40e6-9249-35ce2cdf7da9" providerId="AD" clId="Web-{0D473A7E-C4ED-38C6-938E-A75D6ED10A9C}" dt="2026-10-06T18:34:41.690" v="350"/>
          <ac:graphicFrameMkLst>
            <pc:docMk/>
            <pc:sldMk cId="3749954416" sldId="278"/>
            <ac:graphicFrameMk id="51" creationId="{0706C491-DCA1-8068-003F-5E42B297C5E6}"/>
          </ac:graphicFrameMkLst>
        </pc:graphicFrameChg>
        <pc:graphicFrameChg chg="add">
          <ac:chgData name="EMERSON, Charlie" userId="S::charlie.emerson@sportfive.com::37e63fb3-2916-40e6-9249-35ce2cdf7da9" providerId="AD" clId="Web-{0D473A7E-C4ED-38C6-938E-A75D6ED10A9C}" dt="2026-10-06T18:34:41.722" v="351"/>
          <ac:graphicFrameMkLst>
            <pc:docMk/>
            <pc:sldMk cId="3749954416" sldId="278"/>
            <ac:graphicFrameMk id="59" creationId="{050B3C05-8BD9-3F00-19F1-15D1BFC0F5ED}"/>
          </ac:graphicFrameMkLst>
        </pc:graphicFrameChg>
        <pc:graphicFrameChg chg="del mod modGraphic">
          <ac:chgData name="EMERSON, Charlie" userId="S::charlie.emerson@sportfive.com::37e63fb3-2916-40e6-9249-35ce2cdf7da9" providerId="AD" clId="Web-{0D473A7E-C4ED-38C6-938E-A75D6ED10A9C}" dt="2026-10-06T18:34:28.518" v="348"/>
          <ac:graphicFrameMkLst>
            <pc:docMk/>
            <pc:sldMk cId="3749954416" sldId="278"/>
            <ac:graphicFrameMk id="95" creationId="{744D4A1D-DDB6-04D6-CAD4-B4C30FA2A485}"/>
          </ac:graphicFrameMkLst>
        </pc:graphicFrameChg>
        <pc:graphicFrameChg chg="del">
          <ac:chgData name="EMERSON, Charlie" userId="S::charlie.emerson@sportfive.com::37e63fb3-2916-40e6-9249-35ce2cdf7da9" providerId="AD" clId="Web-{0D473A7E-C4ED-38C6-938E-A75D6ED10A9C}" dt="2026-10-06T18:34:28.518" v="347"/>
          <ac:graphicFrameMkLst>
            <pc:docMk/>
            <pc:sldMk cId="3749954416" sldId="278"/>
            <ac:graphicFrameMk id="96" creationId="{FBE02357-59A2-F73E-CF6E-9DE86E7AAC49}"/>
          </ac:graphicFrameMkLst>
        </pc:graphicFrameChg>
        <pc:picChg chg="del">
          <ac:chgData name="EMERSON, Charlie" userId="S::charlie.emerson@sportfive.com::37e63fb3-2916-40e6-9249-35ce2cdf7da9" providerId="AD" clId="Web-{0D473A7E-C4ED-38C6-938E-A75D6ED10A9C}" dt="2026-10-06T18:34:28.518" v="320"/>
          <ac:picMkLst>
            <pc:docMk/>
            <pc:sldMk cId="3749954416" sldId="278"/>
            <ac:picMk id="12" creationId="{2F38F02C-F74C-BC42-1C23-483C00BEAAE8}"/>
          </ac:picMkLst>
        </pc:picChg>
        <pc:picChg chg="del">
          <ac:chgData name="EMERSON, Charlie" userId="S::charlie.emerson@sportfive.com::37e63fb3-2916-40e6-9249-35ce2cdf7da9" providerId="AD" clId="Web-{0D473A7E-C4ED-38C6-938E-A75D6ED10A9C}" dt="2026-10-06T18:34:28.502" v="318"/>
          <ac:picMkLst>
            <pc:docMk/>
            <pc:sldMk cId="3749954416" sldId="278"/>
            <ac:picMk id="13" creationId="{DBFB379B-C37F-1144-A346-A31618749B47}"/>
          </ac:picMkLst>
        </pc:picChg>
        <pc:picChg chg="del mod">
          <ac:chgData name="EMERSON, Charlie" userId="S::charlie.emerson@sportfive.com::37e63fb3-2916-40e6-9249-35ce2cdf7da9" providerId="AD" clId="Web-{0D473A7E-C4ED-38C6-938E-A75D6ED10A9C}" dt="2026-10-06T18:34:28.518" v="332"/>
          <ac:picMkLst>
            <pc:docMk/>
            <pc:sldMk cId="3749954416" sldId="278"/>
            <ac:picMk id="15" creationId="{2A4B48DE-9FD0-35A0-7628-F1BB1494FE73}"/>
          </ac:picMkLst>
        </pc:picChg>
        <pc:picChg chg="del">
          <ac:chgData name="EMERSON, Charlie" userId="S::charlie.emerson@sportfive.com::37e63fb3-2916-40e6-9249-35ce2cdf7da9" providerId="AD" clId="Web-{0D473A7E-C4ED-38C6-938E-A75D6ED10A9C}" dt="2026-10-06T18:34:28.518" v="319"/>
          <ac:picMkLst>
            <pc:docMk/>
            <pc:sldMk cId="3749954416" sldId="278"/>
            <ac:picMk id="16" creationId="{1E75908D-96E6-0C62-0BC6-EA49C59D5343}"/>
          </ac:picMkLst>
        </pc:picChg>
        <pc:picChg chg="del">
          <ac:chgData name="EMERSON, Charlie" userId="S::charlie.emerson@sportfive.com::37e63fb3-2916-40e6-9249-35ce2cdf7da9" providerId="AD" clId="Web-{0D473A7E-C4ED-38C6-938E-A75D6ED10A9C}" dt="2026-10-06T18:34:28.502" v="260"/>
          <ac:picMkLst>
            <pc:docMk/>
            <pc:sldMk cId="3749954416" sldId="278"/>
            <ac:picMk id="17" creationId="{1124BBEF-0814-B3F1-FDB3-AA15C9D8DED0}"/>
          </ac:picMkLst>
        </pc:picChg>
        <pc:picChg chg="del">
          <ac:chgData name="EMERSON, Charlie" userId="S::charlie.emerson@sportfive.com::37e63fb3-2916-40e6-9249-35ce2cdf7da9" providerId="AD" clId="Web-{0D473A7E-C4ED-38C6-938E-A75D6ED10A9C}" dt="2026-10-06T18:34:28.518" v="345"/>
          <ac:picMkLst>
            <pc:docMk/>
            <pc:sldMk cId="3749954416" sldId="278"/>
            <ac:picMk id="18" creationId="{E8B0A9DA-DE7F-91A5-2AFD-15946C859F53}"/>
          </ac:picMkLst>
        </pc:picChg>
        <pc:picChg chg="del">
          <ac:chgData name="EMERSON, Charlie" userId="S::charlie.emerson@sportfive.com::37e63fb3-2916-40e6-9249-35ce2cdf7da9" providerId="AD" clId="Web-{0D473A7E-C4ED-38C6-938E-A75D6ED10A9C}" dt="2026-10-06T18:34:28.518" v="323"/>
          <ac:picMkLst>
            <pc:docMk/>
            <pc:sldMk cId="3749954416" sldId="278"/>
            <ac:picMk id="19" creationId="{E0823577-2602-B7B6-C4B8-A8A3E8E670CB}"/>
          </ac:picMkLst>
        </pc:picChg>
        <pc:picChg chg="del">
          <ac:chgData name="EMERSON, Charlie" userId="S::charlie.emerson@sportfive.com::37e63fb3-2916-40e6-9249-35ce2cdf7da9" providerId="AD" clId="Web-{0D473A7E-C4ED-38C6-938E-A75D6ED10A9C}" dt="2026-10-06T18:34:28.518" v="331"/>
          <ac:picMkLst>
            <pc:docMk/>
            <pc:sldMk cId="3749954416" sldId="278"/>
            <ac:picMk id="20" creationId="{A6A420A2-28F3-7984-B2BB-711FA4E2A55A}"/>
          </ac:picMkLst>
        </pc:picChg>
        <pc:picChg chg="del">
          <ac:chgData name="EMERSON, Charlie" userId="S::charlie.emerson@sportfive.com::37e63fb3-2916-40e6-9249-35ce2cdf7da9" providerId="AD" clId="Web-{0D473A7E-C4ED-38C6-938E-A75D6ED10A9C}" dt="2026-10-06T18:34:28.502" v="317"/>
          <ac:picMkLst>
            <pc:docMk/>
            <pc:sldMk cId="3749954416" sldId="278"/>
            <ac:picMk id="22" creationId="{7C3E4A7A-B6AC-0398-159B-9890B192702D}"/>
          </ac:picMkLst>
        </pc:picChg>
        <pc:picChg chg="del">
          <ac:chgData name="EMERSON, Charlie" userId="S::charlie.emerson@sportfive.com::37e63fb3-2916-40e6-9249-35ce2cdf7da9" providerId="AD" clId="Web-{0D473A7E-C4ED-38C6-938E-A75D6ED10A9C}" dt="2026-10-06T18:34:28.502" v="259"/>
          <ac:picMkLst>
            <pc:docMk/>
            <pc:sldMk cId="3749954416" sldId="278"/>
            <ac:picMk id="24" creationId="{D95D917B-262F-148B-F111-64A7C9600C1D}"/>
          </ac:picMkLst>
        </pc:picChg>
        <pc:picChg chg="del">
          <ac:chgData name="EMERSON, Charlie" userId="S::charlie.emerson@sportfive.com::37e63fb3-2916-40e6-9249-35ce2cdf7da9" providerId="AD" clId="Web-{0D473A7E-C4ED-38C6-938E-A75D6ED10A9C}" dt="2026-10-06T18:34:28.518" v="324"/>
          <ac:picMkLst>
            <pc:docMk/>
            <pc:sldMk cId="3749954416" sldId="278"/>
            <ac:picMk id="25" creationId="{184B2DE0-AFEF-EA9F-AAD4-EDECF772AD15}"/>
          </ac:picMkLst>
        </pc:picChg>
        <pc:picChg chg="del">
          <ac:chgData name="EMERSON, Charlie" userId="S::charlie.emerson@sportfive.com::37e63fb3-2916-40e6-9249-35ce2cdf7da9" providerId="AD" clId="Web-{0D473A7E-C4ED-38C6-938E-A75D6ED10A9C}" dt="2026-10-06T18:34:28.502" v="316"/>
          <ac:picMkLst>
            <pc:docMk/>
            <pc:sldMk cId="3749954416" sldId="278"/>
            <ac:picMk id="26" creationId="{EF57D75F-3685-D40B-D309-D3F6AC138795}"/>
          </ac:picMkLst>
        </pc:picChg>
        <pc:picChg chg="del">
          <ac:chgData name="EMERSON, Charlie" userId="S::charlie.emerson@sportfive.com::37e63fb3-2916-40e6-9249-35ce2cdf7da9" providerId="AD" clId="Web-{0D473A7E-C4ED-38C6-938E-A75D6ED10A9C}" dt="2026-10-06T18:34:28.518" v="322"/>
          <ac:picMkLst>
            <pc:docMk/>
            <pc:sldMk cId="3749954416" sldId="278"/>
            <ac:picMk id="27" creationId="{81511A42-2BE0-F72B-62E5-3CADC8B49D3A}"/>
          </ac:picMkLst>
        </pc:picChg>
        <pc:picChg chg="del">
          <ac:chgData name="EMERSON, Charlie" userId="S::charlie.emerson@sportfive.com::37e63fb3-2916-40e6-9249-35ce2cdf7da9" providerId="AD" clId="Web-{0D473A7E-C4ED-38C6-938E-A75D6ED10A9C}" dt="2026-10-06T18:34:28.502" v="258"/>
          <ac:picMkLst>
            <pc:docMk/>
            <pc:sldMk cId="3749954416" sldId="278"/>
            <ac:picMk id="28" creationId="{88F1E023-2846-3A10-6228-3200B32C4613}"/>
          </ac:picMkLst>
        </pc:picChg>
        <pc:picChg chg="del">
          <ac:chgData name="EMERSON, Charlie" userId="S::charlie.emerson@sportfive.com::37e63fb3-2916-40e6-9249-35ce2cdf7da9" providerId="AD" clId="Web-{0D473A7E-C4ED-38C6-938E-A75D6ED10A9C}" dt="2026-10-06T18:34:28.518" v="321"/>
          <ac:picMkLst>
            <pc:docMk/>
            <pc:sldMk cId="3749954416" sldId="278"/>
            <ac:picMk id="29" creationId="{E789F2C5-B8F1-D10E-9C68-8FB62EDEC819}"/>
          </ac:picMkLst>
        </pc:picChg>
        <pc:picChg chg="del">
          <ac:chgData name="EMERSON, Charlie" userId="S::charlie.emerson@sportfive.com::37e63fb3-2916-40e6-9249-35ce2cdf7da9" providerId="AD" clId="Web-{0D473A7E-C4ED-38C6-938E-A75D6ED10A9C}" dt="2026-10-06T18:34:28.502" v="315"/>
          <ac:picMkLst>
            <pc:docMk/>
            <pc:sldMk cId="3749954416" sldId="278"/>
            <ac:picMk id="30" creationId="{B3CE05F7-5C03-D3C5-2B2B-BA10D4B3A89C}"/>
          </ac:picMkLst>
        </pc:picChg>
        <pc:picChg chg="del">
          <ac:chgData name="EMERSON, Charlie" userId="S::charlie.emerson@sportfive.com::37e63fb3-2916-40e6-9249-35ce2cdf7da9" providerId="AD" clId="Web-{0D473A7E-C4ED-38C6-938E-A75D6ED10A9C}" dt="2026-10-06T18:34:28.502" v="314"/>
          <ac:picMkLst>
            <pc:docMk/>
            <pc:sldMk cId="3749954416" sldId="278"/>
            <ac:picMk id="39" creationId="{B44FB266-C099-B501-12AE-7E5141EEFB64}"/>
          </ac:picMkLst>
        </pc:picChg>
        <pc:picChg chg="del">
          <ac:chgData name="EMERSON, Charlie" userId="S::charlie.emerson@sportfive.com::37e63fb3-2916-40e6-9249-35ce2cdf7da9" providerId="AD" clId="Web-{0D473A7E-C4ED-38C6-938E-A75D6ED10A9C}" dt="2026-10-06T18:34:28.502" v="257"/>
          <ac:picMkLst>
            <pc:docMk/>
            <pc:sldMk cId="3749954416" sldId="278"/>
            <ac:picMk id="40" creationId="{E4E27C44-D719-25E8-DB61-2D9D7698C2EB}"/>
          </ac:picMkLst>
        </pc:picChg>
        <pc:picChg chg="del">
          <ac:chgData name="EMERSON, Charlie" userId="S::charlie.emerson@sportfive.com::37e63fb3-2916-40e6-9249-35ce2cdf7da9" providerId="AD" clId="Web-{0D473A7E-C4ED-38C6-938E-A75D6ED10A9C}" dt="2026-10-06T18:34:28.502" v="313"/>
          <ac:picMkLst>
            <pc:docMk/>
            <pc:sldMk cId="3749954416" sldId="278"/>
            <ac:picMk id="41" creationId="{902DDCFE-CD77-5966-6007-4787BDE1419A}"/>
          </ac:picMkLst>
        </pc:picChg>
        <pc:picChg chg="del">
          <ac:chgData name="EMERSON, Charlie" userId="S::charlie.emerson@sportfive.com::37e63fb3-2916-40e6-9249-35ce2cdf7da9" providerId="AD" clId="Web-{0D473A7E-C4ED-38C6-938E-A75D6ED10A9C}" dt="2026-10-06T18:34:28.502" v="312"/>
          <ac:picMkLst>
            <pc:docMk/>
            <pc:sldMk cId="3749954416" sldId="278"/>
            <ac:picMk id="43" creationId="{B11CA789-8357-9315-5EC2-8A287950FE24}"/>
          </ac:picMkLst>
        </pc:picChg>
        <pc:picChg chg="del">
          <ac:chgData name="EMERSON, Charlie" userId="S::charlie.emerson@sportfive.com::37e63fb3-2916-40e6-9249-35ce2cdf7da9" providerId="AD" clId="Web-{0D473A7E-C4ED-38C6-938E-A75D6ED10A9C}" dt="2026-10-06T18:34:28.502" v="256"/>
          <ac:picMkLst>
            <pc:docMk/>
            <pc:sldMk cId="3749954416" sldId="278"/>
            <ac:picMk id="44" creationId="{3C9EEC0E-A470-C286-DF7A-C91E2CE77271}"/>
          </ac:picMkLst>
        </pc:picChg>
        <pc:picChg chg="del">
          <ac:chgData name="EMERSON, Charlie" userId="S::charlie.emerson@sportfive.com::37e63fb3-2916-40e6-9249-35ce2cdf7da9" providerId="AD" clId="Web-{0D473A7E-C4ED-38C6-938E-A75D6ED10A9C}" dt="2026-10-06T18:34:28.502" v="311"/>
          <ac:picMkLst>
            <pc:docMk/>
            <pc:sldMk cId="3749954416" sldId="278"/>
            <ac:picMk id="45" creationId="{62DA6160-D83D-328A-5672-D0667790204A}"/>
          </ac:picMkLst>
        </pc:picChg>
        <pc:picChg chg="del">
          <ac:chgData name="EMERSON, Charlie" userId="S::charlie.emerson@sportfive.com::37e63fb3-2916-40e6-9249-35ce2cdf7da9" providerId="AD" clId="Web-{0D473A7E-C4ED-38C6-938E-A75D6ED10A9C}" dt="2026-10-06T18:34:28.502" v="310"/>
          <ac:picMkLst>
            <pc:docMk/>
            <pc:sldMk cId="3749954416" sldId="278"/>
            <ac:picMk id="47" creationId="{BE934578-E4CA-BD1F-6B1E-8A841038EE20}"/>
          </ac:picMkLst>
        </pc:picChg>
        <pc:picChg chg="del">
          <ac:chgData name="EMERSON, Charlie" userId="S::charlie.emerson@sportfive.com::37e63fb3-2916-40e6-9249-35ce2cdf7da9" providerId="AD" clId="Web-{0D473A7E-C4ED-38C6-938E-A75D6ED10A9C}" dt="2026-10-06T18:34:28.502" v="309"/>
          <ac:picMkLst>
            <pc:docMk/>
            <pc:sldMk cId="3749954416" sldId="278"/>
            <ac:picMk id="49" creationId="{FE3870BF-A411-9863-824E-B2134DFEB1A2}"/>
          </ac:picMkLst>
        </pc:picChg>
        <pc:picChg chg="del">
          <ac:chgData name="EMERSON, Charlie" userId="S::charlie.emerson@sportfive.com::37e63fb3-2916-40e6-9249-35ce2cdf7da9" providerId="AD" clId="Web-{0D473A7E-C4ED-38C6-938E-A75D6ED10A9C}" dt="2026-10-06T18:34:28.502" v="308"/>
          <ac:picMkLst>
            <pc:docMk/>
            <pc:sldMk cId="3749954416" sldId="278"/>
            <ac:picMk id="50" creationId="{068B6B3E-25CB-37C9-E8E0-1A5ECE1FC85F}"/>
          </ac:picMkLst>
        </pc:picChg>
        <pc:picChg chg="del">
          <ac:chgData name="EMERSON, Charlie" userId="S::charlie.emerson@sportfive.com::37e63fb3-2916-40e6-9249-35ce2cdf7da9" providerId="AD" clId="Web-{0D473A7E-C4ED-38C6-938E-A75D6ED10A9C}" dt="2026-10-06T18:34:28.502" v="307"/>
          <ac:picMkLst>
            <pc:docMk/>
            <pc:sldMk cId="3749954416" sldId="278"/>
            <ac:picMk id="52" creationId="{07981C08-5C25-8F67-4855-9A1F3145AE94}"/>
          </ac:picMkLst>
        </pc:picChg>
        <pc:picChg chg="del">
          <ac:chgData name="EMERSON, Charlie" userId="S::charlie.emerson@sportfive.com::37e63fb3-2916-40e6-9249-35ce2cdf7da9" providerId="AD" clId="Web-{0D473A7E-C4ED-38C6-938E-A75D6ED10A9C}" dt="2026-10-06T18:34:28.502" v="255"/>
          <ac:picMkLst>
            <pc:docMk/>
            <pc:sldMk cId="3749954416" sldId="278"/>
            <ac:picMk id="53" creationId="{F6744717-D96E-1F83-640B-9341AD631A11}"/>
          </ac:picMkLst>
        </pc:picChg>
        <pc:picChg chg="del">
          <ac:chgData name="EMERSON, Charlie" userId="S::charlie.emerson@sportfive.com::37e63fb3-2916-40e6-9249-35ce2cdf7da9" providerId="AD" clId="Web-{0D473A7E-C4ED-38C6-938E-A75D6ED10A9C}" dt="2026-10-06T18:34:28.502" v="306"/>
          <ac:picMkLst>
            <pc:docMk/>
            <pc:sldMk cId="3749954416" sldId="278"/>
            <ac:picMk id="54" creationId="{DE470331-1A29-15B7-D10B-1FC2E8FB6C0E}"/>
          </ac:picMkLst>
        </pc:picChg>
        <pc:picChg chg="del">
          <ac:chgData name="EMERSON, Charlie" userId="S::charlie.emerson@sportfive.com::37e63fb3-2916-40e6-9249-35ce2cdf7da9" providerId="AD" clId="Web-{0D473A7E-C4ED-38C6-938E-A75D6ED10A9C}" dt="2026-10-06T18:34:28.502" v="305"/>
          <ac:picMkLst>
            <pc:docMk/>
            <pc:sldMk cId="3749954416" sldId="278"/>
            <ac:picMk id="56" creationId="{EFCD8A86-C515-8B9A-082B-44C3EBD53190}"/>
          </ac:picMkLst>
        </pc:picChg>
        <pc:picChg chg="del">
          <ac:chgData name="EMERSON, Charlie" userId="S::charlie.emerson@sportfive.com::37e63fb3-2916-40e6-9249-35ce2cdf7da9" providerId="AD" clId="Web-{0D473A7E-C4ED-38C6-938E-A75D6ED10A9C}" dt="2026-10-06T18:34:28.502" v="254"/>
          <ac:picMkLst>
            <pc:docMk/>
            <pc:sldMk cId="3749954416" sldId="278"/>
            <ac:picMk id="57" creationId="{42D52BF4-3882-68CC-606D-0C3853D05B87}"/>
          </ac:picMkLst>
        </pc:picChg>
        <pc:picChg chg="del">
          <ac:chgData name="EMERSON, Charlie" userId="S::charlie.emerson@sportfive.com::37e63fb3-2916-40e6-9249-35ce2cdf7da9" providerId="AD" clId="Web-{0D473A7E-C4ED-38C6-938E-A75D6ED10A9C}" dt="2026-10-06T18:34:28.502" v="304"/>
          <ac:picMkLst>
            <pc:docMk/>
            <pc:sldMk cId="3749954416" sldId="278"/>
            <ac:picMk id="58" creationId="{2BB0CB4B-19E6-ADEC-8EAE-B90ED475509E}"/>
          </ac:picMkLst>
        </pc:picChg>
        <pc:picChg chg="del">
          <ac:chgData name="EMERSON, Charlie" userId="S::charlie.emerson@sportfive.com::37e63fb3-2916-40e6-9249-35ce2cdf7da9" providerId="AD" clId="Web-{0D473A7E-C4ED-38C6-938E-A75D6ED10A9C}" dt="2026-10-06T18:34:28.502" v="303"/>
          <ac:picMkLst>
            <pc:docMk/>
            <pc:sldMk cId="3749954416" sldId="278"/>
            <ac:picMk id="60" creationId="{4502FC91-34B8-5CE3-8BE3-D8A228B12A0B}"/>
          </ac:picMkLst>
        </pc:picChg>
        <pc:picChg chg="del">
          <ac:chgData name="EMERSON, Charlie" userId="S::charlie.emerson@sportfive.com::37e63fb3-2916-40e6-9249-35ce2cdf7da9" providerId="AD" clId="Web-{0D473A7E-C4ED-38C6-938E-A75D6ED10A9C}" dt="2026-10-06T18:34:28.502" v="253"/>
          <ac:picMkLst>
            <pc:docMk/>
            <pc:sldMk cId="3749954416" sldId="278"/>
            <ac:picMk id="61" creationId="{783825B4-E53F-2828-A093-60960162B18F}"/>
          </ac:picMkLst>
        </pc:picChg>
        <pc:picChg chg="del">
          <ac:chgData name="EMERSON, Charlie" userId="S::charlie.emerson@sportfive.com::37e63fb3-2916-40e6-9249-35ce2cdf7da9" providerId="AD" clId="Web-{0D473A7E-C4ED-38C6-938E-A75D6ED10A9C}" dt="2026-10-06T18:34:28.502" v="302"/>
          <ac:picMkLst>
            <pc:docMk/>
            <pc:sldMk cId="3749954416" sldId="278"/>
            <ac:picMk id="62" creationId="{71B54631-D05E-9A02-A919-2FF5FA0864E8}"/>
          </ac:picMkLst>
        </pc:picChg>
        <pc:picChg chg="del">
          <ac:chgData name="EMERSON, Charlie" userId="S::charlie.emerson@sportfive.com::37e63fb3-2916-40e6-9249-35ce2cdf7da9" providerId="AD" clId="Web-{0D473A7E-C4ED-38C6-938E-A75D6ED10A9C}" dt="2026-10-06T18:34:28.502" v="301"/>
          <ac:picMkLst>
            <pc:docMk/>
            <pc:sldMk cId="3749954416" sldId="278"/>
            <ac:picMk id="64" creationId="{87F1F474-8983-6E8B-A536-E22AECA29911}"/>
          </ac:picMkLst>
        </pc:picChg>
        <pc:picChg chg="del">
          <ac:chgData name="EMERSON, Charlie" userId="S::charlie.emerson@sportfive.com::37e63fb3-2916-40e6-9249-35ce2cdf7da9" providerId="AD" clId="Web-{0D473A7E-C4ED-38C6-938E-A75D6ED10A9C}" dt="2026-10-06T18:34:28.502" v="252"/>
          <ac:picMkLst>
            <pc:docMk/>
            <pc:sldMk cId="3749954416" sldId="278"/>
            <ac:picMk id="65" creationId="{68587AE8-823A-D34A-5ED4-78F4C0F1A5ED}"/>
          </ac:picMkLst>
        </pc:picChg>
        <pc:picChg chg="del">
          <ac:chgData name="EMERSON, Charlie" userId="S::charlie.emerson@sportfive.com::37e63fb3-2916-40e6-9249-35ce2cdf7da9" providerId="AD" clId="Web-{0D473A7E-C4ED-38C6-938E-A75D6ED10A9C}" dt="2026-10-06T18:34:28.502" v="300"/>
          <ac:picMkLst>
            <pc:docMk/>
            <pc:sldMk cId="3749954416" sldId="278"/>
            <ac:picMk id="66" creationId="{3926C26B-1BD9-52E7-7492-579DE667680D}"/>
          </ac:picMkLst>
        </pc:picChg>
        <pc:picChg chg="add">
          <ac:chgData name="EMERSON, Charlie" userId="S::charlie.emerson@sportfive.com::37e63fb3-2916-40e6-9249-35ce2cdf7da9" providerId="AD" clId="Web-{0D473A7E-C4ED-38C6-938E-A75D6ED10A9C}" dt="2026-10-06T18:34:41.768" v="352"/>
          <ac:picMkLst>
            <pc:docMk/>
            <pc:sldMk cId="3749954416" sldId="278"/>
            <ac:picMk id="67" creationId="{815BA65D-E7AA-B331-7C20-E3903C192381}"/>
          </ac:picMkLst>
        </pc:picChg>
        <pc:picChg chg="del">
          <ac:chgData name="EMERSON, Charlie" userId="S::charlie.emerson@sportfive.com::37e63fb3-2916-40e6-9249-35ce2cdf7da9" providerId="AD" clId="Web-{0D473A7E-C4ED-38C6-938E-A75D6ED10A9C}" dt="2026-10-06T18:34:28.502" v="299"/>
          <ac:picMkLst>
            <pc:docMk/>
            <pc:sldMk cId="3749954416" sldId="278"/>
            <ac:picMk id="68" creationId="{A6D4162D-A815-522A-521B-DCC6015834B5}"/>
          </ac:picMkLst>
        </pc:picChg>
        <pc:picChg chg="del">
          <ac:chgData name="EMERSON, Charlie" userId="S::charlie.emerson@sportfive.com::37e63fb3-2916-40e6-9249-35ce2cdf7da9" providerId="AD" clId="Web-{0D473A7E-C4ED-38C6-938E-A75D6ED10A9C}" dt="2026-10-06T18:34:28.502" v="251"/>
          <ac:picMkLst>
            <pc:docMk/>
            <pc:sldMk cId="3749954416" sldId="278"/>
            <ac:picMk id="69" creationId="{A04870F8-2244-190A-F31F-269DF3CF0CB8}"/>
          </ac:picMkLst>
        </pc:picChg>
        <pc:picChg chg="del">
          <ac:chgData name="EMERSON, Charlie" userId="S::charlie.emerson@sportfive.com::37e63fb3-2916-40e6-9249-35ce2cdf7da9" providerId="AD" clId="Web-{0D473A7E-C4ED-38C6-938E-A75D6ED10A9C}" dt="2026-10-06T18:34:28.502" v="298"/>
          <ac:picMkLst>
            <pc:docMk/>
            <pc:sldMk cId="3749954416" sldId="278"/>
            <ac:picMk id="70" creationId="{A77D50A4-01FD-538A-772F-DBBBD12A2B2C}"/>
          </ac:picMkLst>
        </pc:picChg>
        <pc:picChg chg="del">
          <ac:chgData name="EMERSON, Charlie" userId="S::charlie.emerson@sportfive.com::37e63fb3-2916-40e6-9249-35ce2cdf7da9" providerId="AD" clId="Web-{0D473A7E-C4ED-38C6-938E-A75D6ED10A9C}" dt="2026-10-06T18:34:28.502" v="297"/>
          <ac:picMkLst>
            <pc:docMk/>
            <pc:sldMk cId="3749954416" sldId="278"/>
            <ac:picMk id="72" creationId="{7578A99E-BEF3-35DB-C92D-49924DCD5EE4}"/>
          </ac:picMkLst>
        </pc:picChg>
        <pc:picChg chg="del">
          <ac:chgData name="EMERSON, Charlie" userId="S::charlie.emerson@sportfive.com::37e63fb3-2916-40e6-9249-35ce2cdf7da9" providerId="AD" clId="Web-{0D473A7E-C4ED-38C6-938E-A75D6ED10A9C}" dt="2026-10-06T18:34:28.502" v="250"/>
          <ac:picMkLst>
            <pc:docMk/>
            <pc:sldMk cId="3749954416" sldId="278"/>
            <ac:picMk id="73" creationId="{9141766F-31DC-FD21-56D1-372897125215}"/>
          </ac:picMkLst>
        </pc:picChg>
        <pc:picChg chg="del">
          <ac:chgData name="EMERSON, Charlie" userId="S::charlie.emerson@sportfive.com::37e63fb3-2916-40e6-9249-35ce2cdf7da9" providerId="AD" clId="Web-{0D473A7E-C4ED-38C6-938E-A75D6ED10A9C}" dt="2026-10-06T18:34:28.502" v="296"/>
          <ac:picMkLst>
            <pc:docMk/>
            <pc:sldMk cId="3749954416" sldId="278"/>
            <ac:picMk id="74" creationId="{825CBF22-5E06-6D6F-845D-2192C1D83531}"/>
          </ac:picMkLst>
        </pc:picChg>
        <pc:picChg chg="del">
          <ac:chgData name="EMERSON, Charlie" userId="S::charlie.emerson@sportfive.com::37e63fb3-2916-40e6-9249-35ce2cdf7da9" providerId="AD" clId="Web-{0D473A7E-C4ED-38C6-938E-A75D6ED10A9C}" dt="2026-10-06T18:34:28.502" v="295"/>
          <ac:picMkLst>
            <pc:docMk/>
            <pc:sldMk cId="3749954416" sldId="278"/>
            <ac:picMk id="75" creationId="{BA64E6E8-1383-6F7B-B78E-10BF3D977E0A}"/>
          </ac:picMkLst>
        </pc:picChg>
        <pc:picChg chg="del">
          <ac:chgData name="EMERSON, Charlie" userId="S::charlie.emerson@sportfive.com::37e63fb3-2916-40e6-9249-35ce2cdf7da9" providerId="AD" clId="Web-{0D473A7E-C4ED-38C6-938E-A75D6ED10A9C}" dt="2026-10-06T18:34:28.502" v="294"/>
          <ac:picMkLst>
            <pc:docMk/>
            <pc:sldMk cId="3749954416" sldId="278"/>
            <ac:picMk id="76" creationId="{9F5EC482-B540-3B40-93C7-B21A4EB9DA34}"/>
          </ac:picMkLst>
        </pc:picChg>
        <pc:picChg chg="del">
          <ac:chgData name="EMERSON, Charlie" userId="S::charlie.emerson@sportfive.com::37e63fb3-2916-40e6-9249-35ce2cdf7da9" providerId="AD" clId="Web-{0D473A7E-C4ED-38C6-938E-A75D6ED10A9C}" dt="2026-10-06T18:34:28.502" v="293"/>
          <ac:picMkLst>
            <pc:docMk/>
            <pc:sldMk cId="3749954416" sldId="278"/>
            <ac:picMk id="77" creationId="{7A87BD4E-92C0-DB29-6943-3F49D19902AA}"/>
          </ac:picMkLst>
        </pc:picChg>
        <pc:picChg chg="del">
          <ac:chgData name="EMERSON, Charlie" userId="S::charlie.emerson@sportfive.com::37e63fb3-2916-40e6-9249-35ce2cdf7da9" providerId="AD" clId="Web-{0D473A7E-C4ED-38C6-938E-A75D6ED10A9C}" dt="2026-10-06T18:34:28.502" v="292"/>
          <ac:picMkLst>
            <pc:docMk/>
            <pc:sldMk cId="3749954416" sldId="278"/>
            <ac:picMk id="78" creationId="{4D3DC507-FCE8-72F3-5E12-980980C61C33}"/>
          </ac:picMkLst>
        </pc:picChg>
        <pc:picChg chg="del">
          <ac:chgData name="EMERSON, Charlie" userId="S::charlie.emerson@sportfive.com::37e63fb3-2916-40e6-9249-35ce2cdf7da9" providerId="AD" clId="Web-{0D473A7E-C4ED-38C6-938E-A75D6ED10A9C}" dt="2026-10-06T18:34:28.502" v="291"/>
          <ac:picMkLst>
            <pc:docMk/>
            <pc:sldMk cId="3749954416" sldId="278"/>
            <ac:picMk id="79" creationId="{0D77DBF8-7794-0F83-E79B-2D80CC731D5A}"/>
          </ac:picMkLst>
        </pc:picChg>
        <pc:picChg chg="del">
          <ac:chgData name="EMERSON, Charlie" userId="S::charlie.emerson@sportfive.com::37e63fb3-2916-40e6-9249-35ce2cdf7da9" providerId="AD" clId="Web-{0D473A7E-C4ED-38C6-938E-A75D6ED10A9C}" dt="2026-10-06T18:34:28.502" v="290"/>
          <ac:picMkLst>
            <pc:docMk/>
            <pc:sldMk cId="3749954416" sldId="278"/>
            <ac:picMk id="80" creationId="{4E548D26-C2BE-4736-36EE-7CF9507D6575}"/>
          </ac:picMkLst>
        </pc:picChg>
        <pc:picChg chg="del">
          <ac:chgData name="EMERSON, Charlie" userId="S::charlie.emerson@sportfive.com::37e63fb3-2916-40e6-9249-35ce2cdf7da9" providerId="AD" clId="Web-{0D473A7E-C4ED-38C6-938E-A75D6ED10A9C}" dt="2026-10-06T18:34:28.502" v="289"/>
          <ac:picMkLst>
            <pc:docMk/>
            <pc:sldMk cId="3749954416" sldId="278"/>
            <ac:picMk id="81" creationId="{194D4923-9E83-C036-E05E-27FCCC23D3DE}"/>
          </ac:picMkLst>
        </pc:picChg>
        <pc:picChg chg="del">
          <ac:chgData name="EMERSON, Charlie" userId="S::charlie.emerson@sportfive.com::37e63fb3-2916-40e6-9249-35ce2cdf7da9" providerId="AD" clId="Web-{0D473A7E-C4ED-38C6-938E-A75D6ED10A9C}" dt="2026-10-06T18:34:28.502" v="288"/>
          <ac:picMkLst>
            <pc:docMk/>
            <pc:sldMk cId="3749954416" sldId="278"/>
            <ac:picMk id="82" creationId="{88C4705B-1E2C-2A36-CF1A-EBC1583DB9EC}"/>
          </ac:picMkLst>
        </pc:picChg>
        <pc:picChg chg="del">
          <ac:chgData name="EMERSON, Charlie" userId="S::charlie.emerson@sportfive.com::37e63fb3-2916-40e6-9249-35ce2cdf7da9" providerId="AD" clId="Web-{0D473A7E-C4ED-38C6-938E-A75D6ED10A9C}" dt="2026-10-06T18:34:28.502" v="287"/>
          <ac:picMkLst>
            <pc:docMk/>
            <pc:sldMk cId="3749954416" sldId="278"/>
            <ac:picMk id="83" creationId="{3ED31B8F-CB1C-CE4C-1181-AB17D48B6876}"/>
          </ac:picMkLst>
        </pc:picChg>
        <pc:picChg chg="del">
          <ac:chgData name="EMERSON, Charlie" userId="S::charlie.emerson@sportfive.com::37e63fb3-2916-40e6-9249-35ce2cdf7da9" providerId="AD" clId="Web-{0D473A7E-C4ED-38C6-938E-A75D6ED10A9C}" dt="2026-10-06T18:34:28.502" v="286"/>
          <ac:picMkLst>
            <pc:docMk/>
            <pc:sldMk cId="3749954416" sldId="278"/>
            <ac:picMk id="84" creationId="{3BF979C3-2E39-AF38-E89F-F4E5CE65B59F}"/>
          </ac:picMkLst>
        </pc:picChg>
        <pc:picChg chg="del">
          <ac:chgData name="EMERSON, Charlie" userId="S::charlie.emerson@sportfive.com::37e63fb3-2916-40e6-9249-35ce2cdf7da9" providerId="AD" clId="Web-{0D473A7E-C4ED-38C6-938E-A75D6ED10A9C}" dt="2026-10-06T18:34:28.502" v="285"/>
          <ac:picMkLst>
            <pc:docMk/>
            <pc:sldMk cId="3749954416" sldId="278"/>
            <ac:picMk id="85" creationId="{136D4ECD-C7AB-8760-7336-BEA24BF9DD5F}"/>
          </ac:picMkLst>
        </pc:picChg>
        <pc:picChg chg="del">
          <ac:chgData name="EMERSON, Charlie" userId="S::charlie.emerson@sportfive.com::37e63fb3-2916-40e6-9249-35ce2cdf7da9" providerId="AD" clId="Web-{0D473A7E-C4ED-38C6-938E-A75D6ED10A9C}" dt="2026-10-06T18:34:28.502" v="284"/>
          <ac:picMkLst>
            <pc:docMk/>
            <pc:sldMk cId="3749954416" sldId="278"/>
            <ac:picMk id="86" creationId="{E13D733B-6749-DEF4-85E7-3B5AF834FC52}"/>
          </ac:picMkLst>
        </pc:picChg>
        <pc:picChg chg="del">
          <ac:chgData name="EMERSON, Charlie" userId="S::charlie.emerson@sportfive.com::37e63fb3-2916-40e6-9249-35ce2cdf7da9" providerId="AD" clId="Web-{0D473A7E-C4ED-38C6-938E-A75D6ED10A9C}" dt="2026-10-06T18:34:28.502" v="283"/>
          <ac:picMkLst>
            <pc:docMk/>
            <pc:sldMk cId="3749954416" sldId="278"/>
            <ac:picMk id="87" creationId="{BFBCDA64-28A7-8D2B-899C-2980FF92B4B6}"/>
          </ac:picMkLst>
        </pc:picChg>
        <pc:picChg chg="del">
          <ac:chgData name="EMERSON, Charlie" userId="S::charlie.emerson@sportfive.com::37e63fb3-2916-40e6-9249-35ce2cdf7da9" providerId="AD" clId="Web-{0D473A7E-C4ED-38C6-938E-A75D6ED10A9C}" dt="2026-10-06T18:34:28.502" v="282"/>
          <ac:picMkLst>
            <pc:docMk/>
            <pc:sldMk cId="3749954416" sldId="278"/>
            <ac:picMk id="88" creationId="{D6B4AAFD-7FC6-1CB0-A29B-4AECE63695A8}"/>
          </ac:picMkLst>
        </pc:picChg>
        <pc:picChg chg="del">
          <ac:chgData name="EMERSON, Charlie" userId="S::charlie.emerson@sportfive.com::37e63fb3-2916-40e6-9249-35ce2cdf7da9" providerId="AD" clId="Web-{0D473A7E-C4ED-38C6-938E-A75D6ED10A9C}" dt="2026-10-06T18:34:28.502" v="281"/>
          <ac:picMkLst>
            <pc:docMk/>
            <pc:sldMk cId="3749954416" sldId="278"/>
            <ac:picMk id="89" creationId="{16961308-901F-32D8-DF74-AAE7A4F549EB}"/>
          </ac:picMkLst>
        </pc:picChg>
        <pc:picChg chg="del">
          <ac:chgData name="EMERSON, Charlie" userId="S::charlie.emerson@sportfive.com::37e63fb3-2916-40e6-9249-35ce2cdf7da9" providerId="AD" clId="Web-{0D473A7E-C4ED-38C6-938E-A75D6ED10A9C}" dt="2026-10-06T18:34:28.502" v="249"/>
          <ac:picMkLst>
            <pc:docMk/>
            <pc:sldMk cId="3749954416" sldId="278"/>
            <ac:picMk id="90" creationId="{9FB1BC3F-ADAF-6E43-AD8F-5020D00E3048}"/>
          </ac:picMkLst>
        </pc:picChg>
        <pc:picChg chg="del">
          <ac:chgData name="EMERSON, Charlie" userId="S::charlie.emerson@sportfive.com::37e63fb3-2916-40e6-9249-35ce2cdf7da9" providerId="AD" clId="Web-{0D473A7E-C4ED-38C6-938E-A75D6ED10A9C}" dt="2026-10-06T18:34:28.518" v="344"/>
          <ac:picMkLst>
            <pc:docMk/>
            <pc:sldMk cId="3749954416" sldId="278"/>
            <ac:picMk id="91" creationId="{64E68DE8-B3F1-92F7-C275-58AB9AD3ECAD}"/>
          </ac:picMkLst>
        </pc:picChg>
        <pc:picChg chg="del mod">
          <ac:chgData name="EMERSON, Charlie" userId="S::charlie.emerson@sportfive.com::37e63fb3-2916-40e6-9249-35ce2cdf7da9" providerId="AD" clId="Web-{0D473A7E-C4ED-38C6-938E-A75D6ED10A9C}" dt="2026-10-06T18:34:28.502" v="280"/>
          <ac:picMkLst>
            <pc:docMk/>
            <pc:sldMk cId="3749954416" sldId="278"/>
            <ac:picMk id="92" creationId="{77B13CE8-A8D1-19F8-5432-C7AC912572C6}"/>
          </ac:picMkLst>
        </pc:picChg>
        <pc:picChg chg="add">
          <ac:chgData name="EMERSON, Charlie" userId="S::charlie.emerson@sportfive.com::37e63fb3-2916-40e6-9249-35ce2cdf7da9" providerId="AD" clId="Web-{0D473A7E-C4ED-38C6-938E-A75D6ED10A9C}" dt="2026-10-06T18:34:41.815" v="353"/>
          <ac:picMkLst>
            <pc:docMk/>
            <pc:sldMk cId="3749954416" sldId="278"/>
            <ac:picMk id="93" creationId="{26746BFA-9676-3E02-FB9A-981DB618BE13}"/>
          </ac:picMkLst>
        </pc:picChg>
        <pc:picChg chg="del">
          <ac:chgData name="EMERSON, Charlie" userId="S::charlie.emerson@sportfive.com::37e63fb3-2916-40e6-9249-35ce2cdf7da9" providerId="AD" clId="Web-{0D473A7E-C4ED-38C6-938E-A75D6ED10A9C}" dt="2026-10-06T18:34:28.502" v="279"/>
          <ac:picMkLst>
            <pc:docMk/>
            <pc:sldMk cId="3749954416" sldId="278"/>
            <ac:picMk id="98" creationId="{1638D687-9CD8-0E38-122D-8213822318C8}"/>
          </ac:picMkLst>
        </pc:picChg>
        <pc:picChg chg="del">
          <ac:chgData name="EMERSON, Charlie" userId="S::charlie.emerson@sportfive.com::37e63fb3-2916-40e6-9249-35ce2cdf7da9" providerId="AD" clId="Web-{0D473A7E-C4ED-38C6-938E-A75D6ED10A9C}" dt="2026-10-06T18:34:28.502" v="278"/>
          <ac:picMkLst>
            <pc:docMk/>
            <pc:sldMk cId="3749954416" sldId="278"/>
            <ac:picMk id="100" creationId="{50C13C95-AB86-5C01-BE38-94371998E1CF}"/>
          </ac:picMkLst>
        </pc:picChg>
        <pc:picChg chg="del">
          <ac:chgData name="EMERSON, Charlie" userId="S::charlie.emerson@sportfive.com::37e63fb3-2916-40e6-9249-35ce2cdf7da9" providerId="AD" clId="Web-{0D473A7E-C4ED-38C6-938E-A75D6ED10A9C}" dt="2026-10-06T18:34:28.502" v="247"/>
          <ac:picMkLst>
            <pc:docMk/>
            <pc:sldMk cId="3749954416" sldId="278"/>
            <ac:picMk id="101" creationId="{28DD27DE-AEBC-1F77-6A7F-E6E70433C225}"/>
          </ac:picMkLst>
        </pc:picChg>
        <pc:picChg chg="del">
          <ac:chgData name="EMERSON, Charlie" userId="S::charlie.emerson@sportfive.com::37e63fb3-2916-40e6-9249-35ce2cdf7da9" providerId="AD" clId="Web-{0D473A7E-C4ED-38C6-938E-A75D6ED10A9C}" dt="2026-10-06T18:34:28.502" v="277"/>
          <ac:picMkLst>
            <pc:docMk/>
            <pc:sldMk cId="3749954416" sldId="278"/>
            <ac:picMk id="102" creationId="{DC62EE78-B678-2D2F-C01E-F21EC271159F}"/>
          </ac:picMkLst>
        </pc:picChg>
        <pc:picChg chg="del">
          <ac:chgData name="EMERSON, Charlie" userId="S::charlie.emerson@sportfive.com::37e63fb3-2916-40e6-9249-35ce2cdf7da9" providerId="AD" clId="Web-{0D473A7E-C4ED-38C6-938E-A75D6ED10A9C}" dt="2026-10-06T18:34:28.502" v="246"/>
          <ac:picMkLst>
            <pc:docMk/>
            <pc:sldMk cId="3749954416" sldId="278"/>
            <ac:picMk id="103" creationId="{95FED881-67BA-BE62-59B5-44B42DEAA6E6}"/>
          </ac:picMkLst>
        </pc:picChg>
        <pc:picChg chg="del">
          <ac:chgData name="EMERSON, Charlie" userId="S::charlie.emerson@sportfive.com::37e63fb3-2916-40e6-9249-35ce2cdf7da9" providerId="AD" clId="Web-{0D473A7E-C4ED-38C6-938E-A75D6ED10A9C}" dt="2026-10-06T18:34:28.502" v="276"/>
          <ac:picMkLst>
            <pc:docMk/>
            <pc:sldMk cId="3749954416" sldId="278"/>
            <ac:picMk id="104" creationId="{55E28A94-870A-8F9A-0BAD-17E12C224581}"/>
          </ac:picMkLst>
        </pc:picChg>
        <pc:picChg chg="del">
          <ac:chgData name="EMERSON, Charlie" userId="S::charlie.emerson@sportfive.com::37e63fb3-2916-40e6-9249-35ce2cdf7da9" providerId="AD" clId="Web-{0D473A7E-C4ED-38C6-938E-A75D6ED10A9C}" dt="2026-10-06T18:34:28.502" v="245"/>
          <ac:picMkLst>
            <pc:docMk/>
            <pc:sldMk cId="3749954416" sldId="278"/>
            <ac:picMk id="105" creationId="{2109EBC4-17E8-C1FF-5AC4-57C7C92D7C9B}"/>
          </ac:picMkLst>
        </pc:picChg>
        <pc:picChg chg="del">
          <ac:chgData name="EMERSON, Charlie" userId="S::charlie.emerson@sportfive.com::37e63fb3-2916-40e6-9249-35ce2cdf7da9" providerId="AD" clId="Web-{0D473A7E-C4ED-38C6-938E-A75D6ED10A9C}" dt="2026-10-06T18:34:28.502" v="275"/>
          <ac:picMkLst>
            <pc:docMk/>
            <pc:sldMk cId="3749954416" sldId="278"/>
            <ac:picMk id="106" creationId="{ABD6C0C6-73A7-5771-A968-0022BB455596}"/>
          </ac:picMkLst>
        </pc:picChg>
        <pc:picChg chg="del">
          <ac:chgData name="EMERSON, Charlie" userId="S::charlie.emerson@sportfive.com::37e63fb3-2916-40e6-9249-35ce2cdf7da9" providerId="AD" clId="Web-{0D473A7E-C4ED-38C6-938E-A75D6ED10A9C}" dt="2026-10-06T18:34:28.502" v="244"/>
          <ac:picMkLst>
            <pc:docMk/>
            <pc:sldMk cId="3749954416" sldId="278"/>
            <ac:picMk id="107" creationId="{A9281627-C267-8DFE-6A65-7D422EBC99D6}"/>
          </ac:picMkLst>
        </pc:picChg>
        <pc:picChg chg="del">
          <ac:chgData name="EMERSON, Charlie" userId="S::charlie.emerson@sportfive.com::37e63fb3-2916-40e6-9249-35ce2cdf7da9" providerId="AD" clId="Web-{0D473A7E-C4ED-38C6-938E-A75D6ED10A9C}" dt="2026-10-06T18:34:28.502" v="243"/>
          <ac:picMkLst>
            <pc:docMk/>
            <pc:sldMk cId="3749954416" sldId="278"/>
            <ac:picMk id="109" creationId="{F9F46E32-450E-9E36-3E57-5BF5CBC57333}"/>
          </ac:picMkLst>
        </pc:picChg>
        <pc:picChg chg="del">
          <ac:chgData name="EMERSON, Charlie" userId="S::charlie.emerson@sportfive.com::37e63fb3-2916-40e6-9249-35ce2cdf7da9" providerId="AD" clId="Web-{0D473A7E-C4ED-38C6-938E-A75D6ED10A9C}" dt="2026-10-06T18:34:28.502" v="242"/>
          <ac:picMkLst>
            <pc:docMk/>
            <pc:sldMk cId="3749954416" sldId="278"/>
            <ac:picMk id="111" creationId="{7FD02BB9-04C1-2AC5-ED34-F6D46FB634F2}"/>
          </ac:picMkLst>
        </pc:picChg>
        <pc:picChg chg="del">
          <ac:chgData name="EMERSON, Charlie" userId="S::charlie.emerson@sportfive.com::37e63fb3-2916-40e6-9249-35ce2cdf7da9" providerId="AD" clId="Web-{0D473A7E-C4ED-38C6-938E-A75D6ED10A9C}" dt="2026-10-06T18:34:28.502" v="274"/>
          <ac:picMkLst>
            <pc:docMk/>
            <pc:sldMk cId="3749954416" sldId="278"/>
            <ac:picMk id="112" creationId="{CEDBEE5B-5238-287D-1E6F-4AD0D5CCB6C7}"/>
          </ac:picMkLst>
        </pc:picChg>
        <pc:picChg chg="add">
          <ac:chgData name="EMERSON, Charlie" userId="S::charlie.emerson@sportfive.com::37e63fb3-2916-40e6-9249-35ce2cdf7da9" providerId="AD" clId="Web-{0D473A7E-C4ED-38C6-938E-A75D6ED10A9C}" dt="2026-10-06T18:34:41.878" v="355"/>
          <ac:picMkLst>
            <pc:docMk/>
            <pc:sldMk cId="3749954416" sldId="278"/>
            <ac:picMk id="113" creationId="{7FF7D33C-73F9-2BAA-663D-B4AB9AB86D34}"/>
          </ac:picMkLst>
        </pc:picChg>
        <pc:picChg chg="del">
          <ac:chgData name="EMERSON, Charlie" userId="S::charlie.emerson@sportfive.com::37e63fb3-2916-40e6-9249-35ce2cdf7da9" providerId="AD" clId="Web-{0D473A7E-C4ED-38C6-938E-A75D6ED10A9C}" dt="2026-10-06T18:34:28.502" v="273"/>
          <ac:picMkLst>
            <pc:docMk/>
            <pc:sldMk cId="3749954416" sldId="278"/>
            <ac:picMk id="114" creationId="{5744477A-0080-D954-A77C-4F863A70451B}"/>
          </ac:picMkLst>
        </pc:picChg>
        <pc:picChg chg="del">
          <ac:chgData name="EMERSON, Charlie" userId="S::charlie.emerson@sportfive.com::37e63fb3-2916-40e6-9249-35ce2cdf7da9" providerId="AD" clId="Web-{0D473A7E-C4ED-38C6-938E-A75D6ED10A9C}" dt="2026-10-06T18:34:28.518" v="342"/>
          <ac:picMkLst>
            <pc:docMk/>
            <pc:sldMk cId="3749954416" sldId="278"/>
            <ac:picMk id="115" creationId="{B1D59097-DBD7-5ECD-BA1E-E250B7A8B0B2}"/>
          </ac:picMkLst>
        </pc:picChg>
        <pc:picChg chg="del">
          <ac:chgData name="EMERSON, Charlie" userId="S::charlie.emerson@sportfive.com::37e63fb3-2916-40e6-9249-35ce2cdf7da9" providerId="AD" clId="Web-{0D473A7E-C4ED-38C6-938E-A75D6ED10A9C}" dt="2026-10-06T18:34:28.502" v="241"/>
          <ac:picMkLst>
            <pc:docMk/>
            <pc:sldMk cId="3749954416" sldId="278"/>
            <ac:picMk id="116" creationId="{1C1A0169-D4CD-7969-7EF6-A67B12DF754B}"/>
          </ac:picMkLst>
        </pc:picChg>
        <pc:picChg chg="del">
          <ac:chgData name="EMERSON, Charlie" userId="S::charlie.emerson@sportfive.com::37e63fb3-2916-40e6-9249-35ce2cdf7da9" providerId="AD" clId="Web-{0D473A7E-C4ED-38C6-938E-A75D6ED10A9C}" dt="2026-10-06T18:34:28.502" v="272"/>
          <ac:picMkLst>
            <pc:docMk/>
            <pc:sldMk cId="3749954416" sldId="278"/>
            <ac:picMk id="117" creationId="{5B8278DB-6569-C8DC-8128-45EDC90D8127}"/>
          </ac:picMkLst>
        </pc:picChg>
        <pc:picChg chg="del">
          <ac:chgData name="EMERSON, Charlie" userId="S::charlie.emerson@sportfive.com::37e63fb3-2916-40e6-9249-35ce2cdf7da9" providerId="AD" clId="Web-{0D473A7E-C4ED-38C6-938E-A75D6ED10A9C}" dt="2026-10-06T18:34:28.518" v="341"/>
          <ac:picMkLst>
            <pc:docMk/>
            <pc:sldMk cId="3749954416" sldId="278"/>
            <ac:picMk id="118" creationId="{7FBCC249-285A-CD93-69AD-445E301F701C}"/>
          </ac:picMkLst>
        </pc:picChg>
        <pc:picChg chg="del">
          <ac:chgData name="EMERSON, Charlie" userId="S::charlie.emerson@sportfive.com::37e63fb3-2916-40e6-9249-35ce2cdf7da9" providerId="AD" clId="Web-{0D473A7E-C4ED-38C6-938E-A75D6ED10A9C}" dt="2026-10-06T18:34:28.502" v="270"/>
          <ac:picMkLst>
            <pc:docMk/>
            <pc:sldMk cId="3749954416" sldId="278"/>
            <ac:picMk id="121" creationId="{4C803338-B9E1-FB49-D71C-E3A9396D92CA}"/>
          </ac:picMkLst>
        </pc:picChg>
        <pc:picChg chg="del">
          <ac:chgData name="EMERSON, Charlie" userId="S::charlie.emerson@sportfive.com::37e63fb3-2916-40e6-9249-35ce2cdf7da9" providerId="AD" clId="Web-{0D473A7E-C4ED-38C6-938E-A75D6ED10A9C}" dt="2026-10-06T18:34:28.502" v="240"/>
          <ac:picMkLst>
            <pc:docMk/>
            <pc:sldMk cId="3749954416" sldId="278"/>
            <ac:picMk id="122" creationId="{CB7F6A56-77DF-8D52-1E83-8E87F563AC2C}"/>
          </ac:picMkLst>
        </pc:picChg>
        <pc:picChg chg="del">
          <ac:chgData name="EMERSON, Charlie" userId="S::charlie.emerson@sportfive.com::37e63fb3-2916-40e6-9249-35ce2cdf7da9" providerId="AD" clId="Web-{0D473A7E-C4ED-38C6-938E-A75D6ED10A9C}" dt="2026-10-06T18:34:28.502" v="269"/>
          <ac:picMkLst>
            <pc:docMk/>
            <pc:sldMk cId="3749954416" sldId="278"/>
            <ac:picMk id="123" creationId="{075FC762-7852-F69F-02B5-A24F9477D0AD}"/>
          </ac:picMkLst>
        </pc:picChg>
        <pc:picChg chg="del">
          <ac:chgData name="EMERSON, Charlie" userId="S::charlie.emerson@sportfive.com::37e63fb3-2916-40e6-9249-35ce2cdf7da9" providerId="AD" clId="Web-{0D473A7E-C4ED-38C6-938E-A75D6ED10A9C}" dt="2026-10-06T18:34:28.518" v="340"/>
          <ac:picMkLst>
            <pc:docMk/>
            <pc:sldMk cId="3749954416" sldId="278"/>
            <ac:picMk id="124" creationId="{331FA8AC-20B3-3DA9-172B-B7E8DF5F4436}"/>
          </ac:picMkLst>
        </pc:picChg>
        <pc:picChg chg="del">
          <ac:chgData name="EMERSON, Charlie" userId="S::charlie.emerson@sportfive.com::37e63fb3-2916-40e6-9249-35ce2cdf7da9" providerId="AD" clId="Web-{0D473A7E-C4ED-38C6-938E-A75D6ED10A9C}" dt="2026-10-06T18:34:28.518" v="339"/>
          <ac:picMkLst>
            <pc:docMk/>
            <pc:sldMk cId="3749954416" sldId="278"/>
            <ac:picMk id="125" creationId="{E413EE4D-121F-802C-4365-9FA031F59423}"/>
          </ac:picMkLst>
        </pc:picChg>
        <pc:picChg chg="add">
          <ac:chgData name="EMERSON, Charlie" userId="S::charlie.emerson@sportfive.com::37e63fb3-2916-40e6-9249-35ce2cdf7da9" providerId="AD" clId="Web-{0D473A7E-C4ED-38C6-938E-A75D6ED10A9C}" dt="2026-10-06T18:34:41.909" v="356"/>
          <ac:picMkLst>
            <pc:docMk/>
            <pc:sldMk cId="3749954416" sldId="278"/>
            <ac:picMk id="126" creationId="{5FA7A00B-79D1-B385-076A-C31A2483A948}"/>
          </ac:picMkLst>
        </pc:picChg>
        <pc:picChg chg="del">
          <ac:chgData name="EMERSON, Charlie" userId="S::charlie.emerson@sportfive.com::37e63fb3-2916-40e6-9249-35ce2cdf7da9" providerId="AD" clId="Web-{0D473A7E-C4ED-38C6-938E-A75D6ED10A9C}" dt="2026-10-06T18:34:28.518" v="338"/>
          <ac:picMkLst>
            <pc:docMk/>
            <pc:sldMk cId="3749954416" sldId="278"/>
            <ac:picMk id="127" creationId="{F76D8820-962E-0679-3B0F-8C46E507E596}"/>
          </ac:picMkLst>
        </pc:picChg>
        <pc:picChg chg="del">
          <ac:chgData name="EMERSON, Charlie" userId="S::charlie.emerson@sportfive.com::37e63fb3-2916-40e6-9249-35ce2cdf7da9" providerId="AD" clId="Web-{0D473A7E-C4ED-38C6-938E-A75D6ED10A9C}" dt="2026-10-06T18:34:28.502" v="268"/>
          <ac:picMkLst>
            <pc:docMk/>
            <pc:sldMk cId="3749954416" sldId="278"/>
            <ac:picMk id="1024" creationId="{C37F90EB-8541-080D-7FBB-958429CD3B74}"/>
          </ac:picMkLst>
        </pc:picChg>
        <pc:picChg chg="del">
          <ac:chgData name="EMERSON, Charlie" userId="S::charlie.emerson@sportfive.com::37e63fb3-2916-40e6-9249-35ce2cdf7da9" providerId="AD" clId="Web-{0D473A7E-C4ED-38C6-938E-A75D6ED10A9C}" dt="2026-10-06T18:34:28.502" v="239"/>
          <ac:picMkLst>
            <pc:docMk/>
            <pc:sldMk cId="3749954416" sldId="278"/>
            <ac:picMk id="1025" creationId="{1BE9EA84-1D43-D061-2515-CA9A82E23D1B}"/>
          </ac:picMkLst>
        </pc:picChg>
        <pc:picChg chg="del">
          <ac:chgData name="EMERSON, Charlie" userId="S::charlie.emerson@sportfive.com::37e63fb3-2916-40e6-9249-35ce2cdf7da9" providerId="AD" clId="Web-{0D473A7E-C4ED-38C6-938E-A75D6ED10A9C}" dt="2026-10-06T18:34:28.502" v="267"/>
          <ac:picMkLst>
            <pc:docMk/>
            <pc:sldMk cId="3749954416" sldId="278"/>
            <ac:picMk id="1026" creationId="{9BFF4AF9-0513-74BD-4463-DEAEE524C71C}"/>
          </ac:picMkLst>
        </pc:picChg>
        <pc:picChg chg="add">
          <ac:chgData name="EMERSON, Charlie" userId="S::charlie.emerson@sportfive.com::37e63fb3-2916-40e6-9249-35ce2cdf7da9" providerId="AD" clId="Web-{0D473A7E-C4ED-38C6-938E-A75D6ED10A9C}" dt="2026-10-06T18:34:41.956" v="357"/>
          <ac:picMkLst>
            <pc:docMk/>
            <pc:sldMk cId="3749954416" sldId="278"/>
            <ac:picMk id="1028" creationId="{94D1F447-ADFC-4DDB-6EAF-DE193CEF6C00}"/>
          </ac:picMkLst>
        </pc:picChg>
        <pc:picChg chg="del">
          <ac:chgData name="EMERSON, Charlie" userId="S::charlie.emerson@sportfive.com::37e63fb3-2916-40e6-9249-35ce2cdf7da9" providerId="AD" clId="Web-{0D473A7E-C4ED-38C6-938E-A75D6ED10A9C}" dt="2026-10-06T18:34:28.502" v="266"/>
          <ac:picMkLst>
            <pc:docMk/>
            <pc:sldMk cId="3749954416" sldId="278"/>
            <ac:picMk id="1029" creationId="{64594718-0CF5-3E43-EBA3-21C3028414B3}"/>
          </ac:picMkLst>
        </pc:picChg>
        <pc:picChg chg="del">
          <ac:chgData name="EMERSON, Charlie" userId="S::charlie.emerson@sportfive.com::37e63fb3-2916-40e6-9249-35ce2cdf7da9" providerId="AD" clId="Web-{0D473A7E-C4ED-38C6-938E-A75D6ED10A9C}" dt="2026-10-06T18:34:28.518" v="327"/>
          <ac:picMkLst>
            <pc:docMk/>
            <pc:sldMk cId="3749954416" sldId="278"/>
            <ac:picMk id="1030" creationId="{8CDDEDC0-0051-A8ED-EF95-70E6F82748DA}"/>
          </ac:picMkLst>
        </pc:picChg>
        <pc:picChg chg="del">
          <ac:chgData name="EMERSON, Charlie" userId="S::charlie.emerson@sportfive.com::37e63fb3-2916-40e6-9249-35ce2cdf7da9" providerId="AD" clId="Web-{0D473A7E-C4ED-38C6-938E-A75D6ED10A9C}" dt="2026-10-06T18:34:28.518" v="337"/>
          <ac:picMkLst>
            <pc:docMk/>
            <pc:sldMk cId="3749954416" sldId="278"/>
            <ac:picMk id="1031" creationId="{7D98B81C-4F62-B067-BA63-6079F7BD9117}"/>
          </ac:picMkLst>
        </pc:picChg>
        <pc:picChg chg="del">
          <ac:chgData name="EMERSON, Charlie" userId="S::charlie.emerson@sportfive.com::37e63fb3-2916-40e6-9249-35ce2cdf7da9" providerId="AD" clId="Web-{0D473A7E-C4ED-38C6-938E-A75D6ED10A9C}" dt="2026-10-06T18:34:28.518" v="326"/>
          <ac:picMkLst>
            <pc:docMk/>
            <pc:sldMk cId="3749954416" sldId="278"/>
            <ac:picMk id="1032" creationId="{127E96B0-4DEC-E733-DFAE-21656D985CEE}"/>
          </ac:picMkLst>
        </pc:picChg>
        <pc:picChg chg="del">
          <ac:chgData name="EMERSON, Charlie" userId="S::charlie.emerson@sportfive.com::37e63fb3-2916-40e6-9249-35ce2cdf7da9" providerId="AD" clId="Web-{0D473A7E-C4ED-38C6-938E-A75D6ED10A9C}" dt="2026-10-06T18:34:28.502" v="238"/>
          <ac:picMkLst>
            <pc:docMk/>
            <pc:sldMk cId="3749954416" sldId="278"/>
            <ac:picMk id="1033" creationId="{6BCA3630-EEF9-C51D-B267-0D045192B998}"/>
          </ac:picMkLst>
        </pc:picChg>
        <pc:picChg chg="del">
          <ac:chgData name="EMERSON, Charlie" userId="S::charlie.emerson@sportfive.com::37e63fb3-2916-40e6-9249-35ce2cdf7da9" providerId="AD" clId="Web-{0D473A7E-C4ED-38C6-938E-A75D6ED10A9C}" dt="2026-10-06T18:34:28.502" v="265"/>
          <ac:picMkLst>
            <pc:docMk/>
            <pc:sldMk cId="3749954416" sldId="278"/>
            <ac:picMk id="1034" creationId="{2C00F26E-F935-9B4E-C07B-F63482E1EBCF}"/>
          </ac:picMkLst>
        </pc:picChg>
        <pc:picChg chg="del">
          <ac:chgData name="EMERSON, Charlie" userId="S::charlie.emerson@sportfive.com::37e63fb3-2916-40e6-9249-35ce2cdf7da9" providerId="AD" clId="Web-{0D473A7E-C4ED-38C6-938E-A75D6ED10A9C}" dt="2026-10-06T18:34:28.502" v="264"/>
          <ac:picMkLst>
            <pc:docMk/>
            <pc:sldMk cId="3749954416" sldId="278"/>
            <ac:picMk id="1036" creationId="{DE337130-098F-7697-DA39-CA09AB38A056}"/>
          </ac:picMkLst>
        </pc:picChg>
        <pc:picChg chg="del">
          <ac:chgData name="EMERSON, Charlie" userId="S::charlie.emerson@sportfive.com::37e63fb3-2916-40e6-9249-35ce2cdf7da9" providerId="AD" clId="Web-{0D473A7E-C4ED-38C6-938E-A75D6ED10A9C}" dt="2026-10-06T18:34:28.502" v="237"/>
          <ac:picMkLst>
            <pc:docMk/>
            <pc:sldMk cId="3749954416" sldId="278"/>
            <ac:picMk id="1037" creationId="{6319901A-4642-6059-E523-6CC8A57549FA}"/>
          </ac:picMkLst>
        </pc:picChg>
        <pc:picChg chg="del">
          <ac:chgData name="EMERSON, Charlie" userId="S::charlie.emerson@sportfive.com::37e63fb3-2916-40e6-9249-35ce2cdf7da9" providerId="AD" clId="Web-{0D473A7E-C4ED-38C6-938E-A75D6ED10A9C}" dt="2026-10-06T18:34:28.502" v="263"/>
          <ac:picMkLst>
            <pc:docMk/>
            <pc:sldMk cId="3749954416" sldId="278"/>
            <ac:picMk id="1038" creationId="{F6E11942-B500-C151-79E7-4A5BDF41050F}"/>
          </ac:picMkLst>
        </pc:picChg>
        <pc:picChg chg="del">
          <ac:chgData name="EMERSON, Charlie" userId="S::charlie.emerson@sportfive.com::37e63fb3-2916-40e6-9249-35ce2cdf7da9" providerId="AD" clId="Web-{0D473A7E-C4ED-38C6-938E-A75D6ED10A9C}" dt="2026-10-06T18:34:28.518" v="336"/>
          <ac:picMkLst>
            <pc:docMk/>
            <pc:sldMk cId="3749954416" sldId="278"/>
            <ac:picMk id="1039" creationId="{B9462856-E4E1-AB2B-8678-B4A8BBECEAEB}"/>
          </ac:picMkLst>
        </pc:picChg>
        <pc:picChg chg="add">
          <ac:chgData name="EMERSON, Charlie" userId="S::charlie.emerson@sportfive.com::37e63fb3-2916-40e6-9249-35ce2cdf7da9" providerId="AD" clId="Web-{0D473A7E-C4ED-38C6-938E-A75D6ED10A9C}" dt="2026-10-06T18:34:42.003" v="358"/>
          <ac:picMkLst>
            <pc:docMk/>
            <pc:sldMk cId="3749954416" sldId="278"/>
            <ac:picMk id="1040" creationId="{B04A359E-D2A9-CE1F-BC7E-B1B03DD1BE40}"/>
          </ac:picMkLst>
        </pc:picChg>
        <pc:picChg chg="del">
          <ac:chgData name="EMERSON, Charlie" userId="S::charlie.emerson@sportfive.com::37e63fb3-2916-40e6-9249-35ce2cdf7da9" providerId="AD" clId="Web-{0D473A7E-C4ED-38C6-938E-A75D6ED10A9C}" dt="2026-10-06T18:34:28.502" v="262"/>
          <ac:picMkLst>
            <pc:docMk/>
            <pc:sldMk cId="3749954416" sldId="278"/>
            <ac:picMk id="1042" creationId="{9CA1D1F0-1BEC-AF1A-C434-1AC715409EF0}"/>
          </ac:picMkLst>
        </pc:picChg>
        <pc:picChg chg="del">
          <ac:chgData name="EMERSON, Charlie" userId="S::charlie.emerson@sportfive.com::37e63fb3-2916-40e6-9249-35ce2cdf7da9" providerId="AD" clId="Web-{0D473A7E-C4ED-38C6-938E-A75D6ED10A9C}" dt="2026-10-06T18:34:28.502" v="261"/>
          <ac:picMkLst>
            <pc:docMk/>
            <pc:sldMk cId="3749954416" sldId="278"/>
            <ac:picMk id="1044" creationId="{FC027245-0A99-9AB7-DF2F-4E96B1756E79}"/>
          </ac:picMkLst>
        </pc:picChg>
        <pc:picChg chg="add">
          <ac:chgData name="EMERSON, Charlie" userId="S::charlie.emerson@sportfive.com::37e63fb3-2916-40e6-9249-35ce2cdf7da9" providerId="AD" clId="Web-{0D473A7E-C4ED-38C6-938E-A75D6ED10A9C}" dt="2026-10-06T18:34:42.050" v="359"/>
          <ac:picMkLst>
            <pc:docMk/>
            <pc:sldMk cId="3749954416" sldId="278"/>
            <ac:picMk id="1045" creationId="{A4484CF9-067F-53FC-A530-F0A752366E84}"/>
          </ac:picMkLst>
        </pc:picChg>
        <pc:picChg chg="add">
          <ac:chgData name="EMERSON, Charlie" userId="S::charlie.emerson@sportfive.com::37e63fb3-2916-40e6-9249-35ce2cdf7da9" providerId="AD" clId="Web-{0D473A7E-C4ED-38C6-938E-A75D6ED10A9C}" dt="2026-10-06T18:34:42.097" v="360"/>
          <ac:picMkLst>
            <pc:docMk/>
            <pc:sldMk cId="3749954416" sldId="278"/>
            <ac:picMk id="1047" creationId="{DE4F6E95-BEF7-C789-95C2-65B6BF05DEFB}"/>
          </ac:picMkLst>
        </pc:picChg>
        <pc:picChg chg="add">
          <ac:chgData name="EMERSON, Charlie" userId="S::charlie.emerson@sportfive.com::37e63fb3-2916-40e6-9249-35ce2cdf7da9" providerId="AD" clId="Web-{0D473A7E-C4ED-38C6-938E-A75D6ED10A9C}" dt="2026-10-06T18:34:42.143" v="361"/>
          <ac:picMkLst>
            <pc:docMk/>
            <pc:sldMk cId="3749954416" sldId="278"/>
            <ac:picMk id="1049" creationId="{12F00C0D-E79E-E379-D7F6-620076037BF3}"/>
          </ac:picMkLst>
        </pc:picChg>
        <pc:picChg chg="add">
          <ac:chgData name="EMERSON, Charlie" userId="S::charlie.emerson@sportfive.com::37e63fb3-2916-40e6-9249-35ce2cdf7da9" providerId="AD" clId="Web-{0D473A7E-C4ED-38C6-938E-A75D6ED10A9C}" dt="2026-10-06T18:34:42.268" v="365"/>
          <ac:picMkLst>
            <pc:docMk/>
            <pc:sldMk cId="3749954416" sldId="278"/>
            <ac:picMk id="1057" creationId="{50483326-4EAF-450B-64C1-93CF4DCFEFE5}"/>
          </ac:picMkLst>
        </pc:picChg>
        <pc:picChg chg="add">
          <ac:chgData name="EMERSON, Charlie" userId="S::charlie.emerson@sportfive.com::37e63fb3-2916-40e6-9249-35ce2cdf7da9" providerId="AD" clId="Web-{0D473A7E-C4ED-38C6-938E-A75D6ED10A9C}" dt="2026-10-06T18:34:42.300" v="366"/>
          <ac:picMkLst>
            <pc:docMk/>
            <pc:sldMk cId="3749954416" sldId="278"/>
            <ac:picMk id="1059" creationId="{2E36E038-3297-0D15-12DE-6B410E6286B9}"/>
          </ac:picMkLst>
        </pc:picChg>
        <pc:picChg chg="add">
          <ac:chgData name="EMERSON, Charlie" userId="S::charlie.emerson@sportfive.com::37e63fb3-2916-40e6-9249-35ce2cdf7da9" providerId="AD" clId="Web-{0D473A7E-C4ED-38C6-938E-A75D6ED10A9C}" dt="2026-10-06T18:34:42.331" v="367"/>
          <ac:picMkLst>
            <pc:docMk/>
            <pc:sldMk cId="3749954416" sldId="278"/>
            <ac:picMk id="1061" creationId="{3DE617BA-0E07-075B-A251-4E7DD1E07D8A}"/>
          </ac:picMkLst>
        </pc:picChg>
        <pc:picChg chg="add">
          <ac:chgData name="EMERSON, Charlie" userId="S::charlie.emerson@sportfive.com::37e63fb3-2916-40e6-9249-35ce2cdf7da9" providerId="AD" clId="Web-{0D473A7E-C4ED-38C6-938E-A75D6ED10A9C}" dt="2026-10-06T18:34:42.425" v="370"/>
          <ac:picMkLst>
            <pc:docMk/>
            <pc:sldMk cId="3749954416" sldId="278"/>
            <ac:picMk id="1067" creationId="{8E575173-0C4A-1D31-7B66-0A23FA5C9C28}"/>
          </ac:picMkLst>
        </pc:picChg>
        <pc:picChg chg="add">
          <ac:chgData name="EMERSON, Charlie" userId="S::charlie.emerson@sportfive.com::37e63fb3-2916-40e6-9249-35ce2cdf7da9" providerId="AD" clId="Web-{0D473A7E-C4ED-38C6-938E-A75D6ED10A9C}" dt="2026-10-06T18:34:42.456" v="371"/>
          <ac:picMkLst>
            <pc:docMk/>
            <pc:sldMk cId="3749954416" sldId="278"/>
            <ac:picMk id="1069" creationId="{8903786F-7B71-B38C-55C3-F5694E2C16E0}"/>
          </ac:picMkLst>
        </pc:picChg>
        <pc:picChg chg="add">
          <ac:chgData name="EMERSON, Charlie" userId="S::charlie.emerson@sportfive.com::37e63fb3-2916-40e6-9249-35ce2cdf7da9" providerId="AD" clId="Web-{0D473A7E-C4ED-38C6-938E-A75D6ED10A9C}" dt="2026-10-06T18:34:42.503" v="373"/>
          <ac:picMkLst>
            <pc:docMk/>
            <pc:sldMk cId="3749954416" sldId="278"/>
            <ac:picMk id="1073" creationId="{CE109CA0-BA4C-03C2-9B98-9B82F64659C4}"/>
          </ac:picMkLst>
        </pc:picChg>
        <pc:picChg chg="add">
          <ac:chgData name="EMERSON, Charlie" userId="S::charlie.emerson@sportfive.com::37e63fb3-2916-40e6-9249-35ce2cdf7da9" providerId="AD" clId="Web-{0D473A7E-C4ED-38C6-938E-A75D6ED10A9C}" dt="2026-10-06T18:34:42.550" v="374"/>
          <ac:picMkLst>
            <pc:docMk/>
            <pc:sldMk cId="3749954416" sldId="278"/>
            <ac:picMk id="1075" creationId="{1AFFC332-0D0D-02B3-88E9-D3F0C7F47942}"/>
          </ac:picMkLst>
        </pc:picChg>
        <pc:picChg chg="add">
          <ac:chgData name="EMERSON, Charlie" userId="S::charlie.emerson@sportfive.com::37e63fb3-2916-40e6-9249-35ce2cdf7da9" providerId="AD" clId="Web-{0D473A7E-C4ED-38C6-938E-A75D6ED10A9C}" dt="2026-10-06T18:34:42.706" v="375"/>
          <ac:picMkLst>
            <pc:docMk/>
            <pc:sldMk cId="3749954416" sldId="278"/>
            <ac:picMk id="1077" creationId="{CF771EE0-45BD-513A-1D90-EB8B22DFAF3A}"/>
          </ac:picMkLst>
        </pc:picChg>
        <pc:picChg chg="add">
          <ac:chgData name="EMERSON, Charlie" userId="S::charlie.emerson@sportfive.com::37e63fb3-2916-40e6-9249-35ce2cdf7da9" providerId="AD" clId="Web-{0D473A7E-C4ED-38C6-938E-A75D6ED10A9C}" dt="2026-10-06T18:34:42.737" v="376"/>
          <ac:picMkLst>
            <pc:docMk/>
            <pc:sldMk cId="3749954416" sldId="278"/>
            <ac:picMk id="1079" creationId="{1BF649D0-96CE-695E-9815-78492B0D015E}"/>
          </ac:picMkLst>
        </pc:picChg>
        <pc:picChg chg="add">
          <ac:chgData name="EMERSON, Charlie" userId="S::charlie.emerson@sportfive.com::37e63fb3-2916-40e6-9249-35ce2cdf7da9" providerId="AD" clId="Web-{0D473A7E-C4ED-38C6-938E-A75D6ED10A9C}" dt="2026-10-06T18:34:42.925" v="377"/>
          <ac:picMkLst>
            <pc:docMk/>
            <pc:sldMk cId="3749954416" sldId="278"/>
            <ac:picMk id="1081" creationId="{581EC8C5-1D8F-FBED-B0A7-0481A7930470}"/>
          </ac:picMkLst>
        </pc:picChg>
        <pc:picChg chg="add">
          <ac:chgData name="EMERSON, Charlie" userId="S::charlie.emerson@sportfive.com::37e63fb3-2916-40e6-9249-35ce2cdf7da9" providerId="AD" clId="Web-{0D473A7E-C4ED-38C6-938E-A75D6ED10A9C}" dt="2026-10-06T18:34:42.956" v="378"/>
          <ac:picMkLst>
            <pc:docMk/>
            <pc:sldMk cId="3749954416" sldId="278"/>
            <ac:picMk id="1083" creationId="{6FD64781-C3DC-30A3-7270-5BF402EAD61A}"/>
          </ac:picMkLst>
        </pc:picChg>
        <pc:picChg chg="add">
          <ac:chgData name="EMERSON, Charlie" userId="S::charlie.emerson@sportfive.com::37e63fb3-2916-40e6-9249-35ce2cdf7da9" providerId="AD" clId="Web-{0D473A7E-C4ED-38C6-938E-A75D6ED10A9C}" dt="2026-10-06T18:34:42.971" v="379"/>
          <ac:picMkLst>
            <pc:docMk/>
            <pc:sldMk cId="3749954416" sldId="278"/>
            <ac:picMk id="1085" creationId="{C600B22B-283B-8E5C-D24E-4865FE6A375E}"/>
          </ac:picMkLst>
        </pc:picChg>
        <pc:picChg chg="add">
          <ac:chgData name="EMERSON, Charlie" userId="S::charlie.emerson@sportfive.com::37e63fb3-2916-40e6-9249-35ce2cdf7da9" providerId="AD" clId="Web-{0D473A7E-C4ED-38C6-938E-A75D6ED10A9C}" dt="2026-10-06T18:34:43.018" v="380"/>
          <ac:picMkLst>
            <pc:docMk/>
            <pc:sldMk cId="3749954416" sldId="278"/>
            <ac:picMk id="1087" creationId="{DAF95FDD-266C-2295-1000-843268CFAA3A}"/>
          </ac:picMkLst>
        </pc:picChg>
        <pc:picChg chg="add">
          <ac:chgData name="EMERSON, Charlie" userId="S::charlie.emerson@sportfive.com::37e63fb3-2916-40e6-9249-35ce2cdf7da9" providerId="AD" clId="Web-{0D473A7E-C4ED-38C6-938E-A75D6ED10A9C}" dt="2026-10-06T18:34:43.050" v="381"/>
          <ac:picMkLst>
            <pc:docMk/>
            <pc:sldMk cId="3749954416" sldId="278"/>
            <ac:picMk id="2049" creationId="{597FB12D-FB7F-9F9D-7CE4-A982212BD0DF}"/>
          </ac:picMkLst>
        </pc:picChg>
        <pc:picChg chg="add">
          <ac:chgData name="EMERSON, Charlie" userId="S::charlie.emerson@sportfive.com::37e63fb3-2916-40e6-9249-35ce2cdf7da9" providerId="AD" clId="Web-{0D473A7E-C4ED-38C6-938E-A75D6ED10A9C}" dt="2026-10-06T18:34:43.128" v="382"/>
          <ac:picMkLst>
            <pc:docMk/>
            <pc:sldMk cId="3749954416" sldId="278"/>
            <ac:picMk id="2051" creationId="{F82BCD84-FDEB-4A36-6C57-147F80C02628}"/>
          </ac:picMkLst>
        </pc:picChg>
        <pc:picChg chg="add">
          <ac:chgData name="EMERSON, Charlie" userId="S::charlie.emerson@sportfive.com::37e63fb3-2916-40e6-9249-35ce2cdf7da9" providerId="AD" clId="Web-{0D473A7E-C4ED-38C6-938E-A75D6ED10A9C}" dt="2026-10-06T18:34:43.159" v="383"/>
          <ac:picMkLst>
            <pc:docMk/>
            <pc:sldMk cId="3749954416" sldId="278"/>
            <ac:picMk id="2053" creationId="{96A69826-E7D7-BCDA-20D5-D1D06A77F51C}"/>
          </ac:picMkLst>
        </pc:picChg>
        <pc:picChg chg="add">
          <ac:chgData name="EMERSON, Charlie" userId="S::charlie.emerson@sportfive.com::37e63fb3-2916-40e6-9249-35ce2cdf7da9" providerId="AD" clId="Web-{0D473A7E-C4ED-38C6-938E-A75D6ED10A9C}" dt="2026-10-06T18:34:43.206" v="384"/>
          <ac:picMkLst>
            <pc:docMk/>
            <pc:sldMk cId="3749954416" sldId="278"/>
            <ac:picMk id="2055" creationId="{11E8F458-F1A9-0D08-2B50-FB5E0974BD97}"/>
          </ac:picMkLst>
        </pc:picChg>
        <pc:picChg chg="del">
          <ac:chgData name="EMERSON, Charlie" userId="S::charlie.emerson@sportfive.com::37e63fb3-2916-40e6-9249-35ce2cdf7da9" providerId="AD" clId="Web-{0D473A7E-C4ED-38C6-938E-A75D6ED10A9C}" dt="2026-10-06T18:34:28.518" v="330"/>
          <ac:picMkLst>
            <pc:docMk/>
            <pc:sldMk cId="3749954416" sldId="278"/>
            <ac:picMk id="2056" creationId="{715E68C5-9BA4-9843-214F-22B4AF0162AD}"/>
          </ac:picMkLst>
        </pc:picChg>
        <pc:picChg chg="add">
          <ac:chgData name="EMERSON, Charlie" userId="S::charlie.emerson@sportfive.com::37e63fb3-2916-40e6-9249-35ce2cdf7da9" providerId="AD" clId="Web-{0D473A7E-C4ED-38C6-938E-A75D6ED10A9C}" dt="2026-10-06T18:34:43.221" v="385"/>
          <ac:picMkLst>
            <pc:docMk/>
            <pc:sldMk cId="3749954416" sldId="278"/>
            <ac:picMk id="2058" creationId="{FE2C2FDB-01C4-00C2-F599-7BE218FE2D47}"/>
          </ac:picMkLst>
        </pc:picChg>
        <pc:picChg chg="add">
          <ac:chgData name="EMERSON, Charlie" userId="S::charlie.emerson@sportfive.com::37e63fb3-2916-40e6-9249-35ce2cdf7da9" providerId="AD" clId="Web-{0D473A7E-C4ED-38C6-938E-A75D6ED10A9C}" dt="2026-10-06T18:34:43.518" v="386"/>
          <ac:picMkLst>
            <pc:docMk/>
            <pc:sldMk cId="3749954416" sldId="278"/>
            <ac:picMk id="2060" creationId="{7DB115DE-4F3E-FED9-0865-63B5B1F0C797}"/>
          </ac:picMkLst>
        </pc:picChg>
        <pc:picChg chg="add">
          <ac:chgData name="EMERSON, Charlie" userId="S::charlie.emerson@sportfive.com::37e63fb3-2916-40e6-9249-35ce2cdf7da9" providerId="AD" clId="Web-{0D473A7E-C4ED-38C6-938E-A75D6ED10A9C}" dt="2026-10-06T18:34:43.550" v="387"/>
          <ac:picMkLst>
            <pc:docMk/>
            <pc:sldMk cId="3749954416" sldId="278"/>
            <ac:picMk id="2062" creationId="{7EA62151-8A94-59FE-0986-EE50F8DA3081}"/>
          </ac:picMkLst>
        </pc:picChg>
        <pc:picChg chg="add">
          <ac:chgData name="EMERSON, Charlie" userId="S::charlie.emerson@sportfive.com::37e63fb3-2916-40e6-9249-35ce2cdf7da9" providerId="AD" clId="Web-{0D473A7E-C4ED-38C6-938E-A75D6ED10A9C}" dt="2026-10-06T18:34:43.597" v="388"/>
          <ac:picMkLst>
            <pc:docMk/>
            <pc:sldMk cId="3749954416" sldId="278"/>
            <ac:picMk id="2064" creationId="{61398A39-220C-DDA4-53A5-A4BB84B8D181}"/>
          </ac:picMkLst>
        </pc:picChg>
        <pc:picChg chg="add">
          <ac:chgData name="EMERSON, Charlie" userId="S::charlie.emerson@sportfive.com::37e63fb3-2916-40e6-9249-35ce2cdf7da9" providerId="AD" clId="Web-{0D473A7E-C4ED-38C6-938E-A75D6ED10A9C}" dt="2026-10-06T18:34:43.768" v="389"/>
          <ac:picMkLst>
            <pc:docMk/>
            <pc:sldMk cId="3749954416" sldId="278"/>
            <ac:picMk id="2066" creationId="{F2AB6FBE-3DD7-090A-074D-5639B35CA1F6}"/>
          </ac:picMkLst>
        </pc:picChg>
        <pc:picChg chg="add">
          <ac:chgData name="EMERSON, Charlie" userId="S::charlie.emerson@sportfive.com::37e63fb3-2916-40e6-9249-35ce2cdf7da9" providerId="AD" clId="Web-{0D473A7E-C4ED-38C6-938E-A75D6ED10A9C}" dt="2026-10-06T18:34:43.800" v="390"/>
          <ac:picMkLst>
            <pc:docMk/>
            <pc:sldMk cId="3749954416" sldId="278"/>
            <ac:picMk id="2068" creationId="{A1BB3A33-E389-C7FB-D664-FEC369DF6C52}"/>
          </ac:picMkLst>
        </pc:picChg>
        <pc:picChg chg="add">
          <ac:chgData name="EMERSON, Charlie" userId="S::charlie.emerson@sportfive.com::37e63fb3-2916-40e6-9249-35ce2cdf7da9" providerId="AD" clId="Web-{0D473A7E-C4ED-38C6-938E-A75D6ED10A9C}" dt="2026-10-06T18:34:43.815" v="391"/>
          <ac:picMkLst>
            <pc:docMk/>
            <pc:sldMk cId="3749954416" sldId="278"/>
            <ac:picMk id="2070" creationId="{69526CCE-9BF1-51B4-A349-6E83A93BBC08}"/>
          </ac:picMkLst>
        </pc:picChg>
        <pc:picChg chg="add">
          <ac:chgData name="EMERSON, Charlie" userId="S::charlie.emerson@sportfive.com::37e63fb3-2916-40e6-9249-35ce2cdf7da9" providerId="AD" clId="Web-{0D473A7E-C4ED-38C6-938E-A75D6ED10A9C}" dt="2026-10-06T18:34:43.878" v="392"/>
          <ac:picMkLst>
            <pc:docMk/>
            <pc:sldMk cId="3749954416" sldId="278"/>
            <ac:picMk id="2072" creationId="{DF9427FF-7C6E-ECF2-C24A-A383C6836B49}"/>
          </ac:picMkLst>
        </pc:picChg>
        <pc:picChg chg="add">
          <ac:chgData name="EMERSON, Charlie" userId="S::charlie.emerson@sportfive.com::37e63fb3-2916-40e6-9249-35ce2cdf7da9" providerId="AD" clId="Web-{0D473A7E-C4ED-38C6-938E-A75D6ED10A9C}" dt="2026-10-06T18:34:43.893" v="393"/>
          <ac:picMkLst>
            <pc:docMk/>
            <pc:sldMk cId="3749954416" sldId="278"/>
            <ac:picMk id="2074" creationId="{0B2A2F92-632B-3B0B-E37B-CEBBCF732030}"/>
          </ac:picMkLst>
        </pc:picChg>
        <pc:picChg chg="add">
          <ac:chgData name="EMERSON, Charlie" userId="S::charlie.emerson@sportfive.com::37e63fb3-2916-40e6-9249-35ce2cdf7da9" providerId="AD" clId="Web-{0D473A7E-C4ED-38C6-938E-A75D6ED10A9C}" dt="2026-10-06T18:34:43.956" v="394"/>
          <ac:picMkLst>
            <pc:docMk/>
            <pc:sldMk cId="3749954416" sldId="278"/>
            <ac:picMk id="2076" creationId="{63E87AF9-67C8-0BBE-87F0-D27E189482AB}"/>
          </ac:picMkLst>
        </pc:picChg>
        <pc:picChg chg="add">
          <ac:chgData name="EMERSON, Charlie" userId="S::charlie.emerson@sportfive.com::37e63fb3-2916-40e6-9249-35ce2cdf7da9" providerId="AD" clId="Web-{0D473A7E-C4ED-38C6-938E-A75D6ED10A9C}" dt="2026-10-06T18:34:44.050" v="395"/>
          <ac:picMkLst>
            <pc:docMk/>
            <pc:sldMk cId="3749954416" sldId="278"/>
            <ac:picMk id="2078" creationId="{3A38D010-C69C-9B15-31CA-0B921BB2EACD}"/>
          </ac:picMkLst>
        </pc:picChg>
        <pc:picChg chg="add">
          <ac:chgData name="EMERSON, Charlie" userId="S::charlie.emerson@sportfive.com::37e63fb3-2916-40e6-9249-35ce2cdf7da9" providerId="AD" clId="Web-{0D473A7E-C4ED-38C6-938E-A75D6ED10A9C}" dt="2026-10-06T18:34:44.081" v="396"/>
          <ac:picMkLst>
            <pc:docMk/>
            <pc:sldMk cId="3749954416" sldId="278"/>
            <ac:picMk id="2080" creationId="{BC275A31-33B9-A7B6-1430-EB16618509BC}"/>
          </ac:picMkLst>
        </pc:picChg>
        <pc:picChg chg="add">
          <ac:chgData name="EMERSON, Charlie" userId="S::charlie.emerson@sportfive.com::37e63fb3-2916-40e6-9249-35ce2cdf7da9" providerId="AD" clId="Web-{0D473A7E-C4ED-38C6-938E-A75D6ED10A9C}" dt="2026-10-06T18:34:44.128" v="397"/>
          <ac:picMkLst>
            <pc:docMk/>
            <pc:sldMk cId="3749954416" sldId="278"/>
            <ac:picMk id="2082" creationId="{A8D6FE97-D96F-296D-5524-C3C8299BA691}"/>
          </ac:picMkLst>
        </pc:picChg>
        <pc:picChg chg="add">
          <ac:chgData name="EMERSON, Charlie" userId="S::charlie.emerson@sportfive.com::37e63fb3-2916-40e6-9249-35ce2cdf7da9" providerId="AD" clId="Web-{0D473A7E-C4ED-38C6-938E-A75D6ED10A9C}" dt="2026-10-06T18:34:44.159" v="398"/>
          <ac:picMkLst>
            <pc:docMk/>
            <pc:sldMk cId="3749954416" sldId="278"/>
            <ac:picMk id="2084" creationId="{4154AA8F-6C00-FC35-A925-0688142C0A3B}"/>
          </ac:picMkLst>
        </pc:picChg>
        <pc:picChg chg="add">
          <ac:chgData name="EMERSON, Charlie" userId="S::charlie.emerson@sportfive.com::37e63fb3-2916-40e6-9249-35ce2cdf7da9" providerId="AD" clId="Web-{0D473A7E-C4ED-38C6-938E-A75D6ED10A9C}" dt="2026-10-06T18:34:44.190" v="399"/>
          <ac:picMkLst>
            <pc:docMk/>
            <pc:sldMk cId="3749954416" sldId="278"/>
            <ac:picMk id="2086" creationId="{60032B28-2996-2FF5-7BA7-2F242879A681}"/>
          </ac:picMkLst>
        </pc:picChg>
        <pc:picChg chg="add">
          <ac:chgData name="EMERSON, Charlie" userId="S::charlie.emerson@sportfive.com::37e63fb3-2916-40e6-9249-35ce2cdf7da9" providerId="AD" clId="Web-{0D473A7E-C4ED-38C6-938E-A75D6ED10A9C}" dt="2026-10-06T18:34:44.222" v="400"/>
          <ac:picMkLst>
            <pc:docMk/>
            <pc:sldMk cId="3749954416" sldId="278"/>
            <ac:picMk id="2088" creationId="{2F8EC976-0E10-5164-A50C-4C09E94F4A18}"/>
          </ac:picMkLst>
        </pc:picChg>
        <pc:picChg chg="add">
          <ac:chgData name="EMERSON, Charlie" userId="S::charlie.emerson@sportfive.com::37e63fb3-2916-40e6-9249-35ce2cdf7da9" providerId="AD" clId="Web-{0D473A7E-C4ED-38C6-938E-A75D6ED10A9C}" dt="2026-10-06T18:34:44.331" v="401"/>
          <ac:picMkLst>
            <pc:docMk/>
            <pc:sldMk cId="3749954416" sldId="278"/>
            <ac:picMk id="2090" creationId="{53B63386-1EAE-0239-D673-C4747E5181F5}"/>
          </ac:picMkLst>
        </pc:picChg>
        <pc:picChg chg="add">
          <ac:chgData name="EMERSON, Charlie" userId="S::charlie.emerson@sportfive.com::37e63fb3-2916-40e6-9249-35ce2cdf7da9" providerId="AD" clId="Web-{0D473A7E-C4ED-38C6-938E-A75D6ED10A9C}" dt="2026-10-06T18:34:44.362" v="402"/>
          <ac:picMkLst>
            <pc:docMk/>
            <pc:sldMk cId="3749954416" sldId="278"/>
            <ac:picMk id="2092" creationId="{8D79CFFD-052F-AA58-C6EF-652EBA02EF08}"/>
          </ac:picMkLst>
        </pc:picChg>
        <pc:picChg chg="add">
          <ac:chgData name="EMERSON, Charlie" userId="S::charlie.emerson@sportfive.com::37e63fb3-2916-40e6-9249-35ce2cdf7da9" providerId="AD" clId="Web-{0D473A7E-C4ED-38C6-938E-A75D6ED10A9C}" dt="2026-10-06T18:34:44.393" v="403"/>
          <ac:picMkLst>
            <pc:docMk/>
            <pc:sldMk cId="3749954416" sldId="278"/>
            <ac:picMk id="2094" creationId="{E70ED71B-D4D8-911C-D4B9-406D3359D64B}"/>
          </ac:picMkLst>
        </pc:picChg>
        <pc:picChg chg="add">
          <ac:chgData name="EMERSON, Charlie" userId="S::charlie.emerson@sportfive.com::37e63fb3-2916-40e6-9249-35ce2cdf7da9" providerId="AD" clId="Web-{0D473A7E-C4ED-38C6-938E-A75D6ED10A9C}" dt="2026-10-06T18:34:44.440" v="404"/>
          <ac:picMkLst>
            <pc:docMk/>
            <pc:sldMk cId="3749954416" sldId="278"/>
            <ac:picMk id="2096" creationId="{A426B83B-9DF8-38BB-45B7-90A41A8B4C1E}"/>
          </ac:picMkLst>
        </pc:picChg>
        <pc:picChg chg="add">
          <ac:chgData name="EMERSON, Charlie" userId="S::charlie.emerson@sportfive.com::37e63fb3-2916-40e6-9249-35ce2cdf7da9" providerId="AD" clId="Web-{0D473A7E-C4ED-38C6-938E-A75D6ED10A9C}" dt="2026-10-06T18:34:44.472" v="405"/>
          <ac:picMkLst>
            <pc:docMk/>
            <pc:sldMk cId="3749954416" sldId="278"/>
            <ac:picMk id="2098" creationId="{499AF0AF-8EC1-59F7-B40A-DE48E7706DBB}"/>
          </ac:picMkLst>
        </pc:picChg>
        <pc:picChg chg="add">
          <ac:chgData name="EMERSON, Charlie" userId="S::charlie.emerson@sportfive.com::37e63fb3-2916-40e6-9249-35ce2cdf7da9" providerId="AD" clId="Web-{0D473A7E-C4ED-38C6-938E-A75D6ED10A9C}" dt="2026-10-06T18:34:44.503" v="406"/>
          <ac:picMkLst>
            <pc:docMk/>
            <pc:sldMk cId="3749954416" sldId="278"/>
            <ac:picMk id="2100" creationId="{910673FC-49D7-E528-4614-BF3CB1FB9C73}"/>
          </ac:picMkLst>
        </pc:picChg>
        <pc:picChg chg="add">
          <ac:chgData name="EMERSON, Charlie" userId="S::charlie.emerson@sportfive.com::37e63fb3-2916-40e6-9249-35ce2cdf7da9" providerId="AD" clId="Web-{0D473A7E-C4ED-38C6-938E-A75D6ED10A9C}" dt="2026-10-06T18:34:44.534" v="407"/>
          <ac:picMkLst>
            <pc:docMk/>
            <pc:sldMk cId="3749954416" sldId="278"/>
            <ac:picMk id="2102" creationId="{8AC34D2E-81A7-7733-9E49-3AD25A69FA4C}"/>
          </ac:picMkLst>
        </pc:picChg>
        <pc:picChg chg="add">
          <ac:chgData name="EMERSON, Charlie" userId="S::charlie.emerson@sportfive.com::37e63fb3-2916-40e6-9249-35ce2cdf7da9" providerId="AD" clId="Web-{0D473A7E-C4ED-38C6-938E-A75D6ED10A9C}" dt="2026-10-06T18:34:44.565" v="408"/>
          <ac:picMkLst>
            <pc:docMk/>
            <pc:sldMk cId="3749954416" sldId="278"/>
            <ac:picMk id="2104" creationId="{7AAC07C4-1672-AC70-1D4A-65A3F505EC45}"/>
          </ac:picMkLst>
        </pc:picChg>
        <pc:picChg chg="add">
          <ac:chgData name="EMERSON, Charlie" userId="S::charlie.emerson@sportfive.com::37e63fb3-2916-40e6-9249-35ce2cdf7da9" providerId="AD" clId="Web-{0D473A7E-C4ED-38C6-938E-A75D6ED10A9C}" dt="2026-10-06T18:34:44.597" v="409"/>
          <ac:picMkLst>
            <pc:docMk/>
            <pc:sldMk cId="3749954416" sldId="278"/>
            <ac:picMk id="2106" creationId="{EFBF3905-FD80-6908-F049-CEBD8D7647EE}"/>
          </ac:picMkLst>
        </pc:picChg>
        <pc:picChg chg="add">
          <ac:chgData name="EMERSON, Charlie" userId="S::charlie.emerson@sportfive.com::37e63fb3-2916-40e6-9249-35ce2cdf7da9" providerId="AD" clId="Web-{0D473A7E-C4ED-38C6-938E-A75D6ED10A9C}" dt="2026-10-06T18:34:44.643" v="410"/>
          <ac:picMkLst>
            <pc:docMk/>
            <pc:sldMk cId="3749954416" sldId="278"/>
            <ac:picMk id="2108" creationId="{526EA39A-F9A7-9EAF-C2D6-741548FD86F4}"/>
          </ac:picMkLst>
        </pc:picChg>
        <pc:picChg chg="add">
          <ac:chgData name="EMERSON, Charlie" userId="S::charlie.emerson@sportfive.com::37e63fb3-2916-40e6-9249-35ce2cdf7da9" providerId="AD" clId="Web-{0D473A7E-C4ED-38C6-938E-A75D6ED10A9C}" dt="2026-10-06T18:34:44.675" v="411"/>
          <ac:picMkLst>
            <pc:docMk/>
            <pc:sldMk cId="3749954416" sldId="278"/>
            <ac:picMk id="2110" creationId="{2933A5A9-4155-76EC-4D90-114BDA782C6F}"/>
          </ac:picMkLst>
        </pc:picChg>
        <pc:picChg chg="add">
          <ac:chgData name="EMERSON, Charlie" userId="S::charlie.emerson@sportfive.com::37e63fb3-2916-40e6-9249-35ce2cdf7da9" providerId="AD" clId="Web-{0D473A7E-C4ED-38C6-938E-A75D6ED10A9C}" dt="2026-10-06T18:34:44.706" v="412"/>
          <ac:picMkLst>
            <pc:docMk/>
            <pc:sldMk cId="3749954416" sldId="278"/>
            <ac:picMk id="2112" creationId="{62BB69AD-821C-4D9B-C2F3-8B3792524E47}"/>
          </ac:picMkLst>
        </pc:picChg>
        <pc:picChg chg="add">
          <ac:chgData name="EMERSON, Charlie" userId="S::charlie.emerson@sportfive.com::37e63fb3-2916-40e6-9249-35ce2cdf7da9" providerId="AD" clId="Web-{0D473A7E-C4ED-38C6-938E-A75D6ED10A9C}" dt="2026-10-06T18:34:44.737" v="413"/>
          <ac:picMkLst>
            <pc:docMk/>
            <pc:sldMk cId="3749954416" sldId="278"/>
            <ac:picMk id="2114" creationId="{BA254C57-B1BF-4688-8C68-4385C0810B7D}"/>
          </ac:picMkLst>
        </pc:picChg>
        <pc:picChg chg="add">
          <ac:chgData name="EMERSON, Charlie" userId="S::charlie.emerson@sportfive.com::37e63fb3-2916-40e6-9249-35ce2cdf7da9" providerId="AD" clId="Web-{0D473A7E-C4ED-38C6-938E-A75D6ED10A9C}" dt="2026-10-06T18:34:44.768" v="414"/>
          <ac:picMkLst>
            <pc:docMk/>
            <pc:sldMk cId="3749954416" sldId="278"/>
            <ac:picMk id="2116" creationId="{57FC5169-5925-E14E-BEAE-AA326F75E67E}"/>
          </ac:picMkLst>
        </pc:picChg>
        <pc:picChg chg="add">
          <ac:chgData name="EMERSON, Charlie" userId="S::charlie.emerson@sportfive.com::37e63fb3-2916-40e6-9249-35ce2cdf7da9" providerId="AD" clId="Web-{0D473A7E-C4ED-38C6-938E-A75D6ED10A9C}" dt="2026-10-06T18:34:44.800" v="415"/>
          <ac:picMkLst>
            <pc:docMk/>
            <pc:sldMk cId="3749954416" sldId="278"/>
            <ac:picMk id="2118" creationId="{65752473-B1CE-A2F8-0081-5C1965DD3B50}"/>
          </ac:picMkLst>
        </pc:picChg>
        <pc:picChg chg="add">
          <ac:chgData name="EMERSON, Charlie" userId="S::charlie.emerson@sportfive.com::37e63fb3-2916-40e6-9249-35ce2cdf7da9" providerId="AD" clId="Web-{0D473A7E-C4ED-38C6-938E-A75D6ED10A9C}" dt="2026-10-06T18:34:44.831" v="416"/>
          <ac:picMkLst>
            <pc:docMk/>
            <pc:sldMk cId="3749954416" sldId="278"/>
            <ac:picMk id="2120" creationId="{2243955D-6388-94F1-57AD-6B383B550846}"/>
          </ac:picMkLst>
        </pc:picChg>
        <pc:picChg chg="add">
          <ac:chgData name="EMERSON, Charlie" userId="S::charlie.emerson@sportfive.com::37e63fb3-2916-40e6-9249-35ce2cdf7da9" providerId="AD" clId="Web-{0D473A7E-C4ED-38C6-938E-A75D6ED10A9C}" dt="2026-10-06T18:34:44.862" v="417"/>
          <ac:picMkLst>
            <pc:docMk/>
            <pc:sldMk cId="3749954416" sldId="278"/>
            <ac:picMk id="2122" creationId="{9A1A1EF4-90E0-6ABE-5838-59695B31A100}"/>
          </ac:picMkLst>
        </pc:picChg>
        <pc:picChg chg="add">
          <ac:chgData name="EMERSON, Charlie" userId="S::charlie.emerson@sportfive.com::37e63fb3-2916-40e6-9249-35ce2cdf7da9" providerId="AD" clId="Web-{0D473A7E-C4ED-38C6-938E-A75D6ED10A9C}" dt="2026-10-06T18:34:44.909" v="418"/>
          <ac:picMkLst>
            <pc:docMk/>
            <pc:sldMk cId="3749954416" sldId="278"/>
            <ac:picMk id="2124" creationId="{EFB24E8A-A5A7-1C85-C6B1-00C04B4B6B10}"/>
          </ac:picMkLst>
        </pc:picChg>
        <pc:picChg chg="add">
          <ac:chgData name="EMERSON, Charlie" userId="S::charlie.emerson@sportfive.com::37e63fb3-2916-40e6-9249-35ce2cdf7da9" providerId="AD" clId="Web-{0D473A7E-C4ED-38C6-938E-A75D6ED10A9C}" dt="2026-10-06T18:34:44.987" v="419"/>
          <ac:picMkLst>
            <pc:docMk/>
            <pc:sldMk cId="3749954416" sldId="278"/>
            <ac:picMk id="2126" creationId="{6BBF7DC2-F1EA-43CF-CDFF-6BE06F55C93F}"/>
          </ac:picMkLst>
        </pc:picChg>
        <pc:picChg chg="add">
          <ac:chgData name="EMERSON, Charlie" userId="S::charlie.emerson@sportfive.com::37e63fb3-2916-40e6-9249-35ce2cdf7da9" providerId="AD" clId="Web-{0D473A7E-C4ED-38C6-938E-A75D6ED10A9C}" dt="2026-10-06T18:34:45.018" v="420"/>
          <ac:picMkLst>
            <pc:docMk/>
            <pc:sldMk cId="3749954416" sldId="278"/>
            <ac:picMk id="2128" creationId="{4599C43A-B8EF-EF4F-A378-9F77AE1BAE28}"/>
          </ac:picMkLst>
        </pc:picChg>
        <pc:picChg chg="add">
          <ac:chgData name="EMERSON, Charlie" userId="S::charlie.emerson@sportfive.com::37e63fb3-2916-40e6-9249-35ce2cdf7da9" providerId="AD" clId="Web-{0D473A7E-C4ED-38C6-938E-A75D6ED10A9C}" dt="2026-10-06T18:34:45.065" v="421"/>
          <ac:picMkLst>
            <pc:docMk/>
            <pc:sldMk cId="3749954416" sldId="278"/>
            <ac:picMk id="2130" creationId="{C42F4890-DD8D-6503-C40B-56CA1C12FD53}"/>
          </ac:picMkLst>
        </pc:picChg>
        <pc:picChg chg="add">
          <ac:chgData name="EMERSON, Charlie" userId="S::charlie.emerson@sportfive.com::37e63fb3-2916-40e6-9249-35ce2cdf7da9" providerId="AD" clId="Web-{0D473A7E-C4ED-38C6-938E-A75D6ED10A9C}" dt="2026-10-06T18:34:45.097" v="422"/>
          <ac:picMkLst>
            <pc:docMk/>
            <pc:sldMk cId="3749954416" sldId="278"/>
            <ac:picMk id="2132" creationId="{5700BAD1-07D4-016C-7B96-89B96E24B6C0}"/>
          </ac:picMkLst>
        </pc:picChg>
        <pc:picChg chg="add">
          <ac:chgData name="EMERSON, Charlie" userId="S::charlie.emerson@sportfive.com::37e63fb3-2916-40e6-9249-35ce2cdf7da9" providerId="AD" clId="Web-{0D473A7E-C4ED-38C6-938E-A75D6ED10A9C}" dt="2026-10-06T18:34:45.143" v="423"/>
          <ac:picMkLst>
            <pc:docMk/>
            <pc:sldMk cId="3749954416" sldId="278"/>
            <ac:picMk id="2134" creationId="{DE333980-8A01-A32D-E766-F987B275C6B9}"/>
          </ac:picMkLst>
        </pc:picChg>
        <pc:picChg chg="add">
          <ac:chgData name="EMERSON, Charlie" userId="S::charlie.emerson@sportfive.com::37e63fb3-2916-40e6-9249-35ce2cdf7da9" providerId="AD" clId="Web-{0D473A7E-C4ED-38C6-938E-A75D6ED10A9C}" dt="2026-10-06T18:34:45.190" v="424"/>
          <ac:picMkLst>
            <pc:docMk/>
            <pc:sldMk cId="3749954416" sldId="278"/>
            <ac:picMk id="2136" creationId="{1FB9BDCC-9CD1-9702-D8BF-2B76F0A44219}"/>
          </ac:picMkLst>
        </pc:picChg>
        <pc:picChg chg="add">
          <ac:chgData name="EMERSON, Charlie" userId="S::charlie.emerson@sportfive.com::37e63fb3-2916-40e6-9249-35ce2cdf7da9" providerId="AD" clId="Web-{0D473A7E-C4ED-38C6-938E-A75D6ED10A9C}" dt="2026-10-06T18:34:45.237" v="425"/>
          <ac:picMkLst>
            <pc:docMk/>
            <pc:sldMk cId="3749954416" sldId="278"/>
            <ac:picMk id="2138" creationId="{37116533-522C-336B-9F2C-9CD3E7D50B25}"/>
          </ac:picMkLst>
        </pc:picChg>
        <pc:picChg chg="add">
          <ac:chgData name="EMERSON, Charlie" userId="S::charlie.emerson@sportfive.com::37e63fb3-2916-40e6-9249-35ce2cdf7da9" providerId="AD" clId="Web-{0D473A7E-C4ED-38C6-938E-A75D6ED10A9C}" dt="2026-10-06T18:34:45.300" v="427"/>
          <ac:picMkLst>
            <pc:docMk/>
            <pc:sldMk cId="3749954416" sldId="278"/>
            <ac:picMk id="2142" creationId="{CA1B4D6C-079D-C610-5AD7-8E4F028418DB}"/>
          </ac:picMkLst>
        </pc:picChg>
        <pc:picChg chg="add">
          <ac:chgData name="EMERSON, Charlie" userId="S::charlie.emerson@sportfive.com::37e63fb3-2916-40e6-9249-35ce2cdf7da9" providerId="AD" clId="Web-{0D473A7E-C4ED-38C6-938E-A75D6ED10A9C}" dt="2026-10-06T18:34:45.347" v="428"/>
          <ac:picMkLst>
            <pc:docMk/>
            <pc:sldMk cId="3749954416" sldId="278"/>
            <ac:picMk id="2144" creationId="{3A261FE1-6CA5-0F51-A14F-EF5EEB55FF3C}"/>
          </ac:picMkLst>
        </pc:picChg>
        <pc:picChg chg="add">
          <ac:chgData name="EMERSON, Charlie" userId="S::charlie.emerson@sportfive.com::37e63fb3-2916-40e6-9249-35ce2cdf7da9" providerId="AD" clId="Web-{0D473A7E-C4ED-38C6-938E-A75D6ED10A9C}" dt="2026-10-06T18:34:45.425" v="429"/>
          <ac:picMkLst>
            <pc:docMk/>
            <pc:sldMk cId="3749954416" sldId="278"/>
            <ac:picMk id="2146" creationId="{D81DB8E7-FE5B-523D-634C-94FC898F97B7}"/>
          </ac:picMkLst>
        </pc:picChg>
        <pc:picChg chg="add">
          <ac:chgData name="EMERSON, Charlie" userId="S::charlie.emerson@sportfive.com::37e63fb3-2916-40e6-9249-35ce2cdf7da9" providerId="AD" clId="Web-{0D473A7E-C4ED-38C6-938E-A75D6ED10A9C}" dt="2026-10-06T18:34:45.472" v="430"/>
          <ac:picMkLst>
            <pc:docMk/>
            <pc:sldMk cId="3749954416" sldId="278"/>
            <ac:picMk id="2148" creationId="{56034DA2-53C0-9181-65CD-9F8709E8BC13}"/>
          </ac:picMkLst>
        </pc:picChg>
        <pc:picChg chg="add">
          <ac:chgData name="EMERSON, Charlie" userId="S::charlie.emerson@sportfive.com::37e63fb3-2916-40e6-9249-35ce2cdf7da9" providerId="AD" clId="Web-{0D473A7E-C4ED-38C6-938E-A75D6ED10A9C}" dt="2026-10-06T18:34:45.550" v="431"/>
          <ac:picMkLst>
            <pc:docMk/>
            <pc:sldMk cId="3749954416" sldId="278"/>
            <ac:picMk id="2150" creationId="{5519496C-F109-2A42-F0CE-0335548FA44F}"/>
          </ac:picMkLst>
        </pc:picChg>
        <pc:picChg chg="add">
          <ac:chgData name="EMERSON, Charlie" userId="S::charlie.emerson@sportfive.com::37e63fb3-2916-40e6-9249-35ce2cdf7da9" providerId="AD" clId="Web-{0D473A7E-C4ED-38C6-938E-A75D6ED10A9C}" dt="2026-10-06T18:34:45.581" v="432"/>
          <ac:picMkLst>
            <pc:docMk/>
            <pc:sldMk cId="3749954416" sldId="278"/>
            <ac:picMk id="2152" creationId="{A38E237D-2F48-9B4E-F9E2-AACA8A40E98E}"/>
          </ac:picMkLst>
        </pc:picChg>
        <pc:picChg chg="add">
          <ac:chgData name="EMERSON, Charlie" userId="S::charlie.emerson@sportfive.com::37e63fb3-2916-40e6-9249-35ce2cdf7da9" providerId="AD" clId="Web-{0D473A7E-C4ED-38C6-938E-A75D6ED10A9C}" dt="2026-10-06T18:34:45.722" v="433"/>
          <ac:picMkLst>
            <pc:docMk/>
            <pc:sldMk cId="3749954416" sldId="278"/>
            <ac:picMk id="2154" creationId="{6438B52E-97D0-B07A-B1D6-319F7C7447DE}"/>
          </ac:picMkLst>
        </pc:picChg>
        <pc:picChg chg="add">
          <ac:chgData name="EMERSON, Charlie" userId="S::charlie.emerson@sportfive.com::37e63fb3-2916-40e6-9249-35ce2cdf7da9" providerId="AD" clId="Web-{0D473A7E-C4ED-38C6-938E-A75D6ED10A9C}" dt="2026-10-06T18:34:45.753" v="434"/>
          <ac:picMkLst>
            <pc:docMk/>
            <pc:sldMk cId="3749954416" sldId="278"/>
            <ac:picMk id="2156" creationId="{17ADE47D-024E-F258-BA13-1BCD19EDFFBD}"/>
          </ac:picMkLst>
        </pc:picChg>
        <pc:picChg chg="add">
          <ac:chgData name="EMERSON, Charlie" userId="S::charlie.emerson@sportfive.com::37e63fb3-2916-40e6-9249-35ce2cdf7da9" providerId="AD" clId="Web-{0D473A7E-C4ED-38C6-938E-A75D6ED10A9C}" dt="2026-10-06T18:34:45.784" v="435"/>
          <ac:picMkLst>
            <pc:docMk/>
            <pc:sldMk cId="3749954416" sldId="278"/>
            <ac:picMk id="2158" creationId="{20BFAA7A-8079-CC58-0D25-B87C3A412B19}"/>
          </ac:picMkLst>
        </pc:picChg>
        <pc:picChg chg="add">
          <ac:chgData name="EMERSON, Charlie" userId="S::charlie.emerson@sportfive.com::37e63fb3-2916-40e6-9249-35ce2cdf7da9" providerId="AD" clId="Web-{0D473A7E-C4ED-38C6-938E-A75D6ED10A9C}" dt="2026-10-06T18:34:45.815" v="436"/>
          <ac:picMkLst>
            <pc:docMk/>
            <pc:sldMk cId="3749954416" sldId="278"/>
            <ac:picMk id="2160" creationId="{D2743164-02E1-ABCE-C197-057B80A1ED3B}"/>
          </ac:picMkLst>
        </pc:picChg>
        <pc:picChg chg="add">
          <ac:chgData name="EMERSON, Charlie" userId="S::charlie.emerson@sportfive.com::37e63fb3-2916-40e6-9249-35ce2cdf7da9" providerId="AD" clId="Web-{0D473A7E-C4ED-38C6-938E-A75D6ED10A9C}" dt="2026-10-06T18:34:45.847" v="437"/>
          <ac:picMkLst>
            <pc:docMk/>
            <pc:sldMk cId="3749954416" sldId="278"/>
            <ac:picMk id="2162" creationId="{94820904-B827-BAC6-F491-6DD354E164F6}"/>
          </ac:picMkLst>
        </pc:picChg>
        <pc:picChg chg="add">
          <ac:chgData name="EMERSON, Charlie" userId="S::charlie.emerson@sportfive.com::37e63fb3-2916-40e6-9249-35ce2cdf7da9" providerId="AD" clId="Web-{0D473A7E-C4ED-38C6-938E-A75D6ED10A9C}" dt="2026-10-06T18:34:45.878" v="438"/>
          <ac:picMkLst>
            <pc:docMk/>
            <pc:sldMk cId="3749954416" sldId="278"/>
            <ac:picMk id="2164" creationId="{D4A666BD-8A9F-1212-8B9E-4D370374884F}"/>
          </ac:picMkLst>
        </pc:picChg>
        <pc:picChg chg="add">
          <ac:chgData name="EMERSON, Charlie" userId="S::charlie.emerson@sportfive.com::37e63fb3-2916-40e6-9249-35ce2cdf7da9" providerId="AD" clId="Web-{0D473A7E-C4ED-38C6-938E-A75D6ED10A9C}" dt="2026-10-06T18:34:45.909" v="439"/>
          <ac:picMkLst>
            <pc:docMk/>
            <pc:sldMk cId="3749954416" sldId="278"/>
            <ac:picMk id="2166" creationId="{5E93D2E4-267F-A90B-991E-E7D61603E2BD}"/>
          </ac:picMkLst>
        </pc:picChg>
        <pc:picChg chg="add">
          <ac:chgData name="EMERSON, Charlie" userId="S::charlie.emerson@sportfive.com::37e63fb3-2916-40e6-9249-35ce2cdf7da9" providerId="AD" clId="Web-{0D473A7E-C4ED-38C6-938E-A75D6ED10A9C}" dt="2026-10-06T18:34:45.956" v="440"/>
          <ac:picMkLst>
            <pc:docMk/>
            <pc:sldMk cId="3749954416" sldId="278"/>
            <ac:picMk id="2168" creationId="{91FF3802-CB58-4323-805F-C85064320CB7}"/>
          </ac:picMkLst>
        </pc:picChg>
        <pc:picChg chg="add">
          <ac:chgData name="EMERSON, Charlie" userId="S::charlie.emerson@sportfive.com::37e63fb3-2916-40e6-9249-35ce2cdf7da9" providerId="AD" clId="Web-{0D473A7E-C4ED-38C6-938E-A75D6ED10A9C}" dt="2026-10-06T18:34:45.987" v="441"/>
          <ac:picMkLst>
            <pc:docMk/>
            <pc:sldMk cId="3749954416" sldId="278"/>
            <ac:picMk id="2170" creationId="{63B83FA4-A343-3D49-0FEB-C5A88E190412}"/>
          </ac:picMkLst>
        </pc:picChg>
        <pc:picChg chg="add">
          <ac:chgData name="EMERSON, Charlie" userId="S::charlie.emerson@sportfive.com::37e63fb3-2916-40e6-9249-35ce2cdf7da9" providerId="AD" clId="Web-{0D473A7E-C4ED-38C6-938E-A75D6ED10A9C}" dt="2026-10-06T18:34:46.081" v="442"/>
          <ac:picMkLst>
            <pc:docMk/>
            <pc:sldMk cId="3749954416" sldId="278"/>
            <ac:picMk id="2172" creationId="{81F73F00-53FE-3E2E-3338-CAC0D10D8689}"/>
          </ac:picMkLst>
        </pc:picChg>
        <pc:picChg chg="add">
          <ac:chgData name="EMERSON, Charlie" userId="S::charlie.emerson@sportfive.com::37e63fb3-2916-40e6-9249-35ce2cdf7da9" providerId="AD" clId="Web-{0D473A7E-C4ED-38C6-938E-A75D6ED10A9C}" dt="2026-10-06T18:34:46.128" v="443"/>
          <ac:picMkLst>
            <pc:docMk/>
            <pc:sldMk cId="3749954416" sldId="278"/>
            <ac:picMk id="2174" creationId="{5D44CC96-C3B8-84AC-65FC-D41C0EB18344}"/>
          </ac:picMkLst>
        </pc:picChg>
        <pc:picChg chg="add">
          <ac:chgData name="EMERSON, Charlie" userId="S::charlie.emerson@sportfive.com::37e63fb3-2916-40e6-9249-35ce2cdf7da9" providerId="AD" clId="Web-{0D473A7E-C4ED-38C6-938E-A75D6ED10A9C}" dt="2026-10-06T18:34:46.159" v="444"/>
          <ac:picMkLst>
            <pc:docMk/>
            <pc:sldMk cId="3749954416" sldId="278"/>
            <ac:picMk id="2176" creationId="{8B8B5417-5583-7999-2C96-CC0924EAA1D5}"/>
          </ac:picMkLst>
        </pc:picChg>
        <pc:picChg chg="add">
          <ac:chgData name="EMERSON, Charlie" userId="S::charlie.emerson@sportfive.com::37e63fb3-2916-40e6-9249-35ce2cdf7da9" providerId="AD" clId="Web-{0D473A7E-C4ED-38C6-938E-A75D6ED10A9C}" dt="2026-10-06T18:34:46.190" v="445"/>
          <ac:picMkLst>
            <pc:docMk/>
            <pc:sldMk cId="3749954416" sldId="278"/>
            <ac:picMk id="2178" creationId="{99536FD6-D726-6EDA-248B-71513F16D6CF}"/>
          </ac:picMkLst>
        </pc:picChg>
        <pc:picChg chg="add">
          <ac:chgData name="EMERSON, Charlie" userId="S::charlie.emerson@sportfive.com::37e63fb3-2916-40e6-9249-35ce2cdf7da9" providerId="AD" clId="Web-{0D473A7E-C4ED-38C6-938E-A75D6ED10A9C}" dt="2026-10-06T18:34:46.222" v="446"/>
          <ac:picMkLst>
            <pc:docMk/>
            <pc:sldMk cId="3749954416" sldId="278"/>
            <ac:picMk id="2180" creationId="{3F9DE279-E9F8-7D2D-74AB-BD2C9FD0C9EC}"/>
          </ac:picMkLst>
        </pc:picChg>
        <pc:picChg chg="add">
          <ac:chgData name="EMERSON, Charlie" userId="S::charlie.emerson@sportfive.com::37e63fb3-2916-40e6-9249-35ce2cdf7da9" providerId="AD" clId="Web-{0D473A7E-C4ED-38C6-938E-A75D6ED10A9C}" dt="2026-10-06T18:34:46.253" v="447"/>
          <ac:picMkLst>
            <pc:docMk/>
            <pc:sldMk cId="3749954416" sldId="278"/>
            <ac:picMk id="2182" creationId="{EF7BC746-6666-BD71-31A4-546D059FA5FC}"/>
          </ac:picMkLst>
        </pc:picChg>
        <pc:picChg chg="add">
          <ac:chgData name="EMERSON, Charlie" userId="S::charlie.emerson@sportfive.com::37e63fb3-2916-40e6-9249-35ce2cdf7da9" providerId="AD" clId="Web-{0D473A7E-C4ED-38C6-938E-A75D6ED10A9C}" dt="2026-10-06T18:34:46.284" v="448"/>
          <ac:picMkLst>
            <pc:docMk/>
            <pc:sldMk cId="3749954416" sldId="278"/>
            <ac:picMk id="2184" creationId="{59CDE9D8-59D2-EA5E-280D-0ABD98A978A9}"/>
          </ac:picMkLst>
        </pc:picChg>
        <pc:picChg chg="add">
          <ac:chgData name="EMERSON, Charlie" userId="S::charlie.emerson@sportfive.com::37e63fb3-2916-40e6-9249-35ce2cdf7da9" providerId="AD" clId="Web-{0D473A7E-C4ED-38C6-938E-A75D6ED10A9C}" dt="2026-10-06T18:34:46.362" v="450"/>
          <ac:picMkLst>
            <pc:docMk/>
            <pc:sldMk cId="3749954416" sldId="278"/>
            <ac:picMk id="2188" creationId="{52C25FC2-B9F2-B988-CE92-FE44423C579B}"/>
          </ac:picMkLst>
        </pc:picChg>
        <pc:picChg chg="add">
          <ac:chgData name="EMERSON, Charlie" userId="S::charlie.emerson@sportfive.com::37e63fb3-2916-40e6-9249-35ce2cdf7da9" providerId="AD" clId="Web-{0D473A7E-C4ED-38C6-938E-A75D6ED10A9C}" dt="2026-10-06T18:34:46.409" v="451"/>
          <ac:picMkLst>
            <pc:docMk/>
            <pc:sldMk cId="3749954416" sldId="278"/>
            <ac:picMk id="2190" creationId="{8779726F-3584-93ED-0CF2-D545C410ABEF}"/>
          </ac:picMkLst>
        </pc:picChg>
        <pc:picChg chg="add">
          <ac:chgData name="EMERSON, Charlie" userId="S::charlie.emerson@sportfive.com::37e63fb3-2916-40e6-9249-35ce2cdf7da9" providerId="AD" clId="Web-{0D473A7E-C4ED-38C6-938E-A75D6ED10A9C}" dt="2026-10-06T18:34:46.440" v="452"/>
          <ac:picMkLst>
            <pc:docMk/>
            <pc:sldMk cId="3749954416" sldId="278"/>
            <ac:picMk id="2192" creationId="{DB53F77D-9A84-2DC3-498E-D864C2134BB1}"/>
          </ac:picMkLst>
        </pc:picChg>
        <pc:picChg chg="add">
          <ac:chgData name="EMERSON, Charlie" userId="S::charlie.emerson@sportfive.com::37e63fb3-2916-40e6-9249-35ce2cdf7da9" providerId="AD" clId="Web-{0D473A7E-C4ED-38C6-938E-A75D6ED10A9C}" dt="2026-10-06T18:34:46.487" v="453"/>
          <ac:picMkLst>
            <pc:docMk/>
            <pc:sldMk cId="3749954416" sldId="278"/>
            <ac:picMk id="2194" creationId="{EE9BBBF2-1F61-D60A-541F-FB852415CAA2}"/>
          </ac:picMkLst>
        </pc:picChg>
        <pc:picChg chg="add">
          <ac:chgData name="EMERSON, Charlie" userId="S::charlie.emerson@sportfive.com::37e63fb3-2916-40e6-9249-35ce2cdf7da9" providerId="AD" clId="Web-{0D473A7E-C4ED-38C6-938E-A75D6ED10A9C}" dt="2026-10-06T18:34:46.518" v="454"/>
          <ac:picMkLst>
            <pc:docMk/>
            <pc:sldMk cId="3749954416" sldId="278"/>
            <ac:picMk id="2196" creationId="{63C6E961-2BF4-5286-F324-07DFDE040A89}"/>
          </ac:picMkLst>
        </pc:picChg>
        <pc:picChg chg="add">
          <ac:chgData name="EMERSON, Charlie" userId="S::charlie.emerson@sportfive.com::37e63fb3-2916-40e6-9249-35ce2cdf7da9" providerId="AD" clId="Web-{0D473A7E-C4ED-38C6-938E-A75D6ED10A9C}" dt="2026-10-06T18:34:46.612" v="455"/>
          <ac:picMkLst>
            <pc:docMk/>
            <pc:sldMk cId="3749954416" sldId="278"/>
            <ac:picMk id="2198" creationId="{1E703A16-5CC0-CD46-AC76-46BA2A924C17}"/>
          </ac:picMkLst>
        </pc:picChg>
        <pc:picChg chg="add">
          <ac:chgData name="EMERSON, Charlie" userId="S::charlie.emerson@sportfive.com::37e63fb3-2916-40e6-9249-35ce2cdf7da9" providerId="AD" clId="Web-{0D473A7E-C4ED-38C6-938E-A75D6ED10A9C}" dt="2026-10-06T18:34:46.643" v="456"/>
          <ac:picMkLst>
            <pc:docMk/>
            <pc:sldMk cId="3749954416" sldId="278"/>
            <ac:picMk id="2200" creationId="{DD6A8883-1D3B-A0C3-1D1E-6CA763EAC79D}"/>
          </ac:picMkLst>
        </pc:picChg>
        <pc:picChg chg="add">
          <ac:chgData name="EMERSON, Charlie" userId="S::charlie.emerson@sportfive.com::37e63fb3-2916-40e6-9249-35ce2cdf7da9" providerId="AD" clId="Web-{0D473A7E-C4ED-38C6-938E-A75D6ED10A9C}" dt="2026-10-06T18:34:46.737" v="457"/>
          <ac:picMkLst>
            <pc:docMk/>
            <pc:sldMk cId="3749954416" sldId="278"/>
            <ac:picMk id="2202" creationId="{E9258564-0088-C934-ED52-04CCA69CA7C6}"/>
          </ac:picMkLst>
        </pc:picChg>
        <pc:picChg chg="add">
          <ac:chgData name="EMERSON, Charlie" userId="S::charlie.emerson@sportfive.com::37e63fb3-2916-40e6-9249-35ce2cdf7da9" providerId="AD" clId="Web-{0D473A7E-C4ED-38C6-938E-A75D6ED10A9C}" dt="2026-10-06T18:34:46.784" v="458"/>
          <ac:picMkLst>
            <pc:docMk/>
            <pc:sldMk cId="3749954416" sldId="278"/>
            <ac:picMk id="2204" creationId="{F38C62FE-B16C-3043-7512-C06264900DB9}"/>
          </ac:picMkLst>
        </pc:picChg>
        <pc:picChg chg="add">
          <ac:chgData name="EMERSON, Charlie" userId="S::charlie.emerson@sportfive.com::37e63fb3-2916-40e6-9249-35ce2cdf7da9" providerId="AD" clId="Web-{0D473A7E-C4ED-38C6-938E-A75D6ED10A9C}" dt="2026-10-06T18:34:46.878" v="459"/>
          <ac:picMkLst>
            <pc:docMk/>
            <pc:sldMk cId="3749954416" sldId="278"/>
            <ac:picMk id="2206" creationId="{2416CFEC-1D50-9CA8-68A4-95528B955B2E}"/>
          </ac:picMkLst>
        </pc:picChg>
        <pc:picChg chg="add">
          <ac:chgData name="EMERSON, Charlie" userId="S::charlie.emerson@sportfive.com::37e63fb3-2916-40e6-9249-35ce2cdf7da9" providerId="AD" clId="Web-{0D473A7E-C4ED-38C6-938E-A75D6ED10A9C}" dt="2026-10-06T18:34:46.940" v="460"/>
          <ac:picMkLst>
            <pc:docMk/>
            <pc:sldMk cId="3749954416" sldId="278"/>
            <ac:picMk id="2208" creationId="{196489DF-F85A-14AA-3AC9-3CC4148BAE2E}"/>
          </ac:picMkLst>
        </pc:picChg>
      </pc:sldChg>
      <pc:sldChg chg="modSp">
        <pc:chgData name="EMERSON, Charlie" userId="S::charlie.emerson@sportfive.com::37e63fb3-2916-40e6-9249-35ce2cdf7da9" providerId="AD" clId="Web-{0D473A7E-C4ED-38C6-938E-A75D6ED10A9C}" dt="2026-10-06T18:03:36.405" v="37" actId="1076"/>
        <pc:sldMkLst>
          <pc:docMk/>
          <pc:sldMk cId="3787397677" sldId="2147483530"/>
        </pc:sldMkLst>
        <pc:spChg chg="mod">
          <ac:chgData name="EMERSON, Charlie" userId="S::charlie.emerson@sportfive.com::37e63fb3-2916-40e6-9249-35ce2cdf7da9" providerId="AD" clId="Web-{0D473A7E-C4ED-38C6-938E-A75D6ED10A9C}" dt="2026-10-06T18:03:22.999" v="35" actId="1076"/>
          <ac:spMkLst>
            <pc:docMk/>
            <pc:sldMk cId="3787397677" sldId="2147483530"/>
            <ac:spMk id="2" creationId="{703A5735-4108-3C24-6C3D-10F852DE4D99}"/>
          </ac:spMkLst>
        </pc:spChg>
        <pc:spChg chg="mod">
          <ac:chgData name="EMERSON, Charlie" userId="S::charlie.emerson@sportfive.com::37e63fb3-2916-40e6-9249-35ce2cdf7da9" providerId="AD" clId="Web-{0D473A7E-C4ED-38C6-938E-A75D6ED10A9C}" dt="2026-10-06T18:03:36.405" v="37" actId="1076"/>
          <ac:spMkLst>
            <pc:docMk/>
            <pc:sldMk cId="3787397677" sldId="2147483530"/>
            <ac:spMk id="7" creationId="{7B25FC13-E804-195F-001F-8C71763FC510}"/>
          </ac:spMkLst>
        </pc:spChg>
      </pc:sldChg>
      <pc:sldChg chg="addSp delSp modSp add replId">
        <pc:chgData name="EMERSON, Charlie" userId="S::charlie.emerson@sportfive.com::37e63fb3-2916-40e6-9249-35ce2cdf7da9" providerId="AD" clId="Web-{0D473A7E-C4ED-38C6-938E-A75D6ED10A9C}" dt="2026-10-06T18:40:33.275" v="505"/>
        <pc:sldMkLst>
          <pc:docMk/>
          <pc:sldMk cId="2986903611" sldId="2147483644"/>
        </pc:sldMkLst>
        <pc:spChg chg="add mod">
          <ac:chgData name="EMERSON, Charlie" userId="S::charlie.emerson@sportfive.com::37e63fb3-2916-40e6-9249-35ce2cdf7da9" providerId="AD" clId="Web-{0D473A7E-C4ED-38C6-938E-A75D6ED10A9C}" dt="2026-10-06T18:20:09.018" v="155" actId="1076"/>
          <ac:spMkLst>
            <pc:docMk/>
            <pc:sldMk cId="2986903611" sldId="2147483644"/>
            <ac:spMk id="2" creationId="{FB85FDC8-B92A-CC8E-5085-7F7397FBB4B3}"/>
          </ac:spMkLst>
        </pc:spChg>
        <pc:spChg chg="add mod">
          <ac:chgData name="EMERSON, Charlie" userId="S::charlie.emerson@sportfive.com::37e63fb3-2916-40e6-9249-35ce2cdf7da9" providerId="AD" clId="Web-{0D473A7E-C4ED-38C6-938E-A75D6ED10A9C}" dt="2026-10-06T18:29:23.372" v="188" actId="1076"/>
          <ac:spMkLst>
            <pc:docMk/>
            <pc:sldMk cId="2986903611" sldId="2147483644"/>
            <ac:spMk id="3" creationId="{A8CF88E1-2A60-CF7A-528B-84DC515A4216}"/>
          </ac:spMkLst>
        </pc:spChg>
        <pc:spChg chg="mod">
          <ac:chgData name="EMERSON, Charlie" userId="S::charlie.emerson@sportfive.com::37e63fb3-2916-40e6-9249-35ce2cdf7da9" providerId="AD" clId="Web-{0D473A7E-C4ED-38C6-938E-A75D6ED10A9C}" dt="2026-10-06T18:04:23.766" v="81" actId="20577"/>
          <ac:spMkLst>
            <pc:docMk/>
            <pc:sldMk cId="2986903611" sldId="2147483644"/>
            <ac:spMk id="4" creationId="{F24F1ED2-2BAF-AC89-2B82-BDBFA81DAE75}"/>
          </ac:spMkLst>
        </pc:spChg>
        <pc:spChg chg="del">
          <ac:chgData name="EMERSON, Charlie" userId="S::charlie.emerson@sportfive.com::37e63fb3-2916-40e6-9249-35ce2cdf7da9" providerId="AD" clId="Web-{0D473A7E-C4ED-38C6-938E-A75D6ED10A9C}" dt="2026-10-06T18:03:10.639" v="7"/>
          <ac:spMkLst>
            <pc:docMk/>
            <pc:sldMk cId="2986903611" sldId="2147483644"/>
            <ac:spMk id="6" creationId="{C5F1B35A-359F-DB86-C335-26A1C87F226B}"/>
          </ac:spMkLst>
        </pc:spChg>
        <pc:spChg chg="add mod">
          <ac:chgData name="EMERSON, Charlie" userId="S::charlie.emerson@sportfive.com::37e63fb3-2916-40e6-9249-35ce2cdf7da9" providerId="AD" clId="Web-{0D473A7E-C4ED-38C6-938E-A75D6ED10A9C}" dt="2026-10-06T18:06:34.378" v="117" actId="20577"/>
          <ac:spMkLst>
            <pc:docMk/>
            <pc:sldMk cId="2986903611" sldId="2147483644"/>
            <ac:spMk id="8" creationId="{30EF536E-37B3-262F-E72F-44DB28B5E2B7}"/>
          </ac:spMkLst>
        </pc:spChg>
        <pc:spChg chg="add mod">
          <ac:chgData name="EMERSON, Charlie" userId="S::charlie.emerson@sportfive.com::37e63fb3-2916-40e6-9249-35ce2cdf7da9" providerId="AD" clId="Web-{0D473A7E-C4ED-38C6-938E-A75D6ED10A9C}" dt="2026-10-06T18:05:45.439" v="110" actId="14100"/>
          <ac:spMkLst>
            <pc:docMk/>
            <pc:sldMk cId="2986903611" sldId="2147483644"/>
            <ac:spMk id="11" creationId="{BA05B47C-B077-EC35-997C-427EC94F6B9F}"/>
          </ac:spMkLst>
        </pc:spChg>
        <pc:spChg chg="add">
          <ac:chgData name="EMERSON, Charlie" userId="S::charlie.emerson@sportfive.com::37e63fb3-2916-40e6-9249-35ce2cdf7da9" providerId="AD" clId="Web-{0D473A7E-C4ED-38C6-938E-A75D6ED10A9C}" dt="2026-10-06T18:04:45.829" v="84"/>
          <ac:spMkLst>
            <pc:docMk/>
            <pc:sldMk cId="2986903611" sldId="2147483644"/>
            <ac:spMk id="14" creationId="{36699D3C-9574-7FDA-0D43-F2D3A3070ED1}"/>
          </ac:spMkLst>
        </pc:spChg>
        <pc:spChg chg="add mod">
          <ac:chgData name="EMERSON, Charlie" userId="S::charlie.emerson@sportfive.com::37e63fb3-2916-40e6-9249-35ce2cdf7da9" providerId="AD" clId="Web-{0D473A7E-C4ED-38C6-938E-A75D6ED10A9C}" dt="2026-10-06T18:05:37.783" v="105"/>
          <ac:spMkLst>
            <pc:docMk/>
            <pc:sldMk cId="2986903611" sldId="2147483644"/>
            <ac:spMk id="19" creationId="{4824AE82-69E1-233A-D8B3-1A342CDB6DE9}"/>
          </ac:spMkLst>
        </pc:spChg>
        <pc:spChg chg="add mod">
          <ac:chgData name="EMERSON, Charlie" userId="S::charlie.emerson@sportfive.com::37e63fb3-2916-40e6-9249-35ce2cdf7da9" providerId="AD" clId="Web-{0D473A7E-C4ED-38C6-938E-A75D6ED10A9C}" dt="2026-10-06T18:05:37.783" v="106"/>
          <ac:spMkLst>
            <pc:docMk/>
            <pc:sldMk cId="2986903611" sldId="2147483644"/>
            <ac:spMk id="27" creationId="{FE67E9BC-4013-4B91-4934-90162586702F}"/>
          </ac:spMkLst>
        </pc:spChg>
        <pc:spChg chg="add mod">
          <ac:chgData name="EMERSON, Charlie" userId="S::charlie.emerson@sportfive.com::37e63fb3-2916-40e6-9249-35ce2cdf7da9" providerId="AD" clId="Web-{0D473A7E-C4ED-38C6-938E-A75D6ED10A9C}" dt="2026-10-06T18:05:37.939" v="107"/>
          <ac:spMkLst>
            <pc:docMk/>
            <pc:sldMk cId="2986903611" sldId="2147483644"/>
            <ac:spMk id="33" creationId="{9D35087A-0A30-97A4-8C24-13A80EEFE8B8}"/>
          </ac:spMkLst>
        </pc:spChg>
        <pc:spChg chg="add mod">
          <ac:chgData name="EMERSON, Charlie" userId="S::charlie.emerson@sportfive.com::37e63fb3-2916-40e6-9249-35ce2cdf7da9" providerId="AD" clId="Web-{0D473A7E-C4ED-38C6-938E-A75D6ED10A9C}" dt="2026-10-06T18:15:39.169" v="125" actId="1076"/>
          <ac:spMkLst>
            <pc:docMk/>
            <pc:sldMk cId="2986903611" sldId="2147483644"/>
            <ac:spMk id="38" creationId="{AC1C1E52-DAA0-E46A-A531-59126166B3FE}"/>
          </ac:spMkLst>
        </pc:spChg>
        <pc:spChg chg="add">
          <ac:chgData name="EMERSON, Charlie" userId="S::charlie.emerson@sportfive.com::37e63fb3-2916-40e6-9249-35ce2cdf7da9" providerId="AD" clId="Web-{0D473A7E-C4ED-38C6-938E-A75D6ED10A9C}" dt="2026-10-06T18:04:45.969" v="89"/>
          <ac:spMkLst>
            <pc:docMk/>
            <pc:sldMk cId="2986903611" sldId="2147483644"/>
            <ac:spMk id="41" creationId="{48243B6B-E0CE-3D52-72F6-61F1F88C3582}"/>
          </ac:spMkLst>
        </pc:spChg>
        <pc:spChg chg="add mod">
          <ac:chgData name="EMERSON, Charlie" userId="S::charlie.emerson@sportfive.com::37e63fb3-2916-40e6-9249-35ce2cdf7da9" providerId="AD" clId="Web-{0D473A7E-C4ED-38C6-938E-A75D6ED10A9C}" dt="2026-10-06T18:15:49.794" v="126" actId="1076"/>
          <ac:spMkLst>
            <pc:docMk/>
            <pc:sldMk cId="2986903611" sldId="2147483644"/>
            <ac:spMk id="43" creationId="{3C6C51B1-0B85-3458-2A6E-BE128639E7AD}"/>
          </ac:spMkLst>
        </pc:spChg>
        <pc:spChg chg="add del mod">
          <ac:chgData name="EMERSON, Charlie" userId="S::charlie.emerson@sportfive.com::37e63fb3-2916-40e6-9249-35ce2cdf7da9" providerId="AD" clId="Web-{0D473A7E-C4ED-38C6-938E-A75D6ED10A9C}" dt="2026-10-06T18:19:00.860" v="147"/>
          <ac:spMkLst>
            <pc:docMk/>
            <pc:sldMk cId="2986903611" sldId="2147483644"/>
            <ac:spMk id="45" creationId="{287FE515-7304-19FC-0424-70821B3A41CF}"/>
          </ac:spMkLst>
        </pc:spChg>
        <pc:spChg chg="add del">
          <ac:chgData name="EMERSON, Charlie" userId="S::charlie.emerson@sportfive.com::37e63fb3-2916-40e6-9249-35ce2cdf7da9" providerId="AD" clId="Web-{0D473A7E-C4ED-38C6-938E-A75D6ED10A9C}" dt="2026-10-06T18:18:12.625" v="134"/>
          <ac:spMkLst>
            <pc:docMk/>
            <pc:sldMk cId="2986903611" sldId="2147483644"/>
            <ac:spMk id="47" creationId="{B401E372-1AE8-B393-7CE8-538F8C42EB82}"/>
          </ac:spMkLst>
        </pc:spChg>
        <pc:spChg chg="add del mod">
          <ac:chgData name="EMERSON, Charlie" userId="S::charlie.emerson@sportfive.com::37e63fb3-2916-40e6-9249-35ce2cdf7da9" providerId="AD" clId="Web-{0D473A7E-C4ED-38C6-938E-A75D6ED10A9C}" dt="2026-10-06T18:19:39.548" v="151"/>
          <ac:spMkLst>
            <pc:docMk/>
            <pc:sldMk cId="2986903611" sldId="2147483644"/>
            <ac:spMk id="49" creationId="{37849471-633C-6DEF-5C90-DDE52C50146B}"/>
          </ac:spMkLst>
        </pc:spChg>
        <pc:spChg chg="add mod">
          <ac:chgData name="EMERSON, Charlie" userId="S::charlie.emerson@sportfive.com::37e63fb3-2916-40e6-9249-35ce2cdf7da9" providerId="AD" clId="Web-{0D473A7E-C4ED-38C6-938E-A75D6ED10A9C}" dt="2026-10-06T18:06:42.237" v="121" actId="20577"/>
          <ac:spMkLst>
            <pc:docMk/>
            <pc:sldMk cId="2986903611" sldId="2147483644"/>
            <ac:spMk id="51" creationId="{E0187669-6524-18EA-7CCD-EE8FB746F2EA}"/>
          </ac:spMkLst>
        </pc:spChg>
        <pc:spChg chg="add del">
          <ac:chgData name="EMERSON, Charlie" userId="S::charlie.emerson@sportfive.com::37e63fb3-2916-40e6-9249-35ce2cdf7da9" providerId="AD" clId="Web-{0D473A7E-C4ED-38C6-938E-A75D6ED10A9C}" dt="2026-10-06T18:18:38.172" v="139"/>
          <ac:spMkLst>
            <pc:docMk/>
            <pc:sldMk cId="2986903611" sldId="2147483644"/>
            <ac:spMk id="53" creationId="{78026F2E-4383-6898-5C4A-E2BB607A9A30}"/>
          </ac:spMkLst>
        </pc:spChg>
        <pc:spChg chg="add del">
          <ac:chgData name="EMERSON, Charlie" userId="S::charlie.emerson@sportfive.com::37e63fb3-2916-40e6-9249-35ce2cdf7da9" providerId="AD" clId="Web-{0D473A7E-C4ED-38C6-938E-A75D6ED10A9C}" dt="2026-10-06T18:05:19.001" v="103"/>
          <ac:spMkLst>
            <pc:docMk/>
            <pc:sldMk cId="2986903611" sldId="2147483644"/>
            <ac:spMk id="55" creationId="{055E5092-EE0A-C587-7DEF-893BE15B799E}"/>
          </ac:spMkLst>
        </pc:spChg>
        <pc:spChg chg="add del">
          <ac:chgData name="EMERSON, Charlie" userId="S::charlie.emerson@sportfive.com::37e63fb3-2916-40e6-9249-35ce2cdf7da9" providerId="AD" clId="Web-{0D473A7E-C4ED-38C6-938E-A75D6ED10A9C}" dt="2026-10-06T18:05:19.001" v="102"/>
          <ac:spMkLst>
            <pc:docMk/>
            <pc:sldMk cId="2986903611" sldId="2147483644"/>
            <ac:spMk id="57" creationId="{07618BC9-E1C9-564A-BDC5-E824CC70ACFF}"/>
          </ac:spMkLst>
        </pc:spChg>
        <pc:spChg chg="add del">
          <ac:chgData name="EMERSON, Charlie" userId="S::charlie.emerson@sportfive.com::37e63fb3-2916-40e6-9249-35ce2cdf7da9" providerId="AD" clId="Web-{0D473A7E-C4ED-38C6-938E-A75D6ED10A9C}" dt="2026-10-06T18:05:19.001" v="101"/>
          <ac:spMkLst>
            <pc:docMk/>
            <pc:sldMk cId="2986903611" sldId="2147483644"/>
            <ac:spMk id="59" creationId="{DD5D41C0-9FA9-10E3-CF7D-4EA88D7F0366}"/>
          </ac:spMkLst>
        </pc:spChg>
        <pc:spChg chg="add del">
          <ac:chgData name="EMERSON, Charlie" userId="S::charlie.emerson@sportfive.com::37e63fb3-2916-40e6-9249-35ce2cdf7da9" providerId="AD" clId="Web-{0D473A7E-C4ED-38C6-938E-A75D6ED10A9C}" dt="2026-10-06T18:05:19.001" v="100"/>
          <ac:spMkLst>
            <pc:docMk/>
            <pc:sldMk cId="2986903611" sldId="2147483644"/>
            <ac:spMk id="61" creationId="{B0D4F924-06D0-18D1-D808-B5E94597650C}"/>
          </ac:spMkLst>
        </pc:spChg>
        <pc:spChg chg="add mod">
          <ac:chgData name="EMERSON, Charlie" userId="S::charlie.emerson@sportfive.com::37e63fb3-2916-40e6-9249-35ce2cdf7da9" providerId="AD" clId="Web-{0D473A7E-C4ED-38C6-938E-A75D6ED10A9C}" dt="2026-10-06T18:17:57.375" v="131" actId="1076"/>
          <ac:spMkLst>
            <pc:docMk/>
            <pc:sldMk cId="2986903611" sldId="2147483644"/>
            <ac:spMk id="64" creationId="{58FFF237-60E9-3817-D6E8-29FE22DC8508}"/>
          </ac:spMkLst>
        </pc:spChg>
        <pc:spChg chg="add del mod">
          <ac:chgData name="EMERSON, Charlie" userId="S::charlie.emerson@sportfive.com::37e63fb3-2916-40e6-9249-35ce2cdf7da9" providerId="AD" clId="Web-{0D473A7E-C4ED-38C6-938E-A75D6ED10A9C}" dt="2026-10-06T18:19:35.923" v="150"/>
          <ac:spMkLst>
            <pc:docMk/>
            <pc:sldMk cId="2986903611" sldId="2147483644"/>
            <ac:spMk id="65" creationId="{0BC15A20-8A89-3C1C-6589-7A8E1E777FF8}"/>
          </ac:spMkLst>
        </pc:spChg>
        <pc:spChg chg="add mod">
          <ac:chgData name="EMERSON, Charlie" userId="S::charlie.emerson@sportfive.com::37e63fb3-2916-40e6-9249-35ce2cdf7da9" providerId="AD" clId="Web-{0D473A7E-C4ED-38C6-938E-A75D6ED10A9C}" dt="2026-10-06T18:40:33.275" v="505"/>
          <ac:spMkLst>
            <pc:docMk/>
            <pc:sldMk cId="2986903611" sldId="2147483644"/>
            <ac:spMk id="66" creationId="{04948D13-06E5-A976-18B3-CC3FB9C4690D}"/>
          </ac:spMkLst>
        </pc:spChg>
        <pc:spChg chg="add mod">
          <ac:chgData name="EMERSON, Charlie" userId="S::charlie.emerson@sportfive.com::37e63fb3-2916-40e6-9249-35ce2cdf7da9" providerId="AD" clId="Web-{0D473A7E-C4ED-38C6-938E-A75D6ED10A9C}" dt="2026-10-06T18:18:42.250" v="140" actId="1076"/>
          <ac:spMkLst>
            <pc:docMk/>
            <pc:sldMk cId="2986903611" sldId="2147483644"/>
            <ac:spMk id="67" creationId="{DCD40E7C-3910-314D-D73B-0FCC9666DAC9}"/>
          </ac:spMkLst>
        </pc:spChg>
        <pc:spChg chg="add del">
          <ac:chgData name="EMERSON, Charlie" userId="S::charlie.emerson@sportfive.com::37e63fb3-2916-40e6-9249-35ce2cdf7da9" providerId="AD" clId="Web-{0D473A7E-C4ED-38C6-938E-A75D6ED10A9C}" dt="2026-10-06T18:18:51.501" v="143"/>
          <ac:spMkLst>
            <pc:docMk/>
            <pc:sldMk cId="2986903611" sldId="2147483644"/>
            <ac:spMk id="68" creationId="{287FE515-7304-19FC-0424-70821B3A41CF}"/>
          </ac:spMkLst>
        </pc:spChg>
        <pc:spChg chg="add del mod">
          <ac:chgData name="EMERSON, Charlie" userId="S::charlie.emerson@sportfive.com::37e63fb3-2916-40e6-9249-35ce2cdf7da9" providerId="AD" clId="Web-{0D473A7E-C4ED-38C6-938E-A75D6ED10A9C}" dt="2026-10-06T18:20:23.159" v="157"/>
          <ac:spMkLst>
            <pc:docMk/>
            <pc:sldMk cId="2986903611" sldId="2147483644"/>
            <ac:spMk id="69" creationId="{C2890630-7A9D-56B2-E59C-685012075280}"/>
          </ac:spMkLst>
        </pc:spChg>
        <pc:spChg chg="del">
          <ac:chgData name="EMERSON, Charlie" userId="S::charlie.emerson@sportfive.com::37e63fb3-2916-40e6-9249-35ce2cdf7da9" providerId="AD" clId="Web-{0D473A7E-C4ED-38C6-938E-A75D6ED10A9C}" dt="2026-10-06T18:03:10.639" v="29"/>
          <ac:spMkLst>
            <pc:docMk/>
            <pc:sldMk cId="2986903611" sldId="2147483644"/>
            <ac:spMk id="93" creationId="{97271987-D2BF-6F86-EBDC-D62DE2FDFD23}"/>
          </ac:spMkLst>
        </pc:spChg>
        <pc:spChg chg="del">
          <ac:chgData name="EMERSON, Charlie" userId="S::charlie.emerson@sportfive.com::37e63fb3-2916-40e6-9249-35ce2cdf7da9" providerId="AD" clId="Web-{0D473A7E-C4ED-38C6-938E-A75D6ED10A9C}" dt="2026-10-06T18:03:04.358" v="3"/>
          <ac:spMkLst>
            <pc:docMk/>
            <pc:sldMk cId="2986903611" sldId="2147483644"/>
            <ac:spMk id="94" creationId="{D78B8139-5A7D-B701-C80E-72CEE0CCEE7E}"/>
          </ac:spMkLst>
        </pc:spChg>
        <pc:spChg chg="del">
          <ac:chgData name="EMERSON, Charlie" userId="S::charlie.emerson@sportfive.com::37e63fb3-2916-40e6-9249-35ce2cdf7da9" providerId="AD" clId="Web-{0D473A7E-C4ED-38C6-938E-A75D6ED10A9C}" dt="2026-10-06T18:03:10.639" v="23"/>
          <ac:spMkLst>
            <pc:docMk/>
            <pc:sldMk cId="2986903611" sldId="2147483644"/>
            <ac:spMk id="1028" creationId="{4BC4CBF1-F5C4-2E99-C923-6FF2AE472C21}"/>
          </ac:spMkLst>
        </pc:spChg>
        <pc:graphicFrameChg chg="del">
          <ac:chgData name="EMERSON, Charlie" userId="S::charlie.emerson@sportfive.com::37e63fb3-2916-40e6-9249-35ce2cdf7da9" providerId="AD" clId="Web-{0D473A7E-C4ED-38C6-938E-A75D6ED10A9C}" dt="2026-10-06T18:03:10.639" v="32"/>
          <ac:graphicFrameMkLst>
            <pc:docMk/>
            <pc:sldMk cId="2986903611" sldId="2147483644"/>
            <ac:graphicFrameMk id="2" creationId="{C241E0F6-B8AE-50D8-C750-B720269C77E4}"/>
          </ac:graphicFrameMkLst>
        </pc:graphicFrameChg>
        <pc:graphicFrameChg chg="del">
          <ac:chgData name="EMERSON, Charlie" userId="S::charlie.emerson@sportfive.com::37e63fb3-2916-40e6-9249-35ce2cdf7da9" providerId="AD" clId="Web-{0D473A7E-C4ED-38C6-938E-A75D6ED10A9C}" dt="2026-10-06T18:03:10.655" v="34"/>
          <ac:graphicFrameMkLst>
            <pc:docMk/>
            <pc:sldMk cId="2986903611" sldId="2147483644"/>
            <ac:graphicFrameMk id="95" creationId="{4D8F6B13-8764-317E-7CD8-3252672491CE}"/>
          </ac:graphicFrameMkLst>
        </pc:graphicFrameChg>
        <pc:graphicFrameChg chg="del">
          <ac:chgData name="EMERSON, Charlie" userId="S::charlie.emerson@sportfive.com::37e63fb3-2916-40e6-9249-35ce2cdf7da9" providerId="AD" clId="Web-{0D473A7E-C4ED-38C6-938E-A75D6ED10A9C}" dt="2026-10-06T18:03:10.639" v="33"/>
          <ac:graphicFrameMkLst>
            <pc:docMk/>
            <pc:sldMk cId="2986903611" sldId="2147483644"/>
            <ac:graphicFrameMk id="96" creationId="{D934A13B-B124-DF31-5094-2AA1FF1EB016}"/>
          </ac:graphicFrameMkLst>
        </pc:graphicFrameChg>
        <pc:picChg chg="del">
          <ac:chgData name="EMERSON, Charlie" userId="S::charlie.emerson@sportfive.com::37e63fb3-2916-40e6-9249-35ce2cdf7da9" providerId="AD" clId="Web-{0D473A7E-C4ED-38C6-938E-A75D6ED10A9C}" dt="2026-10-06T18:03:10.639" v="4"/>
          <ac:picMkLst>
            <pc:docMk/>
            <pc:sldMk cId="2986903611" sldId="2147483644"/>
            <ac:picMk id="5" creationId="{D2C346EC-8274-C6FB-948F-9742FB3A2D7B}"/>
          </ac:picMkLst>
        </pc:picChg>
        <pc:picChg chg="del">
          <ac:chgData name="EMERSON, Charlie" userId="S::charlie.emerson@sportfive.com::37e63fb3-2916-40e6-9249-35ce2cdf7da9" providerId="AD" clId="Web-{0D473A7E-C4ED-38C6-938E-A75D6ED10A9C}" dt="2026-10-06T18:03:10.639" v="9"/>
          <ac:picMkLst>
            <pc:docMk/>
            <pc:sldMk cId="2986903611" sldId="2147483644"/>
            <ac:picMk id="7" creationId="{4D08F20C-35DE-3E3E-65ED-59579A1C65EF}"/>
          </ac:picMkLst>
        </pc:picChg>
        <pc:picChg chg="del">
          <ac:chgData name="EMERSON, Charlie" userId="S::charlie.emerson@sportfive.com::37e63fb3-2916-40e6-9249-35ce2cdf7da9" providerId="AD" clId="Web-{0D473A7E-C4ED-38C6-938E-A75D6ED10A9C}" dt="2026-10-06T18:03:10.639" v="8"/>
          <ac:picMkLst>
            <pc:docMk/>
            <pc:sldMk cId="2986903611" sldId="2147483644"/>
            <ac:picMk id="10" creationId="{D85983EF-7C3C-EF20-F9E1-A6ACBCE79EBF}"/>
          </ac:picMkLst>
        </pc:picChg>
        <pc:picChg chg="del">
          <ac:chgData name="EMERSON, Charlie" userId="S::charlie.emerson@sportfive.com::37e63fb3-2916-40e6-9249-35ce2cdf7da9" providerId="AD" clId="Web-{0D473A7E-C4ED-38C6-938E-A75D6ED10A9C}" dt="2026-10-06T18:03:10.639" v="20"/>
          <ac:picMkLst>
            <pc:docMk/>
            <pc:sldMk cId="2986903611" sldId="2147483644"/>
            <ac:picMk id="15" creationId="{4E6DD1EB-E4CA-7CCD-118E-392A61B26FF8}"/>
          </ac:picMkLst>
        </pc:picChg>
        <pc:picChg chg="del">
          <ac:chgData name="EMERSON, Charlie" userId="S::charlie.emerson@sportfive.com::37e63fb3-2916-40e6-9249-35ce2cdf7da9" providerId="AD" clId="Web-{0D473A7E-C4ED-38C6-938E-A75D6ED10A9C}" dt="2026-10-06T18:03:10.639" v="18"/>
          <ac:picMkLst>
            <pc:docMk/>
            <pc:sldMk cId="2986903611" sldId="2147483644"/>
            <ac:picMk id="16" creationId="{E5EAC32E-C0E0-9737-0062-C4AE6D3786DF}"/>
          </ac:picMkLst>
        </pc:picChg>
        <pc:picChg chg="del">
          <ac:chgData name="EMERSON, Charlie" userId="S::charlie.emerson@sportfive.com::37e63fb3-2916-40e6-9249-35ce2cdf7da9" providerId="AD" clId="Web-{0D473A7E-C4ED-38C6-938E-A75D6ED10A9C}" dt="2026-10-06T18:03:10.639" v="31"/>
          <ac:picMkLst>
            <pc:docMk/>
            <pc:sldMk cId="2986903611" sldId="2147483644"/>
            <ac:picMk id="18" creationId="{FFA1A687-760F-5922-8C0A-581E8CD18F00}"/>
          </ac:picMkLst>
        </pc:picChg>
        <pc:picChg chg="del">
          <ac:chgData name="EMERSON, Charlie" userId="S::charlie.emerson@sportfive.com::37e63fb3-2916-40e6-9249-35ce2cdf7da9" providerId="AD" clId="Web-{0D473A7E-C4ED-38C6-938E-A75D6ED10A9C}" dt="2026-10-06T18:03:10.639" v="19"/>
          <ac:picMkLst>
            <pc:docMk/>
            <pc:sldMk cId="2986903611" sldId="2147483644"/>
            <ac:picMk id="20" creationId="{C3DF5D92-81E8-4303-4B37-262BC7E30D3D}"/>
          </ac:picMkLst>
        </pc:picChg>
        <pc:picChg chg="del">
          <ac:chgData name="EMERSON, Charlie" userId="S::charlie.emerson@sportfive.com::37e63fb3-2916-40e6-9249-35ce2cdf7da9" providerId="AD" clId="Web-{0D473A7E-C4ED-38C6-938E-A75D6ED10A9C}" dt="2026-10-06T18:03:10.639" v="6"/>
          <ac:picMkLst>
            <pc:docMk/>
            <pc:sldMk cId="2986903611" sldId="2147483644"/>
            <ac:picMk id="22" creationId="{8844F884-B30A-C76C-40DD-A33C1425BFAE}"/>
          </ac:picMkLst>
        </pc:picChg>
        <pc:picChg chg="del">
          <ac:chgData name="EMERSON, Charlie" userId="S::charlie.emerson@sportfive.com::37e63fb3-2916-40e6-9249-35ce2cdf7da9" providerId="AD" clId="Web-{0D473A7E-C4ED-38C6-938E-A75D6ED10A9C}" dt="2026-10-06T18:03:10.639" v="17"/>
          <ac:picMkLst>
            <pc:docMk/>
            <pc:sldMk cId="2986903611" sldId="2147483644"/>
            <ac:picMk id="23" creationId="{2FEFB73F-9CAF-001F-84E7-1B69CF95BCE1}"/>
          </ac:picMkLst>
        </pc:picChg>
        <pc:picChg chg="del">
          <ac:chgData name="EMERSON, Charlie" userId="S::charlie.emerson@sportfive.com::37e63fb3-2916-40e6-9249-35ce2cdf7da9" providerId="AD" clId="Web-{0D473A7E-C4ED-38C6-938E-A75D6ED10A9C}" dt="2026-10-06T18:03:10.639" v="16"/>
          <ac:picMkLst>
            <pc:docMk/>
            <pc:sldMk cId="2986903611" sldId="2147483644"/>
            <ac:picMk id="24" creationId="{B12A3703-3349-3EE0-0FBE-3EF9B160B30B}"/>
          </ac:picMkLst>
        </pc:picChg>
        <pc:picChg chg="del">
          <ac:chgData name="EMERSON, Charlie" userId="S::charlie.emerson@sportfive.com::37e63fb3-2916-40e6-9249-35ce2cdf7da9" providerId="AD" clId="Web-{0D473A7E-C4ED-38C6-938E-A75D6ED10A9C}" dt="2026-10-06T18:03:10.639" v="15"/>
          <ac:picMkLst>
            <pc:docMk/>
            <pc:sldMk cId="2986903611" sldId="2147483644"/>
            <ac:picMk id="25" creationId="{A4693A56-33BB-C59A-6472-BAF6F33EF0A6}"/>
          </ac:picMkLst>
        </pc:picChg>
        <pc:picChg chg="del">
          <ac:chgData name="EMERSON, Charlie" userId="S::charlie.emerson@sportfive.com::37e63fb3-2916-40e6-9249-35ce2cdf7da9" providerId="AD" clId="Web-{0D473A7E-C4ED-38C6-938E-A75D6ED10A9C}" dt="2026-10-06T18:03:10.639" v="14"/>
          <ac:picMkLst>
            <pc:docMk/>
            <pc:sldMk cId="2986903611" sldId="2147483644"/>
            <ac:picMk id="26" creationId="{A26242D3-C26C-A124-EE81-5AA147AD43DA}"/>
          </ac:picMkLst>
        </pc:picChg>
        <pc:picChg chg="del">
          <ac:chgData name="EMERSON, Charlie" userId="S::charlie.emerson@sportfive.com::37e63fb3-2916-40e6-9249-35ce2cdf7da9" providerId="AD" clId="Web-{0D473A7E-C4ED-38C6-938E-A75D6ED10A9C}" dt="2026-10-06T18:03:10.639" v="13"/>
          <ac:picMkLst>
            <pc:docMk/>
            <pc:sldMk cId="2986903611" sldId="2147483644"/>
            <ac:picMk id="28" creationId="{3028DEED-98B1-44C9-8C55-EDD7318311A0}"/>
          </ac:picMkLst>
        </pc:picChg>
        <pc:picChg chg="del">
          <ac:chgData name="EMERSON, Charlie" userId="S::charlie.emerson@sportfive.com::37e63fb3-2916-40e6-9249-35ce2cdf7da9" providerId="AD" clId="Web-{0D473A7E-C4ED-38C6-938E-A75D6ED10A9C}" dt="2026-10-06T18:03:10.639" v="12"/>
          <ac:picMkLst>
            <pc:docMk/>
            <pc:sldMk cId="2986903611" sldId="2147483644"/>
            <ac:picMk id="29" creationId="{E1F0BFA4-7D38-1010-5012-25B6848F4989}"/>
          </ac:picMkLst>
        </pc:picChg>
        <pc:picChg chg="del">
          <ac:chgData name="EMERSON, Charlie" userId="S::charlie.emerson@sportfive.com::37e63fb3-2916-40e6-9249-35ce2cdf7da9" providerId="AD" clId="Web-{0D473A7E-C4ED-38C6-938E-A75D6ED10A9C}" dt="2026-10-06T18:03:10.639" v="11"/>
          <ac:picMkLst>
            <pc:docMk/>
            <pc:sldMk cId="2986903611" sldId="2147483644"/>
            <ac:picMk id="30" creationId="{CEC99A03-FBA5-ED76-56D5-4E45E82C35D3}"/>
          </ac:picMkLst>
        </pc:picChg>
        <pc:picChg chg="del">
          <ac:chgData name="EMERSON, Charlie" userId="S::charlie.emerson@sportfive.com::37e63fb3-2916-40e6-9249-35ce2cdf7da9" providerId="AD" clId="Web-{0D473A7E-C4ED-38C6-938E-A75D6ED10A9C}" dt="2026-10-06T18:03:10.639" v="5"/>
          <ac:picMkLst>
            <pc:docMk/>
            <pc:sldMk cId="2986903611" sldId="2147483644"/>
            <ac:picMk id="31" creationId="{01098B07-07AE-3FBD-35EC-D193D29D0A8A}"/>
          </ac:picMkLst>
        </pc:picChg>
        <pc:picChg chg="del">
          <ac:chgData name="EMERSON, Charlie" userId="S::charlie.emerson@sportfive.com::37e63fb3-2916-40e6-9249-35ce2cdf7da9" providerId="AD" clId="Web-{0D473A7E-C4ED-38C6-938E-A75D6ED10A9C}" dt="2026-10-06T18:03:10.639" v="10"/>
          <ac:picMkLst>
            <pc:docMk/>
            <pc:sldMk cId="2986903611" sldId="2147483644"/>
            <ac:picMk id="39" creationId="{145A7167-17C5-EAF5-D00C-5A3A8895FAEC}"/>
          </ac:picMkLst>
        </pc:picChg>
        <pc:picChg chg="add">
          <ac:chgData name="EMERSON, Charlie" userId="S::charlie.emerson@sportfive.com::37e63fb3-2916-40e6-9249-35ce2cdf7da9" providerId="AD" clId="Web-{0D473A7E-C4ED-38C6-938E-A75D6ED10A9C}" dt="2026-10-06T18:16:13.654" v="128"/>
          <ac:picMkLst>
            <pc:docMk/>
            <pc:sldMk cId="2986903611" sldId="2147483644"/>
            <ac:picMk id="63" creationId="{4062AEA6-CB0E-E8FA-566A-5AC1229A6257}"/>
          </ac:picMkLst>
        </pc:picChg>
        <pc:picChg chg="del">
          <ac:chgData name="EMERSON, Charlie" userId="S::charlie.emerson@sportfive.com::37e63fb3-2916-40e6-9249-35ce2cdf7da9" providerId="AD" clId="Web-{0D473A7E-C4ED-38C6-938E-A75D6ED10A9C}" dt="2026-10-06T18:03:10.639" v="30"/>
          <ac:picMkLst>
            <pc:docMk/>
            <pc:sldMk cId="2986903611" sldId="2147483644"/>
            <ac:picMk id="91" creationId="{4F1051C0-67F0-5BF6-2DD6-B22FC1F83487}"/>
          </ac:picMkLst>
        </pc:picChg>
        <pc:picChg chg="del">
          <ac:chgData name="EMERSON, Charlie" userId="S::charlie.emerson@sportfive.com::37e63fb3-2916-40e6-9249-35ce2cdf7da9" providerId="AD" clId="Web-{0D473A7E-C4ED-38C6-938E-A75D6ED10A9C}" dt="2026-10-06T18:03:10.639" v="28"/>
          <ac:picMkLst>
            <pc:docMk/>
            <pc:sldMk cId="2986903611" sldId="2147483644"/>
            <ac:picMk id="115" creationId="{BE8D228D-1E3E-E0D3-F653-0776B714C140}"/>
          </ac:picMkLst>
        </pc:picChg>
        <pc:picChg chg="del">
          <ac:chgData name="EMERSON, Charlie" userId="S::charlie.emerson@sportfive.com::37e63fb3-2916-40e6-9249-35ce2cdf7da9" providerId="AD" clId="Web-{0D473A7E-C4ED-38C6-938E-A75D6ED10A9C}" dt="2026-10-06T18:03:10.639" v="27"/>
          <ac:picMkLst>
            <pc:docMk/>
            <pc:sldMk cId="2986903611" sldId="2147483644"/>
            <ac:picMk id="118" creationId="{596E0A69-AE33-E5CC-16D8-4B78543EE653}"/>
          </ac:picMkLst>
        </pc:picChg>
        <pc:picChg chg="del">
          <ac:chgData name="EMERSON, Charlie" userId="S::charlie.emerson@sportfive.com::37e63fb3-2916-40e6-9249-35ce2cdf7da9" providerId="AD" clId="Web-{0D473A7E-C4ED-38C6-938E-A75D6ED10A9C}" dt="2026-10-06T18:03:10.639" v="26"/>
          <ac:picMkLst>
            <pc:docMk/>
            <pc:sldMk cId="2986903611" sldId="2147483644"/>
            <ac:picMk id="124" creationId="{1B29CA8F-BA0C-C1A6-6640-4A9BCBF79EEA}"/>
          </ac:picMkLst>
        </pc:picChg>
        <pc:picChg chg="del">
          <ac:chgData name="EMERSON, Charlie" userId="S::charlie.emerson@sportfive.com::37e63fb3-2916-40e6-9249-35ce2cdf7da9" providerId="AD" clId="Web-{0D473A7E-C4ED-38C6-938E-A75D6ED10A9C}" dt="2026-10-06T18:03:10.639" v="25"/>
          <ac:picMkLst>
            <pc:docMk/>
            <pc:sldMk cId="2986903611" sldId="2147483644"/>
            <ac:picMk id="125" creationId="{80548680-713C-4C1D-894E-A85C0702DB3F}"/>
          </ac:picMkLst>
        </pc:picChg>
        <pc:picChg chg="del">
          <ac:chgData name="EMERSON, Charlie" userId="S::charlie.emerson@sportfive.com::37e63fb3-2916-40e6-9249-35ce2cdf7da9" providerId="AD" clId="Web-{0D473A7E-C4ED-38C6-938E-A75D6ED10A9C}" dt="2026-10-06T18:03:10.639" v="24"/>
          <ac:picMkLst>
            <pc:docMk/>
            <pc:sldMk cId="2986903611" sldId="2147483644"/>
            <ac:picMk id="127" creationId="{D73A8EBB-BB0E-A339-4058-4BA88919553C}"/>
          </ac:picMkLst>
        </pc:picChg>
        <pc:picChg chg="del">
          <ac:chgData name="EMERSON, Charlie" userId="S::charlie.emerson@sportfive.com::37e63fb3-2916-40e6-9249-35ce2cdf7da9" providerId="AD" clId="Web-{0D473A7E-C4ED-38C6-938E-A75D6ED10A9C}" dt="2026-10-06T18:03:10.639" v="22"/>
          <ac:picMkLst>
            <pc:docMk/>
            <pc:sldMk cId="2986903611" sldId="2147483644"/>
            <ac:picMk id="1031" creationId="{7BFE81A3-B180-4E1F-C3E6-5531B1398DFB}"/>
          </ac:picMkLst>
        </pc:picChg>
        <pc:picChg chg="del">
          <ac:chgData name="EMERSON, Charlie" userId="S::charlie.emerson@sportfive.com::37e63fb3-2916-40e6-9249-35ce2cdf7da9" providerId="AD" clId="Web-{0D473A7E-C4ED-38C6-938E-A75D6ED10A9C}" dt="2026-10-06T18:03:10.639" v="21"/>
          <ac:picMkLst>
            <pc:docMk/>
            <pc:sldMk cId="2986903611" sldId="2147483644"/>
            <ac:picMk id="1039" creationId="{529BE4D9-6798-89CD-B86E-9E81871132D2}"/>
          </ac:picMkLst>
        </pc:picChg>
        <pc:picChg chg="del">
          <ac:chgData name="EMERSON, Charlie" userId="S::charlie.emerson@sportfive.com::37e63fb3-2916-40e6-9249-35ce2cdf7da9" providerId="AD" clId="Web-{0D473A7E-C4ED-38C6-938E-A75D6ED10A9C}" dt="2026-10-06T18:16:04.357" v="127"/>
          <ac:picMkLst>
            <pc:docMk/>
            <pc:sldMk cId="2986903611" sldId="2147483644"/>
            <ac:picMk id="2060" creationId="{6C8C41C0-003E-D270-1777-07214713CF3E}"/>
          </ac:picMkLst>
        </pc:picChg>
      </pc:sldChg>
      <pc:sldChg chg="addSp delSp add del">
        <pc:chgData name="EMERSON, Charlie" userId="S::charlie.emerson@sportfive.com::37e63fb3-2916-40e6-9249-35ce2cdf7da9" providerId="AD" clId="Web-{0D473A7E-C4ED-38C6-938E-A75D6ED10A9C}" dt="2026-10-06T18:37:15.818" v="469"/>
        <pc:sldMkLst>
          <pc:docMk/>
          <pc:sldMk cId="3120431249" sldId="2147483645"/>
        </pc:sldMkLst>
        <pc:spChg chg="add">
          <ac:chgData name="EMERSON, Charlie" userId="S::charlie.emerson@sportfive.com::37e63fb3-2916-40e6-9249-35ce2cdf7da9" providerId="AD" clId="Web-{0D473A7E-C4ED-38C6-938E-A75D6ED10A9C}" dt="2026-10-06T18:36:00.129" v="466"/>
          <ac:spMkLst>
            <pc:docMk/>
            <pc:sldMk cId="3120431249" sldId="2147483645"/>
            <ac:spMk id="9" creationId="{FE26F9D7-592D-26E2-ACFC-343B568D3A81}"/>
          </ac:spMkLst>
        </pc:spChg>
        <pc:spChg chg="del">
          <ac:chgData name="EMERSON, Charlie" userId="S::charlie.emerson@sportfive.com::37e63fb3-2916-40e6-9249-35ce2cdf7da9" providerId="AD" clId="Web-{0D473A7E-C4ED-38C6-938E-A75D6ED10A9C}" dt="2026-10-06T18:35:49.098" v="464"/>
          <ac:spMkLst>
            <pc:docMk/>
            <pc:sldMk cId="3120431249" sldId="2147483645"/>
            <ac:spMk id="14" creationId="{71CADBB5-B746-9DA7-DCB8-54A903F28BF7}"/>
          </ac:spMkLst>
        </pc:spChg>
        <pc:spChg chg="del">
          <ac:chgData name="EMERSON, Charlie" userId="S::charlie.emerson@sportfive.com::37e63fb3-2916-40e6-9249-35ce2cdf7da9" providerId="AD" clId="Web-{0D473A7E-C4ED-38C6-938E-A75D6ED10A9C}" dt="2026-10-06T18:35:52.942" v="465"/>
          <ac:spMkLst>
            <pc:docMk/>
            <pc:sldMk cId="3120431249" sldId="2147483645"/>
            <ac:spMk id="21" creationId="{C48696D1-CFE9-7412-36C6-E7874BD75C0A}"/>
          </ac:spMkLst>
        </pc:spChg>
        <pc:spChg chg="del">
          <ac:chgData name="EMERSON, Charlie" userId="S::charlie.emerson@sportfive.com::37e63fb3-2916-40e6-9249-35ce2cdf7da9" providerId="AD" clId="Web-{0D473A7E-C4ED-38C6-938E-A75D6ED10A9C}" dt="2026-10-06T18:35:49.098" v="463"/>
          <ac:spMkLst>
            <pc:docMk/>
            <pc:sldMk cId="3120431249" sldId="2147483645"/>
            <ac:spMk id="31" creationId="{7B7425F6-9B7D-5D8A-3826-CF15A341364A}"/>
          </ac:spMkLst>
        </pc:spChg>
        <pc:spChg chg="add">
          <ac:chgData name="EMERSON, Charlie" userId="S::charlie.emerson@sportfive.com::37e63fb3-2916-40e6-9249-35ce2cdf7da9" providerId="AD" clId="Web-{0D473A7E-C4ED-38C6-938E-A75D6ED10A9C}" dt="2026-10-06T18:36:00.160" v="467"/>
          <ac:spMkLst>
            <pc:docMk/>
            <pc:sldMk cId="3120431249" sldId="2147483645"/>
            <ac:spMk id="32" creationId="{BCB15F7D-5BF6-D17A-D67E-A688F15FE5C8}"/>
          </ac:spMkLst>
        </pc:spChg>
        <pc:spChg chg="add">
          <ac:chgData name="EMERSON, Charlie" userId="S::charlie.emerson@sportfive.com::37e63fb3-2916-40e6-9249-35ce2cdf7da9" providerId="AD" clId="Web-{0D473A7E-C4ED-38C6-938E-A75D6ED10A9C}" dt="2026-10-06T18:36:00.192" v="468"/>
          <ac:spMkLst>
            <pc:docMk/>
            <pc:sldMk cId="3120431249" sldId="2147483645"/>
            <ac:spMk id="46" creationId="{9A4BFB90-0D3F-6C74-42A9-28F4254F9D24}"/>
          </ac:spMkLst>
        </pc:spChg>
        <pc:picChg chg="del">
          <ac:chgData name="EMERSON, Charlie" userId="S::charlie.emerson@sportfive.com::37e63fb3-2916-40e6-9249-35ce2cdf7da9" providerId="AD" clId="Web-{0D473A7E-C4ED-38C6-938E-A75D6ED10A9C}" dt="2026-10-06T18:34:09.565" v="235"/>
          <ac:picMkLst>
            <pc:docMk/>
            <pc:sldMk cId="3120431249" sldId="2147483645"/>
            <ac:picMk id="37" creationId="{81F12EBF-83CF-7AB0-97F2-BEA444853C34}"/>
          </ac:picMkLst>
        </pc:picChg>
        <pc:picChg chg="del">
          <ac:chgData name="EMERSON, Charlie" userId="S::charlie.emerson@sportfive.com::37e63fb3-2916-40e6-9249-35ce2cdf7da9" providerId="AD" clId="Web-{0D473A7E-C4ED-38C6-938E-A75D6ED10A9C}" dt="2026-10-06T18:34:11.408" v="236"/>
          <ac:picMkLst>
            <pc:docMk/>
            <pc:sldMk cId="3120431249" sldId="2147483645"/>
            <ac:picMk id="38" creationId="{01BFC479-4407-9D79-60F6-250C0BB68440}"/>
          </ac:picMkLst>
        </pc:picChg>
      </pc:sldChg>
    </pc:docChg>
  </pc:docChgLst>
  <pc:docChgLst>
    <pc:chgData name="FARRANT, George" userId="S::george.farrant@sportfive.com::292a3dd9-394f-49b6-9ebd-9a7b08cf3045" providerId="AD" clId="Web-{497306EC-7731-8FEA-8B99-ED886ECCDDB2}"/>
    <pc:docChg chg="modSld">
      <pc:chgData name="FARRANT, George" userId="S::george.farrant@sportfive.com::292a3dd9-394f-49b6-9ebd-9a7b08cf3045" providerId="AD" clId="Web-{497306EC-7731-8FEA-8B99-ED886ECCDDB2}" dt="2026-10-07T13:29:32.799" v="1"/>
      <pc:docMkLst>
        <pc:docMk/>
      </pc:docMkLst>
      <pc:sldChg chg="modSp">
        <pc:chgData name="FARRANT, George" userId="S::george.farrant@sportfive.com::292a3dd9-394f-49b6-9ebd-9a7b08cf3045" providerId="AD" clId="Web-{497306EC-7731-8FEA-8B99-ED886ECCDDB2}" dt="2026-10-07T13:29:32.799" v="1"/>
        <pc:sldMkLst>
          <pc:docMk/>
          <pc:sldMk cId="0" sldId="277"/>
        </pc:sldMkLst>
        <pc:spChg chg="mod">
          <ac:chgData name="FARRANT, George" userId="S::george.farrant@sportfive.com::292a3dd9-394f-49b6-9ebd-9a7b08cf3045" providerId="AD" clId="Web-{497306EC-7731-8FEA-8B99-ED886ECCDDB2}" dt="2026-10-07T13:29:32.799" v="1"/>
          <ac:spMkLst>
            <pc:docMk/>
            <pc:sldMk cId="0" sldId="277"/>
            <ac:spMk id="49" creationId="{00000000-0000-0000-0000-000000000000}"/>
          </ac:spMkLst>
        </pc:spChg>
      </pc:sldChg>
      <pc:sldChg chg="modSp">
        <pc:chgData name="FARRANT, George" userId="S::george.farrant@sportfive.com::292a3dd9-394f-49b6-9ebd-9a7b08cf3045" providerId="AD" clId="Web-{497306EC-7731-8FEA-8B99-ED886ECCDDB2}" dt="2026-10-07T13:26:40.546" v="0"/>
        <pc:sldMkLst>
          <pc:docMk/>
          <pc:sldMk cId="0" sldId="2147483643"/>
        </pc:sldMkLst>
        <pc:spChg chg="mod">
          <ac:chgData name="FARRANT, George" userId="S::george.farrant@sportfive.com::292a3dd9-394f-49b6-9ebd-9a7b08cf3045" providerId="AD" clId="Web-{497306EC-7731-8FEA-8B99-ED886ECCDDB2}" dt="2026-10-07T13:26:40.546" v="0"/>
          <ac:spMkLst>
            <pc:docMk/>
            <pc:sldMk cId="0" sldId="2147483643"/>
            <ac:spMk id="3" creationId="{807AFFE3-82F1-69EF-79DD-A24510EDD626}"/>
          </ac:spMkLst>
        </pc:spChg>
      </pc:sldChg>
    </pc:docChg>
  </pc:docChgLst>
  <pc:docChgLst>
    <pc:chgData name="FARRANT, George" userId="S::george.farrant@sportfive.com::292a3dd9-394f-49b6-9ebd-9a7b08cf3045" providerId="AD" clId="Web-{A31D2C54-399A-D983-CEB0-BE93984BC729}"/>
    <pc:docChg chg="modSld">
      <pc:chgData name="FARRANT, George" userId="S::george.farrant@sportfive.com::292a3dd9-394f-49b6-9ebd-9a7b08cf3045" providerId="AD" clId="Web-{A31D2C54-399A-D983-CEB0-BE93984BC729}" dt="2026-10-06T18:08:34.196" v="7"/>
      <pc:docMkLst>
        <pc:docMk/>
      </pc:docMkLst>
      <pc:sldChg chg="addSp delSp modSp">
        <pc:chgData name="FARRANT, George" userId="S::george.farrant@sportfive.com::292a3dd9-394f-49b6-9ebd-9a7b08cf3045" providerId="AD" clId="Web-{A31D2C54-399A-D983-CEB0-BE93984BC729}" dt="2026-10-06T18:08:34.196" v="7"/>
        <pc:sldMkLst>
          <pc:docMk/>
          <pc:sldMk cId="3749954416" sldId="278"/>
        </pc:sldMkLst>
        <pc:spChg chg="del">
          <ac:chgData name="FARRANT, George" userId="S::george.farrant@sportfive.com::292a3dd9-394f-49b6-9ebd-9a7b08cf3045" providerId="AD" clId="Web-{A31D2C54-399A-D983-CEB0-BE93984BC729}" dt="2026-10-06T18:08:20.821" v="0"/>
          <ac:spMkLst>
            <pc:docMk/>
            <pc:sldMk cId="3749954416" sldId="278"/>
            <ac:spMk id="14" creationId="{71CADBB5-B746-9DA7-DCB8-54A903F28BF7}"/>
          </ac:spMkLst>
        </pc:spChg>
        <pc:spChg chg="mod">
          <ac:chgData name="FARRANT, George" userId="S::george.farrant@sportfive.com::292a3dd9-394f-49b6-9ebd-9a7b08cf3045" providerId="AD" clId="Web-{A31D2C54-399A-D983-CEB0-BE93984BC729}" dt="2026-10-06T18:08:32.571" v="5" actId="20577"/>
          <ac:spMkLst>
            <pc:docMk/>
            <pc:sldMk cId="3749954416" sldId="278"/>
            <ac:spMk id="31" creationId="{7B7425F6-9B7D-5D8A-3826-CF15A341364A}"/>
          </ac:spMkLst>
        </pc:spChg>
        <pc:spChg chg="add">
          <ac:chgData name="FARRANT, George" userId="S::george.farrant@sportfive.com::292a3dd9-394f-49b6-9ebd-9a7b08cf3045" providerId="AD" clId="Web-{A31D2C54-399A-D983-CEB0-BE93984BC729}" dt="2026-10-06T18:08:34.196" v="7"/>
          <ac:spMkLst>
            <pc:docMk/>
            <pc:sldMk cId="3749954416" sldId="278"/>
            <ac:spMk id="32" creationId="{60668B1D-8CE1-65C1-FB7C-AC94932EEAAE}"/>
          </ac:spMkLst>
        </pc:spChg>
        <pc:picChg chg="add">
          <ac:chgData name="FARRANT, George" userId="S::george.farrant@sportfive.com::292a3dd9-394f-49b6-9ebd-9a7b08cf3045" providerId="AD" clId="Web-{A31D2C54-399A-D983-CEB0-BE93984BC729}" dt="2026-10-06T18:08:34.164" v="6"/>
          <ac:picMkLst>
            <pc:docMk/>
            <pc:sldMk cId="3749954416" sldId="278"/>
            <ac:picMk id="9" creationId="{A5089C6F-E0AC-0D1F-30BD-A9005FD4BCF9}"/>
          </ac:picMkLst>
        </pc:picChg>
        <pc:picChg chg="del">
          <ac:chgData name="FARRANT, George" userId="S::george.farrant@sportfive.com::292a3dd9-394f-49b6-9ebd-9a7b08cf3045" providerId="AD" clId="Web-{A31D2C54-399A-D983-CEB0-BE93984BC729}" dt="2026-10-06T18:08:26.024" v="3"/>
          <ac:picMkLst>
            <pc:docMk/>
            <pc:sldMk cId="3749954416" sldId="278"/>
            <ac:picMk id="33" creationId="{0FE22899-031C-0A33-7B6C-A4C1DC78BDCA}"/>
          </ac:picMkLst>
        </pc:picChg>
        <pc:picChg chg="del">
          <ac:chgData name="FARRANT, George" userId="S::george.farrant@sportfive.com::292a3dd9-394f-49b6-9ebd-9a7b08cf3045" providerId="AD" clId="Web-{A31D2C54-399A-D983-CEB0-BE93984BC729}" dt="2026-10-06T18:08:24.555" v="2"/>
          <ac:picMkLst>
            <pc:docMk/>
            <pc:sldMk cId="3749954416" sldId="278"/>
            <ac:picMk id="37" creationId="{81F12EBF-83CF-7AB0-97F2-BEA444853C34}"/>
          </ac:picMkLst>
        </pc:picChg>
        <pc:picChg chg="del">
          <ac:chgData name="FARRANT, George" userId="S::george.farrant@sportfive.com::292a3dd9-394f-49b6-9ebd-9a7b08cf3045" providerId="AD" clId="Web-{A31D2C54-399A-D983-CEB0-BE93984BC729}" dt="2026-10-06T18:08:23.118" v="1"/>
          <ac:picMkLst>
            <pc:docMk/>
            <pc:sldMk cId="3749954416" sldId="278"/>
            <ac:picMk id="38" creationId="{01BFC479-4407-9D79-60F6-250C0BB68440}"/>
          </ac:picMkLst>
        </pc:picChg>
      </pc:sldChg>
    </pc:docChg>
  </pc:docChgLst>
  <pc:docChgLst>
    <pc:chgData name="FARRANT, George" userId="292a3dd9-394f-49b6-9ebd-9a7b08cf3045" providerId="ADAL" clId="{CDEB4591-9A94-5E5C-8A16-CB5EF7BB494C}"/>
    <pc:docChg chg="custSel addSld delSld modSld sldOrd addMainMaster delMainMaster modMainMaster modSection modNotesMaster">
      <pc:chgData name="FARRANT, George" userId="292a3dd9-394f-49b6-9ebd-9a7b08cf3045" providerId="ADAL" clId="{CDEB4591-9A94-5E5C-8A16-CB5EF7BB494C}" dt="2026-10-06T18:22:16.409" v="201" actId="729"/>
      <pc:docMkLst>
        <pc:docMk/>
      </pc:docMkLst>
      <pc:sldChg chg="delSp mod modClrScheme chgLayout">
        <pc:chgData name="FARRANT, George" userId="292a3dd9-394f-49b6-9ebd-9a7b08cf3045" providerId="ADAL" clId="{CDEB4591-9A94-5E5C-8A16-CB5EF7BB494C}" dt="2026-10-06T18:20:58.845" v="197" actId="26606"/>
        <pc:sldMkLst>
          <pc:docMk/>
          <pc:sldMk cId="0" sldId="256"/>
        </pc:sldMkLst>
        <pc:spChg chg="del">
          <ac:chgData name="FARRANT, George" userId="292a3dd9-394f-49b6-9ebd-9a7b08cf3045" providerId="ADAL" clId="{CDEB4591-9A94-5E5C-8A16-CB5EF7BB494C}" dt="2026-10-06T18:20:58.845" v="197" actId="26606"/>
          <ac:spMkLst>
            <pc:docMk/>
            <pc:sldMk cId="0" sldId="256"/>
            <ac:spMk id="14" creationId="{EB4795DD-C27D-678B-7028-E6BF8715F496}"/>
          </ac:spMkLst>
        </pc:spChg>
      </pc:sldChg>
      <pc:sldChg chg="del">
        <pc:chgData name="FARRANT, George" userId="292a3dd9-394f-49b6-9ebd-9a7b08cf3045" providerId="ADAL" clId="{CDEB4591-9A94-5E5C-8A16-CB5EF7BB494C}" dt="2026-10-05T18:50:33.377" v="18" actId="2696"/>
        <pc:sldMkLst>
          <pc:docMk/>
          <pc:sldMk cId="0" sldId="257"/>
        </pc:sldMkLst>
      </pc:sldChg>
      <pc:sldChg chg="del">
        <pc:chgData name="FARRANT, George" userId="292a3dd9-394f-49b6-9ebd-9a7b08cf3045" providerId="ADAL" clId="{CDEB4591-9A94-5E5C-8A16-CB5EF7BB494C}" dt="2026-10-05T18:50:19.426" v="6" actId="2696"/>
        <pc:sldMkLst>
          <pc:docMk/>
          <pc:sldMk cId="0" sldId="258"/>
        </pc:sldMkLst>
      </pc:sldChg>
      <pc:sldChg chg="del">
        <pc:chgData name="FARRANT, George" userId="292a3dd9-394f-49b6-9ebd-9a7b08cf3045" providerId="ADAL" clId="{CDEB4591-9A94-5E5C-8A16-CB5EF7BB494C}" dt="2026-10-05T18:50:13.250" v="0" actId="2696"/>
        <pc:sldMkLst>
          <pc:docMk/>
          <pc:sldMk cId="146674417" sldId="259"/>
        </pc:sldMkLst>
      </pc:sldChg>
      <pc:sldChg chg="del">
        <pc:chgData name="FARRANT, George" userId="292a3dd9-394f-49b6-9ebd-9a7b08cf3045" providerId="ADAL" clId="{CDEB4591-9A94-5E5C-8A16-CB5EF7BB494C}" dt="2026-10-05T18:50:32.460" v="16" actId="2696"/>
        <pc:sldMkLst>
          <pc:docMk/>
          <pc:sldMk cId="0" sldId="260"/>
        </pc:sldMkLst>
      </pc:sldChg>
      <pc:sldChg chg="del">
        <pc:chgData name="FARRANT, George" userId="292a3dd9-394f-49b6-9ebd-9a7b08cf3045" providerId="ADAL" clId="{CDEB4591-9A94-5E5C-8A16-CB5EF7BB494C}" dt="2026-10-05T18:50:55.488" v="22" actId="2696"/>
        <pc:sldMkLst>
          <pc:docMk/>
          <pc:sldMk cId="4048089021" sldId="261"/>
        </pc:sldMkLst>
      </pc:sldChg>
      <pc:sldChg chg="del">
        <pc:chgData name="FARRANT, George" userId="292a3dd9-394f-49b6-9ebd-9a7b08cf3045" providerId="ADAL" clId="{CDEB4591-9A94-5E5C-8A16-CB5EF7BB494C}" dt="2026-10-05T18:50:32.930" v="17" actId="2696"/>
        <pc:sldMkLst>
          <pc:docMk/>
          <pc:sldMk cId="2406326122" sldId="262"/>
        </pc:sldMkLst>
      </pc:sldChg>
      <pc:sldChg chg="del">
        <pc:chgData name="FARRANT, George" userId="292a3dd9-394f-49b6-9ebd-9a7b08cf3045" providerId="ADAL" clId="{CDEB4591-9A94-5E5C-8A16-CB5EF7BB494C}" dt="2026-10-05T18:50:16.424" v="3" actId="2696"/>
        <pc:sldMkLst>
          <pc:docMk/>
          <pc:sldMk cId="4208189078" sldId="263"/>
        </pc:sldMkLst>
      </pc:sldChg>
      <pc:sldChg chg="del">
        <pc:chgData name="FARRANT, George" userId="292a3dd9-394f-49b6-9ebd-9a7b08cf3045" providerId="ADAL" clId="{CDEB4591-9A94-5E5C-8A16-CB5EF7BB494C}" dt="2026-10-05T18:50:58.577" v="23" actId="2696"/>
        <pc:sldMkLst>
          <pc:docMk/>
          <pc:sldMk cId="2891301418" sldId="264"/>
        </pc:sldMkLst>
      </pc:sldChg>
      <pc:sldChg chg="del">
        <pc:chgData name="FARRANT, George" userId="292a3dd9-394f-49b6-9ebd-9a7b08cf3045" providerId="ADAL" clId="{CDEB4591-9A94-5E5C-8A16-CB5EF7BB494C}" dt="2026-10-05T18:50:27.427" v="11" actId="2696"/>
        <pc:sldMkLst>
          <pc:docMk/>
          <pc:sldMk cId="0" sldId="265"/>
        </pc:sldMkLst>
      </pc:sldChg>
      <pc:sldChg chg="del">
        <pc:chgData name="FARRANT, George" userId="292a3dd9-394f-49b6-9ebd-9a7b08cf3045" providerId="ADAL" clId="{CDEB4591-9A94-5E5C-8A16-CB5EF7BB494C}" dt="2026-10-05T18:50:22.391" v="9" actId="2696"/>
        <pc:sldMkLst>
          <pc:docMk/>
          <pc:sldMk cId="3915920241" sldId="266"/>
        </pc:sldMkLst>
      </pc:sldChg>
      <pc:sldChg chg="delSp mod modClrScheme chgLayout">
        <pc:chgData name="FARRANT, George" userId="292a3dd9-394f-49b6-9ebd-9a7b08cf3045" providerId="ADAL" clId="{CDEB4591-9A94-5E5C-8A16-CB5EF7BB494C}" dt="2026-10-06T18:20:58.845" v="197" actId="26606"/>
        <pc:sldMkLst>
          <pc:docMk/>
          <pc:sldMk cId="0" sldId="267"/>
        </pc:sldMkLst>
        <pc:spChg chg="del">
          <ac:chgData name="FARRANT, George" userId="292a3dd9-394f-49b6-9ebd-9a7b08cf3045" providerId="ADAL" clId="{CDEB4591-9A94-5E5C-8A16-CB5EF7BB494C}" dt="2026-10-06T18:20:58.845" v="197" actId="26606"/>
          <ac:spMkLst>
            <pc:docMk/>
            <pc:sldMk cId="0" sldId="267"/>
            <ac:spMk id="3" creationId="{80020F4F-84B9-72A7-4EE4-98340F7AEDAC}"/>
          </ac:spMkLst>
        </pc:spChg>
      </pc:sldChg>
      <pc:sldChg chg="del">
        <pc:chgData name="FARRANT, George" userId="292a3dd9-394f-49b6-9ebd-9a7b08cf3045" providerId="ADAL" clId="{CDEB4591-9A94-5E5C-8A16-CB5EF7BB494C}" dt="2026-10-05T18:50:20.010" v="7" actId="2696"/>
        <pc:sldMkLst>
          <pc:docMk/>
          <pc:sldMk cId="1232683940" sldId="268"/>
        </pc:sldMkLst>
      </pc:sldChg>
      <pc:sldChg chg="del">
        <pc:chgData name="FARRANT, George" userId="292a3dd9-394f-49b6-9ebd-9a7b08cf3045" providerId="ADAL" clId="{CDEB4591-9A94-5E5C-8A16-CB5EF7BB494C}" dt="2026-10-05T18:50:33.885" v="19" actId="2696"/>
        <pc:sldMkLst>
          <pc:docMk/>
          <pc:sldMk cId="0" sldId="269"/>
        </pc:sldMkLst>
      </pc:sldChg>
      <pc:sldChg chg="del">
        <pc:chgData name="FARRANT, George" userId="292a3dd9-394f-49b6-9ebd-9a7b08cf3045" providerId="ADAL" clId="{CDEB4591-9A94-5E5C-8A16-CB5EF7BB494C}" dt="2026-10-05T18:50:34.722" v="20" actId="2696"/>
        <pc:sldMkLst>
          <pc:docMk/>
          <pc:sldMk cId="0" sldId="270"/>
        </pc:sldMkLst>
      </pc:sldChg>
      <pc:sldChg chg="delSp modSp mod modClrScheme chgLayout">
        <pc:chgData name="FARRANT, George" userId="292a3dd9-394f-49b6-9ebd-9a7b08cf3045" providerId="ADAL" clId="{CDEB4591-9A94-5E5C-8A16-CB5EF7BB494C}" dt="2026-10-06T18:21:21.194" v="199" actId="26606"/>
        <pc:sldMkLst>
          <pc:docMk/>
          <pc:sldMk cId="2246056461" sldId="271"/>
        </pc:sldMkLst>
        <pc:spChg chg="mod">
          <ac:chgData name="FARRANT, George" userId="292a3dd9-394f-49b6-9ebd-9a7b08cf3045" providerId="ADAL" clId="{CDEB4591-9A94-5E5C-8A16-CB5EF7BB494C}" dt="2026-10-06T18:11:55.136" v="119" actId="113"/>
          <ac:spMkLst>
            <pc:docMk/>
            <pc:sldMk cId="2246056461" sldId="271"/>
            <ac:spMk id="4" creationId="{03B6D3C5-E63D-BC2B-DA0C-7061C6CCB5BB}"/>
          </ac:spMkLst>
        </pc:spChg>
        <pc:spChg chg="del">
          <ac:chgData name="FARRANT, George" userId="292a3dd9-394f-49b6-9ebd-9a7b08cf3045" providerId="ADAL" clId="{CDEB4591-9A94-5E5C-8A16-CB5EF7BB494C}" dt="2026-10-06T18:20:58.845" v="197" actId="26606"/>
          <ac:spMkLst>
            <pc:docMk/>
            <pc:sldMk cId="2246056461" sldId="271"/>
            <ac:spMk id="16" creationId="{7E40AF6F-CF19-F4EF-FB57-9F152EA5858B}"/>
          </ac:spMkLst>
        </pc:spChg>
        <pc:graphicFrameChg chg="mod">
          <ac:chgData name="FARRANT, George" userId="292a3dd9-394f-49b6-9ebd-9a7b08cf3045" providerId="ADAL" clId="{CDEB4591-9A94-5E5C-8A16-CB5EF7BB494C}" dt="2026-10-06T18:21:21.194" v="199" actId="26606"/>
          <ac:graphicFrameMkLst>
            <pc:docMk/>
            <pc:sldMk cId="2246056461" sldId="271"/>
            <ac:graphicFrameMk id="20" creationId="{00000000-0000-0000-0000-000000000000}"/>
          </ac:graphicFrameMkLst>
        </pc:graphicFrameChg>
      </pc:sldChg>
      <pc:sldChg chg="del">
        <pc:chgData name="FARRANT, George" userId="292a3dd9-394f-49b6-9ebd-9a7b08cf3045" providerId="ADAL" clId="{CDEB4591-9A94-5E5C-8A16-CB5EF7BB494C}" dt="2026-10-05T18:50:28.215" v="12" actId="2696"/>
        <pc:sldMkLst>
          <pc:docMk/>
          <pc:sldMk cId="1142086026" sldId="272"/>
        </pc:sldMkLst>
      </pc:sldChg>
      <pc:sldChg chg="delSp mod">
        <pc:chgData name="FARRANT, George" userId="292a3dd9-394f-49b6-9ebd-9a7b08cf3045" providerId="ADAL" clId="{CDEB4591-9A94-5E5C-8A16-CB5EF7BB494C}" dt="2026-10-06T18:20:58.845" v="197" actId="26606"/>
        <pc:sldMkLst>
          <pc:docMk/>
          <pc:sldMk cId="3032900411" sldId="273"/>
        </pc:sldMkLst>
        <pc:spChg chg="del">
          <ac:chgData name="FARRANT, George" userId="292a3dd9-394f-49b6-9ebd-9a7b08cf3045" providerId="ADAL" clId="{CDEB4591-9A94-5E5C-8A16-CB5EF7BB494C}" dt="2026-10-06T18:20:58.845" v="197" actId="26606"/>
          <ac:spMkLst>
            <pc:docMk/>
            <pc:sldMk cId="3032900411" sldId="273"/>
            <ac:spMk id="13" creationId="{950BD567-E30F-66F8-2C8B-8F94CA74E175}"/>
          </ac:spMkLst>
        </pc:spChg>
      </pc:sldChg>
      <pc:sldChg chg="del">
        <pc:chgData name="FARRANT, George" userId="292a3dd9-394f-49b6-9ebd-9a7b08cf3045" providerId="ADAL" clId="{CDEB4591-9A94-5E5C-8A16-CB5EF7BB494C}" dt="2026-10-05T18:50:20.662" v="8" actId="2696"/>
        <pc:sldMkLst>
          <pc:docMk/>
          <pc:sldMk cId="2719789842" sldId="274"/>
        </pc:sldMkLst>
      </pc:sldChg>
      <pc:sldChg chg="del">
        <pc:chgData name="FARRANT, George" userId="292a3dd9-394f-49b6-9ebd-9a7b08cf3045" providerId="ADAL" clId="{CDEB4591-9A94-5E5C-8A16-CB5EF7BB494C}" dt="2026-10-05T18:50:15.179" v="2" actId="2696"/>
        <pc:sldMkLst>
          <pc:docMk/>
          <pc:sldMk cId="3838622280" sldId="275"/>
        </pc:sldMkLst>
      </pc:sldChg>
      <pc:sldChg chg="delSp mod modClrScheme chgLayout">
        <pc:chgData name="FARRANT, George" userId="292a3dd9-394f-49b6-9ebd-9a7b08cf3045" providerId="ADAL" clId="{CDEB4591-9A94-5E5C-8A16-CB5EF7BB494C}" dt="2026-10-06T18:20:58.845" v="197" actId="26606"/>
        <pc:sldMkLst>
          <pc:docMk/>
          <pc:sldMk cId="144992930" sldId="276"/>
        </pc:sldMkLst>
        <pc:spChg chg="del">
          <ac:chgData name="FARRANT, George" userId="292a3dd9-394f-49b6-9ebd-9a7b08cf3045" providerId="ADAL" clId="{CDEB4591-9A94-5E5C-8A16-CB5EF7BB494C}" dt="2026-10-06T18:20:58.845" v="197" actId="26606"/>
          <ac:spMkLst>
            <pc:docMk/>
            <pc:sldMk cId="144992930" sldId="276"/>
            <ac:spMk id="25" creationId="{B980BDB1-BF6B-174E-A60E-6444A892AB23}"/>
          </ac:spMkLst>
        </pc:spChg>
      </pc:sldChg>
      <pc:sldChg chg="addSp delSp modSp mod modClrScheme chgLayout">
        <pc:chgData name="FARRANT, George" userId="292a3dd9-394f-49b6-9ebd-9a7b08cf3045" providerId="ADAL" clId="{CDEB4591-9A94-5E5C-8A16-CB5EF7BB494C}" dt="2026-10-06T18:20:58.845" v="197" actId="26606"/>
        <pc:sldMkLst>
          <pc:docMk/>
          <pc:sldMk cId="0" sldId="277"/>
        </pc:sldMkLst>
        <pc:spChg chg="add del mod">
          <ac:chgData name="FARRANT, George" userId="292a3dd9-394f-49b6-9ebd-9a7b08cf3045" providerId="ADAL" clId="{CDEB4591-9A94-5E5C-8A16-CB5EF7BB494C}" dt="2026-10-06T18:09:05.492" v="36" actId="478"/>
          <ac:spMkLst>
            <pc:docMk/>
            <pc:sldMk cId="0" sldId="277"/>
            <ac:spMk id="3" creationId="{5A5C2E7B-F002-C619-54D3-3ADC4ADD9A17}"/>
          </ac:spMkLst>
        </pc:spChg>
        <pc:spChg chg="add mod">
          <ac:chgData name="FARRANT, George" userId="292a3dd9-394f-49b6-9ebd-9a7b08cf3045" providerId="ADAL" clId="{CDEB4591-9A94-5E5C-8A16-CB5EF7BB494C}" dt="2026-10-06T18:09:04.039" v="35"/>
          <ac:spMkLst>
            <pc:docMk/>
            <pc:sldMk cId="0" sldId="277"/>
            <ac:spMk id="4" creationId="{23F3ABF1-B32C-5074-A00B-CB7CD79706E5}"/>
          </ac:spMkLst>
        </pc:spChg>
        <pc:spChg chg="add mod">
          <ac:chgData name="FARRANT, George" userId="292a3dd9-394f-49b6-9ebd-9a7b08cf3045" providerId="ADAL" clId="{CDEB4591-9A94-5E5C-8A16-CB5EF7BB494C}" dt="2026-10-06T18:09:39.216" v="46" actId="1076"/>
          <ac:spMkLst>
            <pc:docMk/>
            <pc:sldMk cId="0" sldId="277"/>
            <ac:spMk id="6" creationId="{F303E1B1-F0B3-052B-A1B0-209368B1FA61}"/>
          </ac:spMkLst>
        </pc:spChg>
        <pc:spChg chg="add mod">
          <ac:chgData name="FARRANT, George" userId="292a3dd9-394f-49b6-9ebd-9a7b08cf3045" providerId="ADAL" clId="{CDEB4591-9A94-5E5C-8A16-CB5EF7BB494C}" dt="2026-10-06T18:09:39.216" v="46" actId="1076"/>
          <ac:spMkLst>
            <pc:docMk/>
            <pc:sldMk cId="0" sldId="277"/>
            <ac:spMk id="7" creationId="{6E4370CF-912A-31EA-46B2-719DA8712055}"/>
          </ac:spMkLst>
        </pc:spChg>
        <pc:spChg chg="del">
          <ac:chgData name="FARRANT, George" userId="292a3dd9-394f-49b6-9ebd-9a7b08cf3045" providerId="ADAL" clId="{CDEB4591-9A94-5E5C-8A16-CB5EF7BB494C}" dt="2026-10-06T18:20:58.845" v="197" actId="26606"/>
          <ac:spMkLst>
            <pc:docMk/>
            <pc:sldMk cId="0" sldId="277"/>
            <ac:spMk id="99" creationId="{00000000-0000-0000-0000-000000000000}"/>
          </ac:spMkLst>
        </pc:spChg>
        <pc:picChg chg="add del mod">
          <ac:chgData name="FARRANT, George" userId="292a3dd9-394f-49b6-9ebd-9a7b08cf3045" providerId="ADAL" clId="{CDEB4591-9A94-5E5C-8A16-CB5EF7BB494C}" dt="2026-10-06T18:09:06.940" v="37" actId="478"/>
          <ac:picMkLst>
            <pc:docMk/>
            <pc:sldMk cId="0" sldId="277"/>
            <ac:picMk id="2" creationId="{00B27685-4565-2197-1907-8C331E239B89}"/>
          </ac:picMkLst>
        </pc:picChg>
        <pc:picChg chg="add mod">
          <ac:chgData name="FARRANT, George" userId="292a3dd9-394f-49b6-9ebd-9a7b08cf3045" providerId="ADAL" clId="{CDEB4591-9A94-5E5C-8A16-CB5EF7BB494C}" dt="2026-10-06T18:09:04.039" v="35"/>
          <ac:picMkLst>
            <pc:docMk/>
            <pc:sldMk cId="0" sldId="277"/>
            <ac:picMk id="5" creationId="{9C7E1A06-663D-3CC3-413C-67A4307DF296}"/>
          </ac:picMkLst>
        </pc:picChg>
      </pc:sldChg>
      <pc:sldChg chg="addSp delSp modSp mod">
        <pc:chgData name="FARRANT, George" userId="292a3dd9-394f-49b6-9ebd-9a7b08cf3045" providerId="ADAL" clId="{CDEB4591-9A94-5E5C-8A16-CB5EF7BB494C}" dt="2026-10-06T18:11:25.849" v="118" actId="403"/>
        <pc:sldMkLst>
          <pc:docMk/>
          <pc:sldMk cId="3749954416" sldId="278"/>
        </pc:sldMkLst>
        <pc:spChg chg="add mod">
          <ac:chgData name="FARRANT, George" userId="292a3dd9-394f-49b6-9ebd-9a7b08cf3045" providerId="ADAL" clId="{CDEB4591-9A94-5E5C-8A16-CB5EF7BB494C}" dt="2026-10-06T18:09:33.224" v="44"/>
          <ac:spMkLst>
            <pc:docMk/>
            <pc:sldMk cId="3749954416" sldId="278"/>
            <ac:spMk id="8" creationId="{BF6D601D-E833-0F35-728A-2BEB91663E7F}"/>
          </ac:spMkLst>
        </pc:spChg>
        <pc:spChg chg="add mod">
          <ac:chgData name="FARRANT, George" userId="292a3dd9-394f-49b6-9ebd-9a7b08cf3045" providerId="ADAL" clId="{CDEB4591-9A94-5E5C-8A16-CB5EF7BB494C}" dt="2026-10-06T18:09:33.224" v="44"/>
          <ac:spMkLst>
            <pc:docMk/>
            <pc:sldMk cId="3749954416" sldId="278"/>
            <ac:spMk id="11" creationId="{A3772427-03F5-5667-1D40-700653730947}"/>
          </ac:spMkLst>
        </pc:spChg>
        <pc:spChg chg="del">
          <ac:chgData name="FARRANT, George" userId="292a3dd9-394f-49b6-9ebd-9a7b08cf3045" providerId="ADAL" clId="{CDEB4591-9A94-5E5C-8A16-CB5EF7BB494C}" dt="2026-10-06T18:09:25.194" v="43" actId="478"/>
          <ac:spMkLst>
            <pc:docMk/>
            <pc:sldMk cId="3749954416" sldId="278"/>
            <ac:spMk id="21" creationId="{C48696D1-CFE9-7412-36C6-E7874BD75C0A}"/>
          </ac:spMkLst>
        </pc:spChg>
        <pc:spChg chg="mod">
          <ac:chgData name="FARRANT, George" userId="292a3dd9-394f-49b6-9ebd-9a7b08cf3045" providerId="ADAL" clId="{CDEB4591-9A94-5E5C-8A16-CB5EF7BB494C}" dt="2026-10-06T18:11:25.849" v="118" actId="403"/>
          <ac:spMkLst>
            <pc:docMk/>
            <pc:sldMk cId="3749954416" sldId="278"/>
            <ac:spMk id="31" creationId="{7B7425F6-9B7D-5D8A-3826-CF15A341364A}"/>
          </ac:spMkLst>
        </pc:spChg>
      </pc:sldChg>
      <pc:sldChg chg="del">
        <pc:chgData name="FARRANT, George" userId="292a3dd9-394f-49b6-9ebd-9a7b08cf3045" providerId="ADAL" clId="{CDEB4591-9A94-5E5C-8A16-CB5EF7BB494C}" dt="2026-10-05T18:50:32.076" v="15" actId="2696"/>
        <pc:sldMkLst>
          <pc:docMk/>
          <pc:sldMk cId="2412035266" sldId="280"/>
        </pc:sldMkLst>
      </pc:sldChg>
      <pc:sldChg chg="delSp mod ord modClrScheme modShow chgLayout">
        <pc:chgData name="FARRANT, George" userId="292a3dd9-394f-49b6-9ebd-9a7b08cf3045" providerId="ADAL" clId="{CDEB4591-9A94-5E5C-8A16-CB5EF7BB494C}" dt="2026-10-06T18:22:16.409" v="201" actId="729"/>
        <pc:sldMkLst>
          <pc:docMk/>
          <pc:sldMk cId="0" sldId="281"/>
        </pc:sldMkLst>
        <pc:spChg chg="del">
          <ac:chgData name="FARRANT, George" userId="292a3dd9-394f-49b6-9ebd-9a7b08cf3045" providerId="ADAL" clId="{CDEB4591-9A94-5E5C-8A16-CB5EF7BB494C}" dt="2026-10-06T18:20:58.845" v="197" actId="26606"/>
          <ac:spMkLst>
            <pc:docMk/>
            <pc:sldMk cId="0" sldId="281"/>
            <ac:spMk id="2" creationId="{80020F4F-84B9-72A7-4EE4-98340F7AEDAC}"/>
          </ac:spMkLst>
        </pc:spChg>
      </pc:sldChg>
      <pc:sldChg chg="delSp mod modClrScheme chgLayout">
        <pc:chgData name="FARRANT, George" userId="292a3dd9-394f-49b6-9ebd-9a7b08cf3045" providerId="ADAL" clId="{CDEB4591-9A94-5E5C-8A16-CB5EF7BB494C}" dt="2026-10-06T18:20:58.845" v="197" actId="26606"/>
        <pc:sldMkLst>
          <pc:docMk/>
          <pc:sldMk cId="2900599459" sldId="283"/>
        </pc:sldMkLst>
        <pc:spChg chg="del">
          <ac:chgData name="FARRANT, George" userId="292a3dd9-394f-49b6-9ebd-9a7b08cf3045" providerId="ADAL" clId="{CDEB4591-9A94-5E5C-8A16-CB5EF7BB494C}" dt="2026-10-06T18:20:58.845" v="197" actId="26606"/>
          <ac:spMkLst>
            <pc:docMk/>
            <pc:sldMk cId="2900599459" sldId="283"/>
            <ac:spMk id="26" creationId="{64A8574F-977C-B95E-A48B-D37BB6B48E5E}"/>
          </ac:spMkLst>
        </pc:spChg>
      </pc:sldChg>
      <pc:sldChg chg="delSp mod modClrScheme chgLayout">
        <pc:chgData name="FARRANT, George" userId="292a3dd9-394f-49b6-9ebd-9a7b08cf3045" providerId="ADAL" clId="{CDEB4591-9A94-5E5C-8A16-CB5EF7BB494C}" dt="2026-10-06T18:20:58.845" v="197" actId="26606"/>
        <pc:sldMkLst>
          <pc:docMk/>
          <pc:sldMk cId="1161008042" sldId="284"/>
        </pc:sldMkLst>
        <pc:spChg chg="del">
          <ac:chgData name="FARRANT, George" userId="292a3dd9-394f-49b6-9ebd-9a7b08cf3045" providerId="ADAL" clId="{CDEB4591-9A94-5E5C-8A16-CB5EF7BB494C}" dt="2026-10-06T18:20:58.845" v="197" actId="26606"/>
          <ac:spMkLst>
            <pc:docMk/>
            <pc:sldMk cId="1161008042" sldId="284"/>
            <ac:spMk id="27" creationId="{FFDF947D-FE2F-827D-83AF-989492471B0F}"/>
          </ac:spMkLst>
        </pc:spChg>
      </pc:sldChg>
      <pc:sldChg chg="del">
        <pc:chgData name="FARRANT, George" userId="292a3dd9-394f-49b6-9ebd-9a7b08cf3045" providerId="ADAL" clId="{CDEB4591-9A94-5E5C-8A16-CB5EF7BB494C}" dt="2026-10-05T18:50:22.776" v="10" actId="2696"/>
        <pc:sldMkLst>
          <pc:docMk/>
          <pc:sldMk cId="1353209130" sldId="285"/>
        </pc:sldMkLst>
      </pc:sldChg>
      <pc:sldChg chg="del">
        <pc:chgData name="FARRANT, George" userId="292a3dd9-394f-49b6-9ebd-9a7b08cf3045" providerId="ADAL" clId="{CDEB4591-9A94-5E5C-8A16-CB5EF7BB494C}" dt="2026-10-05T18:50:14.191" v="1" actId="2696"/>
        <pc:sldMkLst>
          <pc:docMk/>
          <pc:sldMk cId="1910232782" sldId="2147476448"/>
        </pc:sldMkLst>
      </pc:sldChg>
      <pc:sldChg chg="del">
        <pc:chgData name="FARRANT, George" userId="292a3dd9-394f-49b6-9ebd-9a7b08cf3045" providerId="ADAL" clId="{CDEB4591-9A94-5E5C-8A16-CB5EF7BB494C}" dt="2026-10-05T18:50:29.370" v="14" actId="2696"/>
        <pc:sldMkLst>
          <pc:docMk/>
          <pc:sldMk cId="2626997722" sldId="2147476465"/>
        </pc:sldMkLst>
      </pc:sldChg>
      <pc:sldChg chg="addSp modSp add del mod">
        <pc:chgData name="FARRANT, George" userId="292a3dd9-394f-49b6-9ebd-9a7b08cf3045" providerId="ADAL" clId="{CDEB4591-9A94-5E5C-8A16-CB5EF7BB494C}" dt="2026-10-06T18:10:04.890" v="51" actId="2696"/>
        <pc:sldMkLst>
          <pc:docMk/>
          <pc:sldMk cId="3787397677" sldId="2147483530"/>
        </pc:sldMkLst>
        <pc:spChg chg="add mod">
          <ac:chgData name="FARRANT, George" userId="292a3dd9-394f-49b6-9ebd-9a7b08cf3045" providerId="ADAL" clId="{CDEB4591-9A94-5E5C-8A16-CB5EF7BB494C}" dt="2026-10-06T18:09:44.220" v="47"/>
          <ac:spMkLst>
            <pc:docMk/>
            <pc:sldMk cId="3787397677" sldId="2147483530"/>
            <ac:spMk id="3" creationId="{96B76D26-01F9-D02F-DCBE-0F4F32223A98}"/>
          </ac:spMkLst>
        </pc:spChg>
        <pc:spChg chg="add mod">
          <ac:chgData name="FARRANT, George" userId="292a3dd9-394f-49b6-9ebd-9a7b08cf3045" providerId="ADAL" clId="{CDEB4591-9A94-5E5C-8A16-CB5EF7BB494C}" dt="2026-10-06T18:09:44.220" v="47"/>
          <ac:spMkLst>
            <pc:docMk/>
            <pc:sldMk cId="3787397677" sldId="2147483530"/>
            <ac:spMk id="6" creationId="{CB50ACF2-7153-D5EF-2DF8-7F9A5F262D39}"/>
          </ac:spMkLst>
        </pc:spChg>
        <pc:spChg chg="add mod">
          <ac:chgData name="FARRANT, George" userId="292a3dd9-394f-49b6-9ebd-9a7b08cf3045" providerId="ADAL" clId="{CDEB4591-9A94-5E5C-8A16-CB5EF7BB494C}" dt="2026-10-06T18:09:54.809" v="50"/>
          <ac:spMkLst>
            <pc:docMk/>
            <pc:sldMk cId="3787397677" sldId="2147483530"/>
            <ac:spMk id="9" creationId="{3917F509-2060-34C8-B34C-6D2E24A8C86E}"/>
          </ac:spMkLst>
        </pc:spChg>
        <pc:spChg chg="add mod">
          <ac:chgData name="FARRANT, George" userId="292a3dd9-394f-49b6-9ebd-9a7b08cf3045" providerId="ADAL" clId="{CDEB4591-9A94-5E5C-8A16-CB5EF7BB494C}" dt="2026-10-06T18:09:54.809" v="50"/>
          <ac:spMkLst>
            <pc:docMk/>
            <pc:sldMk cId="3787397677" sldId="2147483530"/>
            <ac:spMk id="11" creationId="{B6BC80CC-89BC-E203-9FA4-E84429813052}"/>
          </ac:spMkLst>
        </pc:spChg>
        <pc:spChg chg="mod">
          <ac:chgData name="FARRANT, George" userId="292a3dd9-394f-49b6-9ebd-9a7b08cf3045" providerId="ADAL" clId="{CDEB4591-9A94-5E5C-8A16-CB5EF7BB494C}" dt="2026-10-06T18:09:48.163" v="48" actId="1076"/>
          <ac:spMkLst>
            <pc:docMk/>
            <pc:sldMk cId="3787397677" sldId="2147483530"/>
            <ac:spMk id="25" creationId="{15E2C0A6-7454-C0C7-7103-806E57CC29BE}"/>
          </ac:spMkLst>
        </pc:spChg>
        <pc:picChg chg="add mod">
          <ac:chgData name="FARRANT, George" userId="292a3dd9-394f-49b6-9ebd-9a7b08cf3045" providerId="ADAL" clId="{CDEB4591-9A94-5E5C-8A16-CB5EF7BB494C}" dt="2026-10-06T18:09:54.809" v="50"/>
          <ac:picMkLst>
            <pc:docMk/>
            <pc:sldMk cId="3787397677" sldId="2147483530"/>
            <ac:picMk id="10" creationId="{383D3AA5-4C0B-2B4D-93CC-FD28BD3C87A1}"/>
          </ac:picMkLst>
        </pc:picChg>
      </pc:sldChg>
      <pc:sldChg chg="mod modClrScheme chgLayout">
        <pc:chgData name="FARRANT, George" userId="292a3dd9-394f-49b6-9ebd-9a7b08cf3045" providerId="ADAL" clId="{CDEB4591-9A94-5E5C-8A16-CB5EF7BB494C}" dt="2026-10-06T18:20:58.845" v="197" actId="26606"/>
        <pc:sldMkLst>
          <pc:docMk/>
          <pc:sldMk cId="1130287203" sldId="2147483642"/>
        </pc:sldMkLst>
      </pc:sldChg>
      <pc:sldChg chg="addSp delSp modSp add del mod">
        <pc:chgData name="FARRANT, George" userId="292a3dd9-394f-49b6-9ebd-9a7b08cf3045" providerId="ADAL" clId="{CDEB4591-9A94-5E5C-8A16-CB5EF7BB494C}" dt="2026-10-06T18:19:39.772" v="195"/>
        <pc:sldMkLst>
          <pc:docMk/>
          <pc:sldMk cId="0" sldId="2147483643"/>
        </pc:sldMkLst>
        <pc:spChg chg="del">
          <ac:chgData name="FARRANT, George" userId="292a3dd9-394f-49b6-9ebd-9a7b08cf3045" providerId="ADAL" clId="{CDEB4591-9A94-5E5C-8A16-CB5EF7BB494C}" dt="2026-10-06T18:10:56.328" v="115" actId="478"/>
          <ac:spMkLst>
            <pc:docMk/>
            <pc:sldMk cId="0" sldId="2147483643"/>
            <ac:spMk id="2" creationId="{00000000-0000-0000-0000-000000000000}"/>
          </ac:spMkLst>
        </pc:spChg>
        <pc:spChg chg="del mod">
          <ac:chgData name="FARRANT, George" userId="292a3dd9-394f-49b6-9ebd-9a7b08cf3045" providerId="ADAL" clId="{CDEB4591-9A94-5E5C-8A16-CB5EF7BB494C}" dt="2026-10-06T18:10:47.225" v="113" actId="478"/>
          <ac:spMkLst>
            <pc:docMk/>
            <pc:sldMk cId="0" sldId="2147483643"/>
            <ac:spMk id="4" creationId="{00000000-0000-0000-0000-000000000000}"/>
          </ac:spMkLst>
        </pc:spChg>
        <pc:spChg chg="del mod">
          <ac:chgData name="FARRANT, George" userId="292a3dd9-394f-49b6-9ebd-9a7b08cf3045" providerId="ADAL" clId="{CDEB4591-9A94-5E5C-8A16-CB5EF7BB494C}" dt="2026-10-06T18:10:49.131" v="114" actId="478"/>
          <ac:spMkLst>
            <pc:docMk/>
            <pc:sldMk cId="0" sldId="2147483643"/>
            <ac:spMk id="5" creationId="{00000000-0000-0000-0000-000000000000}"/>
          </ac:spMkLst>
        </pc:spChg>
        <pc:spChg chg="mod">
          <ac:chgData name="FARRANT, George" userId="292a3dd9-394f-49b6-9ebd-9a7b08cf3045" providerId="ADAL" clId="{CDEB4591-9A94-5E5C-8A16-CB5EF7BB494C}" dt="2026-10-06T18:16:46.544" v="131" actId="1076"/>
          <ac:spMkLst>
            <pc:docMk/>
            <pc:sldMk cId="0" sldId="2147483643"/>
            <ac:spMk id="6" creationId="{00000000-0000-0000-0000-000000000000}"/>
          </ac:spMkLst>
        </pc:spChg>
        <pc:spChg chg="add mod">
          <ac:chgData name="FARRANT, George" userId="292a3dd9-394f-49b6-9ebd-9a7b08cf3045" providerId="ADAL" clId="{CDEB4591-9A94-5E5C-8A16-CB5EF7BB494C}" dt="2026-10-06T18:10:14.876" v="52"/>
          <ac:spMkLst>
            <pc:docMk/>
            <pc:sldMk cId="0" sldId="2147483643"/>
            <ac:spMk id="7" creationId="{DF1C9669-D657-41EE-C0E6-55A0B7D001A9}"/>
          </ac:spMkLst>
        </pc:spChg>
        <pc:spChg chg="mod">
          <ac:chgData name="FARRANT, George" userId="292a3dd9-394f-49b6-9ebd-9a7b08cf3045" providerId="ADAL" clId="{CDEB4591-9A94-5E5C-8A16-CB5EF7BB494C}" dt="2026-10-06T18:16:21.880" v="128" actId="1076"/>
          <ac:spMkLst>
            <pc:docMk/>
            <pc:sldMk cId="0" sldId="2147483643"/>
            <ac:spMk id="9" creationId="{00000000-0000-0000-0000-000000000000}"/>
          </ac:spMkLst>
        </pc:spChg>
        <pc:spChg chg="del">
          <ac:chgData name="FARRANT, George" userId="292a3dd9-394f-49b6-9ebd-9a7b08cf3045" providerId="ADAL" clId="{CDEB4591-9A94-5E5C-8A16-CB5EF7BB494C}" dt="2026-10-06T18:15:35.316" v="123" actId="478"/>
          <ac:spMkLst>
            <pc:docMk/>
            <pc:sldMk cId="0" sldId="2147483643"/>
            <ac:spMk id="13" creationId="{00000000-0000-0000-0000-000000000000}"/>
          </ac:spMkLst>
        </pc:spChg>
        <pc:spChg chg="mod">
          <ac:chgData name="FARRANT, George" userId="292a3dd9-394f-49b6-9ebd-9a7b08cf3045" providerId="ADAL" clId="{CDEB4591-9A94-5E5C-8A16-CB5EF7BB494C}" dt="2026-10-06T18:17:03.911" v="148" actId="1076"/>
          <ac:spMkLst>
            <pc:docMk/>
            <pc:sldMk cId="0" sldId="2147483643"/>
            <ac:spMk id="14" creationId="{00000000-0000-0000-0000-000000000000}"/>
          </ac:spMkLst>
        </pc:spChg>
        <pc:spChg chg="mod">
          <ac:chgData name="FARRANT, George" userId="292a3dd9-394f-49b6-9ebd-9a7b08cf3045" providerId="ADAL" clId="{CDEB4591-9A94-5E5C-8A16-CB5EF7BB494C}" dt="2026-10-06T18:16:21.880" v="128" actId="1076"/>
          <ac:spMkLst>
            <pc:docMk/>
            <pc:sldMk cId="0" sldId="2147483643"/>
            <ac:spMk id="15" creationId="{00000000-0000-0000-0000-000000000000}"/>
          </ac:spMkLst>
        </pc:spChg>
        <pc:spChg chg="del">
          <ac:chgData name="FARRANT, George" userId="292a3dd9-394f-49b6-9ebd-9a7b08cf3045" providerId="ADAL" clId="{CDEB4591-9A94-5E5C-8A16-CB5EF7BB494C}" dt="2026-10-06T18:15:35.316" v="123" actId="478"/>
          <ac:spMkLst>
            <pc:docMk/>
            <pc:sldMk cId="0" sldId="2147483643"/>
            <ac:spMk id="19" creationId="{00000000-0000-0000-0000-000000000000}"/>
          </ac:spMkLst>
        </pc:spChg>
        <pc:spChg chg="add mod">
          <ac:chgData name="FARRANT, George" userId="292a3dd9-394f-49b6-9ebd-9a7b08cf3045" providerId="ADAL" clId="{CDEB4591-9A94-5E5C-8A16-CB5EF7BB494C}" dt="2026-10-06T18:10:14.876" v="52"/>
          <ac:spMkLst>
            <pc:docMk/>
            <pc:sldMk cId="0" sldId="2147483643"/>
            <ac:spMk id="21" creationId="{816708F0-29DC-E204-DC3D-48FFC317BD67}"/>
          </ac:spMkLst>
        </pc:spChg>
        <pc:spChg chg="mod">
          <ac:chgData name="FARRANT, George" userId="292a3dd9-394f-49b6-9ebd-9a7b08cf3045" providerId="ADAL" clId="{CDEB4591-9A94-5E5C-8A16-CB5EF7BB494C}" dt="2026-10-06T18:17:03.911" v="148" actId="1076"/>
          <ac:spMkLst>
            <pc:docMk/>
            <pc:sldMk cId="0" sldId="2147483643"/>
            <ac:spMk id="22" creationId="{00000000-0000-0000-0000-000000000000}"/>
          </ac:spMkLst>
        </pc:spChg>
        <pc:spChg chg="mod">
          <ac:chgData name="FARRANT, George" userId="292a3dd9-394f-49b6-9ebd-9a7b08cf3045" providerId="ADAL" clId="{CDEB4591-9A94-5E5C-8A16-CB5EF7BB494C}" dt="2026-10-06T18:16:21.880" v="128" actId="1076"/>
          <ac:spMkLst>
            <pc:docMk/>
            <pc:sldMk cId="0" sldId="2147483643"/>
            <ac:spMk id="23" creationId="{00000000-0000-0000-0000-000000000000}"/>
          </ac:spMkLst>
        </pc:spChg>
        <pc:spChg chg="add mod">
          <ac:chgData name="FARRANT, George" userId="292a3dd9-394f-49b6-9ebd-9a7b08cf3045" providerId="ADAL" clId="{CDEB4591-9A94-5E5C-8A16-CB5EF7BB494C}" dt="2026-10-06T18:10:22.501" v="54"/>
          <ac:spMkLst>
            <pc:docMk/>
            <pc:sldMk cId="0" sldId="2147483643"/>
            <ac:spMk id="27" creationId="{1CD66F83-0D3E-34CB-5E1A-53ED95B9373D}"/>
          </ac:spMkLst>
        </pc:spChg>
        <pc:spChg chg="add mod">
          <ac:chgData name="FARRANT, George" userId="292a3dd9-394f-49b6-9ebd-9a7b08cf3045" providerId="ADAL" clId="{CDEB4591-9A94-5E5C-8A16-CB5EF7BB494C}" dt="2026-10-06T18:18:23.943" v="163" actId="20577"/>
          <ac:spMkLst>
            <pc:docMk/>
            <pc:sldMk cId="0" sldId="2147483643"/>
            <ac:spMk id="29" creationId="{51FB96E8-8973-2BDC-97D2-CF82AE26E8A8}"/>
          </ac:spMkLst>
        </pc:spChg>
        <pc:spChg chg="mod">
          <ac:chgData name="FARRANT, George" userId="292a3dd9-394f-49b6-9ebd-9a7b08cf3045" providerId="ADAL" clId="{CDEB4591-9A94-5E5C-8A16-CB5EF7BB494C}" dt="2026-10-06T18:17:03.911" v="148" actId="1076"/>
          <ac:spMkLst>
            <pc:docMk/>
            <pc:sldMk cId="0" sldId="2147483643"/>
            <ac:spMk id="30" creationId="{00000000-0000-0000-0000-000000000000}"/>
          </ac:spMkLst>
        </pc:spChg>
        <pc:spChg chg="mod">
          <ac:chgData name="FARRANT, George" userId="292a3dd9-394f-49b6-9ebd-9a7b08cf3045" providerId="ADAL" clId="{CDEB4591-9A94-5E5C-8A16-CB5EF7BB494C}" dt="2026-10-06T18:16:21.880" v="128" actId="1076"/>
          <ac:spMkLst>
            <pc:docMk/>
            <pc:sldMk cId="0" sldId="2147483643"/>
            <ac:spMk id="31" creationId="{00000000-0000-0000-0000-000000000000}"/>
          </ac:spMkLst>
        </pc:spChg>
        <pc:spChg chg="add mod">
          <ac:chgData name="FARRANT, George" userId="292a3dd9-394f-49b6-9ebd-9a7b08cf3045" providerId="ADAL" clId="{CDEB4591-9A94-5E5C-8A16-CB5EF7BB494C}" dt="2026-10-06T18:10:56.622" v="116"/>
          <ac:spMkLst>
            <pc:docMk/>
            <pc:sldMk cId="0" sldId="2147483643"/>
            <ac:spMk id="35" creationId="{C722ADD0-F8EE-9BAE-D2B7-C35A310926DF}"/>
          </ac:spMkLst>
        </pc:spChg>
        <pc:spChg chg="add mod">
          <ac:chgData name="FARRANT, George" userId="292a3dd9-394f-49b6-9ebd-9a7b08cf3045" providerId="ADAL" clId="{CDEB4591-9A94-5E5C-8A16-CB5EF7BB494C}" dt="2026-10-06T18:10:56.622" v="116"/>
          <ac:spMkLst>
            <pc:docMk/>
            <pc:sldMk cId="0" sldId="2147483643"/>
            <ac:spMk id="36" creationId="{0BF3723F-F8DC-F207-914C-09B4EAE357DF}"/>
          </ac:spMkLst>
        </pc:spChg>
        <pc:spChg chg="mod">
          <ac:chgData name="FARRANT, George" userId="292a3dd9-394f-49b6-9ebd-9a7b08cf3045" providerId="ADAL" clId="{CDEB4591-9A94-5E5C-8A16-CB5EF7BB494C}" dt="2026-10-06T18:17:03.911" v="148" actId="1076"/>
          <ac:spMkLst>
            <pc:docMk/>
            <pc:sldMk cId="0" sldId="2147483643"/>
            <ac:spMk id="38" creationId="{00000000-0000-0000-0000-000000000000}"/>
          </ac:spMkLst>
        </pc:spChg>
        <pc:spChg chg="mod">
          <ac:chgData name="FARRANT, George" userId="292a3dd9-394f-49b6-9ebd-9a7b08cf3045" providerId="ADAL" clId="{CDEB4591-9A94-5E5C-8A16-CB5EF7BB494C}" dt="2026-10-06T18:16:21.880" v="128" actId="1076"/>
          <ac:spMkLst>
            <pc:docMk/>
            <pc:sldMk cId="0" sldId="2147483643"/>
            <ac:spMk id="39" creationId="{00000000-0000-0000-0000-000000000000}"/>
          </ac:spMkLst>
        </pc:spChg>
        <pc:spChg chg="del mod">
          <ac:chgData name="FARRANT, George" userId="292a3dd9-394f-49b6-9ebd-9a7b08cf3045" providerId="ADAL" clId="{CDEB4591-9A94-5E5C-8A16-CB5EF7BB494C}" dt="2026-10-06T18:17:05.789" v="149" actId="478"/>
          <ac:spMkLst>
            <pc:docMk/>
            <pc:sldMk cId="0" sldId="2147483643"/>
            <ac:spMk id="56" creationId="{00000000-0000-0000-0000-000000000000}"/>
          </ac:spMkLst>
        </pc:spChg>
        <pc:spChg chg="del mod">
          <ac:chgData name="FARRANT, George" userId="292a3dd9-394f-49b6-9ebd-9a7b08cf3045" providerId="ADAL" clId="{CDEB4591-9A94-5E5C-8A16-CB5EF7BB494C}" dt="2026-10-06T18:19:39.772" v="195"/>
          <ac:spMkLst>
            <pc:docMk/>
            <pc:sldMk cId="0" sldId="2147483643"/>
            <ac:spMk id="57" creationId="{00000000-0000-0000-0000-000000000000}"/>
          </ac:spMkLst>
        </pc:spChg>
        <pc:spChg chg="mod">
          <ac:chgData name="FARRANT, George" userId="292a3dd9-394f-49b6-9ebd-9a7b08cf3045" providerId="ADAL" clId="{CDEB4591-9A94-5E5C-8A16-CB5EF7BB494C}" dt="2026-10-06T18:15:45.328" v="126" actId="20577"/>
          <ac:spMkLst>
            <pc:docMk/>
            <pc:sldMk cId="0" sldId="2147483643"/>
            <ac:spMk id="58"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63"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64"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66"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68"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70"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73"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74"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77" creationId="{00000000-0000-0000-0000-000000000000}"/>
          </ac:spMkLst>
        </pc:spChg>
        <pc:spChg chg="mod">
          <ac:chgData name="FARRANT, George" userId="292a3dd9-394f-49b6-9ebd-9a7b08cf3045" providerId="ADAL" clId="{CDEB4591-9A94-5E5C-8A16-CB5EF7BB494C}" dt="2026-10-06T18:15:57.911" v="127" actId="1076"/>
          <ac:spMkLst>
            <pc:docMk/>
            <pc:sldMk cId="0" sldId="2147483643"/>
            <ac:spMk id="79" creationId="{00000000-0000-0000-0000-000000000000}"/>
          </ac:spMkLst>
        </pc:spChg>
        <pc:picChg chg="add mod">
          <ac:chgData name="FARRANT, George" userId="292a3dd9-394f-49b6-9ebd-9a7b08cf3045" providerId="ADAL" clId="{CDEB4591-9A94-5E5C-8A16-CB5EF7BB494C}" dt="2026-10-06T18:10:14.876" v="52"/>
          <ac:picMkLst>
            <pc:docMk/>
            <pc:sldMk cId="0" sldId="2147483643"/>
            <ac:picMk id="20" creationId="{D6AD5FA7-B1F7-15E3-A64F-6880078BD083}"/>
          </ac:picMkLst>
        </pc:picChg>
        <pc:picChg chg="add mod">
          <ac:chgData name="FARRANT, George" userId="292a3dd9-394f-49b6-9ebd-9a7b08cf3045" providerId="ADAL" clId="{CDEB4591-9A94-5E5C-8A16-CB5EF7BB494C}" dt="2026-10-06T18:10:22.501" v="54"/>
          <ac:picMkLst>
            <pc:docMk/>
            <pc:sldMk cId="0" sldId="2147483643"/>
            <ac:picMk id="28" creationId="{7DB0189A-5153-7F49-E621-06A7A2661BF7}"/>
          </ac:picMkLst>
        </pc:picChg>
      </pc:sldChg>
      <pc:sldChg chg="delSp modSp mod">
        <pc:chgData name="FARRANT, George" userId="292a3dd9-394f-49b6-9ebd-9a7b08cf3045" providerId="ADAL" clId="{CDEB4591-9A94-5E5C-8A16-CB5EF7BB494C}" dt="2026-10-06T18:20:58.845" v="197" actId="26606"/>
        <pc:sldMkLst>
          <pc:docMk/>
          <pc:sldMk cId="2986903611" sldId="2147483644"/>
        </pc:sldMkLst>
        <pc:spChg chg="mod">
          <ac:chgData name="FARRANT, George" userId="292a3dd9-394f-49b6-9ebd-9a7b08cf3045" providerId="ADAL" clId="{CDEB4591-9A94-5E5C-8A16-CB5EF7BB494C}" dt="2026-10-06T18:09:51.571" v="49" actId="1076"/>
          <ac:spMkLst>
            <pc:docMk/>
            <pc:sldMk cId="2986903611" sldId="2147483644"/>
            <ac:spMk id="4" creationId="{F24F1ED2-2BAF-AC89-2B82-BDBFA81DAE75}"/>
          </ac:spMkLst>
        </pc:spChg>
        <pc:spChg chg="mod">
          <ac:chgData name="FARRANT, George" userId="292a3dd9-394f-49b6-9ebd-9a7b08cf3045" providerId="ADAL" clId="{CDEB4591-9A94-5E5C-8A16-CB5EF7BB494C}" dt="2026-10-06T18:12:13.981" v="121" actId="207"/>
          <ac:spMkLst>
            <pc:docMk/>
            <pc:sldMk cId="2986903611" sldId="2147483644"/>
            <ac:spMk id="8" creationId="{30EF536E-37B3-262F-E72F-44DB28B5E2B7}"/>
          </ac:spMkLst>
        </pc:spChg>
        <pc:spChg chg="del">
          <ac:chgData name="FARRANT, George" userId="292a3dd9-394f-49b6-9ebd-9a7b08cf3045" providerId="ADAL" clId="{CDEB4591-9A94-5E5C-8A16-CB5EF7BB494C}" dt="2026-10-06T18:20:58.845" v="197" actId="26606"/>
          <ac:spMkLst>
            <pc:docMk/>
            <pc:sldMk cId="2986903611" sldId="2147483644"/>
            <ac:spMk id="13" creationId="{18FB541E-7C70-B7E4-9747-D11645A820EE}"/>
          </ac:spMkLst>
        </pc:spChg>
        <pc:spChg chg="mod">
          <ac:chgData name="FARRANT, George" userId="292a3dd9-394f-49b6-9ebd-9a7b08cf3045" providerId="ADAL" clId="{CDEB4591-9A94-5E5C-8A16-CB5EF7BB494C}" dt="2026-10-06T18:19:15.267" v="191" actId="20577"/>
          <ac:spMkLst>
            <pc:docMk/>
            <pc:sldMk cId="2986903611" sldId="2147483644"/>
            <ac:spMk id="38" creationId="{AC1C1E52-DAA0-E46A-A531-59126166B3FE}"/>
          </ac:spMkLst>
        </pc:spChg>
        <pc:spChg chg="mod">
          <ac:chgData name="FARRANT, George" userId="292a3dd9-394f-49b6-9ebd-9a7b08cf3045" providerId="ADAL" clId="{CDEB4591-9A94-5E5C-8A16-CB5EF7BB494C}" dt="2026-10-06T18:12:17.804" v="122" actId="207"/>
          <ac:spMkLst>
            <pc:docMk/>
            <pc:sldMk cId="2986903611" sldId="2147483644"/>
            <ac:spMk id="51" creationId="{E0187669-6524-18EA-7CCD-EE8FB746F2EA}"/>
          </ac:spMkLst>
        </pc:spChg>
        <pc:spChg chg="mod">
          <ac:chgData name="FARRANT, George" userId="292a3dd9-394f-49b6-9ebd-9a7b08cf3045" providerId="ADAL" clId="{CDEB4591-9A94-5E5C-8A16-CB5EF7BB494C}" dt="2026-10-06T18:12:08.482" v="120" actId="207"/>
          <ac:spMkLst>
            <pc:docMk/>
            <pc:sldMk cId="2986903611" sldId="2147483644"/>
            <ac:spMk id="53" creationId="{78026F2E-4383-6898-5C4A-E2BB607A9A30}"/>
          </ac:spMkLst>
        </pc:spChg>
        <pc:spChg chg="mod">
          <ac:chgData name="FARRANT, George" userId="292a3dd9-394f-49b6-9ebd-9a7b08cf3045" providerId="ADAL" clId="{CDEB4591-9A94-5E5C-8A16-CB5EF7BB494C}" dt="2026-10-06T18:19:21.370" v="192" actId="207"/>
          <ac:spMkLst>
            <pc:docMk/>
            <pc:sldMk cId="2986903611" sldId="2147483644"/>
            <ac:spMk id="69" creationId="{C2890630-7A9D-56B2-E59C-685012075280}"/>
          </ac:spMkLst>
        </pc:spChg>
        <pc:spChg chg="mod">
          <ac:chgData name="FARRANT, George" userId="292a3dd9-394f-49b6-9ebd-9a7b08cf3045" providerId="ADAL" clId="{CDEB4591-9A94-5E5C-8A16-CB5EF7BB494C}" dt="2026-10-06T18:09:51.571" v="49" actId="1076"/>
          <ac:spMkLst>
            <pc:docMk/>
            <pc:sldMk cId="2986903611" sldId="2147483644"/>
            <ac:spMk id="2057" creationId="{80C990FD-7A31-8FC0-2CD8-A347E0A7F2DF}"/>
          </ac:spMkLst>
        </pc:spChg>
      </pc:sldChg>
      <pc:sldChg chg="del">
        <pc:chgData name="FARRANT, George" userId="292a3dd9-394f-49b6-9ebd-9a7b08cf3045" providerId="ADAL" clId="{CDEB4591-9A94-5E5C-8A16-CB5EF7BB494C}" dt="2026-10-05T18:50:18.089" v="4" actId="2696"/>
        <pc:sldMkLst>
          <pc:docMk/>
          <pc:sldMk cId="96831427" sldId="2147483645"/>
        </pc:sldMkLst>
      </pc:sldChg>
      <pc:sldChg chg="del">
        <pc:chgData name="FARRANT, George" userId="292a3dd9-394f-49b6-9ebd-9a7b08cf3045" providerId="ADAL" clId="{CDEB4591-9A94-5E5C-8A16-CB5EF7BB494C}" dt="2026-10-05T18:50:18.517" v="5" actId="2696"/>
        <pc:sldMkLst>
          <pc:docMk/>
          <pc:sldMk cId="1903566693" sldId="2147483646"/>
        </pc:sldMkLst>
      </pc:sldChg>
      <pc:sldChg chg="del">
        <pc:chgData name="FARRANT, George" userId="292a3dd9-394f-49b6-9ebd-9a7b08cf3045" providerId="ADAL" clId="{CDEB4591-9A94-5E5C-8A16-CB5EF7BB494C}" dt="2026-10-05T18:50:28.660" v="13" actId="2696"/>
        <pc:sldMkLst>
          <pc:docMk/>
          <pc:sldMk cId="472755398" sldId="2147483647"/>
        </pc:sldMkLst>
      </pc:sldChg>
      <pc:sldMasterChg chg="add addSldLayout delSldLayout modSldLayout sldLayoutOrd">
        <pc:chgData name="FARRANT, George" userId="292a3dd9-394f-49b6-9ebd-9a7b08cf3045" providerId="ADAL" clId="{CDEB4591-9A94-5E5C-8A16-CB5EF7BB494C}" dt="2026-10-06T18:20:58.845" v="197" actId="26606"/>
        <pc:sldMasterMkLst>
          <pc:docMk/>
          <pc:sldMasterMk cId="3642927729" sldId="2147483660"/>
        </pc:sldMasterMkLst>
        <pc:sldLayoutChg chg="add">
          <pc:chgData name="FARRANT, George" userId="292a3dd9-394f-49b6-9ebd-9a7b08cf3045" providerId="ADAL" clId="{CDEB4591-9A94-5E5C-8A16-CB5EF7BB494C}" dt="2026-10-06T18:20:58.845" v="197" actId="26606"/>
          <pc:sldLayoutMkLst>
            <pc:docMk/>
            <pc:sldMasterMk cId="3642927729" sldId="2147483660"/>
            <pc:sldLayoutMk cId="3910060469" sldId="2147483661"/>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1398612414" sldId="2147483662"/>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1309455414" sldId="2147483663"/>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674302508" sldId="2147483664"/>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2527342618" sldId="2147483665"/>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2685511749" sldId="2147483666"/>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350214229" sldId="2147483667"/>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981526380" sldId="2147483668"/>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2080845630" sldId="2147483669"/>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960015170" sldId="2147483670"/>
          </pc:sldLayoutMkLst>
        </pc:sldLayoutChg>
        <pc:sldLayoutChg chg="add">
          <pc:chgData name="FARRANT, George" userId="292a3dd9-394f-49b6-9ebd-9a7b08cf3045" providerId="ADAL" clId="{CDEB4591-9A94-5E5C-8A16-CB5EF7BB494C}" dt="2026-10-06T18:20:58.845" v="197" actId="26606"/>
          <pc:sldLayoutMkLst>
            <pc:docMk/>
            <pc:sldMasterMk cId="3642927729" sldId="2147483660"/>
            <pc:sldLayoutMk cId="4286532636" sldId="2147483671"/>
          </pc:sldLayoutMkLst>
        </pc:sldLayoutChg>
        <pc:sldLayoutChg chg="modSp mod ord">
          <pc:chgData name="FARRANT, George" userId="292a3dd9-394f-49b6-9ebd-9a7b08cf3045" providerId="ADAL" clId="{CDEB4591-9A94-5E5C-8A16-CB5EF7BB494C}" dt="2026-10-06T18:20:58.845" v="197" actId="26606"/>
          <pc:sldLayoutMkLst>
            <pc:docMk/>
            <pc:sldMasterMk cId="3642927729" sldId="2147483660"/>
            <pc:sldLayoutMk cId="1666005662" sldId="2147483672"/>
          </pc:sldLayoutMkLst>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4" creationId="{4564567E-7E76-46E6-BCB6-8888D21914D8}"/>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0" creationId="{2AAEA2F6-B974-4370-AC73-A51335145A1A}"/>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5" creationId="{D4E7617A-DBC3-40BC-8C51-AF7291839E7B}"/>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27" creationId="{5DDFCDE0-1161-4605-B9E3-2607A70946B3}"/>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41" creationId="{978C03CC-B96D-441D-8AE0-61F73A8EA5EE}"/>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44" creationId="{2D7718B2-2CBC-4694-A303-CE8AC567A33D}"/>
            </ac:spMkLst>
          </pc:spChg>
          <pc:spChg chg="mod">
            <ac:chgData name="FARRANT, George" userId="292a3dd9-394f-49b6-9ebd-9a7b08cf3045" providerId="ADAL" clId="{CDEB4591-9A94-5E5C-8A16-CB5EF7BB494C}" dt="2026-10-06T18:20:58.845" v="197" actId="26606"/>
            <ac:spMkLst>
              <pc:docMk/>
              <pc:sldMasterMk cId="3642927729" sldId="2147483660"/>
              <pc:sldLayoutMk cId="1666005662" sldId="2147483672"/>
              <ac:spMk id="145" creationId="{A8C997C6-51B1-4DC4-BAC6-4339C53666CD}"/>
            </ac:spMkLst>
          </pc:spChg>
        </pc:sldLayoutChg>
        <pc:sldLayoutChg chg="modSp mod ord">
          <pc:chgData name="FARRANT, George" userId="292a3dd9-394f-49b6-9ebd-9a7b08cf3045" providerId="ADAL" clId="{CDEB4591-9A94-5E5C-8A16-CB5EF7BB494C}" dt="2026-10-06T18:20:58.845" v="197" actId="26606"/>
          <pc:sldLayoutMkLst>
            <pc:docMk/>
            <pc:sldMasterMk cId="3642927729" sldId="2147483660"/>
            <pc:sldLayoutMk cId="3879666858" sldId="2147483673"/>
          </pc:sldLayoutMkLst>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9" creationId="{6893CD51-BDC9-4F50-A877-03C7876367E7}"/>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0" creationId="{C74A980F-D8A8-45BF-83FF-FAFDC411F9E4}"/>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1" creationId="{FD3A351C-B054-488A-96DA-3D864DDEFE98}"/>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2" creationId="{CE9C6B95-632F-4A19-995A-4C35860E9490}"/>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3" creationId="{AADD44CD-2753-482D-A965-16E8C883C125}"/>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4" creationId="{C94F3636-305D-456D-A0E2-A24C577076DB}"/>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5" creationId="{96E18DD2-B380-4D17-A06E-2546AAFA4D0C}"/>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6" creationId="{EBB98A29-42B7-4665-B7EB-76508B202365}"/>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7" creationId="{C27B1F27-00CE-4319-86FC-8725236426E4}"/>
            </ac:spMkLst>
          </pc:spChg>
          <pc:spChg chg="mod">
            <ac:chgData name="FARRANT, George" userId="292a3dd9-394f-49b6-9ebd-9a7b08cf3045" providerId="ADAL" clId="{CDEB4591-9A94-5E5C-8A16-CB5EF7BB494C}" dt="2026-10-06T18:20:58.845" v="197" actId="26606"/>
            <ac:spMkLst>
              <pc:docMk/>
              <pc:sldMasterMk cId="3642927729" sldId="2147483660"/>
              <pc:sldLayoutMk cId="3879666858" sldId="2147483673"/>
              <ac:spMk id="18" creationId="{8C69BFBD-90EB-4EB7-A441-7C5C03B5E3FB}"/>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3910060469" sldId="2147483792"/>
          </pc:sldLayoutMkLst>
          <pc:spChg chg="mod">
            <ac:chgData name="FARRANT, George" userId="292a3dd9-394f-49b6-9ebd-9a7b08cf3045" providerId="ADAL" clId="{CDEB4591-9A94-5E5C-8A16-CB5EF7BB494C}" dt="2026-10-06T18:20:58.845" v="197" actId="26606"/>
            <ac:spMkLst>
              <pc:docMk/>
              <pc:sldMasterMk cId="3642927729" sldId="2147483660"/>
              <pc:sldLayoutMk cId="3910060469" sldId="2147483792"/>
              <ac:spMk id="2" creationId="{D62EFB2F-EC9F-4990-9364-B16C064C54F7}"/>
            </ac:spMkLst>
          </pc:spChg>
          <pc:spChg chg="mod">
            <ac:chgData name="FARRANT, George" userId="292a3dd9-394f-49b6-9ebd-9a7b08cf3045" providerId="ADAL" clId="{CDEB4591-9A94-5E5C-8A16-CB5EF7BB494C}" dt="2026-10-06T18:20:58.845" v="197" actId="26606"/>
            <ac:spMkLst>
              <pc:docMk/>
              <pc:sldMasterMk cId="3642927729" sldId="2147483660"/>
              <pc:sldLayoutMk cId="3910060469" sldId="2147483792"/>
              <ac:spMk id="3" creationId="{CF0AE08E-63E1-449A-ADCF-2E939DB7147A}"/>
            </ac:spMkLst>
          </pc:spChg>
          <pc:spChg chg="mod">
            <ac:chgData name="FARRANT, George" userId="292a3dd9-394f-49b6-9ebd-9a7b08cf3045" providerId="ADAL" clId="{CDEB4591-9A94-5E5C-8A16-CB5EF7BB494C}" dt="2026-10-06T18:20:58.845" v="197" actId="26606"/>
            <ac:spMkLst>
              <pc:docMk/>
              <pc:sldMasterMk cId="3642927729" sldId="2147483660"/>
              <pc:sldLayoutMk cId="3910060469" sldId="2147483792"/>
              <ac:spMk id="4" creationId="{FA9A78E4-4370-44B7-B745-E7349EA30461}"/>
            </ac:spMkLst>
          </pc:spChg>
          <pc:spChg chg="mod">
            <ac:chgData name="FARRANT, George" userId="292a3dd9-394f-49b6-9ebd-9a7b08cf3045" providerId="ADAL" clId="{CDEB4591-9A94-5E5C-8A16-CB5EF7BB494C}" dt="2026-10-06T18:20:58.845" v="197" actId="26606"/>
            <ac:spMkLst>
              <pc:docMk/>
              <pc:sldMasterMk cId="3642927729" sldId="2147483660"/>
              <pc:sldLayoutMk cId="3910060469" sldId="2147483792"/>
              <ac:spMk id="5" creationId="{0D9E895A-9F60-469B-8902-C360DA12CBF9}"/>
            </ac:spMkLst>
          </pc:spChg>
          <pc:spChg chg="mod">
            <ac:chgData name="FARRANT, George" userId="292a3dd9-394f-49b6-9ebd-9a7b08cf3045" providerId="ADAL" clId="{CDEB4591-9A94-5E5C-8A16-CB5EF7BB494C}" dt="2026-10-06T18:20:58.845" v="197" actId="26606"/>
            <ac:spMkLst>
              <pc:docMk/>
              <pc:sldMasterMk cId="3642927729" sldId="2147483660"/>
              <pc:sldLayoutMk cId="3910060469" sldId="2147483792"/>
              <ac:spMk id="6" creationId="{9640647F-FC26-4B5C-A23B-08E050BFD2F9}"/>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1398612414" sldId="2147483793"/>
          </pc:sldLayoutMkLst>
          <pc:spChg chg="mod">
            <ac:chgData name="FARRANT, George" userId="292a3dd9-394f-49b6-9ebd-9a7b08cf3045" providerId="ADAL" clId="{CDEB4591-9A94-5E5C-8A16-CB5EF7BB494C}" dt="2026-10-06T18:20:58.845" v="197" actId="26606"/>
            <ac:spMkLst>
              <pc:docMk/>
              <pc:sldMasterMk cId="3642927729" sldId="2147483660"/>
              <pc:sldLayoutMk cId="1398612414" sldId="2147483793"/>
              <ac:spMk id="2" creationId="{842DC2EC-F399-414C-9062-A4589A5BFCE7}"/>
            </ac:spMkLst>
          </pc:spChg>
          <pc:spChg chg="mod">
            <ac:chgData name="FARRANT, George" userId="292a3dd9-394f-49b6-9ebd-9a7b08cf3045" providerId="ADAL" clId="{CDEB4591-9A94-5E5C-8A16-CB5EF7BB494C}" dt="2026-10-06T18:20:58.845" v="197" actId="26606"/>
            <ac:spMkLst>
              <pc:docMk/>
              <pc:sldMasterMk cId="3642927729" sldId="2147483660"/>
              <pc:sldLayoutMk cId="1398612414" sldId="2147483793"/>
              <ac:spMk id="3" creationId="{1047CB3C-2FB6-48F7-9CB2-C9EFC071CDC5}"/>
            </ac:spMkLst>
          </pc:spChg>
          <pc:spChg chg="mod">
            <ac:chgData name="FARRANT, George" userId="292a3dd9-394f-49b6-9ebd-9a7b08cf3045" providerId="ADAL" clId="{CDEB4591-9A94-5E5C-8A16-CB5EF7BB494C}" dt="2026-10-06T18:20:58.845" v="197" actId="26606"/>
            <ac:spMkLst>
              <pc:docMk/>
              <pc:sldMasterMk cId="3642927729" sldId="2147483660"/>
              <pc:sldLayoutMk cId="1398612414" sldId="2147483793"/>
              <ac:spMk id="4" creationId="{4B31232A-28E8-46F5-9B04-6DB06F04F88D}"/>
            </ac:spMkLst>
          </pc:spChg>
          <pc:spChg chg="mod">
            <ac:chgData name="FARRANT, George" userId="292a3dd9-394f-49b6-9ebd-9a7b08cf3045" providerId="ADAL" clId="{CDEB4591-9A94-5E5C-8A16-CB5EF7BB494C}" dt="2026-10-06T18:20:58.845" v="197" actId="26606"/>
            <ac:spMkLst>
              <pc:docMk/>
              <pc:sldMasterMk cId="3642927729" sldId="2147483660"/>
              <pc:sldLayoutMk cId="1398612414" sldId="2147483793"/>
              <ac:spMk id="5" creationId="{41DBF08A-DFF8-495F-8C95-223B5FCCB982}"/>
            </ac:spMkLst>
          </pc:spChg>
          <pc:spChg chg="mod">
            <ac:chgData name="FARRANT, George" userId="292a3dd9-394f-49b6-9ebd-9a7b08cf3045" providerId="ADAL" clId="{CDEB4591-9A94-5E5C-8A16-CB5EF7BB494C}" dt="2026-10-06T18:20:58.845" v="197" actId="26606"/>
            <ac:spMkLst>
              <pc:docMk/>
              <pc:sldMasterMk cId="3642927729" sldId="2147483660"/>
              <pc:sldLayoutMk cId="1398612414" sldId="2147483793"/>
              <ac:spMk id="6" creationId="{8F76ACC0-9EED-4B19-B928-06CC40CAEDB8}"/>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1309455414" sldId="2147483794"/>
          </pc:sldLayoutMkLst>
          <pc:spChg chg="mod">
            <ac:chgData name="FARRANT, George" userId="292a3dd9-394f-49b6-9ebd-9a7b08cf3045" providerId="ADAL" clId="{CDEB4591-9A94-5E5C-8A16-CB5EF7BB494C}" dt="2026-10-06T18:20:58.845" v="197" actId="26606"/>
            <ac:spMkLst>
              <pc:docMk/>
              <pc:sldMasterMk cId="3642927729" sldId="2147483660"/>
              <pc:sldLayoutMk cId="1309455414" sldId="2147483794"/>
              <ac:spMk id="2" creationId="{5DAAC45B-4CB3-4DA4-8456-FE52522631ED}"/>
            </ac:spMkLst>
          </pc:spChg>
          <pc:spChg chg="mod">
            <ac:chgData name="FARRANT, George" userId="292a3dd9-394f-49b6-9ebd-9a7b08cf3045" providerId="ADAL" clId="{CDEB4591-9A94-5E5C-8A16-CB5EF7BB494C}" dt="2026-10-06T18:20:58.845" v="197" actId="26606"/>
            <ac:spMkLst>
              <pc:docMk/>
              <pc:sldMasterMk cId="3642927729" sldId="2147483660"/>
              <pc:sldLayoutMk cId="1309455414" sldId="2147483794"/>
              <ac:spMk id="3" creationId="{1AE553CC-DB36-46CE-B18A-8950F2059D80}"/>
            </ac:spMkLst>
          </pc:spChg>
          <pc:spChg chg="mod">
            <ac:chgData name="FARRANT, George" userId="292a3dd9-394f-49b6-9ebd-9a7b08cf3045" providerId="ADAL" clId="{CDEB4591-9A94-5E5C-8A16-CB5EF7BB494C}" dt="2026-10-06T18:20:58.845" v="197" actId="26606"/>
            <ac:spMkLst>
              <pc:docMk/>
              <pc:sldMasterMk cId="3642927729" sldId="2147483660"/>
              <pc:sldLayoutMk cId="1309455414" sldId="2147483794"/>
              <ac:spMk id="4" creationId="{B0F7AD27-A5C8-48AF-975F-1CC4CE67FFE1}"/>
            </ac:spMkLst>
          </pc:spChg>
          <pc:spChg chg="mod">
            <ac:chgData name="FARRANT, George" userId="292a3dd9-394f-49b6-9ebd-9a7b08cf3045" providerId="ADAL" clId="{CDEB4591-9A94-5E5C-8A16-CB5EF7BB494C}" dt="2026-10-06T18:20:58.845" v="197" actId="26606"/>
            <ac:spMkLst>
              <pc:docMk/>
              <pc:sldMasterMk cId="3642927729" sldId="2147483660"/>
              <pc:sldLayoutMk cId="1309455414" sldId="2147483794"/>
              <ac:spMk id="5" creationId="{E3A008B9-11E7-4E4A-BB05-4B04399F1D9C}"/>
            </ac:spMkLst>
          </pc:spChg>
          <pc:spChg chg="mod">
            <ac:chgData name="FARRANT, George" userId="292a3dd9-394f-49b6-9ebd-9a7b08cf3045" providerId="ADAL" clId="{CDEB4591-9A94-5E5C-8A16-CB5EF7BB494C}" dt="2026-10-06T18:20:58.845" v="197" actId="26606"/>
            <ac:spMkLst>
              <pc:docMk/>
              <pc:sldMasterMk cId="3642927729" sldId="2147483660"/>
              <pc:sldLayoutMk cId="1309455414" sldId="2147483794"/>
              <ac:spMk id="6" creationId="{7A5A2AB1-D2CE-49B1-8621-DF71BBCE188B}"/>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674302508" sldId="2147483795"/>
          </pc:sldLayoutMkLst>
          <pc:spChg chg="mod">
            <ac:chgData name="FARRANT, George" userId="292a3dd9-394f-49b6-9ebd-9a7b08cf3045" providerId="ADAL" clId="{CDEB4591-9A94-5E5C-8A16-CB5EF7BB494C}" dt="2026-10-06T18:20:58.845" v="197" actId="26606"/>
            <ac:spMkLst>
              <pc:docMk/>
              <pc:sldMasterMk cId="3642927729" sldId="2147483660"/>
              <pc:sldLayoutMk cId="674302508" sldId="2147483795"/>
              <ac:spMk id="2" creationId="{2FB649DF-34B8-47A6-9973-D2512065B61D}"/>
            </ac:spMkLst>
          </pc:spChg>
          <pc:spChg chg="mod">
            <ac:chgData name="FARRANT, George" userId="292a3dd9-394f-49b6-9ebd-9a7b08cf3045" providerId="ADAL" clId="{CDEB4591-9A94-5E5C-8A16-CB5EF7BB494C}" dt="2026-10-06T18:20:58.845" v="197" actId="26606"/>
            <ac:spMkLst>
              <pc:docMk/>
              <pc:sldMasterMk cId="3642927729" sldId="2147483660"/>
              <pc:sldLayoutMk cId="674302508" sldId="2147483795"/>
              <ac:spMk id="3" creationId="{8D05539F-8331-4551-9CE8-F27B667DED35}"/>
            </ac:spMkLst>
          </pc:spChg>
          <pc:spChg chg="mod">
            <ac:chgData name="FARRANT, George" userId="292a3dd9-394f-49b6-9ebd-9a7b08cf3045" providerId="ADAL" clId="{CDEB4591-9A94-5E5C-8A16-CB5EF7BB494C}" dt="2026-10-06T18:20:58.845" v="197" actId="26606"/>
            <ac:spMkLst>
              <pc:docMk/>
              <pc:sldMasterMk cId="3642927729" sldId="2147483660"/>
              <pc:sldLayoutMk cId="674302508" sldId="2147483795"/>
              <ac:spMk id="4" creationId="{2A0FA1FF-4B61-4B48-A351-2834E5E1C4B4}"/>
            </ac:spMkLst>
          </pc:spChg>
          <pc:spChg chg="mod">
            <ac:chgData name="FARRANT, George" userId="292a3dd9-394f-49b6-9ebd-9a7b08cf3045" providerId="ADAL" clId="{CDEB4591-9A94-5E5C-8A16-CB5EF7BB494C}" dt="2026-10-06T18:20:58.845" v="197" actId="26606"/>
            <ac:spMkLst>
              <pc:docMk/>
              <pc:sldMasterMk cId="3642927729" sldId="2147483660"/>
              <pc:sldLayoutMk cId="674302508" sldId="2147483795"/>
              <ac:spMk id="5" creationId="{BD8C0B6D-29BB-42BE-8E4C-A1A032CF4FDA}"/>
            </ac:spMkLst>
          </pc:spChg>
          <pc:spChg chg="mod">
            <ac:chgData name="FARRANT, George" userId="292a3dd9-394f-49b6-9ebd-9a7b08cf3045" providerId="ADAL" clId="{CDEB4591-9A94-5E5C-8A16-CB5EF7BB494C}" dt="2026-10-06T18:20:58.845" v="197" actId="26606"/>
            <ac:spMkLst>
              <pc:docMk/>
              <pc:sldMasterMk cId="3642927729" sldId="2147483660"/>
              <pc:sldLayoutMk cId="674302508" sldId="2147483795"/>
              <ac:spMk id="6" creationId="{E40AD476-A17F-4977-A9AE-D108710BF352}"/>
            </ac:spMkLst>
          </pc:spChg>
          <pc:spChg chg="mod">
            <ac:chgData name="FARRANT, George" userId="292a3dd9-394f-49b6-9ebd-9a7b08cf3045" providerId="ADAL" clId="{CDEB4591-9A94-5E5C-8A16-CB5EF7BB494C}" dt="2026-10-06T18:20:58.845" v="197" actId="26606"/>
            <ac:spMkLst>
              <pc:docMk/>
              <pc:sldMasterMk cId="3642927729" sldId="2147483660"/>
              <pc:sldLayoutMk cId="674302508" sldId="2147483795"/>
              <ac:spMk id="7" creationId="{316D7A39-40A5-454D-8D2C-8FC9046C1841}"/>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2527342618" sldId="2147483796"/>
          </pc:sldLayoutMkLst>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2" creationId="{4DCB9819-3F24-41B4-98B5-9989737C9B24}"/>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3" creationId="{9F6EF69E-B185-4E22-B8BB-DD0ED077D364}"/>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4" creationId="{5BCDFC6B-1461-403E-82B7-A3C7CC53D115}"/>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5" creationId="{EC2C044F-5568-4891-A61B-17D0706257ED}"/>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6" creationId="{51E17820-1E09-40C9-979D-3357EBA9396D}"/>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7" creationId="{788FFF73-6510-48A2-949D-A10D01E255A8}"/>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8" creationId="{F0B2D504-A257-45F8-B960-D777974302F4}"/>
            </ac:spMkLst>
          </pc:spChg>
          <pc:spChg chg="mod">
            <ac:chgData name="FARRANT, George" userId="292a3dd9-394f-49b6-9ebd-9a7b08cf3045" providerId="ADAL" clId="{CDEB4591-9A94-5E5C-8A16-CB5EF7BB494C}" dt="2026-10-06T18:20:58.845" v="197" actId="26606"/>
            <ac:spMkLst>
              <pc:docMk/>
              <pc:sldMasterMk cId="3642927729" sldId="2147483660"/>
              <pc:sldLayoutMk cId="2527342618" sldId="2147483796"/>
              <ac:spMk id="9" creationId="{B697F49F-4821-44FD-86DB-765BAB4C12F9}"/>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2685511749" sldId="2147483797"/>
          </pc:sldLayoutMkLst>
          <pc:spChg chg="mod">
            <ac:chgData name="FARRANT, George" userId="292a3dd9-394f-49b6-9ebd-9a7b08cf3045" providerId="ADAL" clId="{CDEB4591-9A94-5E5C-8A16-CB5EF7BB494C}" dt="2026-10-06T18:20:58.845" v="197" actId="26606"/>
            <ac:spMkLst>
              <pc:docMk/>
              <pc:sldMasterMk cId="3642927729" sldId="2147483660"/>
              <pc:sldLayoutMk cId="2685511749" sldId="2147483797"/>
              <ac:spMk id="2" creationId="{216965DA-C661-4116-A3A6-5C33F8D4663C}"/>
            </ac:spMkLst>
          </pc:spChg>
          <pc:spChg chg="mod">
            <ac:chgData name="FARRANT, George" userId="292a3dd9-394f-49b6-9ebd-9a7b08cf3045" providerId="ADAL" clId="{CDEB4591-9A94-5E5C-8A16-CB5EF7BB494C}" dt="2026-10-06T18:20:58.845" v="197" actId="26606"/>
            <ac:spMkLst>
              <pc:docMk/>
              <pc:sldMasterMk cId="3642927729" sldId="2147483660"/>
              <pc:sldLayoutMk cId="2685511749" sldId="2147483797"/>
              <ac:spMk id="3" creationId="{2EA4E276-5B0D-4F50-8A49-9B656CFF4E9D}"/>
            </ac:spMkLst>
          </pc:spChg>
          <pc:spChg chg="mod">
            <ac:chgData name="FARRANT, George" userId="292a3dd9-394f-49b6-9ebd-9a7b08cf3045" providerId="ADAL" clId="{CDEB4591-9A94-5E5C-8A16-CB5EF7BB494C}" dt="2026-10-06T18:20:58.845" v="197" actId="26606"/>
            <ac:spMkLst>
              <pc:docMk/>
              <pc:sldMasterMk cId="3642927729" sldId="2147483660"/>
              <pc:sldLayoutMk cId="2685511749" sldId="2147483797"/>
              <ac:spMk id="4" creationId="{69BE9428-D425-4616-85A1-28DEDBACD03A}"/>
            </ac:spMkLst>
          </pc:spChg>
          <pc:spChg chg="mod">
            <ac:chgData name="FARRANT, George" userId="292a3dd9-394f-49b6-9ebd-9a7b08cf3045" providerId="ADAL" clId="{CDEB4591-9A94-5E5C-8A16-CB5EF7BB494C}" dt="2026-10-06T18:20:58.845" v="197" actId="26606"/>
            <ac:spMkLst>
              <pc:docMk/>
              <pc:sldMasterMk cId="3642927729" sldId="2147483660"/>
              <pc:sldLayoutMk cId="2685511749" sldId="2147483797"/>
              <ac:spMk id="5" creationId="{1D3B7C63-A0A7-43A6-8742-F600027E9C4E}"/>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350214229" sldId="2147483798"/>
          </pc:sldLayoutMkLst>
          <pc:spChg chg="mod">
            <ac:chgData name="FARRANT, George" userId="292a3dd9-394f-49b6-9ebd-9a7b08cf3045" providerId="ADAL" clId="{CDEB4591-9A94-5E5C-8A16-CB5EF7BB494C}" dt="2026-10-06T18:20:58.845" v="197" actId="26606"/>
            <ac:spMkLst>
              <pc:docMk/>
              <pc:sldMasterMk cId="3642927729" sldId="2147483660"/>
              <pc:sldLayoutMk cId="350214229" sldId="2147483798"/>
              <ac:spMk id="2" creationId="{D28128B1-3CE1-447E-86A3-E00B06BBCC53}"/>
            </ac:spMkLst>
          </pc:spChg>
          <pc:spChg chg="mod">
            <ac:chgData name="FARRANT, George" userId="292a3dd9-394f-49b6-9ebd-9a7b08cf3045" providerId="ADAL" clId="{CDEB4591-9A94-5E5C-8A16-CB5EF7BB494C}" dt="2026-10-06T18:20:58.845" v="197" actId="26606"/>
            <ac:spMkLst>
              <pc:docMk/>
              <pc:sldMasterMk cId="3642927729" sldId="2147483660"/>
              <pc:sldLayoutMk cId="350214229" sldId="2147483798"/>
              <ac:spMk id="3" creationId="{F825282D-EFFE-4ED7-B01E-E07039071A37}"/>
            </ac:spMkLst>
          </pc:spChg>
          <pc:spChg chg="mod">
            <ac:chgData name="FARRANT, George" userId="292a3dd9-394f-49b6-9ebd-9a7b08cf3045" providerId="ADAL" clId="{CDEB4591-9A94-5E5C-8A16-CB5EF7BB494C}" dt="2026-10-06T18:20:58.845" v="197" actId="26606"/>
            <ac:spMkLst>
              <pc:docMk/>
              <pc:sldMasterMk cId="3642927729" sldId="2147483660"/>
              <pc:sldLayoutMk cId="350214229" sldId="2147483798"/>
              <ac:spMk id="4" creationId="{1C647AC5-9B80-4964-97B5-5C70F4092F44}"/>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981526380" sldId="2147483799"/>
          </pc:sldLayoutMkLst>
          <pc:spChg chg="mod">
            <ac:chgData name="FARRANT, George" userId="292a3dd9-394f-49b6-9ebd-9a7b08cf3045" providerId="ADAL" clId="{CDEB4591-9A94-5E5C-8A16-CB5EF7BB494C}" dt="2026-10-06T18:20:58.845" v="197" actId="26606"/>
            <ac:spMkLst>
              <pc:docMk/>
              <pc:sldMasterMk cId="3642927729" sldId="2147483660"/>
              <pc:sldLayoutMk cId="981526380" sldId="2147483799"/>
              <ac:spMk id="2" creationId="{BEFE7608-6089-4F4E-B308-62237210BBEA}"/>
            </ac:spMkLst>
          </pc:spChg>
          <pc:spChg chg="mod">
            <ac:chgData name="FARRANT, George" userId="292a3dd9-394f-49b6-9ebd-9a7b08cf3045" providerId="ADAL" clId="{CDEB4591-9A94-5E5C-8A16-CB5EF7BB494C}" dt="2026-10-06T18:20:58.845" v="197" actId="26606"/>
            <ac:spMkLst>
              <pc:docMk/>
              <pc:sldMasterMk cId="3642927729" sldId="2147483660"/>
              <pc:sldLayoutMk cId="981526380" sldId="2147483799"/>
              <ac:spMk id="3" creationId="{B9F9FE9F-B8AA-4DE2-8CC9-77E6643D7EDE}"/>
            </ac:spMkLst>
          </pc:spChg>
          <pc:spChg chg="mod">
            <ac:chgData name="FARRANT, George" userId="292a3dd9-394f-49b6-9ebd-9a7b08cf3045" providerId="ADAL" clId="{CDEB4591-9A94-5E5C-8A16-CB5EF7BB494C}" dt="2026-10-06T18:20:58.845" v="197" actId="26606"/>
            <ac:spMkLst>
              <pc:docMk/>
              <pc:sldMasterMk cId="3642927729" sldId="2147483660"/>
              <pc:sldLayoutMk cId="981526380" sldId="2147483799"/>
              <ac:spMk id="4" creationId="{AAA60BD8-1D3A-4EEF-BD85-B4C0B03329B7}"/>
            </ac:spMkLst>
          </pc:spChg>
          <pc:spChg chg="mod">
            <ac:chgData name="FARRANT, George" userId="292a3dd9-394f-49b6-9ebd-9a7b08cf3045" providerId="ADAL" clId="{CDEB4591-9A94-5E5C-8A16-CB5EF7BB494C}" dt="2026-10-06T18:20:58.845" v="197" actId="26606"/>
            <ac:spMkLst>
              <pc:docMk/>
              <pc:sldMasterMk cId="3642927729" sldId="2147483660"/>
              <pc:sldLayoutMk cId="981526380" sldId="2147483799"/>
              <ac:spMk id="5" creationId="{FB7A5955-49E0-4BC9-B157-763111E4FE2A}"/>
            </ac:spMkLst>
          </pc:spChg>
          <pc:spChg chg="mod">
            <ac:chgData name="FARRANT, George" userId="292a3dd9-394f-49b6-9ebd-9a7b08cf3045" providerId="ADAL" clId="{CDEB4591-9A94-5E5C-8A16-CB5EF7BB494C}" dt="2026-10-06T18:20:58.845" v="197" actId="26606"/>
            <ac:spMkLst>
              <pc:docMk/>
              <pc:sldMasterMk cId="3642927729" sldId="2147483660"/>
              <pc:sldLayoutMk cId="981526380" sldId="2147483799"/>
              <ac:spMk id="6" creationId="{03B4C3C6-A2CE-4F2F-9B27-7392556556D0}"/>
            </ac:spMkLst>
          </pc:spChg>
          <pc:spChg chg="mod">
            <ac:chgData name="FARRANT, George" userId="292a3dd9-394f-49b6-9ebd-9a7b08cf3045" providerId="ADAL" clId="{CDEB4591-9A94-5E5C-8A16-CB5EF7BB494C}" dt="2026-10-06T18:20:58.845" v="197" actId="26606"/>
            <ac:spMkLst>
              <pc:docMk/>
              <pc:sldMasterMk cId="3642927729" sldId="2147483660"/>
              <pc:sldLayoutMk cId="981526380" sldId="2147483799"/>
              <ac:spMk id="7" creationId="{CCDD5AB0-D998-4DCB-BB14-B7582493AE25}"/>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2080845630" sldId="2147483800"/>
          </pc:sldLayoutMkLst>
          <pc:spChg chg="mod">
            <ac:chgData name="FARRANT, George" userId="292a3dd9-394f-49b6-9ebd-9a7b08cf3045" providerId="ADAL" clId="{CDEB4591-9A94-5E5C-8A16-CB5EF7BB494C}" dt="2026-10-06T18:20:58.845" v="197" actId="26606"/>
            <ac:spMkLst>
              <pc:docMk/>
              <pc:sldMasterMk cId="3642927729" sldId="2147483660"/>
              <pc:sldLayoutMk cId="2080845630" sldId="2147483800"/>
              <ac:spMk id="2" creationId="{4FE1B204-6B92-4D08-A36D-2590A30AEB1C}"/>
            </ac:spMkLst>
          </pc:spChg>
          <pc:spChg chg="mod">
            <ac:chgData name="FARRANT, George" userId="292a3dd9-394f-49b6-9ebd-9a7b08cf3045" providerId="ADAL" clId="{CDEB4591-9A94-5E5C-8A16-CB5EF7BB494C}" dt="2026-10-06T18:20:58.845" v="197" actId="26606"/>
            <ac:spMkLst>
              <pc:docMk/>
              <pc:sldMasterMk cId="3642927729" sldId="2147483660"/>
              <pc:sldLayoutMk cId="2080845630" sldId="2147483800"/>
              <ac:spMk id="3" creationId="{D0E465A7-8CBF-4EAE-91C6-57ACCF1638DA}"/>
            </ac:spMkLst>
          </pc:spChg>
          <pc:spChg chg="mod">
            <ac:chgData name="FARRANT, George" userId="292a3dd9-394f-49b6-9ebd-9a7b08cf3045" providerId="ADAL" clId="{CDEB4591-9A94-5E5C-8A16-CB5EF7BB494C}" dt="2026-10-06T18:20:58.845" v="197" actId="26606"/>
            <ac:spMkLst>
              <pc:docMk/>
              <pc:sldMasterMk cId="3642927729" sldId="2147483660"/>
              <pc:sldLayoutMk cId="2080845630" sldId="2147483800"/>
              <ac:spMk id="4" creationId="{0950DFAC-890E-4CD3-BE59-567BB9FC061E}"/>
            </ac:spMkLst>
          </pc:spChg>
          <pc:spChg chg="mod">
            <ac:chgData name="FARRANT, George" userId="292a3dd9-394f-49b6-9ebd-9a7b08cf3045" providerId="ADAL" clId="{CDEB4591-9A94-5E5C-8A16-CB5EF7BB494C}" dt="2026-10-06T18:20:58.845" v="197" actId="26606"/>
            <ac:spMkLst>
              <pc:docMk/>
              <pc:sldMasterMk cId="3642927729" sldId="2147483660"/>
              <pc:sldLayoutMk cId="2080845630" sldId="2147483800"/>
              <ac:spMk id="5" creationId="{160AB59F-FBEC-4456-A3CF-072D44797B65}"/>
            </ac:spMkLst>
          </pc:spChg>
          <pc:spChg chg="mod">
            <ac:chgData name="FARRANT, George" userId="292a3dd9-394f-49b6-9ebd-9a7b08cf3045" providerId="ADAL" clId="{CDEB4591-9A94-5E5C-8A16-CB5EF7BB494C}" dt="2026-10-06T18:20:58.845" v="197" actId="26606"/>
            <ac:spMkLst>
              <pc:docMk/>
              <pc:sldMasterMk cId="3642927729" sldId="2147483660"/>
              <pc:sldLayoutMk cId="2080845630" sldId="2147483800"/>
              <ac:spMk id="6" creationId="{7133E03D-73C5-4384-A991-DD12FB20A756}"/>
            </ac:spMkLst>
          </pc:spChg>
          <pc:spChg chg="mod">
            <ac:chgData name="FARRANT, George" userId="292a3dd9-394f-49b6-9ebd-9a7b08cf3045" providerId="ADAL" clId="{CDEB4591-9A94-5E5C-8A16-CB5EF7BB494C}" dt="2026-10-06T18:20:58.845" v="197" actId="26606"/>
            <ac:spMkLst>
              <pc:docMk/>
              <pc:sldMasterMk cId="3642927729" sldId="2147483660"/>
              <pc:sldLayoutMk cId="2080845630" sldId="2147483800"/>
              <ac:spMk id="7" creationId="{590CD55F-8526-4D5F-96A4-BECAFAE8A5DE}"/>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960015170" sldId="2147483801"/>
          </pc:sldLayoutMkLst>
          <pc:spChg chg="mod">
            <ac:chgData name="FARRANT, George" userId="292a3dd9-394f-49b6-9ebd-9a7b08cf3045" providerId="ADAL" clId="{CDEB4591-9A94-5E5C-8A16-CB5EF7BB494C}" dt="2026-10-06T18:20:58.845" v="197" actId="26606"/>
            <ac:spMkLst>
              <pc:docMk/>
              <pc:sldMasterMk cId="3642927729" sldId="2147483660"/>
              <pc:sldLayoutMk cId="960015170" sldId="2147483801"/>
              <ac:spMk id="2" creationId="{3B3A4F06-FD47-4833-AACD-D4BD0AFA6F44}"/>
            </ac:spMkLst>
          </pc:spChg>
          <pc:spChg chg="mod">
            <ac:chgData name="FARRANT, George" userId="292a3dd9-394f-49b6-9ebd-9a7b08cf3045" providerId="ADAL" clId="{CDEB4591-9A94-5E5C-8A16-CB5EF7BB494C}" dt="2026-10-06T18:20:58.845" v="197" actId="26606"/>
            <ac:spMkLst>
              <pc:docMk/>
              <pc:sldMasterMk cId="3642927729" sldId="2147483660"/>
              <pc:sldLayoutMk cId="960015170" sldId="2147483801"/>
              <ac:spMk id="3" creationId="{414D831D-3AB6-404A-870E-06942355E49D}"/>
            </ac:spMkLst>
          </pc:spChg>
          <pc:spChg chg="mod">
            <ac:chgData name="FARRANT, George" userId="292a3dd9-394f-49b6-9ebd-9a7b08cf3045" providerId="ADAL" clId="{CDEB4591-9A94-5E5C-8A16-CB5EF7BB494C}" dt="2026-10-06T18:20:58.845" v="197" actId="26606"/>
            <ac:spMkLst>
              <pc:docMk/>
              <pc:sldMasterMk cId="3642927729" sldId="2147483660"/>
              <pc:sldLayoutMk cId="960015170" sldId="2147483801"/>
              <ac:spMk id="4" creationId="{B42C6AEA-00A2-4A41-849D-6F74E7F667D9}"/>
            </ac:spMkLst>
          </pc:spChg>
          <pc:spChg chg="mod">
            <ac:chgData name="FARRANT, George" userId="292a3dd9-394f-49b6-9ebd-9a7b08cf3045" providerId="ADAL" clId="{CDEB4591-9A94-5E5C-8A16-CB5EF7BB494C}" dt="2026-10-06T18:20:58.845" v="197" actId="26606"/>
            <ac:spMkLst>
              <pc:docMk/>
              <pc:sldMasterMk cId="3642927729" sldId="2147483660"/>
              <pc:sldLayoutMk cId="960015170" sldId="2147483801"/>
              <ac:spMk id="5" creationId="{B1604AA9-E365-44BC-9F6A-2ACEB5A07B8E}"/>
            </ac:spMkLst>
          </pc:spChg>
          <pc:spChg chg="mod">
            <ac:chgData name="FARRANT, George" userId="292a3dd9-394f-49b6-9ebd-9a7b08cf3045" providerId="ADAL" clId="{CDEB4591-9A94-5E5C-8A16-CB5EF7BB494C}" dt="2026-10-06T18:20:58.845" v="197" actId="26606"/>
            <ac:spMkLst>
              <pc:docMk/>
              <pc:sldMasterMk cId="3642927729" sldId="2147483660"/>
              <pc:sldLayoutMk cId="960015170" sldId="2147483801"/>
              <ac:spMk id="6" creationId="{EE50C7E8-A987-47AD-9645-F40DB5DC31AA}"/>
            </ac:spMkLst>
          </pc:spChg>
        </pc:sldLayoutChg>
        <pc:sldLayoutChg chg="modSp del mod ord">
          <pc:chgData name="FARRANT, George" userId="292a3dd9-394f-49b6-9ebd-9a7b08cf3045" providerId="ADAL" clId="{CDEB4591-9A94-5E5C-8A16-CB5EF7BB494C}" dt="2026-10-06T18:20:58.845" v="197" actId="26606"/>
          <pc:sldLayoutMkLst>
            <pc:docMk/>
            <pc:sldMasterMk cId="3642927729" sldId="2147483660"/>
            <pc:sldLayoutMk cId="4286532636" sldId="2147483802"/>
          </pc:sldLayoutMkLst>
          <pc:spChg chg="mod">
            <ac:chgData name="FARRANT, George" userId="292a3dd9-394f-49b6-9ebd-9a7b08cf3045" providerId="ADAL" clId="{CDEB4591-9A94-5E5C-8A16-CB5EF7BB494C}" dt="2026-10-06T18:20:58.845" v="197" actId="26606"/>
            <ac:spMkLst>
              <pc:docMk/>
              <pc:sldMasterMk cId="3642927729" sldId="2147483660"/>
              <pc:sldLayoutMk cId="4286532636" sldId="2147483802"/>
              <ac:spMk id="2" creationId="{B0C1D0CF-4BC2-4EC1-951B-9825F3004D87}"/>
            </ac:spMkLst>
          </pc:spChg>
          <pc:spChg chg="mod">
            <ac:chgData name="FARRANT, George" userId="292a3dd9-394f-49b6-9ebd-9a7b08cf3045" providerId="ADAL" clId="{CDEB4591-9A94-5E5C-8A16-CB5EF7BB494C}" dt="2026-10-06T18:20:58.845" v="197" actId="26606"/>
            <ac:spMkLst>
              <pc:docMk/>
              <pc:sldMasterMk cId="3642927729" sldId="2147483660"/>
              <pc:sldLayoutMk cId="4286532636" sldId="2147483802"/>
              <ac:spMk id="3" creationId="{7BA463E3-2624-43DC-95EA-9E5AC7505277}"/>
            </ac:spMkLst>
          </pc:spChg>
          <pc:spChg chg="mod">
            <ac:chgData name="FARRANT, George" userId="292a3dd9-394f-49b6-9ebd-9a7b08cf3045" providerId="ADAL" clId="{CDEB4591-9A94-5E5C-8A16-CB5EF7BB494C}" dt="2026-10-06T18:20:58.845" v="197" actId="26606"/>
            <ac:spMkLst>
              <pc:docMk/>
              <pc:sldMasterMk cId="3642927729" sldId="2147483660"/>
              <pc:sldLayoutMk cId="4286532636" sldId="2147483802"/>
              <ac:spMk id="4" creationId="{BE740889-5F09-49D3-A8D8-71729C3C8550}"/>
            </ac:spMkLst>
          </pc:spChg>
          <pc:spChg chg="mod">
            <ac:chgData name="FARRANT, George" userId="292a3dd9-394f-49b6-9ebd-9a7b08cf3045" providerId="ADAL" clId="{CDEB4591-9A94-5E5C-8A16-CB5EF7BB494C}" dt="2026-10-06T18:20:58.845" v="197" actId="26606"/>
            <ac:spMkLst>
              <pc:docMk/>
              <pc:sldMasterMk cId="3642927729" sldId="2147483660"/>
              <pc:sldLayoutMk cId="4286532636" sldId="2147483802"/>
              <ac:spMk id="5" creationId="{247E181A-1A40-4FED-91B3-2B96C83B8C97}"/>
            </ac:spMkLst>
          </pc:spChg>
          <pc:spChg chg="mod">
            <ac:chgData name="FARRANT, George" userId="292a3dd9-394f-49b6-9ebd-9a7b08cf3045" providerId="ADAL" clId="{CDEB4591-9A94-5E5C-8A16-CB5EF7BB494C}" dt="2026-10-06T18:20:58.845" v="197" actId="26606"/>
            <ac:spMkLst>
              <pc:docMk/>
              <pc:sldMasterMk cId="3642927729" sldId="2147483660"/>
              <pc:sldLayoutMk cId="4286532636" sldId="2147483802"/>
              <ac:spMk id="6" creationId="{9311D0E8-8137-44AD-80B9-CFEA2A0B442A}"/>
            </ac:spMkLst>
          </pc:spChg>
        </pc:sldLayoutChg>
      </pc:sldMasterChg>
      <pc:sldMasterChg chg="add addSldLayout delSldLayout modSldLayout sldLayoutOrd">
        <pc:chgData name="FARRANT, George" userId="292a3dd9-394f-49b6-9ebd-9a7b08cf3045" providerId="ADAL" clId="{CDEB4591-9A94-5E5C-8A16-CB5EF7BB494C}" dt="2026-10-06T18:20:58.845" v="197" actId="26606"/>
        <pc:sldMasterMkLst>
          <pc:docMk/>
          <pc:sldMasterMk cId="494728112" sldId="2147483674"/>
        </pc:sldMasterMkLst>
        <pc:sldLayoutChg chg="modSp mod ord">
          <pc:chgData name="FARRANT, George" userId="292a3dd9-394f-49b6-9ebd-9a7b08cf3045" providerId="ADAL" clId="{CDEB4591-9A94-5E5C-8A16-CB5EF7BB494C}" dt="2026-10-06T18:20:58.845" v="197" actId="26606"/>
          <pc:sldLayoutMkLst>
            <pc:docMk/>
            <pc:sldMasterMk cId="494728112" sldId="2147483674"/>
            <pc:sldLayoutMk cId="4219180788" sldId="2147483675"/>
          </pc:sldLayoutMkLst>
          <pc:spChg chg="mod">
            <ac:chgData name="FARRANT, George" userId="292a3dd9-394f-49b6-9ebd-9a7b08cf3045" providerId="ADAL" clId="{CDEB4591-9A94-5E5C-8A16-CB5EF7BB494C}" dt="2026-10-06T18:20:58.845" v="197" actId="26606"/>
            <ac:spMkLst>
              <pc:docMk/>
              <pc:sldMasterMk cId="494728112" sldId="2147483674"/>
              <pc:sldLayoutMk cId="4219180788" sldId="2147483675"/>
              <ac:spMk id="50" creationId="{B16CA78A-F06F-4470-BC76-C10558AED95E}"/>
            </ac:spMkLst>
          </pc:spChg>
          <pc:spChg chg="mod">
            <ac:chgData name="FARRANT, George" userId="292a3dd9-394f-49b6-9ebd-9a7b08cf3045" providerId="ADAL" clId="{CDEB4591-9A94-5E5C-8A16-CB5EF7BB494C}" dt="2026-10-06T18:20:58.845" v="197" actId="26606"/>
            <ac:spMkLst>
              <pc:docMk/>
              <pc:sldMasterMk cId="494728112" sldId="2147483674"/>
              <pc:sldLayoutMk cId="4219180788" sldId="2147483675"/>
              <ac:spMk id="52" creationId="{85BC1E99-B0CA-4A64-ADF0-01DC27AD2B2F}"/>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1780740017" sldId="2147483676"/>
          </pc:sldLayoutMkLst>
          <pc:spChg chg="mod">
            <ac:chgData name="FARRANT, George" userId="292a3dd9-394f-49b6-9ebd-9a7b08cf3045" providerId="ADAL" clId="{CDEB4591-9A94-5E5C-8A16-CB5EF7BB494C}" dt="2026-10-06T18:20:58.845" v="197" actId="26606"/>
            <ac:spMkLst>
              <pc:docMk/>
              <pc:sldMasterMk cId="494728112" sldId="2147483674"/>
              <pc:sldLayoutMk cId="1780740017" sldId="2147483676"/>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494728112" sldId="2147483674"/>
              <pc:sldLayoutMk cId="1780740017" sldId="2147483676"/>
              <ac:spMk id="4" creationId="{15BBCA0F-B749-4874-9106-A69BB3A2803D}"/>
            </ac:spMkLst>
          </pc:spChg>
          <pc:spChg chg="mod">
            <ac:chgData name="FARRANT, George" userId="292a3dd9-394f-49b6-9ebd-9a7b08cf3045" providerId="ADAL" clId="{CDEB4591-9A94-5E5C-8A16-CB5EF7BB494C}" dt="2026-10-06T18:20:58.845" v="197" actId="26606"/>
            <ac:spMkLst>
              <pc:docMk/>
              <pc:sldMasterMk cId="494728112" sldId="2147483674"/>
              <pc:sldLayoutMk cId="1780740017" sldId="2147483676"/>
              <ac:spMk id="7" creationId="{A435972B-A22C-49C4-B6CB-828A781ADE58}"/>
            </ac:spMkLst>
          </pc:spChg>
          <pc:spChg chg="mod">
            <ac:chgData name="FARRANT, George" userId="292a3dd9-394f-49b6-9ebd-9a7b08cf3045" providerId="ADAL" clId="{CDEB4591-9A94-5E5C-8A16-CB5EF7BB494C}" dt="2026-10-06T18:20:58.845" v="197" actId="26606"/>
            <ac:spMkLst>
              <pc:docMk/>
              <pc:sldMasterMk cId="494728112" sldId="2147483674"/>
              <pc:sldLayoutMk cId="1780740017" sldId="2147483676"/>
              <ac:spMk id="8" creationId="{098A6F93-D52E-4D91-BD00-B536DB2F61DC}"/>
            </ac:spMkLst>
          </pc:spChg>
          <pc:spChg chg="mod">
            <ac:chgData name="FARRANT, George" userId="292a3dd9-394f-49b6-9ebd-9a7b08cf3045" providerId="ADAL" clId="{CDEB4591-9A94-5E5C-8A16-CB5EF7BB494C}" dt="2026-10-06T18:20:58.845" v="197" actId="26606"/>
            <ac:spMkLst>
              <pc:docMk/>
              <pc:sldMasterMk cId="494728112" sldId="2147483674"/>
              <pc:sldLayoutMk cId="1780740017" sldId="2147483676"/>
              <ac:spMk id="9" creationId="{B7637613-6CB1-4E83-8AD8-4E496C24ABFD}"/>
            </ac:spMkLst>
          </pc:spChg>
          <pc:spChg chg="mod">
            <ac:chgData name="FARRANT, George" userId="292a3dd9-394f-49b6-9ebd-9a7b08cf3045" providerId="ADAL" clId="{CDEB4591-9A94-5E5C-8A16-CB5EF7BB494C}" dt="2026-10-06T18:20:58.845" v="197" actId="26606"/>
            <ac:spMkLst>
              <pc:docMk/>
              <pc:sldMasterMk cId="494728112" sldId="2147483674"/>
              <pc:sldLayoutMk cId="1780740017" sldId="2147483676"/>
              <ac:spMk id="23" creationId="{812841DD-202A-472D-9F4E-C34299C19B8F}"/>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2690418425" sldId="2147483677"/>
          </pc:sldLayoutMkLst>
          <pc:spChg chg="mod">
            <ac:chgData name="FARRANT, George" userId="292a3dd9-394f-49b6-9ebd-9a7b08cf3045" providerId="ADAL" clId="{CDEB4591-9A94-5E5C-8A16-CB5EF7BB494C}" dt="2026-10-06T18:20:58.845" v="197" actId="26606"/>
            <ac:spMkLst>
              <pc:docMk/>
              <pc:sldMasterMk cId="494728112" sldId="2147483674"/>
              <pc:sldLayoutMk cId="2690418425" sldId="2147483677"/>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494728112" sldId="2147483674"/>
              <pc:sldLayoutMk cId="2690418425" sldId="2147483677"/>
              <ac:spMk id="9" creationId="{B7637613-6CB1-4E83-8AD8-4E496C24ABFD}"/>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1614056721" sldId="2147483678"/>
          </pc:sldLayoutMkLst>
          <pc:spChg chg="mod">
            <ac:chgData name="FARRANT, George" userId="292a3dd9-394f-49b6-9ebd-9a7b08cf3045" providerId="ADAL" clId="{CDEB4591-9A94-5E5C-8A16-CB5EF7BB494C}" dt="2026-10-06T18:20:58.845" v="197" actId="26606"/>
            <ac:spMkLst>
              <pc:docMk/>
              <pc:sldMasterMk cId="494728112" sldId="2147483674"/>
              <pc:sldLayoutMk cId="1614056721" sldId="2147483678"/>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494728112" sldId="2147483674"/>
              <pc:sldLayoutMk cId="1614056721" sldId="2147483678"/>
              <ac:spMk id="9" creationId="{B7637613-6CB1-4E83-8AD8-4E496C24ABFD}"/>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176215306" sldId="2147483679"/>
          </pc:sldLayoutMkLst>
          <pc:spChg chg="mod">
            <ac:chgData name="FARRANT, George" userId="292a3dd9-394f-49b6-9ebd-9a7b08cf3045" providerId="ADAL" clId="{CDEB4591-9A94-5E5C-8A16-CB5EF7BB494C}" dt="2026-10-06T18:20:58.845" v="197" actId="26606"/>
            <ac:spMkLst>
              <pc:docMk/>
              <pc:sldMasterMk cId="494728112" sldId="2147483674"/>
              <pc:sldLayoutMk cId="176215306" sldId="2147483679"/>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494728112" sldId="2147483674"/>
              <pc:sldLayoutMk cId="176215306" sldId="2147483679"/>
              <ac:spMk id="9" creationId="{B7637613-6CB1-4E83-8AD8-4E496C24ABFD}"/>
            </ac:spMkLst>
          </pc:spChg>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744467283" sldId="2147483680"/>
          </pc:sldLayoutMkLst>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2099822747" sldId="2147483681"/>
          </pc:sldLayoutMkLst>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4" creationId="{4564567E-7E76-46E6-BCB6-8888D21914D8}"/>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0" creationId="{2AAEA2F6-B974-4370-AC73-A51335145A1A}"/>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5" creationId="{D4E7617A-DBC3-40BC-8C51-AF7291839E7B}"/>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27" creationId="{5DDFCDE0-1161-4605-B9E3-2607A70946B3}"/>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41" creationId="{978C03CC-B96D-441D-8AE0-61F73A8EA5EE}"/>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44" creationId="{2D7718B2-2CBC-4694-A303-CE8AC567A33D}"/>
            </ac:spMkLst>
          </pc:spChg>
          <pc:spChg chg="mod">
            <ac:chgData name="FARRANT, George" userId="292a3dd9-394f-49b6-9ebd-9a7b08cf3045" providerId="ADAL" clId="{CDEB4591-9A94-5E5C-8A16-CB5EF7BB494C}" dt="2026-10-06T18:20:58.845" v="197" actId="26606"/>
            <ac:spMkLst>
              <pc:docMk/>
              <pc:sldMasterMk cId="494728112" sldId="2147483674"/>
              <pc:sldLayoutMk cId="2099822747" sldId="2147483681"/>
              <ac:spMk id="145" creationId="{A8C997C6-51B1-4DC4-BAC6-4339C53666CD}"/>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235839991" sldId="2147483682"/>
          </pc:sldLayoutMkLst>
          <pc:spChg chg="mod">
            <ac:chgData name="FARRANT, George" userId="292a3dd9-394f-49b6-9ebd-9a7b08cf3045" providerId="ADAL" clId="{CDEB4591-9A94-5E5C-8A16-CB5EF7BB494C}" dt="2026-10-06T18:20:58.845" v="197" actId="26606"/>
            <ac:spMkLst>
              <pc:docMk/>
              <pc:sldMasterMk cId="494728112" sldId="2147483674"/>
              <pc:sldLayoutMk cId="235839991" sldId="2147483682"/>
              <ac:spMk id="5" creationId="{1E3CD4B2-EC57-4694-A5B1-C322F7B0552A}"/>
            </ac:spMkLst>
          </pc:spChg>
          <pc:spChg chg="mod">
            <ac:chgData name="FARRANT, George" userId="292a3dd9-394f-49b6-9ebd-9a7b08cf3045" providerId="ADAL" clId="{CDEB4591-9A94-5E5C-8A16-CB5EF7BB494C}" dt="2026-10-06T18:20:58.845" v="197" actId="26606"/>
            <ac:spMkLst>
              <pc:docMk/>
              <pc:sldMasterMk cId="494728112" sldId="2147483674"/>
              <pc:sldLayoutMk cId="235839991" sldId="2147483682"/>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494728112" sldId="2147483674"/>
              <pc:sldLayoutMk cId="235839991" sldId="2147483682"/>
              <ac:spMk id="15" creationId="{D4E7617A-DBC3-40BC-8C51-AF7291839E7B}"/>
            </ac:spMkLst>
          </pc:spChg>
          <pc:spChg chg="mod">
            <ac:chgData name="FARRANT, George" userId="292a3dd9-394f-49b6-9ebd-9a7b08cf3045" providerId="ADAL" clId="{CDEB4591-9A94-5E5C-8A16-CB5EF7BB494C}" dt="2026-10-06T18:20:58.845" v="197" actId="26606"/>
            <ac:spMkLst>
              <pc:docMk/>
              <pc:sldMasterMk cId="494728112" sldId="2147483674"/>
              <pc:sldLayoutMk cId="235839991" sldId="2147483682"/>
              <ac:spMk id="17" creationId="{35FA0AA6-EADC-462B-8AE1-05726AEBE313}"/>
            </ac:spMkLst>
          </pc:spChg>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1501362251" sldId="2147483683"/>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2864561888" sldId="2147483684"/>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248253559" sldId="2147483685"/>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658974104" sldId="2147483686"/>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1596935488" sldId="2147483687"/>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789626811" sldId="2147483688"/>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570346548" sldId="2147483689"/>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538220063" sldId="2147483690"/>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106268217" sldId="2147483691"/>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21092054" sldId="2147483692"/>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902179497" sldId="2147483693"/>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891722926" sldId="2147483694"/>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073565828" sldId="2147483695"/>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4218691232" sldId="2147483696"/>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271789342" sldId="2147483697"/>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2967008670" sldId="2147483698"/>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4119163545" sldId="2147483699"/>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4133674006" sldId="2147483700"/>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2629632857" sldId="2147483701"/>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1888174621" sldId="2147483702"/>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169588106" sldId="2147483703"/>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861381758" sldId="2147483704"/>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2751234293" sldId="2147483705"/>
          </pc:sldLayoutMkLst>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2160556698" sldId="2147483706"/>
          </pc:sldLayoutMkLst>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3789305168" sldId="2147483707"/>
          </pc:sldLayoutMkLst>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9" creationId="{6893CD51-BDC9-4F50-A877-03C7876367E7}"/>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10" creationId="{C74A980F-D8A8-45BF-83FF-FAFDC411F9E4}"/>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45" creationId="{7048F146-31C6-4C40-9CD2-081E8E97B508}"/>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46" creationId="{703277B6-8F80-4D8B-8F4B-8050CF8E3F6B}"/>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47" creationId="{54AB44A6-B61F-4B99-9715-C185EB0F59AA}"/>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48" creationId="{5FFBC0EB-C3F4-4BBB-AFAA-DF8F27DE6F74}"/>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49" creationId="{96811929-4004-4013-A01C-E6C4502FE51B}"/>
            </ac:spMkLst>
          </pc:spChg>
          <pc:spChg chg="mod">
            <ac:chgData name="FARRANT, George" userId="292a3dd9-394f-49b6-9ebd-9a7b08cf3045" providerId="ADAL" clId="{CDEB4591-9A94-5E5C-8A16-CB5EF7BB494C}" dt="2026-10-06T18:20:58.845" v="197" actId="26606"/>
            <ac:spMkLst>
              <pc:docMk/>
              <pc:sldMasterMk cId="494728112" sldId="2147483674"/>
              <pc:sldLayoutMk cId="3789305168" sldId="2147483707"/>
              <ac:spMk id="50" creationId="{8C52A45D-A4A4-427B-A37B-39BBD54F07ED}"/>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1469162669" sldId="2147483708"/>
          </pc:sldLayoutMkLst>
          <pc:spChg chg="mod">
            <ac:chgData name="FARRANT, George" userId="292a3dd9-394f-49b6-9ebd-9a7b08cf3045" providerId="ADAL" clId="{CDEB4591-9A94-5E5C-8A16-CB5EF7BB494C}" dt="2026-10-06T18:20:58.845" v="197" actId="26606"/>
            <ac:spMkLst>
              <pc:docMk/>
              <pc:sldMasterMk cId="494728112" sldId="2147483674"/>
              <pc:sldLayoutMk cId="1469162669" sldId="2147483708"/>
              <ac:spMk id="19" creationId="{69E7CD65-2E9A-4E22-A673-DE6C7440EB2C}"/>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3747058115" sldId="2147483709"/>
          </pc:sldLayoutMkLst>
          <pc:spChg chg="mod">
            <ac:chgData name="FARRANT, George" userId="292a3dd9-394f-49b6-9ebd-9a7b08cf3045" providerId="ADAL" clId="{CDEB4591-9A94-5E5C-8A16-CB5EF7BB494C}" dt="2026-10-06T18:20:58.845" v="197" actId="26606"/>
            <ac:spMkLst>
              <pc:docMk/>
              <pc:sldMasterMk cId="494728112" sldId="2147483674"/>
              <pc:sldLayoutMk cId="3747058115" sldId="2147483709"/>
              <ac:spMk id="19" creationId="{69E7CD65-2E9A-4E22-A673-DE6C7440EB2C}"/>
            </ac:spMkLst>
          </pc:spChg>
        </pc:sldLayoutChg>
        <pc:sldLayoutChg chg="mod ord">
          <pc:chgData name="FARRANT, George" userId="292a3dd9-394f-49b6-9ebd-9a7b08cf3045" providerId="ADAL" clId="{CDEB4591-9A94-5E5C-8A16-CB5EF7BB494C}" dt="2026-10-06T18:20:58.845" v="197" actId="26606"/>
          <pc:sldLayoutMkLst>
            <pc:docMk/>
            <pc:sldMasterMk cId="494728112" sldId="2147483674"/>
            <pc:sldLayoutMk cId="1338131879" sldId="2147483710"/>
          </pc:sldLayoutMkLst>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1380784632" sldId="2147483712"/>
          </pc:sldLayoutMkLst>
          <pc:spChg chg="mod">
            <ac:chgData name="FARRANT, George" userId="292a3dd9-394f-49b6-9ebd-9a7b08cf3045" providerId="ADAL" clId="{CDEB4591-9A94-5E5C-8A16-CB5EF7BB494C}" dt="2026-10-06T18:20:58.845" v="197" actId="26606"/>
            <ac:spMkLst>
              <pc:docMk/>
              <pc:sldMasterMk cId="494728112" sldId="2147483674"/>
              <pc:sldLayoutMk cId="1380784632" sldId="2147483712"/>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494728112" sldId="2147483674"/>
              <pc:sldLayoutMk cId="1380784632" sldId="2147483712"/>
              <ac:spMk id="4" creationId="{15BBCA0F-B749-4874-9106-A69BB3A2803D}"/>
            </ac:spMkLst>
          </pc:spChg>
          <pc:spChg chg="mod">
            <ac:chgData name="FARRANT, George" userId="292a3dd9-394f-49b6-9ebd-9a7b08cf3045" providerId="ADAL" clId="{CDEB4591-9A94-5E5C-8A16-CB5EF7BB494C}" dt="2026-10-06T18:20:58.845" v="197" actId="26606"/>
            <ac:spMkLst>
              <pc:docMk/>
              <pc:sldMasterMk cId="494728112" sldId="2147483674"/>
              <pc:sldLayoutMk cId="1380784632" sldId="2147483712"/>
              <ac:spMk id="7" creationId="{A435972B-A22C-49C4-B6CB-828A781ADE58}"/>
            </ac:spMkLst>
          </pc:spChg>
          <pc:spChg chg="mod">
            <ac:chgData name="FARRANT, George" userId="292a3dd9-394f-49b6-9ebd-9a7b08cf3045" providerId="ADAL" clId="{CDEB4591-9A94-5E5C-8A16-CB5EF7BB494C}" dt="2026-10-06T18:20:58.845" v="197" actId="26606"/>
            <ac:spMkLst>
              <pc:docMk/>
              <pc:sldMasterMk cId="494728112" sldId="2147483674"/>
              <pc:sldLayoutMk cId="1380784632" sldId="2147483712"/>
              <ac:spMk id="8" creationId="{098A6F93-D52E-4D91-BD00-B536DB2F61DC}"/>
            </ac:spMkLst>
          </pc:spChg>
          <pc:spChg chg="mod">
            <ac:chgData name="FARRANT, George" userId="292a3dd9-394f-49b6-9ebd-9a7b08cf3045" providerId="ADAL" clId="{CDEB4591-9A94-5E5C-8A16-CB5EF7BB494C}" dt="2026-10-06T18:20:58.845" v="197" actId="26606"/>
            <ac:spMkLst>
              <pc:docMk/>
              <pc:sldMasterMk cId="494728112" sldId="2147483674"/>
              <pc:sldLayoutMk cId="1380784632" sldId="2147483712"/>
              <ac:spMk id="9" creationId="{B7637613-6CB1-4E83-8AD8-4E496C24ABFD}"/>
            </ac:spMkLst>
          </pc:spChg>
          <pc:spChg chg="mod">
            <ac:chgData name="FARRANT, George" userId="292a3dd9-394f-49b6-9ebd-9a7b08cf3045" providerId="ADAL" clId="{CDEB4591-9A94-5E5C-8A16-CB5EF7BB494C}" dt="2026-10-06T18:20:58.845" v="197" actId="26606"/>
            <ac:spMkLst>
              <pc:docMk/>
              <pc:sldMasterMk cId="494728112" sldId="2147483674"/>
              <pc:sldLayoutMk cId="1380784632" sldId="2147483712"/>
              <ac:spMk id="23" creationId="{812841DD-202A-472D-9F4E-C34299C19B8F}"/>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349620444" sldId="2147483713"/>
          </pc:sldLayoutMkLst>
          <pc:spChg chg="mod">
            <ac:chgData name="FARRANT, George" userId="292a3dd9-394f-49b6-9ebd-9a7b08cf3045" providerId="ADAL" clId="{CDEB4591-9A94-5E5C-8A16-CB5EF7BB494C}" dt="2026-10-06T18:20:58.845" v="197" actId="26606"/>
            <ac:spMkLst>
              <pc:docMk/>
              <pc:sldMasterMk cId="494728112" sldId="2147483674"/>
              <pc:sldLayoutMk cId="349620444" sldId="2147483713"/>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494728112" sldId="2147483674"/>
              <pc:sldLayoutMk cId="349620444" sldId="2147483713"/>
              <ac:spMk id="9" creationId="{B7637613-6CB1-4E83-8AD8-4E496C24ABFD}"/>
            </ac:spMkLst>
          </pc:spChg>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1896970139" sldId="2147483714"/>
          </pc:sldLayoutMkLst>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3745213227" sldId="2147483715"/>
          </pc:sldLayoutMkLst>
          <pc:spChg chg="mod">
            <ac:chgData name="FARRANT, George" userId="292a3dd9-394f-49b6-9ebd-9a7b08cf3045" providerId="ADAL" clId="{CDEB4591-9A94-5E5C-8A16-CB5EF7BB494C}" dt="2026-10-06T18:20:58.845" v="197" actId="26606"/>
            <ac:spMkLst>
              <pc:docMk/>
              <pc:sldMasterMk cId="494728112" sldId="2147483674"/>
              <pc:sldLayoutMk cId="3745213227" sldId="2147483715"/>
              <ac:spMk id="19" creationId="{69E7CD65-2E9A-4E22-A673-DE6C7440EB2C}"/>
            </ac:spMkLst>
          </pc:spChg>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3616250237" sldId="2147483716"/>
          </pc:sldLayoutMkLst>
          <pc:spChg chg="mod">
            <ac:chgData name="FARRANT, George" userId="292a3dd9-394f-49b6-9ebd-9a7b08cf3045" providerId="ADAL" clId="{CDEB4591-9A94-5E5C-8A16-CB5EF7BB494C}" dt="2026-10-06T18:20:58.845" v="197" actId="26606"/>
            <ac:spMkLst>
              <pc:docMk/>
              <pc:sldMasterMk cId="494728112" sldId="2147483674"/>
              <pc:sldLayoutMk cId="3616250237" sldId="2147483716"/>
              <ac:spMk id="19" creationId="{69E7CD65-2E9A-4E22-A673-DE6C7440EB2C}"/>
            </ac:spMkLst>
          </pc:spChg>
        </pc:sldLayoutChg>
        <pc:sldLayoutChg chg="mod ord">
          <pc:chgData name="FARRANT, George" userId="292a3dd9-394f-49b6-9ebd-9a7b08cf3045" providerId="ADAL" clId="{CDEB4591-9A94-5E5C-8A16-CB5EF7BB494C}" dt="2026-10-06T18:20:58.845" v="197" actId="26606"/>
          <pc:sldLayoutMkLst>
            <pc:docMk/>
            <pc:sldMasterMk cId="494728112" sldId="2147483674"/>
            <pc:sldLayoutMk cId="2037433600" sldId="2147483717"/>
          </pc:sldLayoutMkLst>
        </pc:sldLayoutChg>
        <pc:sldLayoutChg chg="modSp mod ord">
          <pc:chgData name="FARRANT, George" userId="292a3dd9-394f-49b6-9ebd-9a7b08cf3045" providerId="ADAL" clId="{CDEB4591-9A94-5E5C-8A16-CB5EF7BB494C}" dt="2026-10-06T18:20:58.845" v="197" actId="26606"/>
          <pc:sldLayoutMkLst>
            <pc:docMk/>
            <pc:sldMasterMk cId="494728112" sldId="2147483674"/>
            <pc:sldLayoutMk cId="1439539164" sldId="2147483718"/>
          </pc:sldLayoutMkLst>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9" creationId="{6893CD51-BDC9-4F50-A877-03C7876367E7}"/>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0" creationId="{C74A980F-D8A8-45BF-83FF-FAFDC411F9E4}"/>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1" creationId="{FD3A351C-B054-488A-96DA-3D864DDEFE98}"/>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2" creationId="{CE9C6B95-632F-4A19-995A-4C35860E9490}"/>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3" creationId="{AADD44CD-2753-482D-A965-16E8C883C125}"/>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4" creationId="{C94F3636-305D-456D-A0E2-A24C577076DB}"/>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5" creationId="{96E18DD2-B380-4D17-A06E-2546AAFA4D0C}"/>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6" creationId="{EBB98A29-42B7-4665-B7EB-76508B202365}"/>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7" creationId="{C27B1F27-00CE-4319-86FC-8725236426E4}"/>
            </ac:spMkLst>
          </pc:spChg>
          <pc:spChg chg="mod">
            <ac:chgData name="FARRANT, George" userId="292a3dd9-394f-49b6-9ebd-9a7b08cf3045" providerId="ADAL" clId="{CDEB4591-9A94-5E5C-8A16-CB5EF7BB494C}" dt="2026-10-06T18:20:58.845" v="197" actId="26606"/>
            <ac:spMkLst>
              <pc:docMk/>
              <pc:sldMasterMk cId="494728112" sldId="2147483674"/>
              <pc:sldLayoutMk cId="1439539164" sldId="2147483718"/>
              <ac:spMk id="18" creationId="{8C69BFBD-90EB-4EB7-A441-7C5C03B5E3FB}"/>
            </ac:spMkLst>
          </pc:spChg>
        </pc:sldLayoutChg>
        <pc:sldLayoutChg chg="add">
          <pc:chgData name="FARRANT, George" userId="292a3dd9-394f-49b6-9ebd-9a7b08cf3045" providerId="ADAL" clId="{CDEB4591-9A94-5E5C-8A16-CB5EF7BB494C}" dt="2026-10-06T18:20:58.845" v="197" actId="26606"/>
          <pc:sldLayoutMkLst>
            <pc:docMk/>
            <pc:sldMasterMk cId="494728112" sldId="2147483674"/>
            <pc:sldLayoutMk cId="3996406778" sldId="2147483719"/>
          </pc:sldLayoutMkLst>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744467283" sldId="2147483804"/>
          </pc:sldLayoutMkLst>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2" creationId="{11BC60E2-A177-45EB-93BA-786D5EF40FF4}"/>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6" creationId="{C2FE6DEE-F08E-49D1-8BBE-7D98F0306A3B}"/>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12" creationId="{D9022AB6-A86E-47B3-84F9-293E4B4D4AB4}"/>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13" creationId="{8790B95C-5F7D-4BA2-94B8-3EAC426B793A}"/>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20" creationId="{A419FA91-E2B6-456E-9C31-2328CBB43A92}"/>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22" creationId="{E0B3631B-C641-42E6-AFD5-B95921B9B174}"/>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23" creationId="{4F60334C-59D0-46CD-929E-AD5F57134899}"/>
            </ac:spMkLst>
          </pc:spChg>
          <pc:spChg chg="mod">
            <ac:chgData name="FARRANT, George" userId="292a3dd9-394f-49b6-9ebd-9a7b08cf3045" providerId="ADAL" clId="{CDEB4591-9A94-5E5C-8A16-CB5EF7BB494C}" dt="2026-10-06T18:20:58.845" v="197" actId="26606"/>
            <ac:spMkLst>
              <pc:docMk/>
              <pc:sldMasterMk cId="494728112" sldId="2147483674"/>
              <pc:sldLayoutMk cId="3744467283" sldId="2147483804"/>
              <ac:spMk id="34" creationId="{4AE6AD9E-A42C-4097-BA1A-CF086631D339}"/>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1501362251" sldId="2147483805"/>
          </pc:sldLayoutMkLst>
          <pc:spChg chg="mod">
            <ac:chgData name="FARRANT, George" userId="292a3dd9-394f-49b6-9ebd-9a7b08cf3045" providerId="ADAL" clId="{CDEB4591-9A94-5E5C-8A16-CB5EF7BB494C}" dt="2026-10-06T18:20:58.845" v="197" actId="26606"/>
            <ac:spMkLst>
              <pc:docMk/>
              <pc:sldMasterMk cId="494728112" sldId="2147483674"/>
              <pc:sldLayoutMk cId="1501362251" sldId="2147483805"/>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494728112" sldId="2147483674"/>
              <pc:sldLayoutMk cId="1501362251" sldId="2147483805"/>
              <ac:spMk id="8" creationId="{921F6FC1-A681-45AA-86DE-F3E78736D3DC}"/>
            </ac:spMkLst>
          </pc:spChg>
          <pc:spChg chg="mod">
            <ac:chgData name="FARRANT, George" userId="292a3dd9-394f-49b6-9ebd-9a7b08cf3045" providerId="ADAL" clId="{CDEB4591-9A94-5E5C-8A16-CB5EF7BB494C}" dt="2026-10-06T18:20:58.845" v="197" actId="26606"/>
            <ac:spMkLst>
              <pc:docMk/>
              <pc:sldMasterMk cId="494728112" sldId="2147483674"/>
              <pc:sldLayoutMk cId="1501362251" sldId="2147483805"/>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494728112" sldId="2147483674"/>
              <pc:sldLayoutMk cId="1501362251" sldId="2147483805"/>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494728112" sldId="2147483674"/>
              <pc:sldLayoutMk cId="1501362251" sldId="2147483805"/>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2864561888" sldId="2147483806"/>
          </pc:sldLayoutMkLst>
          <pc:spChg chg="mod">
            <ac:chgData name="FARRANT, George" userId="292a3dd9-394f-49b6-9ebd-9a7b08cf3045" providerId="ADAL" clId="{CDEB4591-9A94-5E5C-8A16-CB5EF7BB494C}" dt="2026-10-06T18:20:58.845" v="197" actId="26606"/>
            <ac:spMkLst>
              <pc:docMk/>
              <pc:sldMasterMk cId="494728112" sldId="2147483674"/>
              <pc:sldLayoutMk cId="2864561888" sldId="2147483806"/>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494728112" sldId="2147483674"/>
              <pc:sldLayoutMk cId="2864561888" sldId="2147483806"/>
              <ac:spMk id="5" creationId="{740C642F-FFE6-4F8E-8430-B55902267A94}"/>
            </ac:spMkLst>
          </pc:spChg>
          <pc:spChg chg="mod">
            <ac:chgData name="FARRANT, George" userId="292a3dd9-394f-49b6-9ebd-9a7b08cf3045" providerId="ADAL" clId="{CDEB4591-9A94-5E5C-8A16-CB5EF7BB494C}" dt="2026-10-06T18:20:58.845" v="197" actId="26606"/>
            <ac:spMkLst>
              <pc:docMk/>
              <pc:sldMasterMk cId="494728112" sldId="2147483674"/>
              <pc:sldLayoutMk cId="2864561888" sldId="2147483806"/>
              <ac:spMk id="6" creationId="{AAD11831-DF44-47FA-829D-3E47DFF02185}"/>
            </ac:spMkLst>
          </pc:spChg>
          <pc:spChg chg="mod">
            <ac:chgData name="FARRANT, George" userId="292a3dd9-394f-49b6-9ebd-9a7b08cf3045" providerId="ADAL" clId="{CDEB4591-9A94-5E5C-8A16-CB5EF7BB494C}" dt="2026-10-06T18:20:58.845" v="197" actId="26606"/>
            <ac:spMkLst>
              <pc:docMk/>
              <pc:sldMasterMk cId="494728112" sldId="2147483674"/>
              <pc:sldLayoutMk cId="2864561888" sldId="2147483806"/>
              <ac:spMk id="8" creationId="{921F6FC1-A681-45AA-86DE-F3E78736D3DC}"/>
            </ac:spMkLst>
          </pc:spChg>
          <pc:spChg chg="mod">
            <ac:chgData name="FARRANT, George" userId="292a3dd9-394f-49b6-9ebd-9a7b08cf3045" providerId="ADAL" clId="{CDEB4591-9A94-5E5C-8A16-CB5EF7BB494C}" dt="2026-10-06T18:20:58.845" v="197" actId="26606"/>
            <ac:spMkLst>
              <pc:docMk/>
              <pc:sldMasterMk cId="494728112" sldId="2147483674"/>
              <pc:sldLayoutMk cId="2864561888" sldId="2147483806"/>
              <ac:spMk id="19" creationId="{FCA6C234-2250-4042-807E-5951B5EC2C95}"/>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248253559" sldId="2147483807"/>
          </pc:sldLayoutMkLst>
          <pc:spChg chg="mod">
            <ac:chgData name="FARRANT, George" userId="292a3dd9-394f-49b6-9ebd-9a7b08cf3045" providerId="ADAL" clId="{CDEB4591-9A94-5E5C-8A16-CB5EF7BB494C}" dt="2026-10-06T18:20:58.845" v="197" actId="26606"/>
            <ac:spMkLst>
              <pc:docMk/>
              <pc:sldMasterMk cId="494728112" sldId="2147483674"/>
              <pc:sldLayoutMk cId="3248253559" sldId="2147483807"/>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494728112" sldId="2147483674"/>
              <pc:sldLayoutMk cId="3248253559" sldId="2147483807"/>
              <ac:spMk id="5" creationId="{139EA4E0-9FE9-4B07-A24F-8D2269789704}"/>
            </ac:spMkLst>
          </pc:spChg>
          <pc:spChg chg="mod">
            <ac:chgData name="FARRANT, George" userId="292a3dd9-394f-49b6-9ebd-9a7b08cf3045" providerId="ADAL" clId="{CDEB4591-9A94-5E5C-8A16-CB5EF7BB494C}" dt="2026-10-06T18:20:58.845" v="197" actId="26606"/>
            <ac:spMkLst>
              <pc:docMk/>
              <pc:sldMasterMk cId="494728112" sldId="2147483674"/>
              <pc:sldLayoutMk cId="3248253559" sldId="2147483807"/>
              <ac:spMk id="6" creationId="{E5B9C914-4EA0-415D-8DF2-DECB3399B2D9}"/>
            </ac:spMkLst>
          </pc:spChg>
          <pc:spChg chg="mod">
            <ac:chgData name="FARRANT, George" userId="292a3dd9-394f-49b6-9ebd-9a7b08cf3045" providerId="ADAL" clId="{CDEB4591-9A94-5E5C-8A16-CB5EF7BB494C}" dt="2026-10-06T18:20:58.845" v="197" actId="26606"/>
            <ac:spMkLst>
              <pc:docMk/>
              <pc:sldMasterMk cId="494728112" sldId="2147483674"/>
              <pc:sldLayoutMk cId="3248253559" sldId="2147483807"/>
              <ac:spMk id="8" creationId="{921F6FC1-A681-45AA-86DE-F3E78736D3DC}"/>
            </ac:spMkLst>
          </pc:spChg>
          <pc:spChg chg="mod">
            <ac:chgData name="FARRANT, George" userId="292a3dd9-394f-49b6-9ebd-9a7b08cf3045" providerId="ADAL" clId="{CDEB4591-9A94-5E5C-8A16-CB5EF7BB494C}" dt="2026-10-06T18:20:58.845" v="197" actId="26606"/>
            <ac:spMkLst>
              <pc:docMk/>
              <pc:sldMasterMk cId="494728112" sldId="2147483674"/>
              <pc:sldLayoutMk cId="3248253559" sldId="2147483807"/>
              <ac:spMk id="19" creationId="{D0C74FA2-F84A-45C5-BD99-82A22DBBEBA1}"/>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658974104" sldId="2147483808"/>
          </pc:sldLayoutMkLst>
          <pc:spChg chg="mod">
            <ac:chgData name="FARRANT, George" userId="292a3dd9-394f-49b6-9ebd-9a7b08cf3045" providerId="ADAL" clId="{CDEB4591-9A94-5E5C-8A16-CB5EF7BB494C}" dt="2026-10-06T18:20:58.845" v="197" actId="26606"/>
            <ac:spMkLst>
              <pc:docMk/>
              <pc:sldMasterMk cId="494728112" sldId="2147483674"/>
              <pc:sldLayoutMk cId="658974104" sldId="2147483808"/>
              <ac:spMk id="2" creationId="{0DC2687E-647E-4F79-8F76-EB149F6ADCF1}"/>
            </ac:spMkLst>
          </pc:spChg>
          <pc:spChg chg="mod">
            <ac:chgData name="FARRANT, George" userId="292a3dd9-394f-49b6-9ebd-9a7b08cf3045" providerId="ADAL" clId="{CDEB4591-9A94-5E5C-8A16-CB5EF7BB494C}" dt="2026-10-06T18:20:58.845" v="197" actId="26606"/>
            <ac:spMkLst>
              <pc:docMk/>
              <pc:sldMasterMk cId="494728112" sldId="2147483674"/>
              <pc:sldLayoutMk cId="658974104" sldId="2147483808"/>
              <ac:spMk id="4" creationId="{BBBC61E1-9ECB-4AB5-9880-9683EDD76C26}"/>
            </ac:spMkLst>
          </pc:spChg>
          <pc:spChg chg="mod">
            <ac:chgData name="FARRANT, George" userId="292a3dd9-394f-49b6-9ebd-9a7b08cf3045" providerId="ADAL" clId="{CDEB4591-9A94-5E5C-8A16-CB5EF7BB494C}" dt="2026-10-06T18:20:58.845" v="197" actId="26606"/>
            <ac:spMkLst>
              <pc:docMk/>
              <pc:sldMasterMk cId="494728112" sldId="2147483674"/>
              <pc:sldLayoutMk cId="658974104" sldId="2147483808"/>
              <ac:spMk id="12" creationId="{84C1F672-3627-47B2-936F-F7E1A8911D0E}"/>
            </ac:spMkLst>
          </pc:spChg>
          <pc:spChg chg="mod">
            <ac:chgData name="FARRANT, George" userId="292a3dd9-394f-49b6-9ebd-9a7b08cf3045" providerId="ADAL" clId="{CDEB4591-9A94-5E5C-8A16-CB5EF7BB494C}" dt="2026-10-06T18:20:58.845" v="197" actId="26606"/>
            <ac:spMkLst>
              <pc:docMk/>
              <pc:sldMasterMk cId="494728112" sldId="2147483674"/>
              <pc:sldLayoutMk cId="658974104" sldId="2147483808"/>
              <ac:spMk id="13" creationId="{967762A4-5BDF-4B0E-8A4C-290B504463C4}"/>
            </ac:spMkLst>
          </pc:spChg>
          <pc:spChg chg="mod">
            <ac:chgData name="FARRANT, George" userId="292a3dd9-394f-49b6-9ebd-9a7b08cf3045" providerId="ADAL" clId="{CDEB4591-9A94-5E5C-8A16-CB5EF7BB494C}" dt="2026-10-06T18:20:58.845" v="197" actId="26606"/>
            <ac:spMkLst>
              <pc:docMk/>
              <pc:sldMasterMk cId="494728112" sldId="2147483674"/>
              <pc:sldLayoutMk cId="658974104" sldId="2147483808"/>
              <ac:spMk id="14" creationId="{94F573B1-C72D-48BD-8C6D-CD736D5A2014}"/>
            </ac:spMkLst>
          </pc:spChg>
          <pc:spChg chg="mod">
            <ac:chgData name="FARRANT, George" userId="292a3dd9-394f-49b6-9ebd-9a7b08cf3045" providerId="ADAL" clId="{CDEB4591-9A94-5E5C-8A16-CB5EF7BB494C}" dt="2026-10-06T18:20:58.845" v="197" actId="26606"/>
            <ac:spMkLst>
              <pc:docMk/>
              <pc:sldMasterMk cId="494728112" sldId="2147483674"/>
              <pc:sldLayoutMk cId="658974104" sldId="2147483808"/>
              <ac:spMk id="15" creationId="{815297CE-BB59-4F7C-9519-DC26E86D9DE9}"/>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1596935488" sldId="2147483809"/>
          </pc:sldLayoutMkLst>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2" creationId="{DB6E96AD-1BD9-451C-8BFB-2C65B4C97BE4}"/>
            </ac:spMkLst>
          </pc:spChg>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6" creationId="{3C8424EB-E689-4410-8F99-24CF293D71C4}"/>
            </ac:spMkLst>
          </pc:spChg>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7" creationId="{14BF86DE-478F-4D46-B294-AA42D2971DC2}"/>
            </ac:spMkLst>
          </pc:spChg>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9" creationId="{A10BAD9A-2C7C-410E-BFAD-876F3E3DEB09}"/>
            </ac:spMkLst>
          </pc:spChg>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10" creationId="{2F9862F1-D0D0-4995-A462-AE36892862DD}"/>
            </ac:spMkLst>
          </pc:spChg>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16" creationId="{1AA708A7-E788-4F84-A777-867974D720DE}"/>
            </ac:spMkLst>
          </pc:spChg>
          <pc:spChg chg="mod">
            <ac:chgData name="FARRANT, George" userId="292a3dd9-394f-49b6-9ebd-9a7b08cf3045" providerId="ADAL" clId="{CDEB4591-9A94-5E5C-8A16-CB5EF7BB494C}" dt="2026-10-06T18:20:58.845" v="197" actId="26606"/>
            <ac:spMkLst>
              <pc:docMk/>
              <pc:sldMasterMk cId="494728112" sldId="2147483674"/>
              <pc:sldLayoutMk cId="1596935488" sldId="2147483809"/>
              <ac:spMk id="17" creationId="{0C41C6F6-07F2-47D1-82AF-426A2D103994}"/>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789626811" sldId="2147483810"/>
          </pc:sldLayoutMkLst>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3" creationId="{EFF5C918-B570-4503-9D39-08520C01AB16}"/>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6" creationId="{10071688-A2F3-4313-AE00-C38A8BDA5E58}"/>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7" creationId="{101FA096-717A-4822-8023-5217B75D8AD8}"/>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8" creationId="{9EF349E5-7C8F-40CB-BB3D-8B43ABECB676}"/>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9" creationId="{C1221C18-8C05-4F73-BAFE-36423AF530F1}"/>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11" creationId="{54FCF491-A598-4D10-83F7-C2EFEEA761D4}"/>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12" creationId="{C18D7F70-9F8B-4EA4-9761-AEF2C68A54EC}"/>
            </ac:spMkLst>
          </pc:spChg>
          <pc:spChg chg="mod">
            <ac:chgData name="FARRANT, George" userId="292a3dd9-394f-49b6-9ebd-9a7b08cf3045" providerId="ADAL" clId="{CDEB4591-9A94-5E5C-8A16-CB5EF7BB494C}" dt="2026-10-06T18:20:58.845" v="197" actId="26606"/>
            <ac:spMkLst>
              <pc:docMk/>
              <pc:sldMasterMk cId="494728112" sldId="2147483674"/>
              <pc:sldLayoutMk cId="789626811" sldId="2147483810"/>
              <ac:spMk id="22" creationId="{7892C2E2-64F1-417E-B6F0-C3FC97170662}"/>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570346548" sldId="2147483811"/>
          </pc:sldLayoutMkLst>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2" creationId="{D338A426-B956-4047-B2D6-EFEAB1F1265C}"/>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7" creationId="{A4242559-1861-4D15-B635-CE716556A66C}"/>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8" creationId="{AD41C81D-476C-47FC-9D77-A943ABF1A98F}"/>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9" creationId="{39789319-3D23-4D3B-8BB6-37B045BA12F9}"/>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10" creationId="{DE2706E8-93C8-4D96-B0F7-1966D248E243}"/>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11" creationId="{C3E254CD-FE4F-4FE5-BCD3-8DF050368E8A}"/>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12" creationId="{B3D444E7-B76A-41F0-8DDC-AFF4512C937B}"/>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13" creationId="{F6A8FAC0-6202-4730-ABDF-AEB2CC9E7649}"/>
            </ac:spMkLst>
          </pc:spChg>
          <pc:spChg chg="mod">
            <ac:chgData name="FARRANT, George" userId="292a3dd9-394f-49b6-9ebd-9a7b08cf3045" providerId="ADAL" clId="{CDEB4591-9A94-5E5C-8A16-CB5EF7BB494C}" dt="2026-10-06T18:20:58.845" v="197" actId="26606"/>
            <ac:spMkLst>
              <pc:docMk/>
              <pc:sldMasterMk cId="494728112" sldId="2147483674"/>
              <pc:sldLayoutMk cId="3570346548" sldId="2147483811"/>
              <ac:spMk id="22" creationId="{84A25565-6FBB-4790-9554-696099440A47}"/>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538220063" sldId="2147483812"/>
          </pc:sldLayoutMkLst>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3" creationId="{CC346725-627A-4B29-820E-90E678F4FA57}"/>
            </ac:spMkLst>
          </pc:spChg>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6" creationId="{10071688-A2F3-4313-AE00-C38A8BDA5E58}"/>
            </ac:spMkLst>
          </pc:spChg>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7" creationId="{101FA096-717A-4822-8023-5217B75D8AD8}"/>
            </ac:spMkLst>
          </pc:spChg>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8" creationId="{9EF349E5-7C8F-40CB-BB3D-8B43ABECB676}"/>
            </ac:spMkLst>
          </pc:spChg>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9" creationId="{C1221C18-8C05-4F73-BAFE-36423AF530F1}"/>
            </ac:spMkLst>
          </pc:spChg>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10" creationId="{D4E85893-B9DB-4913-9D1F-353CA4F83F61}"/>
            </ac:spMkLst>
          </pc:spChg>
          <pc:spChg chg="mod">
            <ac:chgData name="FARRANT, George" userId="292a3dd9-394f-49b6-9ebd-9a7b08cf3045" providerId="ADAL" clId="{CDEB4591-9A94-5E5C-8A16-CB5EF7BB494C}" dt="2026-10-06T18:20:58.845" v="197" actId="26606"/>
            <ac:spMkLst>
              <pc:docMk/>
              <pc:sldMasterMk cId="494728112" sldId="2147483674"/>
              <pc:sldLayoutMk cId="3538220063" sldId="2147483812"/>
              <ac:spMk id="22" creationId="{7892C2E2-64F1-417E-B6F0-C3FC97170662}"/>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106268217" sldId="2147483813"/>
          </pc:sldLayoutMkLst>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3" creationId="{9FC4F49A-DE6C-4327-B2E2-98273842CD35}"/>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6" creationId="{10071688-A2F3-4313-AE00-C38A8BDA5E58}"/>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7" creationId="{101FA096-717A-4822-8023-5217B75D8AD8}"/>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8" creationId="{9EF349E5-7C8F-40CB-BB3D-8B43ABECB676}"/>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9" creationId="{C1221C18-8C05-4F73-BAFE-36423AF530F1}"/>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11" creationId="{54FCF491-A598-4D10-83F7-C2EFEEA761D4}"/>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12" creationId="{640C15D4-D069-4E82-9B04-F4E910E8A271}"/>
            </ac:spMkLst>
          </pc:spChg>
          <pc:spChg chg="mod">
            <ac:chgData name="FARRANT, George" userId="292a3dd9-394f-49b6-9ebd-9a7b08cf3045" providerId="ADAL" clId="{CDEB4591-9A94-5E5C-8A16-CB5EF7BB494C}" dt="2026-10-06T18:20:58.845" v="197" actId="26606"/>
            <ac:spMkLst>
              <pc:docMk/>
              <pc:sldMasterMk cId="494728112" sldId="2147483674"/>
              <pc:sldLayoutMk cId="106268217" sldId="2147483813"/>
              <ac:spMk id="22" creationId="{7892C2E2-64F1-417E-B6F0-C3FC97170662}"/>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21092054" sldId="2147483814"/>
          </pc:sldLayoutMkLst>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2" creationId="{00EE0E23-AC68-4D68-8C87-48E747BEEEDC}"/>
            </ac:spMkLst>
          </pc:spChg>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6" creationId="{3C8424EB-E689-4410-8F99-24CF293D71C4}"/>
            </ac:spMkLst>
          </pc:spChg>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7" creationId="{14BF86DE-478F-4D46-B294-AA42D2971DC2}"/>
            </ac:spMkLst>
          </pc:spChg>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8" creationId="{05AFAEB8-CEDF-4FC6-8E84-3915DFCAD35E}"/>
            </ac:spMkLst>
          </pc:spChg>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9" creationId="{111FB6BA-1DEA-4511-8DC6-DC5F6F12B99C}"/>
            </ac:spMkLst>
          </pc:spChg>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16" creationId="{1AA708A7-E788-4F84-A777-867974D720DE}"/>
            </ac:spMkLst>
          </pc:spChg>
          <pc:spChg chg="mod">
            <ac:chgData name="FARRANT, George" userId="292a3dd9-394f-49b6-9ebd-9a7b08cf3045" providerId="ADAL" clId="{CDEB4591-9A94-5E5C-8A16-CB5EF7BB494C}" dt="2026-10-06T18:20:58.845" v="197" actId="26606"/>
            <ac:spMkLst>
              <pc:docMk/>
              <pc:sldMasterMk cId="494728112" sldId="2147483674"/>
              <pc:sldLayoutMk cId="321092054" sldId="2147483814"/>
              <ac:spMk id="17" creationId="{0C41C6F6-07F2-47D1-82AF-426A2D103994}"/>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902179497" sldId="2147483815"/>
          </pc:sldLayoutMkLst>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2" creationId="{3EA8C08A-727B-45EA-BA13-B2B9CC297138}"/>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6" creationId="{3C8424EB-E689-4410-8F99-24CF293D71C4}"/>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7" creationId="{14BF86DE-478F-4D46-B294-AA42D2971DC2}"/>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8" creationId="{05AFAEB8-CEDF-4FC6-8E84-3915DFCAD35E}"/>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9" creationId="{A10BAD9A-2C7C-410E-BFAD-876F3E3DEB09}"/>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10" creationId="{EB330526-56D4-4ABA-BD8A-EE55E5B7E6E9}"/>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11" creationId="{9CAC6A45-9186-4A15-971F-2D2A0A95511C}"/>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16" creationId="{1AA708A7-E788-4F84-A777-867974D720DE}"/>
            </ac:spMkLst>
          </pc:spChg>
          <pc:spChg chg="mod">
            <ac:chgData name="FARRANT, George" userId="292a3dd9-394f-49b6-9ebd-9a7b08cf3045" providerId="ADAL" clId="{CDEB4591-9A94-5E5C-8A16-CB5EF7BB494C}" dt="2026-10-06T18:20:58.845" v="197" actId="26606"/>
            <ac:spMkLst>
              <pc:docMk/>
              <pc:sldMasterMk cId="494728112" sldId="2147483674"/>
              <pc:sldLayoutMk cId="902179497" sldId="2147483815"/>
              <ac:spMk id="17" creationId="{0C41C6F6-07F2-47D1-82AF-426A2D103994}"/>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891722926" sldId="2147483816"/>
          </pc:sldLayoutMkLst>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2" creationId="{4D6ED68A-333D-4B27-BD96-573E3B458AB2}"/>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9" creationId="{F14AF2F9-9AEF-455A-A858-D13ABDE86310}"/>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17" creationId="{435E0FB2-CB82-4030-8F67-D5C4179CEB34}"/>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20" creationId="{1F193DCA-9102-47F2-B349-8A9414705098}"/>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21" creationId="{7F591851-5123-4F00-B32C-D18D3A7F076A}"/>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22" creationId="{ADE3308A-0D6C-4437-AD09-90EEA1BC8FA1}"/>
            </ac:spMkLst>
          </pc:spChg>
          <pc:spChg chg="mod">
            <ac:chgData name="FARRANT, George" userId="292a3dd9-394f-49b6-9ebd-9a7b08cf3045" providerId="ADAL" clId="{CDEB4591-9A94-5E5C-8A16-CB5EF7BB494C}" dt="2026-10-06T18:20:58.845" v="197" actId="26606"/>
            <ac:spMkLst>
              <pc:docMk/>
              <pc:sldMasterMk cId="494728112" sldId="2147483674"/>
              <pc:sldLayoutMk cId="891722926" sldId="2147483816"/>
              <ac:spMk id="23" creationId="{9940B6A7-2D30-43E3-9EE9-3B548E729D81}"/>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073565828" sldId="2147483817"/>
          </pc:sldLayoutMkLst>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2" creationId="{523E8AA4-CB49-4DC4-8AF1-87A6279E1F6E}"/>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9" creationId="{F14AF2F9-9AEF-455A-A858-D13ABDE86310}"/>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11" creationId="{066B44F9-D4E4-4C64-A9BB-70CA474C77EA}"/>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23" creationId="{C3F1D7AA-3230-410F-B979-71C9D7A366E8}"/>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24" creationId="{511C24A2-0524-433C-AA35-10961C9706AA}"/>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25" creationId="{A825695F-8D10-45CF-8425-6A860AE0997C}"/>
            </ac:spMkLst>
          </pc:spChg>
          <pc:spChg chg="mod">
            <ac:chgData name="FARRANT, George" userId="292a3dd9-394f-49b6-9ebd-9a7b08cf3045" providerId="ADAL" clId="{CDEB4591-9A94-5E5C-8A16-CB5EF7BB494C}" dt="2026-10-06T18:20:58.845" v="197" actId="26606"/>
            <ac:spMkLst>
              <pc:docMk/>
              <pc:sldMasterMk cId="494728112" sldId="2147483674"/>
              <pc:sldLayoutMk cId="3073565828" sldId="2147483817"/>
              <ac:spMk id="26" creationId="{FEE27E9C-8A3C-43C1-BAD4-D12EFE8DBE2F}"/>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4218691232" sldId="2147483818"/>
          </pc:sldLayoutMkLst>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2" creationId="{7E4B02F9-0024-4FDB-8A18-650E9D057322}"/>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11" creationId="{2C7BBC44-F676-4729-AF09-A68DDAACF273}"/>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42" creationId="{5189C458-60DC-4AD6-BA69-490E20457E84}"/>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43" creationId="{4D1114DD-3AF9-420A-B40E-27C37B4F92CA}"/>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44" creationId="{B1771360-3925-41E7-B39A-D9465F174BF3}"/>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45" creationId="{FDA2D66E-DE7B-4311-8330-220717A0E3E9}"/>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46" creationId="{17ACC919-F36F-4FB1-B446-A81465FFEE06}"/>
            </ac:spMkLst>
          </pc:spChg>
          <pc:spChg chg="mod">
            <ac:chgData name="FARRANT, George" userId="292a3dd9-394f-49b6-9ebd-9a7b08cf3045" providerId="ADAL" clId="{CDEB4591-9A94-5E5C-8A16-CB5EF7BB494C}" dt="2026-10-06T18:20:58.845" v="197" actId="26606"/>
            <ac:spMkLst>
              <pc:docMk/>
              <pc:sldMasterMk cId="494728112" sldId="2147483674"/>
              <pc:sldLayoutMk cId="4218691232" sldId="2147483818"/>
              <ac:spMk id="47" creationId="{E00AE076-D1E5-45AB-954E-5F167F30C8AE}"/>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271789342" sldId="2147483819"/>
          </pc:sldLayoutMkLst>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6" creationId="{AAC81EC6-C954-40F8-B337-01B89A39A801}"/>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11" creationId="{E6B4EAA8-7D77-417E-92E6-B46C6ABF27DE}"/>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14" creationId="{395615A9-AC3F-4312-B9C0-0A601C02F637}"/>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15" creationId="{3E95B813-5718-4359-A222-9323A241335C}"/>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17" creationId="{FAF1983D-99C8-4CF6-A840-198F7AFDBEBB}"/>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20" creationId="{2A9B521F-2832-49F5-A6ED-E2656F1E3445}"/>
            </ac:spMkLst>
          </pc:spChg>
          <pc:spChg chg="mod">
            <ac:chgData name="FARRANT, George" userId="292a3dd9-394f-49b6-9ebd-9a7b08cf3045" providerId="ADAL" clId="{CDEB4591-9A94-5E5C-8A16-CB5EF7BB494C}" dt="2026-10-06T18:20:58.845" v="197" actId="26606"/>
            <ac:spMkLst>
              <pc:docMk/>
              <pc:sldMasterMk cId="494728112" sldId="2147483674"/>
              <pc:sldLayoutMk cId="271789342" sldId="2147483819"/>
              <ac:spMk id="21" creationId="{4F9FA166-3AD9-4A67-996C-35B37F5ABEEA}"/>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2967008670" sldId="2147483820"/>
          </pc:sldLayoutMkLst>
          <pc:spChg chg="mod">
            <ac:chgData name="FARRANT, George" userId="292a3dd9-394f-49b6-9ebd-9a7b08cf3045" providerId="ADAL" clId="{CDEB4591-9A94-5E5C-8A16-CB5EF7BB494C}" dt="2026-10-06T18:20:58.845" v="197" actId="26606"/>
            <ac:spMkLst>
              <pc:docMk/>
              <pc:sldMasterMk cId="494728112" sldId="2147483674"/>
              <pc:sldLayoutMk cId="2967008670" sldId="2147483820"/>
              <ac:spMk id="2" creationId="{2DDB6CBA-095A-42A6-8C9C-8E2E57B5265C}"/>
            </ac:spMkLst>
          </pc:spChg>
          <pc:spChg chg="mod">
            <ac:chgData name="FARRANT, George" userId="292a3dd9-394f-49b6-9ebd-9a7b08cf3045" providerId="ADAL" clId="{CDEB4591-9A94-5E5C-8A16-CB5EF7BB494C}" dt="2026-10-06T18:20:58.845" v="197" actId="26606"/>
            <ac:spMkLst>
              <pc:docMk/>
              <pc:sldMasterMk cId="494728112" sldId="2147483674"/>
              <pc:sldLayoutMk cId="2967008670" sldId="2147483820"/>
              <ac:spMk id="6" creationId="{9E12C890-0851-45B5-957E-312007C751A2}"/>
            </ac:spMkLst>
          </pc:spChg>
          <pc:spChg chg="mod">
            <ac:chgData name="FARRANT, George" userId="292a3dd9-394f-49b6-9ebd-9a7b08cf3045" providerId="ADAL" clId="{CDEB4591-9A94-5E5C-8A16-CB5EF7BB494C}" dt="2026-10-06T18:20:58.845" v="197" actId="26606"/>
            <ac:spMkLst>
              <pc:docMk/>
              <pc:sldMasterMk cId="494728112" sldId="2147483674"/>
              <pc:sldLayoutMk cId="2967008670" sldId="2147483820"/>
              <ac:spMk id="7" creationId="{99B4D297-5449-4B07-983C-78CD4F65E8A8}"/>
            </ac:spMkLst>
          </pc:spChg>
          <pc:spChg chg="mod">
            <ac:chgData name="FARRANT, George" userId="292a3dd9-394f-49b6-9ebd-9a7b08cf3045" providerId="ADAL" clId="{CDEB4591-9A94-5E5C-8A16-CB5EF7BB494C}" dt="2026-10-06T18:20:58.845" v="197" actId="26606"/>
            <ac:spMkLst>
              <pc:docMk/>
              <pc:sldMasterMk cId="494728112" sldId="2147483674"/>
              <pc:sldLayoutMk cId="2967008670" sldId="2147483820"/>
              <ac:spMk id="8" creationId="{B905894F-990B-4E89-BF9F-44AF6D2249D9}"/>
            </ac:spMkLst>
          </pc:spChg>
          <pc:spChg chg="mod">
            <ac:chgData name="FARRANT, George" userId="292a3dd9-394f-49b6-9ebd-9a7b08cf3045" providerId="ADAL" clId="{CDEB4591-9A94-5E5C-8A16-CB5EF7BB494C}" dt="2026-10-06T18:20:58.845" v="197" actId="26606"/>
            <ac:spMkLst>
              <pc:docMk/>
              <pc:sldMasterMk cId="494728112" sldId="2147483674"/>
              <pc:sldLayoutMk cId="2967008670" sldId="2147483820"/>
              <ac:spMk id="9" creationId="{6562F42C-DB22-4E94-A9CA-105D4C35793D}"/>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4119163545" sldId="2147483821"/>
          </pc:sldLayoutMkLst>
          <pc:spChg chg="mod">
            <ac:chgData name="FARRANT, George" userId="292a3dd9-394f-49b6-9ebd-9a7b08cf3045" providerId="ADAL" clId="{CDEB4591-9A94-5E5C-8A16-CB5EF7BB494C}" dt="2026-10-06T18:20:58.845" v="197" actId="26606"/>
            <ac:spMkLst>
              <pc:docMk/>
              <pc:sldMasterMk cId="494728112" sldId="2147483674"/>
              <pc:sldLayoutMk cId="4119163545" sldId="2147483821"/>
              <ac:spMk id="3" creationId="{F56A723A-8C8F-4B48-958B-869A9D0E9F7E}"/>
            </ac:spMkLst>
          </pc:spChg>
          <pc:spChg chg="mod">
            <ac:chgData name="FARRANT, George" userId="292a3dd9-394f-49b6-9ebd-9a7b08cf3045" providerId="ADAL" clId="{CDEB4591-9A94-5E5C-8A16-CB5EF7BB494C}" dt="2026-10-06T18:20:58.845" v="197" actId="26606"/>
            <ac:spMkLst>
              <pc:docMk/>
              <pc:sldMasterMk cId="494728112" sldId="2147483674"/>
              <pc:sldLayoutMk cId="4119163545" sldId="2147483821"/>
              <ac:spMk id="4" creationId="{77DAC12A-825B-46FB-8AB7-F28AA9CA63E7}"/>
            </ac:spMkLst>
          </pc:spChg>
          <pc:spChg chg="mod">
            <ac:chgData name="FARRANT, George" userId="292a3dd9-394f-49b6-9ebd-9a7b08cf3045" providerId="ADAL" clId="{CDEB4591-9A94-5E5C-8A16-CB5EF7BB494C}" dt="2026-10-06T18:20:58.845" v="197" actId="26606"/>
            <ac:spMkLst>
              <pc:docMk/>
              <pc:sldMasterMk cId="494728112" sldId="2147483674"/>
              <pc:sldLayoutMk cId="4119163545" sldId="2147483821"/>
              <ac:spMk id="5" creationId="{F75153F3-23CB-4387-8EE9-F7ECFBE19B15}"/>
            </ac:spMkLst>
          </pc:spChg>
          <pc:spChg chg="mod">
            <ac:chgData name="FARRANT, George" userId="292a3dd9-394f-49b6-9ebd-9a7b08cf3045" providerId="ADAL" clId="{CDEB4591-9A94-5E5C-8A16-CB5EF7BB494C}" dt="2026-10-06T18:20:58.845" v="197" actId="26606"/>
            <ac:spMkLst>
              <pc:docMk/>
              <pc:sldMasterMk cId="494728112" sldId="2147483674"/>
              <pc:sldLayoutMk cId="4119163545" sldId="2147483821"/>
              <ac:spMk id="6" creationId="{337A71DD-C27C-406E-9EF4-396C740E09B3}"/>
            </ac:spMkLst>
          </pc:spChg>
          <pc:spChg chg="mod">
            <ac:chgData name="FARRANT, George" userId="292a3dd9-394f-49b6-9ebd-9a7b08cf3045" providerId="ADAL" clId="{CDEB4591-9A94-5E5C-8A16-CB5EF7BB494C}" dt="2026-10-06T18:20:58.845" v="197" actId="26606"/>
            <ac:spMkLst>
              <pc:docMk/>
              <pc:sldMasterMk cId="494728112" sldId="2147483674"/>
              <pc:sldLayoutMk cId="4119163545" sldId="2147483821"/>
              <ac:spMk id="15" creationId="{48CA78E9-EF28-45D9-855B-92FBE533E4ED}"/>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4133674006" sldId="2147483822"/>
          </pc:sldLayoutMkLst>
          <pc:spChg chg="mod">
            <ac:chgData name="FARRANT, George" userId="292a3dd9-394f-49b6-9ebd-9a7b08cf3045" providerId="ADAL" clId="{CDEB4591-9A94-5E5C-8A16-CB5EF7BB494C}" dt="2026-10-06T18:20:58.845" v="197" actId="26606"/>
            <ac:spMkLst>
              <pc:docMk/>
              <pc:sldMasterMk cId="494728112" sldId="2147483674"/>
              <pc:sldLayoutMk cId="4133674006" sldId="2147483822"/>
              <ac:spMk id="3" creationId="{4C5CECE5-B948-481A-AA82-46BD7202A473}"/>
            </ac:spMkLst>
          </pc:spChg>
          <pc:spChg chg="mod">
            <ac:chgData name="FARRANT, George" userId="292a3dd9-394f-49b6-9ebd-9a7b08cf3045" providerId="ADAL" clId="{CDEB4591-9A94-5E5C-8A16-CB5EF7BB494C}" dt="2026-10-06T18:20:58.845" v="197" actId="26606"/>
            <ac:spMkLst>
              <pc:docMk/>
              <pc:sldMasterMk cId="494728112" sldId="2147483674"/>
              <pc:sldLayoutMk cId="4133674006" sldId="2147483822"/>
              <ac:spMk id="4" creationId="{385AC280-20DF-4F2E-9FA4-B1B3A1F935A4}"/>
            </ac:spMkLst>
          </pc:spChg>
          <pc:spChg chg="mod">
            <ac:chgData name="FARRANT, George" userId="292a3dd9-394f-49b6-9ebd-9a7b08cf3045" providerId="ADAL" clId="{CDEB4591-9A94-5E5C-8A16-CB5EF7BB494C}" dt="2026-10-06T18:20:58.845" v="197" actId="26606"/>
            <ac:spMkLst>
              <pc:docMk/>
              <pc:sldMasterMk cId="494728112" sldId="2147483674"/>
              <pc:sldLayoutMk cId="4133674006" sldId="2147483822"/>
              <ac:spMk id="5" creationId="{AD7A5411-2751-4770-92B6-08D82759C5C4}"/>
            </ac:spMkLst>
          </pc:spChg>
          <pc:spChg chg="mod">
            <ac:chgData name="FARRANT, George" userId="292a3dd9-394f-49b6-9ebd-9a7b08cf3045" providerId="ADAL" clId="{CDEB4591-9A94-5E5C-8A16-CB5EF7BB494C}" dt="2026-10-06T18:20:58.845" v="197" actId="26606"/>
            <ac:spMkLst>
              <pc:docMk/>
              <pc:sldMasterMk cId="494728112" sldId="2147483674"/>
              <pc:sldLayoutMk cId="4133674006" sldId="2147483822"/>
              <ac:spMk id="6" creationId="{E7D5C809-6B1E-40F8-9F98-675201C37B4C}"/>
            </ac:spMkLst>
          </pc:spChg>
          <pc:spChg chg="mod">
            <ac:chgData name="FARRANT, George" userId="292a3dd9-394f-49b6-9ebd-9a7b08cf3045" providerId="ADAL" clId="{CDEB4591-9A94-5E5C-8A16-CB5EF7BB494C}" dt="2026-10-06T18:20:58.845" v="197" actId="26606"/>
            <ac:spMkLst>
              <pc:docMk/>
              <pc:sldMasterMk cId="494728112" sldId="2147483674"/>
              <pc:sldLayoutMk cId="4133674006" sldId="2147483822"/>
              <ac:spMk id="19" creationId="{957C1FB4-F410-44EE-8554-AE8E73C7D9DB}"/>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2629632857" sldId="2147483823"/>
          </pc:sldLayoutMkLst>
          <pc:spChg chg="mod">
            <ac:chgData name="FARRANT, George" userId="292a3dd9-394f-49b6-9ebd-9a7b08cf3045" providerId="ADAL" clId="{CDEB4591-9A94-5E5C-8A16-CB5EF7BB494C}" dt="2026-10-06T18:20:58.845" v="197" actId="26606"/>
            <ac:spMkLst>
              <pc:docMk/>
              <pc:sldMasterMk cId="494728112" sldId="2147483674"/>
              <pc:sldLayoutMk cId="2629632857" sldId="2147483823"/>
              <ac:spMk id="6" creationId="{9E12C890-0851-45B5-957E-312007C751A2}"/>
            </ac:spMkLst>
          </pc:spChg>
          <pc:spChg chg="mod">
            <ac:chgData name="FARRANT, George" userId="292a3dd9-394f-49b6-9ebd-9a7b08cf3045" providerId="ADAL" clId="{CDEB4591-9A94-5E5C-8A16-CB5EF7BB494C}" dt="2026-10-06T18:20:58.845" v="197" actId="26606"/>
            <ac:spMkLst>
              <pc:docMk/>
              <pc:sldMasterMk cId="494728112" sldId="2147483674"/>
              <pc:sldLayoutMk cId="2629632857" sldId="2147483823"/>
              <ac:spMk id="8" creationId="{B905894F-990B-4E89-BF9F-44AF6D2249D9}"/>
            </ac:spMkLst>
          </pc:spChg>
          <pc:spChg chg="mod">
            <ac:chgData name="FARRANT, George" userId="292a3dd9-394f-49b6-9ebd-9a7b08cf3045" providerId="ADAL" clId="{CDEB4591-9A94-5E5C-8A16-CB5EF7BB494C}" dt="2026-10-06T18:20:58.845" v="197" actId="26606"/>
            <ac:spMkLst>
              <pc:docMk/>
              <pc:sldMasterMk cId="494728112" sldId="2147483674"/>
              <pc:sldLayoutMk cId="2629632857" sldId="2147483823"/>
              <ac:spMk id="9" creationId="{6562F42C-DB22-4E94-A9CA-105D4C35793D}"/>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1888174621" sldId="2147483824"/>
          </pc:sldLayoutMkLst>
          <pc:spChg chg="mod">
            <ac:chgData name="FARRANT, George" userId="292a3dd9-394f-49b6-9ebd-9a7b08cf3045" providerId="ADAL" clId="{CDEB4591-9A94-5E5C-8A16-CB5EF7BB494C}" dt="2026-10-06T18:20:58.845" v="197" actId="26606"/>
            <ac:spMkLst>
              <pc:docMk/>
              <pc:sldMasterMk cId="494728112" sldId="2147483674"/>
              <pc:sldLayoutMk cId="1888174621" sldId="2147483824"/>
              <ac:spMk id="3" creationId="{F56A723A-8C8F-4B48-958B-869A9D0E9F7E}"/>
            </ac:spMkLst>
          </pc:spChg>
          <pc:spChg chg="mod">
            <ac:chgData name="FARRANT, George" userId="292a3dd9-394f-49b6-9ebd-9a7b08cf3045" providerId="ADAL" clId="{CDEB4591-9A94-5E5C-8A16-CB5EF7BB494C}" dt="2026-10-06T18:20:58.845" v="197" actId="26606"/>
            <ac:spMkLst>
              <pc:docMk/>
              <pc:sldMasterMk cId="494728112" sldId="2147483674"/>
              <pc:sldLayoutMk cId="1888174621" sldId="2147483824"/>
              <ac:spMk id="4" creationId="{77DAC12A-825B-46FB-8AB7-F28AA9CA63E7}"/>
            </ac:spMkLst>
          </pc:spChg>
          <pc:spChg chg="mod">
            <ac:chgData name="FARRANT, George" userId="292a3dd9-394f-49b6-9ebd-9a7b08cf3045" providerId="ADAL" clId="{CDEB4591-9A94-5E5C-8A16-CB5EF7BB494C}" dt="2026-10-06T18:20:58.845" v="197" actId="26606"/>
            <ac:spMkLst>
              <pc:docMk/>
              <pc:sldMasterMk cId="494728112" sldId="2147483674"/>
              <pc:sldLayoutMk cId="1888174621" sldId="2147483824"/>
              <ac:spMk id="5" creationId="{F75153F3-23CB-4387-8EE9-F7ECFBE19B15}"/>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169588106" sldId="2147483825"/>
          </pc:sldLayoutMkLst>
          <pc:spChg chg="mod">
            <ac:chgData name="FARRANT, George" userId="292a3dd9-394f-49b6-9ebd-9a7b08cf3045" providerId="ADAL" clId="{CDEB4591-9A94-5E5C-8A16-CB5EF7BB494C}" dt="2026-10-06T18:20:58.845" v="197" actId="26606"/>
            <ac:spMkLst>
              <pc:docMk/>
              <pc:sldMasterMk cId="494728112" sldId="2147483674"/>
              <pc:sldLayoutMk cId="3169588106" sldId="2147483825"/>
              <ac:spMk id="3" creationId="{4C5CECE5-B948-481A-AA82-46BD7202A473}"/>
            </ac:spMkLst>
          </pc:spChg>
          <pc:spChg chg="mod">
            <ac:chgData name="FARRANT, George" userId="292a3dd9-394f-49b6-9ebd-9a7b08cf3045" providerId="ADAL" clId="{CDEB4591-9A94-5E5C-8A16-CB5EF7BB494C}" dt="2026-10-06T18:20:58.845" v="197" actId="26606"/>
            <ac:spMkLst>
              <pc:docMk/>
              <pc:sldMasterMk cId="494728112" sldId="2147483674"/>
              <pc:sldLayoutMk cId="3169588106" sldId="2147483825"/>
              <ac:spMk id="4" creationId="{385AC280-20DF-4F2E-9FA4-B1B3A1F935A4}"/>
            </ac:spMkLst>
          </pc:spChg>
          <pc:spChg chg="mod">
            <ac:chgData name="FARRANT, George" userId="292a3dd9-394f-49b6-9ebd-9a7b08cf3045" providerId="ADAL" clId="{CDEB4591-9A94-5E5C-8A16-CB5EF7BB494C}" dt="2026-10-06T18:20:58.845" v="197" actId="26606"/>
            <ac:spMkLst>
              <pc:docMk/>
              <pc:sldMasterMk cId="494728112" sldId="2147483674"/>
              <pc:sldLayoutMk cId="3169588106" sldId="2147483825"/>
              <ac:spMk id="5" creationId="{AD7A5411-2751-4770-92B6-08D82759C5C4}"/>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861381758" sldId="2147483826"/>
          </pc:sldLayoutMkLst>
          <pc:spChg chg="mod">
            <ac:chgData name="FARRANT, George" userId="292a3dd9-394f-49b6-9ebd-9a7b08cf3045" providerId="ADAL" clId="{CDEB4591-9A94-5E5C-8A16-CB5EF7BB494C}" dt="2026-10-06T18:20:58.845" v="197" actId="26606"/>
            <ac:spMkLst>
              <pc:docMk/>
              <pc:sldMasterMk cId="494728112" sldId="2147483674"/>
              <pc:sldLayoutMk cId="861381758" sldId="2147483826"/>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494728112" sldId="2147483674"/>
              <pc:sldLayoutMk cId="861381758" sldId="2147483826"/>
              <ac:spMk id="6" creationId="{0773F3ED-E638-4679-8D56-5312700F0BB7}"/>
            </ac:spMkLst>
          </pc:spChg>
          <pc:spChg chg="mod">
            <ac:chgData name="FARRANT, George" userId="292a3dd9-394f-49b6-9ebd-9a7b08cf3045" providerId="ADAL" clId="{CDEB4591-9A94-5E5C-8A16-CB5EF7BB494C}" dt="2026-10-06T18:20:58.845" v="197" actId="26606"/>
            <ac:spMkLst>
              <pc:docMk/>
              <pc:sldMasterMk cId="494728112" sldId="2147483674"/>
              <pc:sldLayoutMk cId="861381758" sldId="2147483826"/>
              <ac:spMk id="9" creationId="{207A9BA6-7E76-4218-85E7-F2D78D688509}"/>
            </ac:spMkLst>
          </pc:spChg>
          <pc:spChg chg="mod">
            <ac:chgData name="FARRANT, George" userId="292a3dd9-394f-49b6-9ebd-9a7b08cf3045" providerId="ADAL" clId="{CDEB4591-9A94-5E5C-8A16-CB5EF7BB494C}" dt="2026-10-06T18:20:58.845" v="197" actId="26606"/>
            <ac:spMkLst>
              <pc:docMk/>
              <pc:sldMasterMk cId="494728112" sldId="2147483674"/>
              <pc:sldLayoutMk cId="861381758" sldId="2147483826"/>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494728112" sldId="2147483674"/>
              <pc:sldLayoutMk cId="861381758" sldId="2147483826"/>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494728112" sldId="2147483674"/>
              <pc:sldLayoutMk cId="861381758" sldId="2147483826"/>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2751234293" sldId="2147483827"/>
          </pc:sldLayoutMkLst>
          <pc:spChg chg="mod">
            <ac:chgData name="FARRANT, George" userId="292a3dd9-394f-49b6-9ebd-9a7b08cf3045" providerId="ADAL" clId="{CDEB4591-9A94-5E5C-8A16-CB5EF7BB494C}" dt="2026-10-06T18:20:58.845" v="197" actId="26606"/>
            <ac:spMkLst>
              <pc:docMk/>
              <pc:sldMasterMk cId="494728112" sldId="2147483674"/>
              <pc:sldLayoutMk cId="2751234293" sldId="2147483827"/>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494728112" sldId="2147483674"/>
              <pc:sldLayoutMk cId="2751234293" sldId="2147483827"/>
              <ac:spMk id="6" creationId="{0773F3ED-E638-4679-8D56-5312700F0BB7}"/>
            </ac:spMkLst>
          </pc:spChg>
          <pc:spChg chg="mod">
            <ac:chgData name="FARRANT, George" userId="292a3dd9-394f-49b6-9ebd-9a7b08cf3045" providerId="ADAL" clId="{CDEB4591-9A94-5E5C-8A16-CB5EF7BB494C}" dt="2026-10-06T18:20:58.845" v="197" actId="26606"/>
            <ac:spMkLst>
              <pc:docMk/>
              <pc:sldMasterMk cId="494728112" sldId="2147483674"/>
              <pc:sldLayoutMk cId="2751234293" sldId="2147483827"/>
              <ac:spMk id="9" creationId="{207A9BA6-7E76-4218-85E7-F2D78D688509}"/>
            </ac:spMkLst>
          </pc:spChg>
          <pc:spChg chg="mod">
            <ac:chgData name="FARRANT, George" userId="292a3dd9-394f-49b6-9ebd-9a7b08cf3045" providerId="ADAL" clId="{CDEB4591-9A94-5E5C-8A16-CB5EF7BB494C}" dt="2026-10-06T18:20:58.845" v="197" actId="26606"/>
            <ac:spMkLst>
              <pc:docMk/>
              <pc:sldMasterMk cId="494728112" sldId="2147483674"/>
              <pc:sldLayoutMk cId="2751234293" sldId="2147483827"/>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494728112" sldId="2147483674"/>
              <pc:sldLayoutMk cId="2751234293" sldId="2147483827"/>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494728112" sldId="2147483674"/>
              <pc:sldLayoutMk cId="2751234293" sldId="2147483827"/>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2160556698" sldId="2147483828"/>
          </pc:sldLayoutMkLst>
          <pc:spChg chg="mod">
            <ac:chgData name="FARRANT, George" userId="292a3dd9-394f-49b6-9ebd-9a7b08cf3045" providerId="ADAL" clId="{CDEB4591-9A94-5E5C-8A16-CB5EF7BB494C}" dt="2026-10-06T18:20:58.845" v="197" actId="26606"/>
            <ac:spMkLst>
              <pc:docMk/>
              <pc:sldMasterMk cId="494728112" sldId="2147483674"/>
              <pc:sldLayoutMk cId="2160556698" sldId="2147483828"/>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494728112" sldId="2147483674"/>
              <pc:sldLayoutMk cId="2160556698" sldId="2147483828"/>
              <ac:spMk id="6" creationId="{0773F3ED-E638-4679-8D56-5312700F0BB7}"/>
            </ac:spMkLst>
          </pc:spChg>
          <pc:spChg chg="mod">
            <ac:chgData name="FARRANT, George" userId="292a3dd9-394f-49b6-9ebd-9a7b08cf3045" providerId="ADAL" clId="{CDEB4591-9A94-5E5C-8A16-CB5EF7BB494C}" dt="2026-10-06T18:20:58.845" v="197" actId="26606"/>
            <ac:spMkLst>
              <pc:docMk/>
              <pc:sldMasterMk cId="494728112" sldId="2147483674"/>
              <pc:sldLayoutMk cId="2160556698" sldId="2147483828"/>
              <ac:spMk id="9" creationId="{207A9BA6-7E76-4218-85E7-F2D78D688509}"/>
            </ac:spMkLst>
          </pc:spChg>
          <pc:spChg chg="mod">
            <ac:chgData name="FARRANT, George" userId="292a3dd9-394f-49b6-9ebd-9a7b08cf3045" providerId="ADAL" clId="{CDEB4591-9A94-5E5C-8A16-CB5EF7BB494C}" dt="2026-10-06T18:20:58.845" v="197" actId="26606"/>
            <ac:spMkLst>
              <pc:docMk/>
              <pc:sldMasterMk cId="494728112" sldId="2147483674"/>
              <pc:sldLayoutMk cId="2160556698" sldId="2147483828"/>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494728112" sldId="2147483674"/>
              <pc:sldLayoutMk cId="2160556698" sldId="2147483828"/>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494728112" sldId="2147483674"/>
              <pc:sldLayoutMk cId="2160556698" sldId="2147483828"/>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1896970139" sldId="2147483829"/>
          </pc:sldLayoutMkLst>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2" creationId="{11BC60E2-A177-45EB-93BA-786D5EF40FF4}"/>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6" creationId="{C2FE6DEE-F08E-49D1-8BBE-7D98F0306A3B}"/>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12" creationId="{D9022AB6-A86E-47B3-84F9-293E4B4D4AB4}"/>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13" creationId="{8790B95C-5F7D-4BA2-94B8-3EAC426B793A}"/>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20" creationId="{A419FA91-E2B6-456E-9C31-2328CBB43A92}"/>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22" creationId="{E0B3631B-C641-42E6-AFD5-B95921B9B174}"/>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23" creationId="{4F60334C-59D0-46CD-929E-AD5F57134899}"/>
            </ac:spMkLst>
          </pc:spChg>
          <pc:spChg chg="mod">
            <ac:chgData name="FARRANT, George" userId="292a3dd9-394f-49b6-9ebd-9a7b08cf3045" providerId="ADAL" clId="{CDEB4591-9A94-5E5C-8A16-CB5EF7BB494C}" dt="2026-10-06T18:20:58.845" v="197" actId="26606"/>
            <ac:spMkLst>
              <pc:docMk/>
              <pc:sldMasterMk cId="494728112" sldId="2147483674"/>
              <pc:sldLayoutMk cId="1896970139" sldId="2147483829"/>
              <ac:spMk id="34" creationId="{4AE6AD9E-A42C-4097-BA1A-CF086631D339}"/>
            </ac:spMkLst>
          </pc:spChg>
        </pc:sldLayoutChg>
        <pc:sldLayoutChg chg="modSp del mod ord">
          <pc:chgData name="FARRANT, George" userId="292a3dd9-394f-49b6-9ebd-9a7b08cf3045" providerId="ADAL" clId="{CDEB4591-9A94-5E5C-8A16-CB5EF7BB494C}" dt="2026-10-06T18:20:58.845" v="197" actId="26606"/>
          <pc:sldLayoutMkLst>
            <pc:docMk/>
            <pc:sldMasterMk cId="494728112" sldId="2147483674"/>
            <pc:sldLayoutMk cId="3996406778" sldId="2147483830"/>
          </pc:sldLayoutMkLst>
          <pc:spChg chg="mod">
            <ac:chgData name="FARRANT, George" userId="292a3dd9-394f-49b6-9ebd-9a7b08cf3045" providerId="ADAL" clId="{CDEB4591-9A94-5E5C-8A16-CB5EF7BB494C}" dt="2026-10-06T18:20:58.845" v="197" actId="26606"/>
            <ac:spMkLst>
              <pc:docMk/>
              <pc:sldMasterMk cId="494728112" sldId="2147483674"/>
              <pc:sldLayoutMk cId="3996406778" sldId="2147483830"/>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494728112" sldId="2147483674"/>
              <pc:sldLayoutMk cId="3996406778" sldId="2147483830"/>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494728112" sldId="2147483674"/>
              <pc:sldLayoutMk cId="3996406778" sldId="2147483830"/>
              <ac:spMk id="8" creationId="{AF9A5EF3-04A1-1E0F-AABA-16A4061E1DCF}"/>
            </ac:spMkLst>
          </pc:spChg>
          <pc:spChg chg="mod">
            <ac:chgData name="FARRANT, George" userId="292a3dd9-394f-49b6-9ebd-9a7b08cf3045" providerId="ADAL" clId="{CDEB4591-9A94-5E5C-8A16-CB5EF7BB494C}" dt="2026-10-06T18:20:58.845" v="197" actId="26606"/>
            <ac:spMkLst>
              <pc:docMk/>
              <pc:sldMasterMk cId="494728112" sldId="2147483674"/>
              <pc:sldLayoutMk cId="3996406778" sldId="2147483830"/>
              <ac:spMk id="11" creationId="{F9AE6A70-BDBE-9F61-D3EA-EE632CE91BE5}"/>
            </ac:spMkLst>
          </pc:spChg>
        </pc:sldLayoutChg>
      </pc:sldMasterChg>
      <pc:sldMasterChg chg="add addSldLayout delSldLayout modSldLayout sldLayoutOrd">
        <pc:chgData name="FARRANT, George" userId="292a3dd9-394f-49b6-9ebd-9a7b08cf3045" providerId="ADAL" clId="{CDEB4591-9A94-5E5C-8A16-CB5EF7BB494C}" dt="2026-10-06T18:20:58.845" v="197" actId="26606"/>
        <pc:sldMasterMkLst>
          <pc:docMk/>
          <pc:sldMasterMk cId="785322718" sldId="2147483720"/>
        </pc:sldMasterMkLst>
        <pc:sldLayoutChg chg="add">
          <pc:chgData name="FARRANT, George" userId="292a3dd9-394f-49b6-9ebd-9a7b08cf3045" providerId="ADAL" clId="{CDEB4591-9A94-5E5C-8A16-CB5EF7BB494C}" dt="2026-10-06T18:20:58.845" v="197" actId="26606"/>
          <pc:sldLayoutMkLst>
            <pc:docMk/>
            <pc:sldMasterMk cId="785322718" sldId="2147483720"/>
            <pc:sldLayoutMk cId="2854019795" sldId="2147483721"/>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2362261784" sldId="2147483722"/>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972475699" sldId="2147483723"/>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544360855" sldId="2147483724"/>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2453635779" sldId="2147483725"/>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3977605423" sldId="2147483726"/>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4136996384" sldId="2147483727"/>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697289421" sldId="2147483728"/>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1665525921" sldId="2147483729"/>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343631107" sldId="2147483730"/>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4036622918" sldId="2147483731"/>
          </pc:sldLayoutMkLst>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1389672166" sldId="2147483732"/>
          </pc:sldLayoutMkLst>
        </pc:sldLayoutChg>
        <pc:sldLayoutChg chg="modSp mod ord">
          <pc:chgData name="FARRANT, George" userId="292a3dd9-394f-49b6-9ebd-9a7b08cf3045" providerId="ADAL" clId="{CDEB4591-9A94-5E5C-8A16-CB5EF7BB494C}" dt="2026-10-06T18:20:58.845" v="197" actId="26606"/>
          <pc:sldLayoutMkLst>
            <pc:docMk/>
            <pc:sldMasterMk cId="785322718" sldId="2147483720"/>
            <pc:sldLayoutMk cId="2321344455" sldId="2147483733"/>
          </pc:sldLayoutMkLst>
          <pc:spChg chg="mod">
            <ac:chgData name="FARRANT, George" userId="292a3dd9-394f-49b6-9ebd-9a7b08cf3045" providerId="ADAL" clId="{CDEB4591-9A94-5E5C-8A16-CB5EF7BB494C}" dt="2026-10-06T18:20:58.845" v="197" actId="26606"/>
            <ac:spMkLst>
              <pc:docMk/>
              <pc:sldMasterMk cId="785322718" sldId="2147483720"/>
              <pc:sldLayoutMk cId="2321344455" sldId="2147483733"/>
              <ac:spMk id="50" creationId="{B16CA78A-F06F-4470-BC76-C10558AED95E}"/>
            </ac:spMkLst>
          </pc:spChg>
          <pc:spChg chg="mod">
            <ac:chgData name="FARRANT, George" userId="292a3dd9-394f-49b6-9ebd-9a7b08cf3045" providerId="ADAL" clId="{CDEB4591-9A94-5E5C-8A16-CB5EF7BB494C}" dt="2026-10-06T18:20:58.845" v="197" actId="26606"/>
            <ac:spMkLst>
              <pc:docMk/>
              <pc:sldMasterMk cId="785322718" sldId="2147483720"/>
              <pc:sldLayoutMk cId="2321344455" sldId="2147483733"/>
              <ac:spMk id="52" creationId="{85BC1E99-B0CA-4A64-ADF0-01DC27AD2B2F}"/>
            </ac:spMkLst>
          </pc:spChg>
        </pc:sldLayoutChg>
        <pc:sldLayoutChg chg="modSp mod ord">
          <pc:chgData name="FARRANT, George" userId="292a3dd9-394f-49b6-9ebd-9a7b08cf3045" providerId="ADAL" clId="{CDEB4591-9A94-5E5C-8A16-CB5EF7BB494C}" dt="2026-10-06T18:20:58.845" v="197" actId="26606"/>
          <pc:sldLayoutMkLst>
            <pc:docMk/>
            <pc:sldMasterMk cId="785322718" sldId="2147483720"/>
            <pc:sldLayoutMk cId="2021939330" sldId="2147483734"/>
          </pc:sldLayoutMkLst>
          <pc:spChg chg="mod">
            <ac:chgData name="FARRANT, George" userId="292a3dd9-394f-49b6-9ebd-9a7b08cf3045" providerId="ADAL" clId="{CDEB4591-9A94-5E5C-8A16-CB5EF7BB494C}" dt="2026-10-06T18:20:58.845" v="197" actId="26606"/>
            <ac:spMkLst>
              <pc:docMk/>
              <pc:sldMasterMk cId="785322718" sldId="2147483720"/>
              <pc:sldLayoutMk cId="2021939330" sldId="2147483734"/>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785322718" sldId="2147483720"/>
              <pc:sldLayoutMk cId="2021939330" sldId="2147483734"/>
              <ac:spMk id="4" creationId="{15BBCA0F-B749-4874-9106-A69BB3A2803D}"/>
            </ac:spMkLst>
          </pc:spChg>
          <pc:spChg chg="mod">
            <ac:chgData name="FARRANT, George" userId="292a3dd9-394f-49b6-9ebd-9a7b08cf3045" providerId="ADAL" clId="{CDEB4591-9A94-5E5C-8A16-CB5EF7BB494C}" dt="2026-10-06T18:20:58.845" v="197" actId="26606"/>
            <ac:spMkLst>
              <pc:docMk/>
              <pc:sldMasterMk cId="785322718" sldId="2147483720"/>
              <pc:sldLayoutMk cId="2021939330" sldId="2147483734"/>
              <ac:spMk id="7" creationId="{A435972B-A22C-49C4-B6CB-828A781ADE58}"/>
            </ac:spMkLst>
          </pc:spChg>
          <pc:spChg chg="mod">
            <ac:chgData name="FARRANT, George" userId="292a3dd9-394f-49b6-9ebd-9a7b08cf3045" providerId="ADAL" clId="{CDEB4591-9A94-5E5C-8A16-CB5EF7BB494C}" dt="2026-10-06T18:20:58.845" v="197" actId="26606"/>
            <ac:spMkLst>
              <pc:docMk/>
              <pc:sldMasterMk cId="785322718" sldId="2147483720"/>
              <pc:sldLayoutMk cId="2021939330" sldId="2147483734"/>
              <ac:spMk id="8" creationId="{098A6F93-D52E-4D91-BD00-B536DB2F61DC}"/>
            </ac:spMkLst>
          </pc:spChg>
          <pc:spChg chg="mod">
            <ac:chgData name="FARRANT, George" userId="292a3dd9-394f-49b6-9ebd-9a7b08cf3045" providerId="ADAL" clId="{CDEB4591-9A94-5E5C-8A16-CB5EF7BB494C}" dt="2026-10-06T18:20:58.845" v="197" actId="26606"/>
            <ac:spMkLst>
              <pc:docMk/>
              <pc:sldMasterMk cId="785322718" sldId="2147483720"/>
              <pc:sldLayoutMk cId="2021939330" sldId="2147483734"/>
              <ac:spMk id="9" creationId="{B7637613-6CB1-4E83-8AD8-4E496C24ABFD}"/>
            </ac:spMkLst>
          </pc:spChg>
          <pc:spChg chg="mod">
            <ac:chgData name="FARRANT, George" userId="292a3dd9-394f-49b6-9ebd-9a7b08cf3045" providerId="ADAL" clId="{CDEB4591-9A94-5E5C-8A16-CB5EF7BB494C}" dt="2026-10-06T18:20:58.845" v="197" actId="26606"/>
            <ac:spMkLst>
              <pc:docMk/>
              <pc:sldMasterMk cId="785322718" sldId="2147483720"/>
              <pc:sldLayoutMk cId="2021939330" sldId="2147483734"/>
              <ac:spMk id="23" creationId="{812841DD-202A-472D-9F4E-C34299C19B8F}"/>
            </ac:spMkLst>
          </pc:spChg>
        </pc:sldLayoutChg>
        <pc:sldLayoutChg chg="modSp mod ord">
          <pc:chgData name="FARRANT, George" userId="292a3dd9-394f-49b6-9ebd-9a7b08cf3045" providerId="ADAL" clId="{CDEB4591-9A94-5E5C-8A16-CB5EF7BB494C}" dt="2026-10-06T18:20:58.845" v="197" actId="26606"/>
          <pc:sldLayoutMkLst>
            <pc:docMk/>
            <pc:sldMasterMk cId="785322718" sldId="2147483720"/>
            <pc:sldLayoutMk cId="3831559510" sldId="2147483735"/>
          </pc:sldLayoutMkLst>
          <pc:spChg chg="mod">
            <ac:chgData name="FARRANT, George" userId="292a3dd9-394f-49b6-9ebd-9a7b08cf3045" providerId="ADAL" clId="{CDEB4591-9A94-5E5C-8A16-CB5EF7BB494C}" dt="2026-10-06T18:20:58.845" v="197" actId="26606"/>
            <ac:spMkLst>
              <pc:docMk/>
              <pc:sldMasterMk cId="785322718" sldId="2147483720"/>
              <pc:sldLayoutMk cId="3831559510" sldId="2147483735"/>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785322718" sldId="2147483720"/>
              <pc:sldLayoutMk cId="3831559510" sldId="2147483735"/>
              <ac:spMk id="9" creationId="{B7637613-6CB1-4E83-8AD8-4E496C24ABFD}"/>
            </ac:spMkLst>
          </pc:spChg>
        </pc:sldLayoutChg>
        <pc:sldLayoutChg chg="add">
          <pc:chgData name="FARRANT, George" userId="292a3dd9-394f-49b6-9ebd-9a7b08cf3045" providerId="ADAL" clId="{CDEB4591-9A94-5E5C-8A16-CB5EF7BB494C}" dt="2026-10-06T18:20:58.845" v="197" actId="26606"/>
          <pc:sldLayoutMkLst>
            <pc:docMk/>
            <pc:sldMasterMk cId="785322718" sldId="2147483720"/>
            <pc:sldLayoutMk cId="2295434585" sldId="2147483736"/>
          </pc:sldLayoutMkLst>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2854019795" sldId="2147483832"/>
          </pc:sldLayoutMkLst>
          <pc:spChg chg="mod">
            <ac:chgData name="FARRANT, George" userId="292a3dd9-394f-49b6-9ebd-9a7b08cf3045" providerId="ADAL" clId="{CDEB4591-9A94-5E5C-8A16-CB5EF7BB494C}" dt="2026-10-06T18:20:58.845" v="197" actId="26606"/>
            <ac:spMkLst>
              <pc:docMk/>
              <pc:sldMasterMk cId="785322718" sldId="2147483720"/>
              <pc:sldLayoutMk cId="2854019795" sldId="2147483832"/>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854019795" sldId="2147483832"/>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854019795" sldId="2147483832"/>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854019795" sldId="2147483832"/>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854019795" sldId="2147483832"/>
              <ac:spMk id="6"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2362261784" sldId="2147483833"/>
          </pc:sldLayoutMkLst>
          <pc:spChg chg="mod">
            <ac:chgData name="FARRANT, George" userId="292a3dd9-394f-49b6-9ebd-9a7b08cf3045" providerId="ADAL" clId="{CDEB4591-9A94-5E5C-8A16-CB5EF7BB494C}" dt="2026-10-06T18:20:58.845" v="197" actId="26606"/>
            <ac:spMkLst>
              <pc:docMk/>
              <pc:sldMasterMk cId="785322718" sldId="2147483720"/>
              <pc:sldLayoutMk cId="2362261784" sldId="2147483833"/>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362261784" sldId="2147483833"/>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362261784" sldId="2147483833"/>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362261784" sldId="2147483833"/>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362261784" sldId="2147483833"/>
              <ac:spMk id="6"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972475699" sldId="2147483834"/>
          </pc:sldLayoutMkLst>
          <pc:spChg chg="mod">
            <ac:chgData name="FARRANT, George" userId="292a3dd9-394f-49b6-9ebd-9a7b08cf3045" providerId="ADAL" clId="{CDEB4591-9A94-5E5C-8A16-CB5EF7BB494C}" dt="2026-10-06T18:20:58.845" v="197" actId="26606"/>
            <ac:spMkLst>
              <pc:docMk/>
              <pc:sldMasterMk cId="785322718" sldId="2147483720"/>
              <pc:sldLayoutMk cId="972475699" sldId="2147483834"/>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972475699" sldId="2147483834"/>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972475699" sldId="2147483834"/>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972475699" sldId="2147483834"/>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972475699" sldId="2147483834"/>
              <ac:spMk id="6"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544360855" sldId="2147483835"/>
          </pc:sldLayoutMkLst>
          <pc:spChg chg="mod">
            <ac:chgData name="FARRANT, George" userId="292a3dd9-394f-49b6-9ebd-9a7b08cf3045" providerId="ADAL" clId="{CDEB4591-9A94-5E5C-8A16-CB5EF7BB494C}" dt="2026-10-06T18:20:58.845" v="197" actId="26606"/>
            <ac:spMkLst>
              <pc:docMk/>
              <pc:sldMasterMk cId="785322718" sldId="2147483720"/>
              <pc:sldLayoutMk cId="544360855" sldId="2147483835"/>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544360855" sldId="2147483835"/>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544360855" sldId="2147483835"/>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544360855" sldId="2147483835"/>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544360855" sldId="2147483835"/>
              <ac:spMk id="6"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544360855" sldId="2147483835"/>
              <ac:spMk id="7"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2453635779" sldId="2147483836"/>
          </pc:sldLayoutMkLst>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6"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7"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8"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2453635779" sldId="2147483836"/>
              <ac:spMk id="9"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3977605423" sldId="2147483837"/>
          </pc:sldLayoutMkLst>
          <pc:spChg chg="mod">
            <ac:chgData name="FARRANT, George" userId="292a3dd9-394f-49b6-9ebd-9a7b08cf3045" providerId="ADAL" clId="{CDEB4591-9A94-5E5C-8A16-CB5EF7BB494C}" dt="2026-10-06T18:20:58.845" v="197" actId="26606"/>
            <ac:spMkLst>
              <pc:docMk/>
              <pc:sldMasterMk cId="785322718" sldId="2147483720"/>
              <pc:sldLayoutMk cId="3977605423" sldId="2147483837"/>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977605423" sldId="2147483837"/>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977605423" sldId="2147483837"/>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977605423" sldId="2147483837"/>
              <ac:spMk id="5"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4136996384" sldId="2147483838"/>
          </pc:sldLayoutMkLst>
          <pc:spChg chg="mod">
            <ac:chgData name="FARRANT, George" userId="292a3dd9-394f-49b6-9ebd-9a7b08cf3045" providerId="ADAL" clId="{CDEB4591-9A94-5E5C-8A16-CB5EF7BB494C}" dt="2026-10-06T18:20:58.845" v="197" actId="26606"/>
            <ac:spMkLst>
              <pc:docMk/>
              <pc:sldMasterMk cId="785322718" sldId="2147483720"/>
              <pc:sldLayoutMk cId="4136996384" sldId="2147483838"/>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4136996384" sldId="2147483838"/>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4136996384" sldId="2147483838"/>
              <ac:spMk id="4"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697289421" sldId="2147483839"/>
          </pc:sldLayoutMkLst>
          <pc:spChg chg="mod">
            <ac:chgData name="FARRANT, George" userId="292a3dd9-394f-49b6-9ebd-9a7b08cf3045" providerId="ADAL" clId="{CDEB4591-9A94-5E5C-8A16-CB5EF7BB494C}" dt="2026-10-06T18:20:58.845" v="197" actId="26606"/>
            <ac:spMkLst>
              <pc:docMk/>
              <pc:sldMasterMk cId="785322718" sldId="2147483720"/>
              <pc:sldLayoutMk cId="697289421" sldId="2147483839"/>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697289421" sldId="2147483839"/>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697289421" sldId="2147483839"/>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697289421" sldId="2147483839"/>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697289421" sldId="2147483839"/>
              <ac:spMk id="6"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697289421" sldId="2147483839"/>
              <ac:spMk id="7"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1665525921" sldId="2147483840"/>
          </pc:sldLayoutMkLst>
          <pc:spChg chg="mod">
            <ac:chgData name="FARRANT, George" userId="292a3dd9-394f-49b6-9ebd-9a7b08cf3045" providerId="ADAL" clId="{CDEB4591-9A94-5E5C-8A16-CB5EF7BB494C}" dt="2026-10-06T18:20:58.845" v="197" actId="26606"/>
            <ac:spMkLst>
              <pc:docMk/>
              <pc:sldMasterMk cId="785322718" sldId="2147483720"/>
              <pc:sldLayoutMk cId="1665525921" sldId="2147483840"/>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1665525921" sldId="2147483840"/>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1665525921" sldId="2147483840"/>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1665525921" sldId="2147483840"/>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1665525921" sldId="2147483840"/>
              <ac:spMk id="6"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1665525921" sldId="2147483840"/>
              <ac:spMk id="7"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343631107" sldId="2147483841"/>
          </pc:sldLayoutMkLst>
          <pc:spChg chg="mod">
            <ac:chgData name="FARRANT, George" userId="292a3dd9-394f-49b6-9ebd-9a7b08cf3045" providerId="ADAL" clId="{CDEB4591-9A94-5E5C-8A16-CB5EF7BB494C}" dt="2026-10-06T18:20:58.845" v="197" actId="26606"/>
            <ac:spMkLst>
              <pc:docMk/>
              <pc:sldMasterMk cId="785322718" sldId="2147483720"/>
              <pc:sldLayoutMk cId="343631107" sldId="2147483841"/>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43631107" sldId="2147483841"/>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43631107" sldId="2147483841"/>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43631107" sldId="2147483841"/>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343631107" sldId="2147483841"/>
              <ac:spMk id="6"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4036622918" sldId="2147483842"/>
          </pc:sldLayoutMkLst>
          <pc:spChg chg="mod">
            <ac:chgData name="FARRANT, George" userId="292a3dd9-394f-49b6-9ebd-9a7b08cf3045" providerId="ADAL" clId="{CDEB4591-9A94-5E5C-8A16-CB5EF7BB494C}" dt="2026-10-06T18:20:58.845" v="197" actId="26606"/>
            <ac:spMkLst>
              <pc:docMk/>
              <pc:sldMasterMk cId="785322718" sldId="2147483720"/>
              <pc:sldLayoutMk cId="4036622918" sldId="2147483842"/>
              <ac:spMk id="2"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4036622918" sldId="2147483842"/>
              <ac:spMk id="3"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4036622918" sldId="2147483842"/>
              <ac:spMk id="4"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4036622918" sldId="2147483842"/>
              <ac:spMk id="5" creationId="{00000000-0000-0000-0000-000000000000}"/>
            </ac:spMkLst>
          </pc:spChg>
          <pc:spChg chg="mod">
            <ac:chgData name="FARRANT, George" userId="292a3dd9-394f-49b6-9ebd-9a7b08cf3045" providerId="ADAL" clId="{CDEB4591-9A94-5E5C-8A16-CB5EF7BB494C}" dt="2026-10-06T18:20:58.845" v="197" actId="26606"/>
            <ac:spMkLst>
              <pc:docMk/>
              <pc:sldMasterMk cId="785322718" sldId="2147483720"/>
              <pc:sldLayoutMk cId="4036622918" sldId="2147483842"/>
              <ac:spMk id="6" creationId="{00000000-0000-0000-0000-000000000000}"/>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1389672166" sldId="2147483843"/>
          </pc:sldLayoutMkLst>
          <pc:spChg chg="mod">
            <ac:chgData name="FARRANT, George" userId="292a3dd9-394f-49b6-9ebd-9a7b08cf3045" providerId="ADAL" clId="{CDEB4591-9A94-5E5C-8A16-CB5EF7BB494C}" dt="2026-10-06T18:20:58.845" v="197" actId="26606"/>
            <ac:spMkLst>
              <pc:docMk/>
              <pc:sldMasterMk cId="785322718" sldId="2147483720"/>
              <pc:sldLayoutMk cId="1389672166" sldId="2147483843"/>
              <ac:spMk id="2" creationId="{2DDB6CBA-095A-42A6-8C9C-8E2E57B5265C}"/>
            </ac:spMkLst>
          </pc:spChg>
          <pc:spChg chg="mod">
            <ac:chgData name="FARRANT, George" userId="292a3dd9-394f-49b6-9ebd-9a7b08cf3045" providerId="ADAL" clId="{CDEB4591-9A94-5E5C-8A16-CB5EF7BB494C}" dt="2026-10-06T18:20:58.845" v="197" actId="26606"/>
            <ac:spMkLst>
              <pc:docMk/>
              <pc:sldMasterMk cId="785322718" sldId="2147483720"/>
              <pc:sldLayoutMk cId="1389672166" sldId="2147483843"/>
              <ac:spMk id="6" creationId="{9E12C890-0851-45B5-957E-312007C751A2}"/>
            </ac:spMkLst>
          </pc:spChg>
          <pc:spChg chg="mod">
            <ac:chgData name="FARRANT, George" userId="292a3dd9-394f-49b6-9ebd-9a7b08cf3045" providerId="ADAL" clId="{CDEB4591-9A94-5E5C-8A16-CB5EF7BB494C}" dt="2026-10-06T18:20:58.845" v="197" actId="26606"/>
            <ac:spMkLst>
              <pc:docMk/>
              <pc:sldMasterMk cId="785322718" sldId="2147483720"/>
              <pc:sldLayoutMk cId="1389672166" sldId="2147483843"/>
              <ac:spMk id="7" creationId="{99B4D297-5449-4B07-983C-78CD4F65E8A8}"/>
            </ac:spMkLst>
          </pc:spChg>
          <pc:spChg chg="mod">
            <ac:chgData name="FARRANT, George" userId="292a3dd9-394f-49b6-9ebd-9a7b08cf3045" providerId="ADAL" clId="{CDEB4591-9A94-5E5C-8A16-CB5EF7BB494C}" dt="2026-10-06T18:20:58.845" v="197" actId="26606"/>
            <ac:spMkLst>
              <pc:docMk/>
              <pc:sldMasterMk cId="785322718" sldId="2147483720"/>
              <pc:sldLayoutMk cId="1389672166" sldId="2147483843"/>
              <ac:spMk id="8" creationId="{B905894F-990B-4E89-BF9F-44AF6D2249D9}"/>
            </ac:spMkLst>
          </pc:spChg>
          <pc:spChg chg="mod">
            <ac:chgData name="FARRANT, George" userId="292a3dd9-394f-49b6-9ebd-9a7b08cf3045" providerId="ADAL" clId="{CDEB4591-9A94-5E5C-8A16-CB5EF7BB494C}" dt="2026-10-06T18:20:58.845" v="197" actId="26606"/>
            <ac:spMkLst>
              <pc:docMk/>
              <pc:sldMasterMk cId="785322718" sldId="2147483720"/>
              <pc:sldLayoutMk cId="1389672166" sldId="2147483843"/>
              <ac:spMk id="9" creationId="{6562F42C-DB22-4E94-A9CA-105D4C35793D}"/>
            </ac:spMkLst>
          </pc:spChg>
        </pc:sldLayoutChg>
        <pc:sldLayoutChg chg="modSp del mod ord">
          <pc:chgData name="FARRANT, George" userId="292a3dd9-394f-49b6-9ebd-9a7b08cf3045" providerId="ADAL" clId="{CDEB4591-9A94-5E5C-8A16-CB5EF7BB494C}" dt="2026-10-06T18:20:58.845" v="197" actId="26606"/>
          <pc:sldLayoutMkLst>
            <pc:docMk/>
            <pc:sldMasterMk cId="785322718" sldId="2147483720"/>
            <pc:sldLayoutMk cId="2295434585" sldId="2147483844"/>
          </pc:sldLayoutMkLst>
          <pc:spChg chg="mod">
            <ac:chgData name="FARRANT, George" userId="292a3dd9-394f-49b6-9ebd-9a7b08cf3045" providerId="ADAL" clId="{CDEB4591-9A94-5E5C-8A16-CB5EF7BB494C}" dt="2026-10-06T18:20:58.845" v="197" actId="26606"/>
            <ac:spMkLst>
              <pc:docMk/>
              <pc:sldMasterMk cId="785322718" sldId="2147483720"/>
              <pc:sldLayoutMk cId="2295434585" sldId="2147483844"/>
              <ac:spMk id="3" creationId="{F56A723A-8C8F-4B48-958B-869A9D0E9F7E}"/>
            </ac:spMkLst>
          </pc:spChg>
          <pc:spChg chg="mod">
            <ac:chgData name="FARRANT, George" userId="292a3dd9-394f-49b6-9ebd-9a7b08cf3045" providerId="ADAL" clId="{CDEB4591-9A94-5E5C-8A16-CB5EF7BB494C}" dt="2026-10-06T18:20:58.845" v="197" actId="26606"/>
            <ac:spMkLst>
              <pc:docMk/>
              <pc:sldMasterMk cId="785322718" sldId="2147483720"/>
              <pc:sldLayoutMk cId="2295434585" sldId="2147483844"/>
              <ac:spMk id="4" creationId="{77DAC12A-825B-46FB-8AB7-F28AA9CA63E7}"/>
            </ac:spMkLst>
          </pc:spChg>
          <pc:spChg chg="mod">
            <ac:chgData name="FARRANT, George" userId="292a3dd9-394f-49b6-9ebd-9a7b08cf3045" providerId="ADAL" clId="{CDEB4591-9A94-5E5C-8A16-CB5EF7BB494C}" dt="2026-10-06T18:20:58.845" v="197" actId="26606"/>
            <ac:spMkLst>
              <pc:docMk/>
              <pc:sldMasterMk cId="785322718" sldId="2147483720"/>
              <pc:sldLayoutMk cId="2295434585" sldId="2147483844"/>
              <ac:spMk id="5" creationId="{F75153F3-23CB-4387-8EE9-F7ECFBE19B15}"/>
            </ac:spMkLst>
          </pc:spChg>
        </pc:sldLayoutChg>
      </pc:sldMasterChg>
      <pc:sldMasterChg chg="add addSldLayout delSldLayout modSldLayout sldLayoutOrd">
        <pc:chgData name="FARRANT, George" userId="292a3dd9-394f-49b6-9ebd-9a7b08cf3045" providerId="ADAL" clId="{CDEB4591-9A94-5E5C-8A16-CB5EF7BB494C}" dt="2026-10-06T18:20:58.845" v="197" actId="26606"/>
        <pc:sldMasterMkLst>
          <pc:docMk/>
          <pc:sldMasterMk cId="1771640347" sldId="2147483737"/>
        </pc:sldMasterMkLst>
        <pc:sldLayoutChg chg="modSp mod ord">
          <pc:chgData name="FARRANT, George" userId="292a3dd9-394f-49b6-9ebd-9a7b08cf3045" providerId="ADAL" clId="{CDEB4591-9A94-5E5C-8A16-CB5EF7BB494C}" dt="2026-10-06T18:20:58.845" v="197" actId="26606"/>
          <pc:sldLayoutMkLst>
            <pc:docMk/>
            <pc:sldMasterMk cId="1771640347" sldId="2147483737"/>
            <pc:sldLayoutMk cId="3317579778" sldId="2147483738"/>
          </pc:sldLayoutMkLst>
          <pc:spChg chg="mod">
            <ac:chgData name="FARRANT, George" userId="292a3dd9-394f-49b6-9ebd-9a7b08cf3045" providerId="ADAL" clId="{CDEB4591-9A94-5E5C-8A16-CB5EF7BB494C}" dt="2026-10-06T18:20:58.845" v="197" actId="26606"/>
            <ac:spMkLst>
              <pc:docMk/>
              <pc:sldMasterMk cId="1771640347" sldId="2147483737"/>
              <pc:sldLayoutMk cId="3317579778" sldId="2147483738"/>
              <ac:spMk id="50" creationId="{B16CA78A-F06F-4470-BC76-C10558AED95E}"/>
            </ac:spMkLst>
          </pc:spChg>
          <pc:spChg chg="mod">
            <ac:chgData name="FARRANT, George" userId="292a3dd9-394f-49b6-9ebd-9a7b08cf3045" providerId="ADAL" clId="{CDEB4591-9A94-5E5C-8A16-CB5EF7BB494C}" dt="2026-10-06T18:20:58.845" v="197" actId="26606"/>
            <ac:spMkLst>
              <pc:docMk/>
              <pc:sldMasterMk cId="1771640347" sldId="2147483737"/>
              <pc:sldLayoutMk cId="3317579778" sldId="2147483738"/>
              <ac:spMk id="52" creationId="{85BC1E99-B0CA-4A64-ADF0-01DC27AD2B2F}"/>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761375094" sldId="2147483739"/>
          </pc:sldLayoutMkLst>
          <pc:spChg chg="mod">
            <ac:chgData name="FARRANT, George" userId="292a3dd9-394f-49b6-9ebd-9a7b08cf3045" providerId="ADAL" clId="{CDEB4591-9A94-5E5C-8A16-CB5EF7BB494C}" dt="2026-10-06T18:20:58.845" v="197" actId="26606"/>
            <ac:spMkLst>
              <pc:docMk/>
              <pc:sldMasterMk cId="1771640347" sldId="2147483737"/>
              <pc:sldLayoutMk cId="761375094" sldId="2147483739"/>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1771640347" sldId="2147483737"/>
              <pc:sldLayoutMk cId="761375094" sldId="2147483739"/>
              <ac:spMk id="4" creationId="{15BBCA0F-B749-4874-9106-A69BB3A2803D}"/>
            </ac:spMkLst>
          </pc:spChg>
          <pc:spChg chg="mod">
            <ac:chgData name="FARRANT, George" userId="292a3dd9-394f-49b6-9ebd-9a7b08cf3045" providerId="ADAL" clId="{CDEB4591-9A94-5E5C-8A16-CB5EF7BB494C}" dt="2026-10-06T18:20:58.845" v="197" actId="26606"/>
            <ac:spMkLst>
              <pc:docMk/>
              <pc:sldMasterMk cId="1771640347" sldId="2147483737"/>
              <pc:sldLayoutMk cId="761375094" sldId="2147483739"/>
              <ac:spMk id="7" creationId="{A435972B-A22C-49C4-B6CB-828A781ADE58}"/>
            </ac:spMkLst>
          </pc:spChg>
          <pc:spChg chg="mod">
            <ac:chgData name="FARRANT, George" userId="292a3dd9-394f-49b6-9ebd-9a7b08cf3045" providerId="ADAL" clId="{CDEB4591-9A94-5E5C-8A16-CB5EF7BB494C}" dt="2026-10-06T18:20:58.845" v="197" actId="26606"/>
            <ac:spMkLst>
              <pc:docMk/>
              <pc:sldMasterMk cId="1771640347" sldId="2147483737"/>
              <pc:sldLayoutMk cId="761375094" sldId="2147483739"/>
              <ac:spMk id="8" creationId="{098A6F93-D52E-4D91-BD00-B536DB2F61DC}"/>
            </ac:spMkLst>
          </pc:spChg>
          <pc:spChg chg="mod">
            <ac:chgData name="FARRANT, George" userId="292a3dd9-394f-49b6-9ebd-9a7b08cf3045" providerId="ADAL" clId="{CDEB4591-9A94-5E5C-8A16-CB5EF7BB494C}" dt="2026-10-06T18:20:58.845" v="197" actId="26606"/>
            <ac:spMkLst>
              <pc:docMk/>
              <pc:sldMasterMk cId="1771640347" sldId="2147483737"/>
              <pc:sldLayoutMk cId="761375094" sldId="2147483739"/>
              <ac:spMk id="9" creationId="{B7637613-6CB1-4E83-8AD8-4E496C24ABFD}"/>
            </ac:spMkLst>
          </pc:spChg>
          <pc:spChg chg="mod">
            <ac:chgData name="FARRANT, George" userId="292a3dd9-394f-49b6-9ebd-9a7b08cf3045" providerId="ADAL" clId="{CDEB4591-9A94-5E5C-8A16-CB5EF7BB494C}" dt="2026-10-06T18:20:58.845" v="197" actId="26606"/>
            <ac:spMkLst>
              <pc:docMk/>
              <pc:sldMasterMk cId="1771640347" sldId="2147483737"/>
              <pc:sldLayoutMk cId="761375094" sldId="2147483739"/>
              <ac:spMk id="23" creationId="{812841DD-202A-472D-9F4E-C34299C19B8F}"/>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1303153040" sldId="2147483740"/>
          </pc:sldLayoutMkLst>
          <pc:spChg chg="mod">
            <ac:chgData name="FARRANT, George" userId="292a3dd9-394f-49b6-9ebd-9a7b08cf3045" providerId="ADAL" clId="{CDEB4591-9A94-5E5C-8A16-CB5EF7BB494C}" dt="2026-10-06T18:20:58.845" v="197" actId="26606"/>
            <ac:spMkLst>
              <pc:docMk/>
              <pc:sldMasterMk cId="1771640347" sldId="2147483737"/>
              <pc:sldLayoutMk cId="1303153040" sldId="2147483740"/>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1771640347" sldId="2147483737"/>
              <pc:sldLayoutMk cId="1303153040" sldId="2147483740"/>
              <ac:spMk id="9" creationId="{B7637613-6CB1-4E83-8AD8-4E496C24ABFD}"/>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1686846410" sldId="2147483741"/>
          </pc:sldLayoutMkLst>
          <pc:spChg chg="mod">
            <ac:chgData name="FARRANT, George" userId="292a3dd9-394f-49b6-9ebd-9a7b08cf3045" providerId="ADAL" clId="{CDEB4591-9A94-5E5C-8A16-CB5EF7BB494C}" dt="2026-10-06T18:20:58.845" v="197" actId="26606"/>
            <ac:spMkLst>
              <pc:docMk/>
              <pc:sldMasterMk cId="1771640347" sldId="2147483737"/>
              <pc:sldLayoutMk cId="1686846410" sldId="2147483741"/>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1771640347" sldId="2147483737"/>
              <pc:sldLayoutMk cId="1686846410" sldId="2147483741"/>
              <ac:spMk id="9" creationId="{B7637613-6CB1-4E83-8AD8-4E496C24ABFD}"/>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3996083505" sldId="2147483742"/>
          </pc:sldLayoutMkLst>
          <pc:spChg chg="mod">
            <ac:chgData name="FARRANT, George" userId="292a3dd9-394f-49b6-9ebd-9a7b08cf3045" providerId="ADAL" clId="{CDEB4591-9A94-5E5C-8A16-CB5EF7BB494C}" dt="2026-10-06T18:20:58.845" v="197" actId="26606"/>
            <ac:spMkLst>
              <pc:docMk/>
              <pc:sldMasterMk cId="1771640347" sldId="2147483737"/>
              <pc:sldLayoutMk cId="3996083505" sldId="2147483742"/>
              <ac:spMk id="2" creationId="{4A97C095-B65A-4FBF-B0F1-D0ABC866EFDF}"/>
            </ac:spMkLst>
          </pc:spChg>
          <pc:spChg chg="mod">
            <ac:chgData name="FARRANT, George" userId="292a3dd9-394f-49b6-9ebd-9a7b08cf3045" providerId="ADAL" clId="{CDEB4591-9A94-5E5C-8A16-CB5EF7BB494C}" dt="2026-10-06T18:20:58.845" v="197" actId="26606"/>
            <ac:spMkLst>
              <pc:docMk/>
              <pc:sldMasterMk cId="1771640347" sldId="2147483737"/>
              <pc:sldLayoutMk cId="3996083505" sldId="2147483742"/>
              <ac:spMk id="9" creationId="{B7637613-6CB1-4E83-8AD8-4E496C24ABFD}"/>
            </ac:spMkLst>
          </pc:spChg>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427126227" sldId="2147483743"/>
          </pc:sldLayoutMkLst>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97686010" sldId="2147483744"/>
          </pc:sldLayoutMkLst>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4" creationId="{4564567E-7E76-46E6-BCB6-8888D21914D8}"/>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0" creationId="{2AAEA2F6-B974-4370-AC73-A51335145A1A}"/>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5" creationId="{D4E7617A-DBC3-40BC-8C51-AF7291839E7B}"/>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27" creationId="{5DDFCDE0-1161-4605-B9E3-2607A70946B3}"/>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41" creationId="{978C03CC-B96D-441D-8AE0-61F73A8EA5EE}"/>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44" creationId="{2D7718B2-2CBC-4694-A303-CE8AC567A33D}"/>
            </ac:spMkLst>
          </pc:spChg>
          <pc:spChg chg="mod">
            <ac:chgData name="FARRANT, George" userId="292a3dd9-394f-49b6-9ebd-9a7b08cf3045" providerId="ADAL" clId="{CDEB4591-9A94-5E5C-8A16-CB5EF7BB494C}" dt="2026-10-06T18:20:58.845" v="197" actId="26606"/>
            <ac:spMkLst>
              <pc:docMk/>
              <pc:sldMasterMk cId="1771640347" sldId="2147483737"/>
              <pc:sldLayoutMk cId="97686010" sldId="2147483744"/>
              <ac:spMk id="145" creationId="{A8C997C6-51B1-4DC4-BAC6-4339C53666CD}"/>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3118053700" sldId="2147483745"/>
          </pc:sldLayoutMkLst>
          <pc:spChg chg="mod">
            <ac:chgData name="FARRANT, George" userId="292a3dd9-394f-49b6-9ebd-9a7b08cf3045" providerId="ADAL" clId="{CDEB4591-9A94-5E5C-8A16-CB5EF7BB494C}" dt="2026-10-06T18:20:58.845" v="197" actId="26606"/>
            <ac:spMkLst>
              <pc:docMk/>
              <pc:sldMasterMk cId="1771640347" sldId="2147483737"/>
              <pc:sldLayoutMk cId="3118053700" sldId="2147483745"/>
              <ac:spMk id="5" creationId="{1E3CD4B2-EC57-4694-A5B1-C322F7B0552A}"/>
            </ac:spMkLst>
          </pc:spChg>
          <pc:spChg chg="mod">
            <ac:chgData name="FARRANT, George" userId="292a3dd9-394f-49b6-9ebd-9a7b08cf3045" providerId="ADAL" clId="{CDEB4591-9A94-5E5C-8A16-CB5EF7BB494C}" dt="2026-10-06T18:20:58.845" v="197" actId="26606"/>
            <ac:spMkLst>
              <pc:docMk/>
              <pc:sldMasterMk cId="1771640347" sldId="2147483737"/>
              <pc:sldLayoutMk cId="3118053700" sldId="2147483745"/>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1771640347" sldId="2147483737"/>
              <pc:sldLayoutMk cId="3118053700" sldId="2147483745"/>
              <ac:spMk id="15" creationId="{D4E7617A-DBC3-40BC-8C51-AF7291839E7B}"/>
            </ac:spMkLst>
          </pc:spChg>
          <pc:spChg chg="mod">
            <ac:chgData name="FARRANT, George" userId="292a3dd9-394f-49b6-9ebd-9a7b08cf3045" providerId="ADAL" clId="{CDEB4591-9A94-5E5C-8A16-CB5EF7BB494C}" dt="2026-10-06T18:20:58.845" v="197" actId="26606"/>
            <ac:spMkLst>
              <pc:docMk/>
              <pc:sldMasterMk cId="1771640347" sldId="2147483737"/>
              <pc:sldLayoutMk cId="3118053700" sldId="2147483745"/>
              <ac:spMk id="17" creationId="{35FA0AA6-EADC-462B-8AE1-05726AEBE313}"/>
            </ac:spMkLst>
          </pc:spChg>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036360418" sldId="2147483746"/>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2810784042" sldId="2147483747"/>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810661699" sldId="2147483748"/>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4151747038" sldId="2147483749"/>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69512218" sldId="2147483750"/>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2950426172" sldId="2147483751"/>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3433805046" sldId="2147483752"/>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714889950" sldId="2147483753"/>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3665031219" sldId="2147483754"/>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73155966" sldId="2147483755"/>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710389708" sldId="2147483756"/>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2614096950" sldId="2147483757"/>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947198503" sldId="2147483758"/>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785633134" sldId="2147483759"/>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926948336" sldId="2147483760"/>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607133881" sldId="2147483761"/>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759866401" sldId="2147483762"/>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508461595" sldId="2147483763"/>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3554030153" sldId="2147483764"/>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690488254" sldId="2147483765"/>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968179319" sldId="2147483766"/>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2035168116" sldId="2147483767"/>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1588407978" sldId="2147483768"/>
          </pc:sldLayoutMkLst>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2912439203" sldId="2147483769"/>
          </pc:sldLayoutMkLst>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2175313511" sldId="2147483770"/>
          </pc:sldLayoutMkLst>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9" creationId="{6893CD51-BDC9-4F50-A877-03C7876367E7}"/>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10" creationId="{C74A980F-D8A8-45BF-83FF-FAFDC411F9E4}"/>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45" creationId="{7048F146-31C6-4C40-9CD2-081E8E97B508}"/>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46" creationId="{703277B6-8F80-4D8B-8F4B-8050CF8E3F6B}"/>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47" creationId="{54AB44A6-B61F-4B99-9715-C185EB0F59AA}"/>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48" creationId="{5FFBC0EB-C3F4-4BBB-AFAA-DF8F27DE6F74}"/>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49" creationId="{96811929-4004-4013-A01C-E6C4502FE51B}"/>
            </ac:spMkLst>
          </pc:spChg>
          <pc:spChg chg="mod">
            <ac:chgData name="FARRANT, George" userId="292a3dd9-394f-49b6-9ebd-9a7b08cf3045" providerId="ADAL" clId="{CDEB4591-9A94-5E5C-8A16-CB5EF7BB494C}" dt="2026-10-06T18:20:58.845" v="197" actId="26606"/>
            <ac:spMkLst>
              <pc:docMk/>
              <pc:sldMasterMk cId="1771640347" sldId="2147483737"/>
              <pc:sldLayoutMk cId="2175313511" sldId="2147483770"/>
              <ac:spMk id="50" creationId="{8C52A45D-A4A4-427B-A37B-39BBD54F07ED}"/>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1618913734" sldId="2147483771"/>
          </pc:sldLayoutMkLst>
          <pc:spChg chg="mod">
            <ac:chgData name="FARRANT, George" userId="292a3dd9-394f-49b6-9ebd-9a7b08cf3045" providerId="ADAL" clId="{CDEB4591-9A94-5E5C-8A16-CB5EF7BB494C}" dt="2026-10-06T18:20:58.845" v="197" actId="26606"/>
            <ac:spMkLst>
              <pc:docMk/>
              <pc:sldMasterMk cId="1771640347" sldId="2147483737"/>
              <pc:sldLayoutMk cId="1618913734" sldId="2147483771"/>
              <ac:spMk id="19" creationId="{69E7CD65-2E9A-4E22-A673-DE6C7440EB2C}"/>
            </ac:spMkLst>
          </pc:spChg>
        </pc:sldLayoutChg>
        <pc:sldLayoutChg chg="modSp mod ord">
          <pc:chgData name="FARRANT, George" userId="292a3dd9-394f-49b6-9ebd-9a7b08cf3045" providerId="ADAL" clId="{CDEB4591-9A94-5E5C-8A16-CB5EF7BB494C}" dt="2026-10-06T18:20:58.845" v="197" actId="26606"/>
          <pc:sldLayoutMkLst>
            <pc:docMk/>
            <pc:sldMasterMk cId="1771640347" sldId="2147483737"/>
            <pc:sldLayoutMk cId="4238120021" sldId="2147483772"/>
          </pc:sldLayoutMkLst>
          <pc:spChg chg="mod">
            <ac:chgData name="FARRANT, George" userId="292a3dd9-394f-49b6-9ebd-9a7b08cf3045" providerId="ADAL" clId="{CDEB4591-9A94-5E5C-8A16-CB5EF7BB494C}" dt="2026-10-06T18:20:58.845" v="197" actId="26606"/>
            <ac:spMkLst>
              <pc:docMk/>
              <pc:sldMasterMk cId="1771640347" sldId="2147483737"/>
              <pc:sldLayoutMk cId="4238120021" sldId="2147483772"/>
              <ac:spMk id="19" creationId="{69E7CD65-2E9A-4E22-A673-DE6C7440EB2C}"/>
            </ac:spMkLst>
          </pc:spChg>
        </pc:sldLayoutChg>
        <pc:sldLayoutChg chg="add">
          <pc:chgData name="FARRANT, George" userId="292a3dd9-394f-49b6-9ebd-9a7b08cf3045" providerId="ADAL" clId="{CDEB4591-9A94-5E5C-8A16-CB5EF7BB494C}" dt="2026-10-06T18:20:58.845" v="197" actId="26606"/>
          <pc:sldLayoutMkLst>
            <pc:docMk/>
            <pc:sldMasterMk cId="1771640347" sldId="2147483737"/>
            <pc:sldLayoutMk cId="459824780" sldId="2147483773"/>
          </pc:sldLayoutMkLst>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427126227" sldId="2147483846"/>
          </pc:sldLayoutMkLst>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2" creationId="{11BC60E2-A177-45EB-93BA-786D5EF40FF4}"/>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6" creationId="{C2FE6DEE-F08E-49D1-8BBE-7D98F0306A3B}"/>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11" creationId="{B3D0D2F1-0917-4927-9359-C40D6BAC148B}"/>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12" creationId="{D9022AB6-A86E-47B3-84F9-293E4B4D4AB4}"/>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13" creationId="{8790B95C-5F7D-4BA2-94B8-3EAC426B793A}"/>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20" creationId="{A419FA91-E2B6-456E-9C31-2328CBB43A92}"/>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22" creationId="{E0B3631B-C641-42E6-AFD5-B95921B9B174}"/>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23" creationId="{4F60334C-59D0-46CD-929E-AD5F57134899}"/>
            </ac:spMkLst>
          </pc:spChg>
          <pc:spChg chg="mod">
            <ac:chgData name="FARRANT, George" userId="292a3dd9-394f-49b6-9ebd-9a7b08cf3045" providerId="ADAL" clId="{CDEB4591-9A94-5E5C-8A16-CB5EF7BB494C}" dt="2026-10-06T18:20:58.845" v="197" actId="26606"/>
            <ac:spMkLst>
              <pc:docMk/>
              <pc:sldMasterMk cId="1771640347" sldId="2147483737"/>
              <pc:sldLayoutMk cId="1427126227" sldId="2147483846"/>
              <ac:spMk id="34" creationId="{4AE6AD9E-A42C-4097-BA1A-CF086631D339}"/>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036360418" sldId="2147483847"/>
          </pc:sldLayoutMkLst>
          <pc:spChg chg="mod">
            <ac:chgData name="FARRANT, George" userId="292a3dd9-394f-49b6-9ebd-9a7b08cf3045" providerId="ADAL" clId="{CDEB4591-9A94-5E5C-8A16-CB5EF7BB494C}" dt="2026-10-06T18:20:58.845" v="197" actId="26606"/>
            <ac:spMkLst>
              <pc:docMk/>
              <pc:sldMasterMk cId="1771640347" sldId="2147483737"/>
              <pc:sldLayoutMk cId="1036360418" sldId="2147483847"/>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1771640347" sldId="2147483737"/>
              <pc:sldLayoutMk cId="1036360418" sldId="2147483847"/>
              <ac:spMk id="8" creationId="{921F6FC1-A681-45AA-86DE-F3E78736D3DC}"/>
            </ac:spMkLst>
          </pc:spChg>
          <pc:spChg chg="mod">
            <ac:chgData name="FARRANT, George" userId="292a3dd9-394f-49b6-9ebd-9a7b08cf3045" providerId="ADAL" clId="{CDEB4591-9A94-5E5C-8A16-CB5EF7BB494C}" dt="2026-10-06T18:20:58.845" v="197" actId="26606"/>
            <ac:spMkLst>
              <pc:docMk/>
              <pc:sldMasterMk cId="1771640347" sldId="2147483737"/>
              <pc:sldLayoutMk cId="1036360418" sldId="2147483847"/>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1771640347" sldId="2147483737"/>
              <pc:sldLayoutMk cId="1036360418" sldId="2147483847"/>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1771640347" sldId="2147483737"/>
              <pc:sldLayoutMk cId="1036360418" sldId="2147483847"/>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2810784042" sldId="2147483848"/>
          </pc:sldLayoutMkLst>
          <pc:spChg chg="mod">
            <ac:chgData name="FARRANT, George" userId="292a3dd9-394f-49b6-9ebd-9a7b08cf3045" providerId="ADAL" clId="{CDEB4591-9A94-5E5C-8A16-CB5EF7BB494C}" dt="2026-10-06T18:20:58.845" v="197" actId="26606"/>
            <ac:spMkLst>
              <pc:docMk/>
              <pc:sldMasterMk cId="1771640347" sldId="2147483737"/>
              <pc:sldLayoutMk cId="2810784042" sldId="2147483848"/>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1771640347" sldId="2147483737"/>
              <pc:sldLayoutMk cId="2810784042" sldId="2147483848"/>
              <ac:spMk id="5" creationId="{740C642F-FFE6-4F8E-8430-B55902267A94}"/>
            </ac:spMkLst>
          </pc:spChg>
          <pc:spChg chg="mod">
            <ac:chgData name="FARRANT, George" userId="292a3dd9-394f-49b6-9ebd-9a7b08cf3045" providerId="ADAL" clId="{CDEB4591-9A94-5E5C-8A16-CB5EF7BB494C}" dt="2026-10-06T18:20:58.845" v="197" actId="26606"/>
            <ac:spMkLst>
              <pc:docMk/>
              <pc:sldMasterMk cId="1771640347" sldId="2147483737"/>
              <pc:sldLayoutMk cId="2810784042" sldId="2147483848"/>
              <ac:spMk id="6" creationId="{AAD11831-DF44-47FA-829D-3E47DFF02185}"/>
            </ac:spMkLst>
          </pc:spChg>
          <pc:spChg chg="mod">
            <ac:chgData name="FARRANT, George" userId="292a3dd9-394f-49b6-9ebd-9a7b08cf3045" providerId="ADAL" clId="{CDEB4591-9A94-5E5C-8A16-CB5EF7BB494C}" dt="2026-10-06T18:20:58.845" v="197" actId="26606"/>
            <ac:spMkLst>
              <pc:docMk/>
              <pc:sldMasterMk cId="1771640347" sldId="2147483737"/>
              <pc:sldLayoutMk cId="2810784042" sldId="2147483848"/>
              <ac:spMk id="8" creationId="{921F6FC1-A681-45AA-86DE-F3E78736D3DC}"/>
            </ac:spMkLst>
          </pc:spChg>
          <pc:spChg chg="mod">
            <ac:chgData name="FARRANT, George" userId="292a3dd9-394f-49b6-9ebd-9a7b08cf3045" providerId="ADAL" clId="{CDEB4591-9A94-5E5C-8A16-CB5EF7BB494C}" dt="2026-10-06T18:20:58.845" v="197" actId="26606"/>
            <ac:spMkLst>
              <pc:docMk/>
              <pc:sldMasterMk cId="1771640347" sldId="2147483737"/>
              <pc:sldLayoutMk cId="2810784042" sldId="2147483848"/>
              <ac:spMk id="19" creationId="{FCA6C234-2250-4042-807E-5951B5EC2C95}"/>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810661699" sldId="2147483849"/>
          </pc:sldLayoutMkLst>
          <pc:spChg chg="mod">
            <ac:chgData name="FARRANT, George" userId="292a3dd9-394f-49b6-9ebd-9a7b08cf3045" providerId="ADAL" clId="{CDEB4591-9A94-5E5C-8A16-CB5EF7BB494C}" dt="2026-10-06T18:20:58.845" v="197" actId="26606"/>
            <ac:spMkLst>
              <pc:docMk/>
              <pc:sldMasterMk cId="1771640347" sldId="2147483737"/>
              <pc:sldLayoutMk cId="810661699" sldId="2147483849"/>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1771640347" sldId="2147483737"/>
              <pc:sldLayoutMk cId="810661699" sldId="2147483849"/>
              <ac:spMk id="5" creationId="{139EA4E0-9FE9-4B07-A24F-8D2269789704}"/>
            </ac:spMkLst>
          </pc:spChg>
          <pc:spChg chg="mod">
            <ac:chgData name="FARRANT, George" userId="292a3dd9-394f-49b6-9ebd-9a7b08cf3045" providerId="ADAL" clId="{CDEB4591-9A94-5E5C-8A16-CB5EF7BB494C}" dt="2026-10-06T18:20:58.845" v="197" actId="26606"/>
            <ac:spMkLst>
              <pc:docMk/>
              <pc:sldMasterMk cId="1771640347" sldId="2147483737"/>
              <pc:sldLayoutMk cId="810661699" sldId="2147483849"/>
              <ac:spMk id="6" creationId="{E5B9C914-4EA0-415D-8DF2-DECB3399B2D9}"/>
            </ac:spMkLst>
          </pc:spChg>
          <pc:spChg chg="mod">
            <ac:chgData name="FARRANT, George" userId="292a3dd9-394f-49b6-9ebd-9a7b08cf3045" providerId="ADAL" clId="{CDEB4591-9A94-5E5C-8A16-CB5EF7BB494C}" dt="2026-10-06T18:20:58.845" v="197" actId="26606"/>
            <ac:spMkLst>
              <pc:docMk/>
              <pc:sldMasterMk cId="1771640347" sldId="2147483737"/>
              <pc:sldLayoutMk cId="810661699" sldId="2147483849"/>
              <ac:spMk id="8" creationId="{921F6FC1-A681-45AA-86DE-F3E78736D3DC}"/>
            </ac:spMkLst>
          </pc:spChg>
          <pc:spChg chg="mod">
            <ac:chgData name="FARRANT, George" userId="292a3dd9-394f-49b6-9ebd-9a7b08cf3045" providerId="ADAL" clId="{CDEB4591-9A94-5E5C-8A16-CB5EF7BB494C}" dt="2026-10-06T18:20:58.845" v="197" actId="26606"/>
            <ac:spMkLst>
              <pc:docMk/>
              <pc:sldMasterMk cId="1771640347" sldId="2147483737"/>
              <pc:sldLayoutMk cId="810661699" sldId="2147483849"/>
              <ac:spMk id="19" creationId="{D0C74FA2-F84A-45C5-BD99-82A22DBBEBA1}"/>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4151747038" sldId="2147483850"/>
          </pc:sldLayoutMkLst>
          <pc:spChg chg="mod">
            <ac:chgData name="FARRANT, George" userId="292a3dd9-394f-49b6-9ebd-9a7b08cf3045" providerId="ADAL" clId="{CDEB4591-9A94-5E5C-8A16-CB5EF7BB494C}" dt="2026-10-06T18:20:58.845" v="197" actId="26606"/>
            <ac:spMkLst>
              <pc:docMk/>
              <pc:sldMasterMk cId="1771640347" sldId="2147483737"/>
              <pc:sldLayoutMk cId="4151747038" sldId="2147483850"/>
              <ac:spMk id="2" creationId="{0DC2687E-647E-4F79-8F76-EB149F6ADCF1}"/>
            </ac:spMkLst>
          </pc:spChg>
          <pc:spChg chg="mod">
            <ac:chgData name="FARRANT, George" userId="292a3dd9-394f-49b6-9ebd-9a7b08cf3045" providerId="ADAL" clId="{CDEB4591-9A94-5E5C-8A16-CB5EF7BB494C}" dt="2026-10-06T18:20:58.845" v="197" actId="26606"/>
            <ac:spMkLst>
              <pc:docMk/>
              <pc:sldMasterMk cId="1771640347" sldId="2147483737"/>
              <pc:sldLayoutMk cId="4151747038" sldId="2147483850"/>
              <ac:spMk id="4" creationId="{BBBC61E1-9ECB-4AB5-9880-9683EDD76C26}"/>
            </ac:spMkLst>
          </pc:spChg>
          <pc:spChg chg="mod">
            <ac:chgData name="FARRANT, George" userId="292a3dd9-394f-49b6-9ebd-9a7b08cf3045" providerId="ADAL" clId="{CDEB4591-9A94-5E5C-8A16-CB5EF7BB494C}" dt="2026-10-06T18:20:58.845" v="197" actId="26606"/>
            <ac:spMkLst>
              <pc:docMk/>
              <pc:sldMasterMk cId="1771640347" sldId="2147483737"/>
              <pc:sldLayoutMk cId="4151747038" sldId="2147483850"/>
              <ac:spMk id="12" creationId="{84C1F672-3627-47B2-936F-F7E1A8911D0E}"/>
            </ac:spMkLst>
          </pc:spChg>
          <pc:spChg chg="mod">
            <ac:chgData name="FARRANT, George" userId="292a3dd9-394f-49b6-9ebd-9a7b08cf3045" providerId="ADAL" clId="{CDEB4591-9A94-5E5C-8A16-CB5EF7BB494C}" dt="2026-10-06T18:20:58.845" v="197" actId="26606"/>
            <ac:spMkLst>
              <pc:docMk/>
              <pc:sldMasterMk cId="1771640347" sldId="2147483737"/>
              <pc:sldLayoutMk cId="4151747038" sldId="2147483850"/>
              <ac:spMk id="13" creationId="{967762A4-5BDF-4B0E-8A4C-290B504463C4}"/>
            </ac:spMkLst>
          </pc:spChg>
          <pc:spChg chg="mod">
            <ac:chgData name="FARRANT, George" userId="292a3dd9-394f-49b6-9ebd-9a7b08cf3045" providerId="ADAL" clId="{CDEB4591-9A94-5E5C-8A16-CB5EF7BB494C}" dt="2026-10-06T18:20:58.845" v="197" actId="26606"/>
            <ac:spMkLst>
              <pc:docMk/>
              <pc:sldMasterMk cId="1771640347" sldId="2147483737"/>
              <pc:sldLayoutMk cId="4151747038" sldId="2147483850"/>
              <ac:spMk id="14" creationId="{94F573B1-C72D-48BD-8C6D-CD736D5A2014}"/>
            </ac:spMkLst>
          </pc:spChg>
          <pc:spChg chg="mod">
            <ac:chgData name="FARRANT, George" userId="292a3dd9-394f-49b6-9ebd-9a7b08cf3045" providerId="ADAL" clId="{CDEB4591-9A94-5E5C-8A16-CB5EF7BB494C}" dt="2026-10-06T18:20:58.845" v="197" actId="26606"/>
            <ac:spMkLst>
              <pc:docMk/>
              <pc:sldMasterMk cId="1771640347" sldId="2147483737"/>
              <pc:sldLayoutMk cId="4151747038" sldId="2147483850"/>
              <ac:spMk id="15" creationId="{815297CE-BB59-4F7C-9519-DC26E86D9DE9}"/>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69512218" sldId="2147483851"/>
          </pc:sldLayoutMkLst>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2" creationId="{DB6E96AD-1BD9-451C-8BFB-2C65B4C97BE4}"/>
            </ac:spMkLst>
          </pc:spChg>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6" creationId="{3C8424EB-E689-4410-8F99-24CF293D71C4}"/>
            </ac:spMkLst>
          </pc:spChg>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7" creationId="{14BF86DE-478F-4D46-B294-AA42D2971DC2}"/>
            </ac:spMkLst>
          </pc:spChg>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9" creationId="{A10BAD9A-2C7C-410E-BFAD-876F3E3DEB09}"/>
            </ac:spMkLst>
          </pc:spChg>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10" creationId="{2F9862F1-D0D0-4995-A462-AE36892862DD}"/>
            </ac:spMkLst>
          </pc:spChg>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16" creationId="{1AA708A7-E788-4F84-A777-867974D720DE}"/>
            </ac:spMkLst>
          </pc:spChg>
          <pc:spChg chg="mod">
            <ac:chgData name="FARRANT, George" userId="292a3dd9-394f-49b6-9ebd-9a7b08cf3045" providerId="ADAL" clId="{CDEB4591-9A94-5E5C-8A16-CB5EF7BB494C}" dt="2026-10-06T18:20:58.845" v="197" actId="26606"/>
            <ac:spMkLst>
              <pc:docMk/>
              <pc:sldMasterMk cId="1771640347" sldId="2147483737"/>
              <pc:sldLayoutMk cId="69512218" sldId="2147483851"/>
              <ac:spMk id="17" creationId="{0C41C6F6-07F2-47D1-82AF-426A2D103994}"/>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2950426172" sldId="2147483852"/>
          </pc:sldLayoutMkLst>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3" creationId="{EFF5C918-B570-4503-9D39-08520C01AB16}"/>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6" creationId="{10071688-A2F3-4313-AE00-C38A8BDA5E58}"/>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7" creationId="{101FA096-717A-4822-8023-5217B75D8AD8}"/>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8" creationId="{9EF349E5-7C8F-40CB-BB3D-8B43ABECB676}"/>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9" creationId="{C1221C18-8C05-4F73-BAFE-36423AF530F1}"/>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11" creationId="{54FCF491-A598-4D10-83F7-C2EFEEA761D4}"/>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12" creationId="{C18D7F70-9F8B-4EA4-9761-AEF2C68A54EC}"/>
            </ac:spMkLst>
          </pc:spChg>
          <pc:spChg chg="mod">
            <ac:chgData name="FARRANT, George" userId="292a3dd9-394f-49b6-9ebd-9a7b08cf3045" providerId="ADAL" clId="{CDEB4591-9A94-5E5C-8A16-CB5EF7BB494C}" dt="2026-10-06T18:20:58.845" v="197" actId="26606"/>
            <ac:spMkLst>
              <pc:docMk/>
              <pc:sldMasterMk cId="1771640347" sldId="2147483737"/>
              <pc:sldLayoutMk cId="2950426172" sldId="2147483852"/>
              <ac:spMk id="22" creationId="{7892C2E2-64F1-417E-B6F0-C3FC97170662}"/>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3433805046" sldId="2147483853"/>
          </pc:sldLayoutMkLst>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2" creationId="{D338A426-B956-4047-B2D6-EFEAB1F1265C}"/>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7" creationId="{A4242559-1861-4D15-B635-CE716556A66C}"/>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8" creationId="{AD41C81D-476C-47FC-9D77-A943ABF1A98F}"/>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9" creationId="{39789319-3D23-4D3B-8BB6-37B045BA12F9}"/>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10" creationId="{DE2706E8-93C8-4D96-B0F7-1966D248E243}"/>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11" creationId="{C3E254CD-FE4F-4FE5-BCD3-8DF050368E8A}"/>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12" creationId="{B3D444E7-B76A-41F0-8DDC-AFF4512C937B}"/>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13" creationId="{F6A8FAC0-6202-4730-ABDF-AEB2CC9E7649}"/>
            </ac:spMkLst>
          </pc:spChg>
          <pc:spChg chg="mod">
            <ac:chgData name="FARRANT, George" userId="292a3dd9-394f-49b6-9ebd-9a7b08cf3045" providerId="ADAL" clId="{CDEB4591-9A94-5E5C-8A16-CB5EF7BB494C}" dt="2026-10-06T18:20:58.845" v="197" actId="26606"/>
            <ac:spMkLst>
              <pc:docMk/>
              <pc:sldMasterMk cId="1771640347" sldId="2147483737"/>
              <pc:sldLayoutMk cId="3433805046" sldId="2147483853"/>
              <ac:spMk id="22" creationId="{84A25565-6FBB-4790-9554-696099440A47}"/>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714889950" sldId="2147483854"/>
          </pc:sldLayoutMkLst>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3" creationId="{CC346725-627A-4B29-820E-90E678F4FA57}"/>
            </ac:spMkLst>
          </pc:spChg>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6" creationId="{10071688-A2F3-4313-AE00-C38A8BDA5E58}"/>
            </ac:spMkLst>
          </pc:spChg>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7" creationId="{101FA096-717A-4822-8023-5217B75D8AD8}"/>
            </ac:spMkLst>
          </pc:spChg>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8" creationId="{9EF349E5-7C8F-40CB-BB3D-8B43ABECB676}"/>
            </ac:spMkLst>
          </pc:spChg>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9" creationId="{C1221C18-8C05-4F73-BAFE-36423AF530F1}"/>
            </ac:spMkLst>
          </pc:spChg>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10" creationId="{D4E85893-B9DB-4913-9D1F-353CA4F83F61}"/>
            </ac:spMkLst>
          </pc:spChg>
          <pc:spChg chg="mod">
            <ac:chgData name="FARRANT, George" userId="292a3dd9-394f-49b6-9ebd-9a7b08cf3045" providerId="ADAL" clId="{CDEB4591-9A94-5E5C-8A16-CB5EF7BB494C}" dt="2026-10-06T18:20:58.845" v="197" actId="26606"/>
            <ac:spMkLst>
              <pc:docMk/>
              <pc:sldMasterMk cId="1771640347" sldId="2147483737"/>
              <pc:sldLayoutMk cId="1714889950" sldId="2147483854"/>
              <ac:spMk id="22" creationId="{7892C2E2-64F1-417E-B6F0-C3FC97170662}"/>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3665031219" sldId="2147483855"/>
          </pc:sldLayoutMkLst>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3" creationId="{9FC4F49A-DE6C-4327-B2E2-98273842CD35}"/>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6" creationId="{10071688-A2F3-4313-AE00-C38A8BDA5E58}"/>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7" creationId="{101FA096-717A-4822-8023-5217B75D8AD8}"/>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8" creationId="{9EF349E5-7C8F-40CB-BB3D-8B43ABECB676}"/>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9" creationId="{C1221C18-8C05-4F73-BAFE-36423AF530F1}"/>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11" creationId="{54FCF491-A598-4D10-83F7-C2EFEEA761D4}"/>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12" creationId="{640C15D4-D069-4E82-9B04-F4E910E8A271}"/>
            </ac:spMkLst>
          </pc:spChg>
          <pc:spChg chg="mod">
            <ac:chgData name="FARRANT, George" userId="292a3dd9-394f-49b6-9ebd-9a7b08cf3045" providerId="ADAL" clId="{CDEB4591-9A94-5E5C-8A16-CB5EF7BB494C}" dt="2026-10-06T18:20:58.845" v="197" actId="26606"/>
            <ac:spMkLst>
              <pc:docMk/>
              <pc:sldMasterMk cId="1771640347" sldId="2147483737"/>
              <pc:sldLayoutMk cId="3665031219" sldId="2147483855"/>
              <ac:spMk id="22" creationId="{7892C2E2-64F1-417E-B6F0-C3FC97170662}"/>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73155966" sldId="2147483856"/>
          </pc:sldLayoutMkLst>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2" creationId="{00EE0E23-AC68-4D68-8C87-48E747BEEEDC}"/>
            </ac:spMkLst>
          </pc:spChg>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6" creationId="{3C8424EB-E689-4410-8F99-24CF293D71C4}"/>
            </ac:spMkLst>
          </pc:spChg>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7" creationId="{14BF86DE-478F-4D46-B294-AA42D2971DC2}"/>
            </ac:spMkLst>
          </pc:spChg>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8" creationId="{05AFAEB8-CEDF-4FC6-8E84-3915DFCAD35E}"/>
            </ac:spMkLst>
          </pc:spChg>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9" creationId="{111FB6BA-1DEA-4511-8DC6-DC5F6F12B99C}"/>
            </ac:spMkLst>
          </pc:spChg>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16" creationId="{1AA708A7-E788-4F84-A777-867974D720DE}"/>
            </ac:spMkLst>
          </pc:spChg>
          <pc:spChg chg="mod">
            <ac:chgData name="FARRANT, George" userId="292a3dd9-394f-49b6-9ebd-9a7b08cf3045" providerId="ADAL" clId="{CDEB4591-9A94-5E5C-8A16-CB5EF7BB494C}" dt="2026-10-06T18:20:58.845" v="197" actId="26606"/>
            <ac:spMkLst>
              <pc:docMk/>
              <pc:sldMasterMk cId="1771640347" sldId="2147483737"/>
              <pc:sldLayoutMk cId="173155966" sldId="2147483856"/>
              <ac:spMk id="17" creationId="{0C41C6F6-07F2-47D1-82AF-426A2D103994}"/>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710389708" sldId="2147483857"/>
          </pc:sldLayoutMkLst>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2" creationId="{3EA8C08A-727B-45EA-BA13-B2B9CC297138}"/>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6" creationId="{3C8424EB-E689-4410-8F99-24CF293D71C4}"/>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7" creationId="{14BF86DE-478F-4D46-B294-AA42D2971DC2}"/>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8" creationId="{05AFAEB8-CEDF-4FC6-8E84-3915DFCAD35E}"/>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9" creationId="{A10BAD9A-2C7C-410E-BFAD-876F3E3DEB09}"/>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10" creationId="{EB330526-56D4-4ABA-BD8A-EE55E5B7E6E9}"/>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11" creationId="{9CAC6A45-9186-4A15-971F-2D2A0A95511C}"/>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16" creationId="{1AA708A7-E788-4F84-A777-867974D720DE}"/>
            </ac:spMkLst>
          </pc:spChg>
          <pc:spChg chg="mod">
            <ac:chgData name="FARRANT, George" userId="292a3dd9-394f-49b6-9ebd-9a7b08cf3045" providerId="ADAL" clId="{CDEB4591-9A94-5E5C-8A16-CB5EF7BB494C}" dt="2026-10-06T18:20:58.845" v="197" actId="26606"/>
            <ac:spMkLst>
              <pc:docMk/>
              <pc:sldMasterMk cId="1771640347" sldId="2147483737"/>
              <pc:sldLayoutMk cId="1710389708" sldId="2147483857"/>
              <ac:spMk id="17" creationId="{0C41C6F6-07F2-47D1-82AF-426A2D103994}"/>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2614096950" sldId="2147483858"/>
          </pc:sldLayoutMkLst>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2" creationId="{4D6ED68A-333D-4B27-BD96-573E3B458AB2}"/>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9" creationId="{F14AF2F9-9AEF-455A-A858-D13ABDE86310}"/>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17" creationId="{435E0FB2-CB82-4030-8F67-D5C4179CEB34}"/>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20" creationId="{1F193DCA-9102-47F2-B349-8A9414705098}"/>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21" creationId="{7F591851-5123-4F00-B32C-D18D3A7F076A}"/>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22" creationId="{ADE3308A-0D6C-4437-AD09-90EEA1BC8FA1}"/>
            </ac:spMkLst>
          </pc:spChg>
          <pc:spChg chg="mod">
            <ac:chgData name="FARRANT, George" userId="292a3dd9-394f-49b6-9ebd-9a7b08cf3045" providerId="ADAL" clId="{CDEB4591-9A94-5E5C-8A16-CB5EF7BB494C}" dt="2026-10-06T18:20:58.845" v="197" actId="26606"/>
            <ac:spMkLst>
              <pc:docMk/>
              <pc:sldMasterMk cId="1771640347" sldId="2147483737"/>
              <pc:sldLayoutMk cId="2614096950" sldId="2147483858"/>
              <ac:spMk id="23" creationId="{9940B6A7-2D30-43E3-9EE9-3B548E729D81}"/>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947198503" sldId="2147483859"/>
          </pc:sldLayoutMkLst>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2" creationId="{523E8AA4-CB49-4DC4-8AF1-87A6279E1F6E}"/>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9" creationId="{F14AF2F9-9AEF-455A-A858-D13ABDE86310}"/>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11" creationId="{066B44F9-D4E4-4C64-A9BB-70CA474C77EA}"/>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23" creationId="{C3F1D7AA-3230-410F-B979-71C9D7A366E8}"/>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24" creationId="{511C24A2-0524-433C-AA35-10961C9706AA}"/>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25" creationId="{A825695F-8D10-45CF-8425-6A860AE0997C}"/>
            </ac:spMkLst>
          </pc:spChg>
          <pc:spChg chg="mod">
            <ac:chgData name="FARRANT, George" userId="292a3dd9-394f-49b6-9ebd-9a7b08cf3045" providerId="ADAL" clId="{CDEB4591-9A94-5E5C-8A16-CB5EF7BB494C}" dt="2026-10-06T18:20:58.845" v="197" actId="26606"/>
            <ac:spMkLst>
              <pc:docMk/>
              <pc:sldMasterMk cId="1771640347" sldId="2147483737"/>
              <pc:sldLayoutMk cId="1947198503" sldId="2147483859"/>
              <ac:spMk id="26" creationId="{FEE27E9C-8A3C-43C1-BAD4-D12EFE8DBE2F}"/>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785633134" sldId="2147483860"/>
          </pc:sldLayoutMkLst>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2" creationId="{7E4B02F9-0024-4FDB-8A18-650E9D057322}"/>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9" creationId="{F14AF2F9-9AEF-455A-A858-D13ABDE86310}"/>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11" creationId="{2C7BBC44-F676-4729-AF09-A68DDAACF273}"/>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42" creationId="{5189C458-60DC-4AD6-BA69-490E20457E84}"/>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43" creationId="{4D1114DD-3AF9-420A-B40E-27C37B4F92CA}"/>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45" creationId="{FDA2D66E-DE7B-4311-8330-220717A0E3E9}"/>
            </ac:spMkLst>
          </pc:spChg>
          <pc:spChg chg="mod">
            <ac:chgData name="FARRANT, George" userId="292a3dd9-394f-49b6-9ebd-9a7b08cf3045" providerId="ADAL" clId="{CDEB4591-9A94-5E5C-8A16-CB5EF7BB494C}" dt="2026-10-06T18:20:58.845" v="197" actId="26606"/>
            <ac:spMkLst>
              <pc:docMk/>
              <pc:sldMasterMk cId="1771640347" sldId="2147483737"/>
              <pc:sldLayoutMk cId="1785633134" sldId="2147483860"/>
              <ac:spMk id="47" creationId="{E00AE076-D1E5-45AB-954E-5F167F30C8AE}"/>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926948336" sldId="2147483861"/>
          </pc:sldLayoutMkLst>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6" creationId="{AAC81EC6-C954-40F8-B337-01B89A39A801}"/>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8" creationId="{F0CF52AC-183E-4408-A08D-3DE6647E9368}"/>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9" creationId="{F14AF2F9-9AEF-455A-A858-D13ABDE86310}"/>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10" creationId="{C37F1E4A-72C9-4B47-84CA-A2CA8819BF03}"/>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11" creationId="{E6B4EAA8-7D77-417E-92E6-B46C6ABF27DE}"/>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14" creationId="{395615A9-AC3F-4312-B9C0-0A601C02F637}"/>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15" creationId="{3E95B813-5718-4359-A222-9323A241335C}"/>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17" creationId="{FAF1983D-99C8-4CF6-A840-198F7AFDBEBB}"/>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18" creationId="{798E8FBB-9131-45B7-BEA2-A2501D5E5E2D}"/>
            </ac:spMkLst>
          </pc:spChg>
          <pc:spChg chg="mod">
            <ac:chgData name="FARRANT, George" userId="292a3dd9-394f-49b6-9ebd-9a7b08cf3045" providerId="ADAL" clId="{CDEB4591-9A94-5E5C-8A16-CB5EF7BB494C}" dt="2026-10-06T18:20:58.845" v="197" actId="26606"/>
            <ac:spMkLst>
              <pc:docMk/>
              <pc:sldMasterMk cId="1771640347" sldId="2147483737"/>
              <pc:sldLayoutMk cId="926948336" sldId="2147483861"/>
              <ac:spMk id="20" creationId="{2A9B521F-2832-49F5-A6ED-E2656F1E3445}"/>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607133881" sldId="2147483862"/>
          </pc:sldLayoutMkLst>
          <pc:spChg chg="mod">
            <ac:chgData name="FARRANT, George" userId="292a3dd9-394f-49b6-9ebd-9a7b08cf3045" providerId="ADAL" clId="{CDEB4591-9A94-5E5C-8A16-CB5EF7BB494C}" dt="2026-10-06T18:20:58.845" v="197" actId="26606"/>
            <ac:spMkLst>
              <pc:docMk/>
              <pc:sldMasterMk cId="1771640347" sldId="2147483737"/>
              <pc:sldLayoutMk cId="1607133881" sldId="2147483862"/>
              <ac:spMk id="2" creationId="{2DDB6CBA-095A-42A6-8C9C-8E2E57B5265C}"/>
            </ac:spMkLst>
          </pc:spChg>
          <pc:spChg chg="mod">
            <ac:chgData name="FARRANT, George" userId="292a3dd9-394f-49b6-9ebd-9a7b08cf3045" providerId="ADAL" clId="{CDEB4591-9A94-5E5C-8A16-CB5EF7BB494C}" dt="2026-10-06T18:20:58.845" v="197" actId="26606"/>
            <ac:spMkLst>
              <pc:docMk/>
              <pc:sldMasterMk cId="1771640347" sldId="2147483737"/>
              <pc:sldLayoutMk cId="1607133881" sldId="2147483862"/>
              <ac:spMk id="6" creationId="{9E12C890-0851-45B5-957E-312007C751A2}"/>
            </ac:spMkLst>
          </pc:spChg>
          <pc:spChg chg="mod">
            <ac:chgData name="FARRANT, George" userId="292a3dd9-394f-49b6-9ebd-9a7b08cf3045" providerId="ADAL" clId="{CDEB4591-9A94-5E5C-8A16-CB5EF7BB494C}" dt="2026-10-06T18:20:58.845" v="197" actId="26606"/>
            <ac:spMkLst>
              <pc:docMk/>
              <pc:sldMasterMk cId="1771640347" sldId="2147483737"/>
              <pc:sldLayoutMk cId="1607133881" sldId="2147483862"/>
              <ac:spMk id="7" creationId="{99B4D297-5449-4B07-983C-78CD4F65E8A8}"/>
            </ac:spMkLst>
          </pc:spChg>
          <pc:spChg chg="mod">
            <ac:chgData name="FARRANT, George" userId="292a3dd9-394f-49b6-9ebd-9a7b08cf3045" providerId="ADAL" clId="{CDEB4591-9A94-5E5C-8A16-CB5EF7BB494C}" dt="2026-10-06T18:20:58.845" v="197" actId="26606"/>
            <ac:spMkLst>
              <pc:docMk/>
              <pc:sldMasterMk cId="1771640347" sldId="2147483737"/>
              <pc:sldLayoutMk cId="1607133881" sldId="2147483862"/>
              <ac:spMk id="8" creationId="{B905894F-990B-4E89-BF9F-44AF6D2249D9}"/>
            </ac:spMkLst>
          </pc:spChg>
          <pc:spChg chg="mod">
            <ac:chgData name="FARRANT, George" userId="292a3dd9-394f-49b6-9ebd-9a7b08cf3045" providerId="ADAL" clId="{CDEB4591-9A94-5E5C-8A16-CB5EF7BB494C}" dt="2026-10-06T18:20:58.845" v="197" actId="26606"/>
            <ac:spMkLst>
              <pc:docMk/>
              <pc:sldMasterMk cId="1771640347" sldId="2147483737"/>
              <pc:sldLayoutMk cId="1607133881" sldId="2147483862"/>
              <ac:spMk id="9" creationId="{6562F42C-DB22-4E94-A9CA-105D4C35793D}"/>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759866401" sldId="2147483863"/>
          </pc:sldLayoutMkLst>
          <pc:spChg chg="mod">
            <ac:chgData name="FARRANT, George" userId="292a3dd9-394f-49b6-9ebd-9a7b08cf3045" providerId="ADAL" clId="{CDEB4591-9A94-5E5C-8A16-CB5EF7BB494C}" dt="2026-10-06T18:20:58.845" v="197" actId="26606"/>
            <ac:spMkLst>
              <pc:docMk/>
              <pc:sldMasterMk cId="1771640347" sldId="2147483737"/>
              <pc:sldLayoutMk cId="1759866401" sldId="2147483863"/>
              <ac:spMk id="3" creationId="{F56A723A-8C8F-4B48-958B-869A9D0E9F7E}"/>
            </ac:spMkLst>
          </pc:spChg>
          <pc:spChg chg="mod">
            <ac:chgData name="FARRANT, George" userId="292a3dd9-394f-49b6-9ebd-9a7b08cf3045" providerId="ADAL" clId="{CDEB4591-9A94-5E5C-8A16-CB5EF7BB494C}" dt="2026-10-06T18:20:58.845" v="197" actId="26606"/>
            <ac:spMkLst>
              <pc:docMk/>
              <pc:sldMasterMk cId="1771640347" sldId="2147483737"/>
              <pc:sldLayoutMk cId="1759866401" sldId="2147483863"/>
              <ac:spMk id="4" creationId="{77DAC12A-825B-46FB-8AB7-F28AA9CA63E7}"/>
            </ac:spMkLst>
          </pc:spChg>
          <pc:spChg chg="mod">
            <ac:chgData name="FARRANT, George" userId="292a3dd9-394f-49b6-9ebd-9a7b08cf3045" providerId="ADAL" clId="{CDEB4591-9A94-5E5C-8A16-CB5EF7BB494C}" dt="2026-10-06T18:20:58.845" v="197" actId="26606"/>
            <ac:spMkLst>
              <pc:docMk/>
              <pc:sldMasterMk cId="1771640347" sldId="2147483737"/>
              <pc:sldLayoutMk cId="1759866401" sldId="2147483863"/>
              <ac:spMk id="5" creationId="{F75153F3-23CB-4387-8EE9-F7ECFBE19B15}"/>
            </ac:spMkLst>
          </pc:spChg>
          <pc:spChg chg="mod">
            <ac:chgData name="FARRANT, George" userId="292a3dd9-394f-49b6-9ebd-9a7b08cf3045" providerId="ADAL" clId="{CDEB4591-9A94-5E5C-8A16-CB5EF7BB494C}" dt="2026-10-06T18:20:58.845" v="197" actId="26606"/>
            <ac:spMkLst>
              <pc:docMk/>
              <pc:sldMasterMk cId="1771640347" sldId="2147483737"/>
              <pc:sldLayoutMk cId="1759866401" sldId="2147483863"/>
              <ac:spMk id="6" creationId="{337A71DD-C27C-406E-9EF4-396C740E09B3}"/>
            </ac:spMkLst>
          </pc:spChg>
          <pc:spChg chg="mod">
            <ac:chgData name="FARRANT, George" userId="292a3dd9-394f-49b6-9ebd-9a7b08cf3045" providerId="ADAL" clId="{CDEB4591-9A94-5E5C-8A16-CB5EF7BB494C}" dt="2026-10-06T18:20:58.845" v="197" actId="26606"/>
            <ac:spMkLst>
              <pc:docMk/>
              <pc:sldMasterMk cId="1771640347" sldId="2147483737"/>
              <pc:sldLayoutMk cId="1759866401" sldId="2147483863"/>
              <ac:spMk id="15" creationId="{48CA78E9-EF28-45D9-855B-92FBE533E4ED}"/>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508461595" sldId="2147483864"/>
          </pc:sldLayoutMkLst>
          <pc:spChg chg="mod">
            <ac:chgData name="FARRANT, George" userId="292a3dd9-394f-49b6-9ebd-9a7b08cf3045" providerId="ADAL" clId="{CDEB4591-9A94-5E5C-8A16-CB5EF7BB494C}" dt="2026-10-06T18:20:58.845" v="197" actId="26606"/>
            <ac:spMkLst>
              <pc:docMk/>
              <pc:sldMasterMk cId="1771640347" sldId="2147483737"/>
              <pc:sldLayoutMk cId="1508461595" sldId="2147483864"/>
              <ac:spMk id="3" creationId="{4C5CECE5-B948-481A-AA82-46BD7202A473}"/>
            </ac:spMkLst>
          </pc:spChg>
          <pc:spChg chg="mod">
            <ac:chgData name="FARRANT, George" userId="292a3dd9-394f-49b6-9ebd-9a7b08cf3045" providerId="ADAL" clId="{CDEB4591-9A94-5E5C-8A16-CB5EF7BB494C}" dt="2026-10-06T18:20:58.845" v="197" actId="26606"/>
            <ac:spMkLst>
              <pc:docMk/>
              <pc:sldMasterMk cId="1771640347" sldId="2147483737"/>
              <pc:sldLayoutMk cId="1508461595" sldId="2147483864"/>
              <ac:spMk id="4" creationId="{385AC280-20DF-4F2E-9FA4-B1B3A1F935A4}"/>
            </ac:spMkLst>
          </pc:spChg>
          <pc:spChg chg="mod">
            <ac:chgData name="FARRANT, George" userId="292a3dd9-394f-49b6-9ebd-9a7b08cf3045" providerId="ADAL" clId="{CDEB4591-9A94-5E5C-8A16-CB5EF7BB494C}" dt="2026-10-06T18:20:58.845" v="197" actId="26606"/>
            <ac:spMkLst>
              <pc:docMk/>
              <pc:sldMasterMk cId="1771640347" sldId="2147483737"/>
              <pc:sldLayoutMk cId="1508461595" sldId="2147483864"/>
              <ac:spMk id="5" creationId="{AD7A5411-2751-4770-92B6-08D82759C5C4}"/>
            </ac:spMkLst>
          </pc:spChg>
          <pc:spChg chg="mod">
            <ac:chgData name="FARRANT, George" userId="292a3dd9-394f-49b6-9ebd-9a7b08cf3045" providerId="ADAL" clId="{CDEB4591-9A94-5E5C-8A16-CB5EF7BB494C}" dt="2026-10-06T18:20:58.845" v="197" actId="26606"/>
            <ac:spMkLst>
              <pc:docMk/>
              <pc:sldMasterMk cId="1771640347" sldId="2147483737"/>
              <pc:sldLayoutMk cId="1508461595" sldId="2147483864"/>
              <ac:spMk id="6" creationId="{E7D5C809-6B1E-40F8-9F98-675201C37B4C}"/>
            </ac:spMkLst>
          </pc:spChg>
          <pc:spChg chg="mod">
            <ac:chgData name="FARRANT, George" userId="292a3dd9-394f-49b6-9ebd-9a7b08cf3045" providerId="ADAL" clId="{CDEB4591-9A94-5E5C-8A16-CB5EF7BB494C}" dt="2026-10-06T18:20:58.845" v="197" actId="26606"/>
            <ac:spMkLst>
              <pc:docMk/>
              <pc:sldMasterMk cId="1771640347" sldId="2147483737"/>
              <pc:sldLayoutMk cId="1508461595" sldId="2147483864"/>
              <ac:spMk id="19" creationId="{957C1FB4-F410-44EE-8554-AE8E73C7D9DB}"/>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3554030153" sldId="2147483865"/>
          </pc:sldLayoutMkLst>
          <pc:spChg chg="mod">
            <ac:chgData name="FARRANT, George" userId="292a3dd9-394f-49b6-9ebd-9a7b08cf3045" providerId="ADAL" clId="{CDEB4591-9A94-5E5C-8A16-CB5EF7BB494C}" dt="2026-10-06T18:20:58.845" v="197" actId="26606"/>
            <ac:spMkLst>
              <pc:docMk/>
              <pc:sldMasterMk cId="1771640347" sldId="2147483737"/>
              <pc:sldLayoutMk cId="3554030153" sldId="2147483865"/>
              <ac:spMk id="6" creationId="{9E12C890-0851-45B5-957E-312007C751A2}"/>
            </ac:spMkLst>
          </pc:spChg>
          <pc:spChg chg="mod">
            <ac:chgData name="FARRANT, George" userId="292a3dd9-394f-49b6-9ebd-9a7b08cf3045" providerId="ADAL" clId="{CDEB4591-9A94-5E5C-8A16-CB5EF7BB494C}" dt="2026-10-06T18:20:58.845" v="197" actId="26606"/>
            <ac:spMkLst>
              <pc:docMk/>
              <pc:sldMasterMk cId="1771640347" sldId="2147483737"/>
              <pc:sldLayoutMk cId="3554030153" sldId="2147483865"/>
              <ac:spMk id="8" creationId="{B905894F-990B-4E89-BF9F-44AF6D2249D9}"/>
            </ac:spMkLst>
          </pc:spChg>
          <pc:spChg chg="mod">
            <ac:chgData name="FARRANT, George" userId="292a3dd9-394f-49b6-9ebd-9a7b08cf3045" providerId="ADAL" clId="{CDEB4591-9A94-5E5C-8A16-CB5EF7BB494C}" dt="2026-10-06T18:20:58.845" v="197" actId="26606"/>
            <ac:spMkLst>
              <pc:docMk/>
              <pc:sldMasterMk cId="1771640347" sldId="2147483737"/>
              <pc:sldLayoutMk cId="3554030153" sldId="2147483865"/>
              <ac:spMk id="9" creationId="{6562F42C-DB22-4E94-A9CA-105D4C35793D}"/>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690488254" sldId="2147483866"/>
          </pc:sldLayoutMkLst>
          <pc:spChg chg="mod">
            <ac:chgData name="FARRANT, George" userId="292a3dd9-394f-49b6-9ebd-9a7b08cf3045" providerId="ADAL" clId="{CDEB4591-9A94-5E5C-8A16-CB5EF7BB494C}" dt="2026-10-06T18:20:58.845" v="197" actId="26606"/>
            <ac:spMkLst>
              <pc:docMk/>
              <pc:sldMasterMk cId="1771640347" sldId="2147483737"/>
              <pc:sldLayoutMk cId="690488254" sldId="2147483866"/>
              <ac:spMk id="3" creationId="{F56A723A-8C8F-4B48-958B-869A9D0E9F7E}"/>
            </ac:spMkLst>
          </pc:spChg>
          <pc:spChg chg="mod">
            <ac:chgData name="FARRANT, George" userId="292a3dd9-394f-49b6-9ebd-9a7b08cf3045" providerId="ADAL" clId="{CDEB4591-9A94-5E5C-8A16-CB5EF7BB494C}" dt="2026-10-06T18:20:58.845" v="197" actId="26606"/>
            <ac:spMkLst>
              <pc:docMk/>
              <pc:sldMasterMk cId="1771640347" sldId="2147483737"/>
              <pc:sldLayoutMk cId="690488254" sldId="2147483866"/>
              <ac:spMk id="4" creationId="{77DAC12A-825B-46FB-8AB7-F28AA9CA63E7}"/>
            </ac:spMkLst>
          </pc:spChg>
          <pc:spChg chg="mod">
            <ac:chgData name="FARRANT, George" userId="292a3dd9-394f-49b6-9ebd-9a7b08cf3045" providerId="ADAL" clId="{CDEB4591-9A94-5E5C-8A16-CB5EF7BB494C}" dt="2026-10-06T18:20:58.845" v="197" actId="26606"/>
            <ac:spMkLst>
              <pc:docMk/>
              <pc:sldMasterMk cId="1771640347" sldId="2147483737"/>
              <pc:sldLayoutMk cId="690488254" sldId="2147483866"/>
              <ac:spMk id="5" creationId="{F75153F3-23CB-4387-8EE9-F7ECFBE19B15}"/>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968179319" sldId="2147483867"/>
          </pc:sldLayoutMkLst>
          <pc:spChg chg="mod">
            <ac:chgData name="FARRANT, George" userId="292a3dd9-394f-49b6-9ebd-9a7b08cf3045" providerId="ADAL" clId="{CDEB4591-9A94-5E5C-8A16-CB5EF7BB494C}" dt="2026-10-06T18:20:58.845" v="197" actId="26606"/>
            <ac:spMkLst>
              <pc:docMk/>
              <pc:sldMasterMk cId="1771640347" sldId="2147483737"/>
              <pc:sldLayoutMk cId="968179319" sldId="2147483867"/>
              <ac:spMk id="3" creationId="{4C5CECE5-B948-481A-AA82-46BD7202A473}"/>
            </ac:spMkLst>
          </pc:spChg>
          <pc:spChg chg="mod">
            <ac:chgData name="FARRANT, George" userId="292a3dd9-394f-49b6-9ebd-9a7b08cf3045" providerId="ADAL" clId="{CDEB4591-9A94-5E5C-8A16-CB5EF7BB494C}" dt="2026-10-06T18:20:58.845" v="197" actId="26606"/>
            <ac:spMkLst>
              <pc:docMk/>
              <pc:sldMasterMk cId="1771640347" sldId="2147483737"/>
              <pc:sldLayoutMk cId="968179319" sldId="2147483867"/>
              <ac:spMk id="4" creationId="{385AC280-20DF-4F2E-9FA4-B1B3A1F935A4}"/>
            </ac:spMkLst>
          </pc:spChg>
          <pc:spChg chg="mod">
            <ac:chgData name="FARRANT, George" userId="292a3dd9-394f-49b6-9ebd-9a7b08cf3045" providerId="ADAL" clId="{CDEB4591-9A94-5E5C-8A16-CB5EF7BB494C}" dt="2026-10-06T18:20:58.845" v="197" actId="26606"/>
            <ac:spMkLst>
              <pc:docMk/>
              <pc:sldMasterMk cId="1771640347" sldId="2147483737"/>
              <pc:sldLayoutMk cId="968179319" sldId="2147483867"/>
              <ac:spMk id="5" creationId="{AD7A5411-2751-4770-92B6-08D82759C5C4}"/>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2035168116" sldId="2147483868"/>
          </pc:sldLayoutMkLst>
          <pc:spChg chg="mod">
            <ac:chgData name="FARRANT, George" userId="292a3dd9-394f-49b6-9ebd-9a7b08cf3045" providerId="ADAL" clId="{CDEB4591-9A94-5E5C-8A16-CB5EF7BB494C}" dt="2026-10-06T18:20:58.845" v="197" actId="26606"/>
            <ac:spMkLst>
              <pc:docMk/>
              <pc:sldMasterMk cId="1771640347" sldId="2147483737"/>
              <pc:sldLayoutMk cId="2035168116" sldId="2147483868"/>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1771640347" sldId="2147483737"/>
              <pc:sldLayoutMk cId="2035168116" sldId="2147483868"/>
              <ac:spMk id="6" creationId="{0773F3ED-E638-4679-8D56-5312700F0BB7}"/>
            </ac:spMkLst>
          </pc:spChg>
          <pc:spChg chg="mod">
            <ac:chgData name="FARRANT, George" userId="292a3dd9-394f-49b6-9ebd-9a7b08cf3045" providerId="ADAL" clId="{CDEB4591-9A94-5E5C-8A16-CB5EF7BB494C}" dt="2026-10-06T18:20:58.845" v="197" actId="26606"/>
            <ac:spMkLst>
              <pc:docMk/>
              <pc:sldMasterMk cId="1771640347" sldId="2147483737"/>
              <pc:sldLayoutMk cId="2035168116" sldId="2147483868"/>
              <ac:spMk id="9" creationId="{207A9BA6-7E76-4218-85E7-F2D78D688509}"/>
            </ac:spMkLst>
          </pc:spChg>
          <pc:spChg chg="mod">
            <ac:chgData name="FARRANT, George" userId="292a3dd9-394f-49b6-9ebd-9a7b08cf3045" providerId="ADAL" clId="{CDEB4591-9A94-5E5C-8A16-CB5EF7BB494C}" dt="2026-10-06T18:20:58.845" v="197" actId="26606"/>
            <ac:spMkLst>
              <pc:docMk/>
              <pc:sldMasterMk cId="1771640347" sldId="2147483737"/>
              <pc:sldLayoutMk cId="2035168116" sldId="2147483868"/>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1771640347" sldId="2147483737"/>
              <pc:sldLayoutMk cId="2035168116" sldId="2147483868"/>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1771640347" sldId="2147483737"/>
              <pc:sldLayoutMk cId="2035168116" sldId="2147483868"/>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1588407978" sldId="2147483869"/>
          </pc:sldLayoutMkLst>
          <pc:spChg chg="mod">
            <ac:chgData name="FARRANT, George" userId="292a3dd9-394f-49b6-9ebd-9a7b08cf3045" providerId="ADAL" clId="{CDEB4591-9A94-5E5C-8A16-CB5EF7BB494C}" dt="2026-10-06T18:20:58.845" v="197" actId="26606"/>
            <ac:spMkLst>
              <pc:docMk/>
              <pc:sldMasterMk cId="1771640347" sldId="2147483737"/>
              <pc:sldLayoutMk cId="1588407978" sldId="2147483869"/>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1771640347" sldId="2147483737"/>
              <pc:sldLayoutMk cId="1588407978" sldId="2147483869"/>
              <ac:spMk id="6" creationId="{0773F3ED-E638-4679-8D56-5312700F0BB7}"/>
            </ac:spMkLst>
          </pc:spChg>
          <pc:spChg chg="mod">
            <ac:chgData name="FARRANT, George" userId="292a3dd9-394f-49b6-9ebd-9a7b08cf3045" providerId="ADAL" clId="{CDEB4591-9A94-5E5C-8A16-CB5EF7BB494C}" dt="2026-10-06T18:20:58.845" v="197" actId="26606"/>
            <ac:spMkLst>
              <pc:docMk/>
              <pc:sldMasterMk cId="1771640347" sldId="2147483737"/>
              <pc:sldLayoutMk cId="1588407978" sldId="2147483869"/>
              <ac:spMk id="9" creationId="{207A9BA6-7E76-4218-85E7-F2D78D688509}"/>
            </ac:spMkLst>
          </pc:spChg>
          <pc:spChg chg="mod">
            <ac:chgData name="FARRANT, George" userId="292a3dd9-394f-49b6-9ebd-9a7b08cf3045" providerId="ADAL" clId="{CDEB4591-9A94-5E5C-8A16-CB5EF7BB494C}" dt="2026-10-06T18:20:58.845" v="197" actId="26606"/>
            <ac:spMkLst>
              <pc:docMk/>
              <pc:sldMasterMk cId="1771640347" sldId="2147483737"/>
              <pc:sldLayoutMk cId="1588407978" sldId="2147483869"/>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1771640347" sldId="2147483737"/>
              <pc:sldLayoutMk cId="1588407978" sldId="2147483869"/>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1771640347" sldId="2147483737"/>
              <pc:sldLayoutMk cId="1588407978" sldId="2147483869"/>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2912439203" sldId="2147483870"/>
          </pc:sldLayoutMkLst>
          <pc:spChg chg="mod">
            <ac:chgData name="FARRANT, George" userId="292a3dd9-394f-49b6-9ebd-9a7b08cf3045" providerId="ADAL" clId="{CDEB4591-9A94-5E5C-8A16-CB5EF7BB494C}" dt="2026-10-06T18:20:58.845" v="197" actId="26606"/>
            <ac:spMkLst>
              <pc:docMk/>
              <pc:sldMasterMk cId="1771640347" sldId="2147483737"/>
              <pc:sldLayoutMk cId="2912439203" sldId="2147483870"/>
              <ac:spMk id="2" creationId="{5F91C8C7-6682-401D-8923-B7BB38032BA4}"/>
            </ac:spMkLst>
          </pc:spChg>
          <pc:spChg chg="mod">
            <ac:chgData name="FARRANT, George" userId="292a3dd9-394f-49b6-9ebd-9a7b08cf3045" providerId="ADAL" clId="{CDEB4591-9A94-5E5C-8A16-CB5EF7BB494C}" dt="2026-10-06T18:20:58.845" v="197" actId="26606"/>
            <ac:spMkLst>
              <pc:docMk/>
              <pc:sldMasterMk cId="1771640347" sldId="2147483737"/>
              <pc:sldLayoutMk cId="2912439203" sldId="2147483870"/>
              <ac:spMk id="6" creationId="{0773F3ED-E638-4679-8D56-5312700F0BB7}"/>
            </ac:spMkLst>
          </pc:spChg>
          <pc:spChg chg="mod">
            <ac:chgData name="FARRANT, George" userId="292a3dd9-394f-49b6-9ebd-9a7b08cf3045" providerId="ADAL" clId="{CDEB4591-9A94-5E5C-8A16-CB5EF7BB494C}" dt="2026-10-06T18:20:58.845" v="197" actId="26606"/>
            <ac:spMkLst>
              <pc:docMk/>
              <pc:sldMasterMk cId="1771640347" sldId="2147483737"/>
              <pc:sldLayoutMk cId="2912439203" sldId="2147483870"/>
              <ac:spMk id="9" creationId="{207A9BA6-7E76-4218-85E7-F2D78D688509}"/>
            </ac:spMkLst>
          </pc:spChg>
          <pc:spChg chg="mod">
            <ac:chgData name="FARRANT, George" userId="292a3dd9-394f-49b6-9ebd-9a7b08cf3045" providerId="ADAL" clId="{CDEB4591-9A94-5E5C-8A16-CB5EF7BB494C}" dt="2026-10-06T18:20:58.845" v="197" actId="26606"/>
            <ac:spMkLst>
              <pc:docMk/>
              <pc:sldMasterMk cId="1771640347" sldId="2147483737"/>
              <pc:sldLayoutMk cId="2912439203" sldId="2147483870"/>
              <ac:spMk id="13" creationId="{3E0593CD-9689-4568-B283-CC61D45EFFA2}"/>
            </ac:spMkLst>
          </pc:spChg>
          <pc:spChg chg="mod">
            <ac:chgData name="FARRANT, George" userId="292a3dd9-394f-49b6-9ebd-9a7b08cf3045" providerId="ADAL" clId="{CDEB4591-9A94-5E5C-8A16-CB5EF7BB494C}" dt="2026-10-06T18:20:58.845" v="197" actId="26606"/>
            <ac:spMkLst>
              <pc:docMk/>
              <pc:sldMasterMk cId="1771640347" sldId="2147483737"/>
              <pc:sldLayoutMk cId="2912439203" sldId="2147483870"/>
              <ac:spMk id="14" creationId="{457392E0-90A3-4CA1-833F-3672CC1FEB63}"/>
            </ac:spMkLst>
          </pc:spChg>
          <pc:spChg chg="mod">
            <ac:chgData name="FARRANT, George" userId="292a3dd9-394f-49b6-9ebd-9a7b08cf3045" providerId="ADAL" clId="{CDEB4591-9A94-5E5C-8A16-CB5EF7BB494C}" dt="2026-10-06T18:20:58.845" v="197" actId="26606"/>
            <ac:spMkLst>
              <pc:docMk/>
              <pc:sldMasterMk cId="1771640347" sldId="2147483737"/>
              <pc:sldLayoutMk cId="2912439203" sldId="2147483870"/>
              <ac:spMk id="15" creationId="{25FD4D1A-E18C-472D-9175-A7445FEC82C7}"/>
            </ac:spMkLst>
          </pc:spChg>
        </pc:sldLayoutChg>
        <pc:sldLayoutChg chg="modSp del mod ord">
          <pc:chgData name="FARRANT, George" userId="292a3dd9-394f-49b6-9ebd-9a7b08cf3045" providerId="ADAL" clId="{CDEB4591-9A94-5E5C-8A16-CB5EF7BB494C}" dt="2026-10-06T18:20:58.845" v="197" actId="26606"/>
          <pc:sldLayoutMkLst>
            <pc:docMk/>
            <pc:sldMasterMk cId="1771640347" sldId="2147483737"/>
            <pc:sldLayoutMk cId="459824780" sldId="2147483871"/>
          </pc:sldLayoutMkLst>
          <pc:spChg chg="mod">
            <ac:chgData name="FARRANT, George" userId="292a3dd9-394f-49b6-9ebd-9a7b08cf3045" providerId="ADAL" clId="{CDEB4591-9A94-5E5C-8A16-CB5EF7BB494C}" dt="2026-10-06T18:20:58.845" v="197" actId="26606"/>
            <ac:spMkLst>
              <pc:docMk/>
              <pc:sldMasterMk cId="1771640347" sldId="2147483737"/>
              <pc:sldLayoutMk cId="459824780" sldId="2147483871"/>
              <ac:spMk id="2" creationId="{AED12027-BCD5-F7EB-4B9F-6F190E37B53A}"/>
            </ac:spMkLst>
          </pc:spChg>
          <pc:spChg chg="mod">
            <ac:chgData name="FARRANT, George" userId="292a3dd9-394f-49b6-9ebd-9a7b08cf3045" providerId="ADAL" clId="{CDEB4591-9A94-5E5C-8A16-CB5EF7BB494C}" dt="2026-10-06T18:20:58.845" v="197" actId="26606"/>
            <ac:spMkLst>
              <pc:docMk/>
              <pc:sldMasterMk cId="1771640347" sldId="2147483737"/>
              <pc:sldLayoutMk cId="459824780" sldId="2147483871"/>
              <ac:spMk id="3" creationId="{368510D8-01DF-0C13-1B68-F672434EB7CA}"/>
            </ac:spMkLst>
          </pc:spChg>
          <pc:spChg chg="mod">
            <ac:chgData name="FARRANT, George" userId="292a3dd9-394f-49b6-9ebd-9a7b08cf3045" providerId="ADAL" clId="{CDEB4591-9A94-5E5C-8A16-CB5EF7BB494C}" dt="2026-10-06T18:20:58.845" v="197" actId="26606"/>
            <ac:spMkLst>
              <pc:docMk/>
              <pc:sldMasterMk cId="1771640347" sldId="2147483737"/>
              <pc:sldLayoutMk cId="459824780" sldId="2147483871"/>
              <ac:spMk id="4" creationId="{81E5FD7F-7772-EA67-CACF-21CEF0C3FC98}"/>
            </ac:spMkLst>
          </pc:spChg>
          <pc:spChg chg="mod">
            <ac:chgData name="FARRANT, George" userId="292a3dd9-394f-49b6-9ebd-9a7b08cf3045" providerId="ADAL" clId="{CDEB4591-9A94-5E5C-8A16-CB5EF7BB494C}" dt="2026-10-06T18:20:58.845" v="197" actId="26606"/>
            <ac:spMkLst>
              <pc:docMk/>
              <pc:sldMasterMk cId="1771640347" sldId="2147483737"/>
              <pc:sldLayoutMk cId="459824780" sldId="2147483871"/>
              <ac:spMk id="5" creationId="{60F95BE4-3287-AFA6-F695-4290C5E17D29}"/>
            </ac:spMkLst>
          </pc:spChg>
          <pc:spChg chg="mod">
            <ac:chgData name="FARRANT, George" userId="292a3dd9-394f-49b6-9ebd-9a7b08cf3045" providerId="ADAL" clId="{CDEB4591-9A94-5E5C-8A16-CB5EF7BB494C}" dt="2026-10-06T18:20:58.845" v="197" actId="26606"/>
            <ac:spMkLst>
              <pc:docMk/>
              <pc:sldMasterMk cId="1771640347" sldId="2147483737"/>
              <pc:sldLayoutMk cId="459824780" sldId="2147483871"/>
              <ac:spMk id="6" creationId="{770ADCEA-DB4B-984B-2D5B-E775F6B1F4F0}"/>
            </ac:spMkLst>
          </pc:spChg>
        </pc:sldLayoutChg>
      </pc:sldMasterChg>
      <pc:sldMasterChg chg="add addSldLayout delSldLayout modSldLayout sldLayoutOrd">
        <pc:chgData name="FARRANT, George" userId="292a3dd9-394f-49b6-9ebd-9a7b08cf3045" providerId="ADAL" clId="{CDEB4591-9A94-5E5C-8A16-CB5EF7BB494C}" dt="2026-10-06T18:20:58.845" v="197" actId="26606"/>
        <pc:sldMasterMkLst>
          <pc:docMk/>
          <pc:sldMasterMk cId="1326262030" sldId="2147483774"/>
        </pc:sldMasterMkLst>
        <pc:sldLayoutChg chg="add">
          <pc:chgData name="FARRANT, George" userId="292a3dd9-394f-49b6-9ebd-9a7b08cf3045" providerId="ADAL" clId="{CDEB4591-9A94-5E5C-8A16-CB5EF7BB494C}" dt="2026-10-06T18:20:58.845" v="197" actId="26606"/>
          <pc:sldLayoutMkLst>
            <pc:docMk/>
            <pc:sldMasterMk cId="1326262030" sldId="2147483774"/>
            <pc:sldLayoutMk cId="3286296043" sldId="2147483775"/>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3754401239" sldId="2147483776"/>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365932060" sldId="2147483777"/>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3678549440" sldId="2147483778"/>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3867967520" sldId="2147483779"/>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2734226529" sldId="2147483780"/>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888122362" sldId="2147483781"/>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2789827742" sldId="2147483782"/>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4009781284" sldId="2147483783"/>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2922130352" sldId="2147483784"/>
          </pc:sldLayoutMkLst>
        </pc:sldLayoutChg>
        <pc:sldLayoutChg chg="add">
          <pc:chgData name="FARRANT, George" userId="292a3dd9-394f-49b6-9ebd-9a7b08cf3045" providerId="ADAL" clId="{CDEB4591-9A94-5E5C-8A16-CB5EF7BB494C}" dt="2026-10-06T18:20:58.845" v="197" actId="26606"/>
          <pc:sldLayoutMkLst>
            <pc:docMk/>
            <pc:sldMasterMk cId="1326262030" sldId="2147483774"/>
            <pc:sldLayoutMk cId="3651434118" sldId="2147483785"/>
          </pc:sldLayoutMkLst>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3286296043" sldId="2147483873"/>
          </pc:sldLayoutMkLst>
          <pc:spChg chg="mod">
            <ac:chgData name="FARRANT, George" userId="292a3dd9-394f-49b6-9ebd-9a7b08cf3045" providerId="ADAL" clId="{CDEB4591-9A94-5E5C-8A16-CB5EF7BB494C}" dt="2026-10-06T18:20:58.845" v="197" actId="26606"/>
            <ac:spMkLst>
              <pc:docMk/>
              <pc:sldMasterMk cId="1326262030" sldId="2147483774"/>
              <pc:sldLayoutMk cId="3286296043" sldId="2147483873"/>
              <ac:spMk id="2" creationId="{2518A431-4EEF-1CB1-3598-1DFE48E4282E}"/>
            </ac:spMkLst>
          </pc:spChg>
          <pc:spChg chg="mod">
            <ac:chgData name="FARRANT, George" userId="292a3dd9-394f-49b6-9ebd-9a7b08cf3045" providerId="ADAL" clId="{CDEB4591-9A94-5E5C-8A16-CB5EF7BB494C}" dt="2026-10-06T18:20:58.845" v="197" actId="26606"/>
            <ac:spMkLst>
              <pc:docMk/>
              <pc:sldMasterMk cId="1326262030" sldId="2147483774"/>
              <pc:sldLayoutMk cId="3286296043" sldId="2147483873"/>
              <ac:spMk id="3" creationId="{D6DB94E8-A728-09E8-CC14-0751DE3482A5}"/>
            </ac:spMkLst>
          </pc:spChg>
          <pc:spChg chg="mod">
            <ac:chgData name="FARRANT, George" userId="292a3dd9-394f-49b6-9ebd-9a7b08cf3045" providerId="ADAL" clId="{CDEB4591-9A94-5E5C-8A16-CB5EF7BB494C}" dt="2026-10-06T18:20:58.845" v="197" actId="26606"/>
            <ac:spMkLst>
              <pc:docMk/>
              <pc:sldMasterMk cId="1326262030" sldId="2147483774"/>
              <pc:sldLayoutMk cId="3286296043" sldId="2147483873"/>
              <ac:spMk id="4" creationId="{DCB77B0E-004C-6FCD-17E6-A61BF7F18E3E}"/>
            </ac:spMkLst>
          </pc:spChg>
          <pc:spChg chg="mod">
            <ac:chgData name="FARRANT, George" userId="292a3dd9-394f-49b6-9ebd-9a7b08cf3045" providerId="ADAL" clId="{CDEB4591-9A94-5E5C-8A16-CB5EF7BB494C}" dt="2026-10-06T18:20:58.845" v="197" actId="26606"/>
            <ac:spMkLst>
              <pc:docMk/>
              <pc:sldMasterMk cId="1326262030" sldId="2147483774"/>
              <pc:sldLayoutMk cId="3286296043" sldId="2147483873"/>
              <ac:spMk id="5" creationId="{71AD0753-BB48-41A1-7F12-67266C459697}"/>
            </ac:spMkLst>
          </pc:spChg>
          <pc:spChg chg="mod">
            <ac:chgData name="FARRANT, George" userId="292a3dd9-394f-49b6-9ebd-9a7b08cf3045" providerId="ADAL" clId="{CDEB4591-9A94-5E5C-8A16-CB5EF7BB494C}" dt="2026-10-06T18:20:58.845" v="197" actId="26606"/>
            <ac:spMkLst>
              <pc:docMk/>
              <pc:sldMasterMk cId="1326262030" sldId="2147483774"/>
              <pc:sldLayoutMk cId="3286296043" sldId="2147483873"/>
              <ac:spMk id="6" creationId="{028CC646-5409-0232-98F7-88528674B07E}"/>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3754401239" sldId="2147483874"/>
          </pc:sldLayoutMkLst>
          <pc:spChg chg="mod">
            <ac:chgData name="FARRANT, George" userId="292a3dd9-394f-49b6-9ebd-9a7b08cf3045" providerId="ADAL" clId="{CDEB4591-9A94-5E5C-8A16-CB5EF7BB494C}" dt="2026-10-06T18:20:58.845" v="197" actId="26606"/>
            <ac:spMkLst>
              <pc:docMk/>
              <pc:sldMasterMk cId="1326262030" sldId="2147483774"/>
              <pc:sldLayoutMk cId="3754401239" sldId="2147483874"/>
              <ac:spMk id="2" creationId="{7790709A-84B1-7E44-4BB2-27F791736951}"/>
            </ac:spMkLst>
          </pc:spChg>
          <pc:spChg chg="mod">
            <ac:chgData name="FARRANT, George" userId="292a3dd9-394f-49b6-9ebd-9a7b08cf3045" providerId="ADAL" clId="{CDEB4591-9A94-5E5C-8A16-CB5EF7BB494C}" dt="2026-10-06T18:20:58.845" v="197" actId="26606"/>
            <ac:spMkLst>
              <pc:docMk/>
              <pc:sldMasterMk cId="1326262030" sldId="2147483774"/>
              <pc:sldLayoutMk cId="3754401239" sldId="2147483874"/>
              <ac:spMk id="3" creationId="{72CDFB06-29E9-2DA0-B122-449DCF75609F}"/>
            </ac:spMkLst>
          </pc:spChg>
          <pc:spChg chg="mod">
            <ac:chgData name="FARRANT, George" userId="292a3dd9-394f-49b6-9ebd-9a7b08cf3045" providerId="ADAL" clId="{CDEB4591-9A94-5E5C-8A16-CB5EF7BB494C}" dt="2026-10-06T18:20:58.845" v="197" actId="26606"/>
            <ac:spMkLst>
              <pc:docMk/>
              <pc:sldMasterMk cId="1326262030" sldId="2147483774"/>
              <pc:sldLayoutMk cId="3754401239" sldId="2147483874"/>
              <ac:spMk id="4" creationId="{32BF3976-71BA-9947-1CE7-02C68B2EB70E}"/>
            </ac:spMkLst>
          </pc:spChg>
          <pc:spChg chg="mod">
            <ac:chgData name="FARRANT, George" userId="292a3dd9-394f-49b6-9ebd-9a7b08cf3045" providerId="ADAL" clId="{CDEB4591-9A94-5E5C-8A16-CB5EF7BB494C}" dt="2026-10-06T18:20:58.845" v="197" actId="26606"/>
            <ac:spMkLst>
              <pc:docMk/>
              <pc:sldMasterMk cId="1326262030" sldId="2147483774"/>
              <pc:sldLayoutMk cId="3754401239" sldId="2147483874"/>
              <ac:spMk id="5" creationId="{FB5346F5-DF20-67F6-DAD1-4E4EBA4EC212}"/>
            </ac:spMkLst>
          </pc:spChg>
          <pc:spChg chg="mod">
            <ac:chgData name="FARRANT, George" userId="292a3dd9-394f-49b6-9ebd-9a7b08cf3045" providerId="ADAL" clId="{CDEB4591-9A94-5E5C-8A16-CB5EF7BB494C}" dt="2026-10-06T18:20:58.845" v="197" actId="26606"/>
            <ac:spMkLst>
              <pc:docMk/>
              <pc:sldMasterMk cId="1326262030" sldId="2147483774"/>
              <pc:sldLayoutMk cId="3754401239" sldId="2147483874"/>
              <ac:spMk id="6" creationId="{A7D79392-3A55-5E7E-390D-E917B60D1AE4}"/>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365932060" sldId="2147483875"/>
          </pc:sldLayoutMkLst>
          <pc:spChg chg="mod">
            <ac:chgData name="FARRANT, George" userId="292a3dd9-394f-49b6-9ebd-9a7b08cf3045" providerId="ADAL" clId="{CDEB4591-9A94-5E5C-8A16-CB5EF7BB494C}" dt="2026-10-06T18:20:58.845" v="197" actId="26606"/>
            <ac:spMkLst>
              <pc:docMk/>
              <pc:sldMasterMk cId="1326262030" sldId="2147483774"/>
              <pc:sldLayoutMk cId="365932060" sldId="2147483875"/>
              <ac:spMk id="2" creationId="{A463FB08-1102-FE45-6E50-C13109E30A81}"/>
            </ac:spMkLst>
          </pc:spChg>
          <pc:spChg chg="mod">
            <ac:chgData name="FARRANT, George" userId="292a3dd9-394f-49b6-9ebd-9a7b08cf3045" providerId="ADAL" clId="{CDEB4591-9A94-5E5C-8A16-CB5EF7BB494C}" dt="2026-10-06T18:20:58.845" v="197" actId="26606"/>
            <ac:spMkLst>
              <pc:docMk/>
              <pc:sldMasterMk cId="1326262030" sldId="2147483774"/>
              <pc:sldLayoutMk cId="365932060" sldId="2147483875"/>
              <ac:spMk id="3" creationId="{98FE0FD1-5A96-9DBD-4370-F8A901FA948E}"/>
            </ac:spMkLst>
          </pc:spChg>
          <pc:spChg chg="mod">
            <ac:chgData name="FARRANT, George" userId="292a3dd9-394f-49b6-9ebd-9a7b08cf3045" providerId="ADAL" clId="{CDEB4591-9A94-5E5C-8A16-CB5EF7BB494C}" dt="2026-10-06T18:20:58.845" v="197" actId="26606"/>
            <ac:spMkLst>
              <pc:docMk/>
              <pc:sldMasterMk cId="1326262030" sldId="2147483774"/>
              <pc:sldLayoutMk cId="365932060" sldId="2147483875"/>
              <ac:spMk id="4" creationId="{0D967C28-F84B-79DF-50E0-9138089AFF0D}"/>
            </ac:spMkLst>
          </pc:spChg>
          <pc:spChg chg="mod">
            <ac:chgData name="FARRANT, George" userId="292a3dd9-394f-49b6-9ebd-9a7b08cf3045" providerId="ADAL" clId="{CDEB4591-9A94-5E5C-8A16-CB5EF7BB494C}" dt="2026-10-06T18:20:58.845" v="197" actId="26606"/>
            <ac:spMkLst>
              <pc:docMk/>
              <pc:sldMasterMk cId="1326262030" sldId="2147483774"/>
              <pc:sldLayoutMk cId="365932060" sldId="2147483875"/>
              <ac:spMk id="5" creationId="{0692FAE8-EF09-8683-BABD-84F97C806308}"/>
            </ac:spMkLst>
          </pc:spChg>
          <pc:spChg chg="mod">
            <ac:chgData name="FARRANT, George" userId="292a3dd9-394f-49b6-9ebd-9a7b08cf3045" providerId="ADAL" clId="{CDEB4591-9A94-5E5C-8A16-CB5EF7BB494C}" dt="2026-10-06T18:20:58.845" v="197" actId="26606"/>
            <ac:spMkLst>
              <pc:docMk/>
              <pc:sldMasterMk cId="1326262030" sldId="2147483774"/>
              <pc:sldLayoutMk cId="365932060" sldId="2147483875"/>
              <ac:spMk id="6" creationId="{35D3CBF4-C2D0-AF5B-9FCE-9EAC51D906AB}"/>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3678549440" sldId="2147483876"/>
          </pc:sldLayoutMkLst>
          <pc:spChg chg="mod">
            <ac:chgData name="FARRANT, George" userId="292a3dd9-394f-49b6-9ebd-9a7b08cf3045" providerId="ADAL" clId="{CDEB4591-9A94-5E5C-8A16-CB5EF7BB494C}" dt="2026-10-06T18:20:58.845" v="197" actId="26606"/>
            <ac:spMkLst>
              <pc:docMk/>
              <pc:sldMasterMk cId="1326262030" sldId="2147483774"/>
              <pc:sldLayoutMk cId="3678549440" sldId="2147483876"/>
              <ac:spMk id="2" creationId="{D388B791-6445-4801-F023-038CA2B88E88}"/>
            </ac:spMkLst>
          </pc:spChg>
          <pc:spChg chg="mod">
            <ac:chgData name="FARRANT, George" userId="292a3dd9-394f-49b6-9ebd-9a7b08cf3045" providerId="ADAL" clId="{CDEB4591-9A94-5E5C-8A16-CB5EF7BB494C}" dt="2026-10-06T18:20:58.845" v="197" actId="26606"/>
            <ac:spMkLst>
              <pc:docMk/>
              <pc:sldMasterMk cId="1326262030" sldId="2147483774"/>
              <pc:sldLayoutMk cId="3678549440" sldId="2147483876"/>
              <ac:spMk id="3" creationId="{DEF85EF4-7BFC-A4C8-64EF-39D9837F3D5D}"/>
            </ac:spMkLst>
          </pc:spChg>
          <pc:spChg chg="mod">
            <ac:chgData name="FARRANT, George" userId="292a3dd9-394f-49b6-9ebd-9a7b08cf3045" providerId="ADAL" clId="{CDEB4591-9A94-5E5C-8A16-CB5EF7BB494C}" dt="2026-10-06T18:20:58.845" v="197" actId="26606"/>
            <ac:spMkLst>
              <pc:docMk/>
              <pc:sldMasterMk cId="1326262030" sldId="2147483774"/>
              <pc:sldLayoutMk cId="3678549440" sldId="2147483876"/>
              <ac:spMk id="4" creationId="{D900CE41-7E14-809D-9EAD-9D7364290402}"/>
            </ac:spMkLst>
          </pc:spChg>
          <pc:spChg chg="mod">
            <ac:chgData name="FARRANT, George" userId="292a3dd9-394f-49b6-9ebd-9a7b08cf3045" providerId="ADAL" clId="{CDEB4591-9A94-5E5C-8A16-CB5EF7BB494C}" dt="2026-10-06T18:20:58.845" v="197" actId="26606"/>
            <ac:spMkLst>
              <pc:docMk/>
              <pc:sldMasterMk cId="1326262030" sldId="2147483774"/>
              <pc:sldLayoutMk cId="3678549440" sldId="2147483876"/>
              <ac:spMk id="5" creationId="{60C1C949-424E-2D67-74EF-11EF64D68176}"/>
            </ac:spMkLst>
          </pc:spChg>
          <pc:spChg chg="mod">
            <ac:chgData name="FARRANT, George" userId="292a3dd9-394f-49b6-9ebd-9a7b08cf3045" providerId="ADAL" clId="{CDEB4591-9A94-5E5C-8A16-CB5EF7BB494C}" dt="2026-10-06T18:20:58.845" v="197" actId="26606"/>
            <ac:spMkLst>
              <pc:docMk/>
              <pc:sldMasterMk cId="1326262030" sldId="2147483774"/>
              <pc:sldLayoutMk cId="3678549440" sldId="2147483876"/>
              <ac:spMk id="6" creationId="{45EAE7F6-282C-D391-E69F-BFB9103E33BA}"/>
            </ac:spMkLst>
          </pc:spChg>
          <pc:spChg chg="mod">
            <ac:chgData name="FARRANT, George" userId="292a3dd9-394f-49b6-9ebd-9a7b08cf3045" providerId="ADAL" clId="{CDEB4591-9A94-5E5C-8A16-CB5EF7BB494C}" dt="2026-10-06T18:20:58.845" v="197" actId="26606"/>
            <ac:spMkLst>
              <pc:docMk/>
              <pc:sldMasterMk cId="1326262030" sldId="2147483774"/>
              <pc:sldLayoutMk cId="3678549440" sldId="2147483876"/>
              <ac:spMk id="7" creationId="{FBD2D021-2FA0-262A-ACC4-6C797C5E682E}"/>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3867967520" sldId="2147483877"/>
          </pc:sldLayoutMkLst>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2" creationId="{788F7E28-810E-0C99-0801-2CC07CC358E0}"/>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3" creationId="{88F59E29-84C9-1510-872A-65AAFC11048C}"/>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4" creationId="{150B88AF-61C9-097F-884E-7263C7B31CCC}"/>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5" creationId="{EB918566-B5DC-9EA7-9334-11C73B86A100}"/>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6" creationId="{02F2F52B-84F3-E490-5132-06DA3F1733D3}"/>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7" creationId="{4B6E831B-2E5D-4946-F1F6-6295D05DAA36}"/>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8" creationId="{00C7B8B5-297C-710E-F7ED-86ECC6F493ED}"/>
            </ac:spMkLst>
          </pc:spChg>
          <pc:spChg chg="mod">
            <ac:chgData name="FARRANT, George" userId="292a3dd9-394f-49b6-9ebd-9a7b08cf3045" providerId="ADAL" clId="{CDEB4591-9A94-5E5C-8A16-CB5EF7BB494C}" dt="2026-10-06T18:20:58.845" v="197" actId="26606"/>
            <ac:spMkLst>
              <pc:docMk/>
              <pc:sldMasterMk cId="1326262030" sldId="2147483774"/>
              <pc:sldLayoutMk cId="3867967520" sldId="2147483877"/>
              <ac:spMk id="9" creationId="{EBEBA15C-528B-7C46-2102-95D9A570B7FE}"/>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2734226529" sldId="2147483878"/>
          </pc:sldLayoutMkLst>
          <pc:spChg chg="mod">
            <ac:chgData name="FARRANT, George" userId="292a3dd9-394f-49b6-9ebd-9a7b08cf3045" providerId="ADAL" clId="{CDEB4591-9A94-5E5C-8A16-CB5EF7BB494C}" dt="2026-10-06T18:20:58.845" v="197" actId="26606"/>
            <ac:spMkLst>
              <pc:docMk/>
              <pc:sldMasterMk cId="1326262030" sldId="2147483774"/>
              <pc:sldLayoutMk cId="2734226529" sldId="2147483878"/>
              <ac:spMk id="2" creationId="{78F1D4C8-5088-7483-8E16-86B251B8A7D4}"/>
            </ac:spMkLst>
          </pc:spChg>
          <pc:spChg chg="mod">
            <ac:chgData name="FARRANT, George" userId="292a3dd9-394f-49b6-9ebd-9a7b08cf3045" providerId="ADAL" clId="{CDEB4591-9A94-5E5C-8A16-CB5EF7BB494C}" dt="2026-10-06T18:20:58.845" v="197" actId="26606"/>
            <ac:spMkLst>
              <pc:docMk/>
              <pc:sldMasterMk cId="1326262030" sldId="2147483774"/>
              <pc:sldLayoutMk cId="2734226529" sldId="2147483878"/>
              <ac:spMk id="3" creationId="{C20213F5-AF83-3AE3-AE67-5913113883AD}"/>
            </ac:spMkLst>
          </pc:spChg>
          <pc:spChg chg="mod">
            <ac:chgData name="FARRANT, George" userId="292a3dd9-394f-49b6-9ebd-9a7b08cf3045" providerId="ADAL" clId="{CDEB4591-9A94-5E5C-8A16-CB5EF7BB494C}" dt="2026-10-06T18:20:58.845" v="197" actId="26606"/>
            <ac:spMkLst>
              <pc:docMk/>
              <pc:sldMasterMk cId="1326262030" sldId="2147483774"/>
              <pc:sldLayoutMk cId="2734226529" sldId="2147483878"/>
              <ac:spMk id="4" creationId="{A92930D1-A613-C02D-FB53-761994CC1F11}"/>
            </ac:spMkLst>
          </pc:spChg>
          <pc:spChg chg="mod">
            <ac:chgData name="FARRANT, George" userId="292a3dd9-394f-49b6-9ebd-9a7b08cf3045" providerId="ADAL" clId="{CDEB4591-9A94-5E5C-8A16-CB5EF7BB494C}" dt="2026-10-06T18:20:58.845" v="197" actId="26606"/>
            <ac:spMkLst>
              <pc:docMk/>
              <pc:sldMasterMk cId="1326262030" sldId="2147483774"/>
              <pc:sldLayoutMk cId="2734226529" sldId="2147483878"/>
              <ac:spMk id="5" creationId="{CA3AABE3-2A46-13A0-17CF-5744F1516289}"/>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888122362" sldId="2147483879"/>
          </pc:sldLayoutMkLst>
          <pc:spChg chg="mod">
            <ac:chgData name="FARRANT, George" userId="292a3dd9-394f-49b6-9ebd-9a7b08cf3045" providerId="ADAL" clId="{CDEB4591-9A94-5E5C-8A16-CB5EF7BB494C}" dt="2026-10-06T18:20:58.845" v="197" actId="26606"/>
            <ac:spMkLst>
              <pc:docMk/>
              <pc:sldMasterMk cId="1326262030" sldId="2147483774"/>
              <pc:sldLayoutMk cId="888122362" sldId="2147483879"/>
              <ac:spMk id="2" creationId="{9569A677-C8D7-DA12-668D-DE6ABB9B01A0}"/>
            </ac:spMkLst>
          </pc:spChg>
          <pc:spChg chg="mod">
            <ac:chgData name="FARRANT, George" userId="292a3dd9-394f-49b6-9ebd-9a7b08cf3045" providerId="ADAL" clId="{CDEB4591-9A94-5E5C-8A16-CB5EF7BB494C}" dt="2026-10-06T18:20:58.845" v="197" actId="26606"/>
            <ac:spMkLst>
              <pc:docMk/>
              <pc:sldMasterMk cId="1326262030" sldId="2147483774"/>
              <pc:sldLayoutMk cId="888122362" sldId="2147483879"/>
              <ac:spMk id="3" creationId="{704FA5D6-9826-46A6-378D-45D258BA427E}"/>
            </ac:spMkLst>
          </pc:spChg>
          <pc:spChg chg="mod">
            <ac:chgData name="FARRANT, George" userId="292a3dd9-394f-49b6-9ebd-9a7b08cf3045" providerId="ADAL" clId="{CDEB4591-9A94-5E5C-8A16-CB5EF7BB494C}" dt="2026-10-06T18:20:58.845" v="197" actId="26606"/>
            <ac:spMkLst>
              <pc:docMk/>
              <pc:sldMasterMk cId="1326262030" sldId="2147483774"/>
              <pc:sldLayoutMk cId="888122362" sldId="2147483879"/>
              <ac:spMk id="4" creationId="{BF575CA0-D2DC-F69E-0760-69842EA57064}"/>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2789827742" sldId="2147483880"/>
          </pc:sldLayoutMkLst>
          <pc:spChg chg="mod">
            <ac:chgData name="FARRANT, George" userId="292a3dd9-394f-49b6-9ebd-9a7b08cf3045" providerId="ADAL" clId="{CDEB4591-9A94-5E5C-8A16-CB5EF7BB494C}" dt="2026-10-06T18:20:58.845" v="197" actId="26606"/>
            <ac:spMkLst>
              <pc:docMk/>
              <pc:sldMasterMk cId="1326262030" sldId="2147483774"/>
              <pc:sldLayoutMk cId="2789827742" sldId="2147483880"/>
              <ac:spMk id="2" creationId="{B831CE74-062D-D422-61D6-7CBB42797F50}"/>
            </ac:spMkLst>
          </pc:spChg>
          <pc:spChg chg="mod">
            <ac:chgData name="FARRANT, George" userId="292a3dd9-394f-49b6-9ebd-9a7b08cf3045" providerId="ADAL" clId="{CDEB4591-9A94-5E5C-8A16-CB5EF7BB494C}" dt="2026-10-06T18:20:58.845" v="197" actId="26606"/>
            <ac:spMkLst>
              <pc:docMk/>
              <pc:sldMasterMk cId="1326262030" sldId="2147483774"/>
              <pc:sldLayoutMk cId="2789827742" sldId="2147483880"/>
              <ac:spMk id="3" creationId="{F4B49DAC-D208-A0D8-3375-12691726CB86}"/>
            </ac:spMkLst>
          </pc:spChg>
          <pc:spChg chg="mod">
            <ac:chgData name="FARRANT, George" userId="292a3dd9-394f-49b6-9ebd-9a7b08cf3045" providerId="ADAL" clId="{CDEB4591-9A94-5E5C-8A16-CB5EF7BB494C}" dt="2026-10-06T18:20:58.845" v="197" actId="26606"/>
            <ac:spMkLst>
              <pc:docMk/>
              <pc:sldMasterMk cId="1326262030" sldId="2147483774"/>
              <pc:sldLayoutMk cId="2789827742" sldId="2147483880"/>
              <ac:spMk id="4" creationId="{0D526FF0-925B-C8B0-723A-F664E182792C}"/>
            </ac:spMkLst>
          </pc:spChg>
          <pc:spChg chg="mod">
            <ac:chgData name="FARRANT, George" userId="292a3dd9-394f-49b6-9ebd-9a7b08cf3045" providerId="ADAL" clId="{CDEB4591-9A94-5E5C-8A16-CB5EF7BB494C}" dt="2026-10-06T18:20:58.845" v="197" actId="26606"/>
            <ac:spMkLst>
              <pc:docMk/>
              <pc:sldMasterMk cId="1326262030" sldId="2147483774"/>
              <pc:sldLayoutMk cId="2789827742" sldId="2147483880"/>
              <ac:spMk id="5" creationId="{B6B73C49-C5EB-AE17-BADB-8463A5B84096}"/>
            </ac:spMkLst>
          </pc:spChg>
          <pc:spChg chg="mod">
            <ac:chgData name="FARRANT, George" userId="292a3dd9-394f-49b6-9ebd-9a7b08cf3045" providerId="ADAL" clId="{CDEB4591-9A94-5E5C-8A16-CB5EF7BB494C}" dt="2026-10-06T18:20:58.845" v="197" actId="26606"/>
            <ac:spMkLst>
              <pc:docMk/>
              <pc:sldMasterMk cId="1326262030" sldId="2147483774"/>
              <pc:sldLayoutMk cId="2789827742" sldId="2147483880"/>
              <ac:spMk id="6" creationId="{83AE130A-5D66-E449-99D6-8BB166C10003}"/>
            </ac:spMkLst>
          </pc:spChg>
          <pc:spChg chg="mod">
            <ac:chgData name="FARRANT, George" userId="292a3dd9-394f-49b6-9ebd-9a7b08cf3045" providerId="ADAL" clId="{CDEB4591-9A94-5E5C-8A16-CB5EF7BB494C}" dt="2026-10-06T18:20:58.845" v="197" actId="26606"/>
            <ac:spMkLst>
              <pc:docMk/>
              <pc:sldMasterMk cId="1326262030" sldId="2147483774"/>
              <pc:sldLayoutMk cId="2789827742" sldId="2147483880"/>
              <ac:spMk id="7" creationId="{FD817322-EF12-1BA2-492B-1888DEAB0C5E}"/>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4009781284" sldId="2147483881"/>
          </pc:sldLayoutMkLst>
          <pc:spChg chg="mod">
            <ac:chgData name="FARRANT, George" userId="292a3dd9-394f-49b6-9ebd-9a7b08cf3045" providerId="ADAL" clId="{CDEB4591-9A94-5E5C-8A16-CB5EF7BB494C}" dt="2026-10-06T18:20:58.845" v="197" actId="26606"/>
            <ac:spMkLst>
              <pc:docMk/>
              <pc:sldMasterMk cId="1326262030" sldId="2147483774"/>
              <pc:sldLayoutMk cId="4009781284" sldId="2147483881"/>
              <ac:spMk id="2" creationId="{73D50B7B-D7E7-4030-F286-4A408BCBF2B8}"/>
            </ac:spMkLst>
          </pc:spChg>
          <pc:spChg chg="mod">
            <ac:chgData name="FARRANT, George" userId="292a3dd9-394f-49b6-9ebd-9a7b08cf3045" providerId="ADAL" clId="{CDEB4591-9A94-5E5C-8A16-CB5EF7BB494C}" dt="2026-10-06T18:20:58.845" v="197" actId="26606"/>
            <ac:spMkLst>
              <pc:docMk/>
              <pc:sldMasterMk cId="1326262030" sldId="2147483774"/>
              <pc:sldLayoutMk cId="4009781284" sldId="2147483881"/>
              <ac:spMk id="3" creationId="{B26E5410-FDDB-B0FD-9341-E94FDB5E9256}"/>
            </ac:spMkLst>
          </pc:spChg>
          <pc:spChg chg="mod">
            <ac:chgData name="FARRANT, George" userId="292a3dd9-394f-49b6-9ebd-9a7b08cf3045" providerId="ADAL" clId="{CDEB4591-9A94-5E5C-8A16-CB5EF7BB494C}" dt="2026-10-06T18:20:58.845" v="197" actId="26606"/>
            <ac:spMkLst>
              <pc:docMk/>
              <pc:sldMasterMk cId="1326262030" sldId="2147483774"/>
              <pc:sldLayoutMk cId="4009781284" sldId="2147483881"/>
              <ac:spMk id="4" creationId="{323E1589-7FD6-B263-D060-B231232D3BE3}"/>
            </ac:spMkLst>
          </pc:spChg>
          <pc:spChg chg="mod">
            <ac:chgData name="FARRANT, George" userId="292a3dd9-394f-49b6-9ebd-9a7b08cf3045" providerId="ADAL" clId="{CDEB4591-9A94-5E5C-8A16-CB5EF7BB494C}" dt="2026-10-06T18:20:58.845" v="197" actId="26606"/>
            <ac:spMkLst>
              <pc:docMk/>
              <pc:sldMasterMk cId="1326262030" sldId="2147483774"/>
              <pc:sldLayoutMk cId="4009781284" sldId="2147483881"/>
              <ac:spMk id="5" creationId="{87E88D11-1808-11C6-E00A-367680DAD769}"/>
            </ac:spMkLst>
          </pc:spChg>
          <pc:spChg chg="mod">
            <ac:chgData name="FARRANT, George" userId="292a3dd9-394f-49b6-9ebd-9a7b08cf3045" providerId="ADAL" clId="{CDEB4591-9A94-5E5C-8A16-CB5EF7BB494C}" dt="2026-10-06T18:20:58.845" v="197" actId="26606"/>
            <ac:spMkLst>
              <pc:docMk/>
              <pc:sldMasterMk cId="1326262030" sldId="2147483774"/>
              <pc:sldLayoutMk cId="4009781284" sldId="2147483881"/>
              <ac:spMk id="6" creationId="{1FECAD9C-1234-A408-43B4-5DCC8371B7F7}"/>
            </ac:spMkLst>
          </pc:spChg>
          <pc:spChg chg="mod">
            <ac:chgData name="FARRANT, George" userId="292a3dd9-394f-49b6-9ebd-9a7b08cf3045" providerId="ADAL" clId="{CDEB4591-9A94-5E5C-8A16-CB5EF7BB494C}" dt="2026-10-06T18:20:58.845" v="197" actId="26606"/>
            <ac:spMkLst>
              <pc:docMk/>
              <pc:sldMasterMk cId="1326262030" sldId="2147483774"/>
              <pc:sldLayoutMk cId="4009781284" sldId="2147483881"/>
              <ac:spMk id="7" creationId="{1E305D40-7966-B551-CB90-F066F873F966}"/>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2922130352" sldId="2147483882"/>
          </pc:sldLayoutMkLst>
          <pc:spChg chg="mod">
            <ac:chgData name="FARRANT, George" userId="292a3dd9-394f-49b6-9ebd-9a7b08cf3045" providerId="ADAL" clId="{CDEB4591-9A94-5E5C-8A16-CB5EF7BB494C}" dt="2026-10-06T18:20:58.845" v="197" actId="26606"/>
            <ac:spMkLst>
              <pc:docMk/>
              <pc:sldMasterMk cId="1326262030" sldId="2147483774"/>
              <pc:sldLayoutMk cId="2922130352" sldId="2147483882"/>
              <ac:spMk id="2" creationId="{84CB486D-7D53-7E6D-6837-AD79995FDD36}"/>
            </ac:spMkLst>
          </pc:spChg>
          <pc:spChg chg="mod">
            <ac:chgData name="FARRANT, George" userId="292a3dd9-394f-49b6-9ebd-9a7b08cf3045" providerId="ADAL" clId="{CDEB4591-9A94-5E5C-8A16-CB5EF7BB494C}" dt="2026-10-06T18:20:58.845" v="197" actId="26606"/>
            <ac:spMkLst>
              <pc:docMk/>
              <pc:sldMasterMk cId="1326262030" sldId="2147483774"/>
              <pc:sldLayoutMk cId="2922130352" sldId="2147483882"/>
              <ac:spMk id="3" creationId="{08B35AF2-4A7C-5339-07F0-D73E12E97207}"/>
            </ac:spMkLst>
          </pc:spChg>
          <pc:spChg chg="mod">
            <ac:chgData name="FARRANT, George" userId="292a3dd9-394f-49b6-9ebd-9a7b08cf3045" providerId="ADAL" clId="{CDEB4591-9A94-5E5C-8A16-CB5EF7BB494C}" dt="2026-10-06T18:20:58.845" v="197" actId="26606"/>
            <ac:spMkLst>
              <pc:docMk/>
              <pc:sldMasterMk cId="1326262030" sldId="2147483774"/>
              <pc:sldLayoutMk cId="2922130352" sldId="2147483882"/>
              <ac:spMk id="4" creationId="{8FFC0B5C-204A-7B66-0BC4-E86976CE44FF}"/>
            </ac:spMkLst>
          </pc:spChg>
          <pc:spChg chg="mod">
            <ac:chgData name="FARRANT, George" userId="292a3dd9-394f-49b6-9ebd-9a7b08cf3045" providerId="ADAL" clId="{CDEB4591-9A94-5E5C-8A16-CB5EF7BB494C}" dt="2026-10-06T18:20:58.845" v="197" actId="26606"/>
            <ac:spMkLst>
              <pc:docMk/>
              <pc:sldMasterMk cId="1326262030" sldId="2147483774"/>
              <pc:sldLayoutMk cId="2922130352" sldId="2147483882"/>
              <ac:spMk id="5" creationId="{5F0EBBE5-E3BF-E7B5-8900-00756EE7A79F}"/>
            </ac:spMkLst>
          </pc:spChg>
          <pc:spChg chg="mod">
            <ac:chgData name="FARRANT, George" userId="292a3dd9-394f-49b6-9ebd-9a7b08cf3045" providerId="ADAL" clId="{CDEB4591-9A94-5E5C-8A16-CB5EF7BB494C}" dt="2026-10-06T18:20:58.845" v="197" actId="26606"/>
            <ac:spMkLst>
              <pc:docMk/>
              <pc:sldMasterMk cId="1326262030" sldId="2147483774"/>
              <pc:sldLayoutMk cId="2922130352" sldId="2147483882"/>
              <ac:spMk id="6" creationId="{67551D49-7EC8-C4C4-05A8-2A9F4EB2214C}"/>
            </ac:spMkLst>
          </pc:spChg>
        </pc:sldLayoutChg>
        <pc:sldLayoutChg chg="modSp del mod ord">
          <pc:chgData name="FARRANT, George" userId="292a3dd9-394f-49b6-9ebd-9a7b08cf3045" providerId="ADAL" clId="{CDEB4591-9A94-5E5C-8A16-CB5EF7BB494C}" dt="2026-10-06T18:20:58.845" v="197" actId="26606"/>
          <pc:sldLayoutMkLst>
            <pc:docMk/>
            <pc:sldMasterMk cId="1326262030" sldId="2147483774"/>
            <pc:sldLayoutMk cId="3651434118" sldId="2147483883"/>
          </pc:sldLayoutMkLst>
          <pc:spChg chg="mod">
            <ac:chgData name="FARRANT, George" userId="292a3dd9-394f-49b6-9ebd-9a7b08cf3045" providerId="ADAL" clId="{CDEB4591-9A94-5E5C-8A16-CB5EF7BB494C}" dt="2026-10-06T18:20:58.845" v="197" actId="26606"/>
            <ac:spMkLst>
              <pc:docMk/>
              <pc:sldMasterMk cId="1326262030" sldId="2147483774"/>
              <pc:sldLayoutMk cId="3651434118" sldId="2147483883"/>
              <ac:spMk id="2" creationId="{FA8B0A94-998B-980E-E759-A436DCD777E5}"/>
            </ac:spMkLst>
          </pc:spChg>
          <pc:spChg chg="mod">
            <ac:chgData name="FARRANT, George" userId="292a3dd9-394f-49b6-9ebd-9a7b08cf3045" providerId="ADAL" clId="{CDEB4591-9A94-5E5C-8A16-CB5EF7BB494C}" dt="2026-10-06T18:20:58.845" v="197" actId="26606"/>
            <ac:spMkLst>
              <pc:docMk/>
              <pc:sldMasterMk cId="1326262030" sldId="2147483774"/>
              <pc:sldLayoutMk cId="3651434118" sldId="2147483883"/>
              <ac:spMk id="3" creationId="{01DA9E75-CCC5-66F2-2F90-BB1D3AED60DE}"/>
            </ac:spMkLst>
          </pc:spChg>
          <pc:spChg chg="mod">
            <ac:chgData name="FARRANT, George" userId="292a3dd9-394f-49b6-9ebd-9a7b08cf3045" providerId="ADAL" clId="{CDEB4591-9A94-5E5C-8A16-CB5EF7BB494C}" dt="2026-10-06T18:20:58.845" v="197" actId="26606"/>
            <ac:spMkLst>
              <pc:docMk/>
              <pc:sldMasterMk cId="1326262030" sldId="2147483774"/>
              <pc:sldLayoutMk cId="3651434118" sldId="2147483883"/>
              <ac:spMk id="4" creationId="{62D13910-761B-C6BB-37F7-F284A0322E2F}"/>
            </ac:spMkLst>
          </pc:spChg>
          <pc:spChg chg="mod">
            <ac:chgData name="FARRANT, George" userId="292a3dd9-394f-49b6-9ebd-9a7b08cf3045" providerId="ADAL" clId="{CDEB4591-9A94-5E5C-8A16-CB5EF7BB494C}" dt="2026-10-06T18:20:58.845" v="197" actId="26606"/>
            <ac:spMkLst>
              <pc:docMk/>
              <pc:sldMasterMk cId="1326262030" sldId="2147483774"/>
              <pc:sldLayoutMk cId="3651434118" sldId="2147483883"/>
              <ac:spMk id="5" creationId="{12BD57F2-F361-75D6-4EAF-3CE81F29CD7E}"/>
            </ac:spMkLst>
          </pc:spChg>
          <pc:spChg chg="mod">
            <ac:chgData name="FARRANT, George" userId="292a3dd9-394f-49b6-9ebd-9a7b08cf3045" providerId="ADAL" clId="{CDEB4591-9A94-5E5C-8A16-CB5EF7BB494C}" dt="2026-10-06T18:20:58.845" v="197" actId="26606"/>
            <ac:spMkLst>
              <pc:docMk/>
              <pc:sldMasterMk cId="1326262030" sldId="2147483774"/>
              <pc:sldLayoutMk cId="3651434118" sldId="2147483883"/>
              <ac:spMk id="6" creationId="{297413D0-9D88-7E73-6B15-15B59EBF7DB4}"/>
            </ac:spMkLst>
          </pc:spChg>
        </pc:sldLayoutChg>
      </pc:sldMasterChg>
      <pc:sldMasterChg chg="add addSldLayout delSldLayout modSldLayout sldLayoutOrd">
        <pc:chgData name="FARRANT, George" userId="292a3dd9-394f-49b6-9ebd-9a7b08cf3045" providerId="ADAL" clId="{CDEB4591-9A94-5E5C-8A16-CB5EF7BB494C}" dt="2026-10-06T18:20:58.845" v="197" actId="26606"/>
        <pc:sldMasterMkLst>
          <pc:docMk/>
          <pc:sldMasterMk cId="940044653" sldId="2147483786"/>
        </pc:sldMasterMkLst>
        <pc:sldLayoutChg chg="mod ord">
          <pc:chgData name="FARRANT, George" userId="292a3dd9-394f-49b6-9ebd-9a7b08cf3045" providerId="ADAL" clId="{CDEB4591-9A94-5E5C-8A16-CB5EF7BB494C}" dt="2026-10-06T18:20:58.845" v="197" actId="26606"/>
          <pc:sldLayoutMkLst>
            <pc:docMk/>
            <pc:sldMasterMk cId="940044653" sldId="2147483786"/>
            <pc:sldLayoutMk cId="1036135276" sldId="2147483787"/>
          </pc:sldLayoutMkLst>
        </pc:sldLayoutChg>
        <pc:sldLayoutChg chg="add">
          <pc:chgData name="FARRANT, George" userId="292a3dd9-394f-49b6-9ebd-9a7b08cf3045" providerId="ADAL" clId="{CDEB4591-9A94-5E5C-8A16-CB5EF7BB494C}" dt="2026-10-06T18:20:58.845" v="197" actId="26606"/>
          <pc:sldLayoutMkLst>
            <pc:docMk/>
            <pc:sldMasterMk cId="940044653" sldId="2147483786"/>
            <pc:sldLayoutMk cId="3871163991" sldId="2147483788"/>
          </pc:sldLayoutMkLst>
        </pc:sldLayoutChg>
        <pc:sldLayoutChg chg="modSp del mod ord">
          <pc:chgData name="FARRANT, George" userId="292a3dd9-394f-49b6-9ebd-9a7b08cf3045" providerId="ADAL" clId="{CDEB4591-9A94-5E5C-8A16-CB5EF7BB494C}" dt="2026-10-06T18:20:58.845" v="197" actId="26606"/>
          <pc:sldLayoutMkLst>
            <pc:docMk/>
            <pc:sldMasterMk cId="940044653" sldId="2147483786"/>
            <pc:sldLayoutMk cId="3871163991" sldId="2147483885"/>
          </pc:sldLayoutMkLst>
          <pc:spChg chg="mod">
            <ac:chgData name="FARRANT, George" userId="292a3dd9-394f-49b6-9ebd-9a7b08cf3045" providerId="ADAL" clId="{CDEB4591-9A94-5E5C-8A16-CB5EF7BB494C}" dt="2026-10-06T18:20:58.845" v="197" actId="26606"/>
            <ac:spMkLst>
              <pc:docMk/>
              <pc:sldMasterMk cId="940044653" sldId="2147483786"/>
              <pc:sldLayoutMk cId="3871163991" sldId="2147483885"/>
              <ac:spMk id="25" creationId="{00000000-0000-0000-0000-000000000000}"/>
            </ac:spMkLst>
          </pc:spChg>
        </pc:sldLayoutChg>
      </pc:sldMasterChg>
      <pc:sldMasterChg chg="del replId modSldLayout sldLayoutOrd">
        <pc:chgData name="FARRANT, George" userId="292a3dd9-394f-49b6-9ebd-9a7b08cf3045" providerId="ADAL" clId="{CDEB4591-9A94-5E5C-8A16-CB5EF7BB494C}" dt="2026-10-06T18:20:58.845" v="197" actId="26606"/>
        <pc:sldMasterMkLst>
          <pc:docMk/>
          <pc:sldMasterMk cId="3642927729" sldId="2147483791"/>
        </pc:sldMasterMkLst>
        <pc:sldLayoutChg chg="replId">
          <pc:chgData name="FARRANT, George" userId="292a3dd9-394f-49b6-9ebd-9a7b08cf3045" providerId="ADAL" clId="{CDEB4591-9A94-5E5C-8A16-CB5EF7BB494C}" dt="2026-10-06T18:20:58.660" v="196" actId="26606"/>
          <pc:sldLayoutMkLst>
            <pc:docMk/>
            <pc:sldMasterMk cId="3642927729" sldId="2147483660"/>
            <pc:sldLayoutMk cId="3910060469" sldId="2147483792"/>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1398612414" sldId="2147483793"/>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1309455414" sldId="2147483794"/>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674302508" sldId="2147483795"/>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2527342618" sldId="2147483796"/>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2685511749" sldId="2147483797"/>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350214229" sldId="2147483798"/>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981526380" sldId="2147483799"/>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2080845630" sldId="2147483800"/>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960015170" sldId="2147483801"/>
          </pc:sldLayoutMkLst>
        </pc:sldLayoutChg>
        <pc:sldLayoutChg chg="replId">
          <pc:chgData name="FARRANT, George" userId="292a3dd9-394f-49b6-9ebd-9a7b08cf3045" providerId="ADAL" clId="{CDEB4591-9A94-5E5C-8A16-CB5EF7BB494C}" dt="2026-10-06T18:20:58.660" v="196" actId="26606"/>
          <pc:sldLayoutMkLst>
            <pc:docMk/>
            <pc:sldMasterMk cId="3642927729" sldId="2147483660"/>
            <pc:sldLayoutMk cId="4286532636" sldId="2147483802"/>
          </pc:sldLayoutMkLst>
        </pc:sldLayoutChg>
      </pc:sldMasterChg>
      <pc:sldMasterChg chg="del replId modSldLayout sldLayoutOrd">
        <pc:chgData name="FARRANT, George" userId="292a3dd9-394f-49b6-9ebd-9a7b08cf3045" providerId="ADAL" clId="{CDEB4591-9A94-5E5C-8A16-CB5EF7BB494C}" dt="2026-10-06T18:20:58.845" v="197" actId="26606"/>
        <pc:sldMasterMkLst>
          <pc:docMk/>
          <pc:sldMasterMk cId="494728112" sldId="2147483803"/>
        </pc:sldMasterMkLst>
        <pc:sldLayoutChg chg="replId">
          <pc:chgData name="FARRANT, George" userId="292a3dd9-394f-49b6-9ebd-9a7b08cf3045" providerId="ADAL" clId="{CDEB4591-9A94-5E5C-8A16-CB5EF7BB494C}" dt="2026-10-06T18:20:58.660" v="196" actId="26606"/>
          <pc:sldLayoutMkLst>
            <pc:docMk/>
            <pc:sldMasterMk cId="494728112" sldId="2147483674"/>
            <pc:sldLayoutMk cId="3744467283" sldId="2147483804"/>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1501362251" sldId="2147483805"/>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2864561888" sldId="2147483806"/>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248253559" sldId="2147483807"/>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658974104" sldId="2147483808"/>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1596935488" sldId="2147483809"/>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789626811" sldId="2147483810"/>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570346548" sldId="2147483811"/>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538220063" sldId="2147483812"/>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106268217" sldId="2147483813"/>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21092054" sldId="2147483814"/>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902179497" sldId="2147483815"/>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891722926" sldId="2147483816"/>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073565828" sldId="2147483817"/>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4218691232" sldId="2147483818"/>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271789342" sldId="2147483819"/>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2967008670" sldId="2147483820"/>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4119163545" sldId="2147483821"/>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4133674006" sldId="2147483822"/>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2629632857" sldId="2147483823"/>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1888174621" sldId="2147483824"/>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169588106" sldId="2147483825"/>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861381758" sldId="2147483826"/>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2751234293" sldId="2147483827"/>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2160556698" sldId="2147483828"/>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1896970139" sldId="2147483829"/>
          </pc:sldLayoutMkLst>
        </pc:sldLayoutChg>
        <pc:sldLayoutChg chg="replId">
          <pc:chgData name="FARRANT, George" userId="292a3dd9-394f-49b6-9ebd-9a7b08cf3045" providerId="ADAL" clId="{CDEB4591-9A94-5E5C-8A16-CB5EF7BB494C}" dt="2026-10-06T18:20:58.660" v="196" actId="26606"/>
          <pc:sldLayoutMkLst>
            <pc:docMk/>
            <pc:sldMasterMk cId="494728112" sldId="2147483674"/>
            <pc:sldLayoutMk cId="3996406778" sldId="2147483830"/>
          </pc:sldLayoutMkLst>
        </pc:sldLayoutChg>
      </pc:sldMasterChg>
      <pc:sldMasterChg chg="del replId modSldLayout sldLayoutOrd">
        <pc:chgData name="FARRANT, George" userId="292a3dd9-394f-49b6-9ebd-9a7b08cf3045" providerId="ADAL" clId="{CDEB4591-9A94-5E5C-8A16-CB5EF7BB494C}" dt="2026-10-06T18:20:58.845" v="197" actId="26606"/>
        <pc:sldMasterMkLst>
          <pc:docMk/>
          <pc:sldMasterMk cId="785322718" sldId="2147483831"/>
        </pc:sldMasterMkLst>
        <pc:sldLayoutChg chg="replId">
          <pc:chgData name="FARRANT, George" userId="292a3dd9-394f-49b6-9ebd-9a7b08cf3045" providerId="ADAL" clId="{CDEB4591-9A94-5E5C-8A16-CB5EF7BB494C}" dt="2026-10-06T18:20:58.660" v="196" actId="26606"/>
          <pc:sldLayoutMkLst>
            <pc:docMk/>
            <pc:sldMasterMk cId="785322718" sldId="2147483720"/>
            <pc:sldLayoutMk cId="2854019795" sldId="2147483832"/>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2362261784" sldId="2147483833"/>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972475699" sldId="2147483834"/>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544360855" sldId="2147483835"/>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2453635779" sldId="2147483836"/>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3977605423" sldId="2147483837"/>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4136996384" sldId="2147483838"/>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697289421" sldId="2147483839"/>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1665525921" sldId="2147483840"/>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343631107" sldId="2147483841"/>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4036622918" sldId="2147483842"/>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1389672166" sldId="2147483843"/>
          </pc:sldLayoutMkLst>
        </pc:sldLayoutChg>
        <pc:sldLayoutChg chg="replId">
          <pc:chgData name="FARRANT, George" userId="292a3dd9-394f-49b6-9ebd-9a7b08cf3045" providerId="ADAL" clId="{CDEB4591-9A94-5E5C-8A16-CB5EF7BB494C}" dt="2026-10-06T18:20:58.660" v="196" actId="26606"/>
          <pc:sldLayoutMkLst>
            <pc:docMk/>
            <pc:sldMasterMk cId="785322718" sldId="2147483720"/>
            <pc:sldLayoutMk cId="2295434585" sldId="2147483844"/>
          </pc:sldLayoutMkLst>
        </pc:sldLayoutChg>
      </pc:sldMasterChg>
      <pc:sldMasterChg chg="del replId modSldLayout sldLayoutOrd">
        <pc:chgData name="FARRANT, George" userId="292a3dd9-394f-49b6-9ebd-9a7b08cf3045" providerId="ADAL" clId="{CDEB4591-9A94-5E5C-8A16-CB5EF7BB494C}" dt="2026-10-06T18:20:58.845" v="197" actId="26606"/>
        <pc:sldMasterMkLst>
          <pc:docMk/>
          <pc:sldMasterMk cId="1771640347" sldId="2147483845"/>
        </pc:sldMasterMkLst>
        <pc:sldLayoutChg chg="replId">
          <pc:chgData name="FARRANT, George" userId="292a3dd9-394f-49b6-9ebd-9a7b08cf3045" providerId="ADAL" clId="{CDEB4591-9A94-5E5C-8A16-CB5EF7BB494C}" dt="2026-10-06T18:20:58.660" v="196" actId="26606"/>
          <pc:sldLayoutMkLst>
            <pc:docMk/>
            <pc:sldMasterMk cId="1771640347" sldId="2147483737"/>
            <pc:sldLayoutMk cId="1427126227" sldId="2147483846"/>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036360418" sldId="2147483847"/>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2810784042" sldId="2147483848"/>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810661699" sldId="2147483849"/>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4151747038" sldId="2147483850"/>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69512218" sldId="2147483851"/>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2950426172" sldId="2147483852"/>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3433805046" sldId="2147483853"/>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714889950" sldId="2147483854"/>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3665031219" sldId="2147483855"/>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73155966" sldId="2147483856"/>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710389708" sldId="2147483857"/>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2614096950" sldId="2147483858"/>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947198503" sldId="2147483859"/>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785633134" sldId="2147483860"/>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926948336" sldId="2147483861"/>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607133881" sldId="2147483862"/>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759866401" sldId="2147483863"/>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508461595" sldId="2147483864"/>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3554030153" sldId="2147483865"/>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690488254" sldId="2147483866"/>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968179319" sldId="2147483867"/>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2035168116" sldId="2147483868"/>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1588407978" sldId="2147483869"/>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2912439203" sldId="2147483870"/>
          </pc:sldLayoutMkLst>
        </pc:sldLayoutChg>
        <pc:sldLayoutChg chg="replId">
          <pc:chgData name="FARRANT, George" userId="292a3dd9-394f-49b6-9ebd-9a7b08cf3045" providerId="ADAL" clId="{CDEB4591-9A94-5E5C-8A16-CB5EF7BB494C}" dt="2026-10-06T18:20:58.660" v="196" actId="26606"/>
          <pc:sldLayoutMkLst>
            <pc:docMk/>
            <pc:sldMasterMk cId="1771640347" sldId="2147483737"/>
            <pc:sldLayoutMk cId="459824780" sldId="2147483871"/>
          </pc:sldLayoutMkLst>
        </pc:sldLayoutChg>
      </pc:sldMasterChg>
      <pc:sldMasterChg chg="del replId modSldLayout sldLayoutOrd">
        <pc:chgData name="FARRANT, George" userId="292a3dd9-394f-49b6-9ebd-9a7b08cf3045" providerId="ADAL" clId="{CDEB4591-9A94-5E5C-8A16-CB5EF7BB494C}" dt="2026-10-06T18:20:58.845" v="197" actId="26606"/>
        <pc:sldMasterMkLst>
          <pc:docMk/>
          <pc:sldMasterMk cId="1326262030" sldId="2147483872"/>
        </pc:sldMasterMkLst>
        <pc:sldLayoutChg chg="replId">
          <pc:chgData name="FARRANT, George" userId="292a3dd9-394f-49b6-9ebd-9a7b08cf3045" providerId="ADAL" clId="{CDEB4591-9A94-5E5C-8A16-CB5EF7BB494C}" dt="2026-10-06T18:20:58.660" v="196" actId="26606"/>
          <pc:sldLayoutMkLst>
            <pc:docMk/>
            <pc:sldMasterMk cId="1326262030" sldId="2147483774"/>
            <pc:sldLayoutMk cId="3286296043" sldId="2147483873"/>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3754401239" sldId="2147483874"/>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365932060" sldId="2147483875"/>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3678549440" sldId="2147483876"/>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3867967520" sldId="2147483877"/>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2734226529" sldId="2147483878"/>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888122362" sldId="2147483879"/>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2789827742" sldId="2147483880"/>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4009781284" sldId="2147483881"/>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2922130352" sldId="2147483882"/>
          </pc:sldLayoutMkLst>
        </pc:sldLayoutChg>
        <pc:sldLayoutChg chg="replId">
          <pc:chgData name="FARRANT, George" userId="292a3dd9-394f-49b6-9ebd-9a7b08cf3045" providerId="ADAL" clId="{CDEB4591-9A94-5E5C-8A16-CB5EF7BB494C}" dt="2026-10-06T18:20:58.660" v="196" actId="26606"/>
          <pc:sldLayoutMkLst>
            <pc:docMk/>
            <pc:sldMasterMk cId="1326262030" sldId="2147483774"/>
            <pc:sldLayoutMk cId="3651434118" sldId="2147483883"/>
          </pc:sldLayoutMkLst>
        </pc:sldLayoutChg>
      </pc:sldMasterChg>
      <pc:sldMasterChg chg="del replId modSldLayout sldLayoutOrd">
        <pc:chgData name="FARRANT, George" userId="292a3dd9-394f-49b6-9ebd-9a7b08cf3045" providerId="ADAL" clId="{CDEB4591-9A94-5E5C-8A16-CB5EF7BB494C}" dt="2026-10-06T18:20:58.845" v="197" actId="26606"/>
        <pc:sldMasterMkLst>
          <pc:docMk/>
          <pc:sldMasterMk cId="940044653" sldId="2147483884"/>
        </pc:sldMasterMkLst>
        <pc:sldLayoutChg chg="replId">
          <pc:chgData name="FARRANT, George" userId="292a3dd9-394f-49b6-9ebd-9a7b08cf3045" providerId="ADAL" clId="{CDEB4591-9A94-5E5C-8A16-CB5EF7BB494C}" dt="2026-10-06T18:20:58.660" v="196" actId="26606"/>
          <pc:sldLayoutMkLst>
            <pc:docMk/>
            <pc:sldMasterMk cId="940044653" sldId="2147483786"/>
            <pc:sldLayoutMk cId="3871163991" sldId="2147483885"/>
          </pc:sldLayoutMkLst>
        </pc:sldLayoutChg>
      </pc:sldMasterChg>
    </pc:docChg>
  </pc:docChgLst>
  <pc:docChgLst>
    <pc:chgData name="EMERSON, Charlie" userId="S::charlie.emerson@sportfive.com::37e63fb3-2916-40e6-9249-35ce2cdf7da9" providerId="AD" clId="Web-{87630D46-FBE6-D5EE-FA3A-244A547284F5}"/>
    <pc:docChg chg="delSld sldOrd modSection">
      <pc:chgData name="EMERSON, Charlie" userId="S::charlie.emerson@sportfive.com::37e63fb3-2916-40e6-9249-35ce2cdf7da9" providerId="AD" clId="Web-{87630D46-FBE6-D5EE-FA3A-244A547284F5}" dt="2026-10-07T13:28:45.777" v="2"/>
      <pc:docMkLst>
        <pc:docMk/>
      </pc:docMkLst>
      <pc:sldChg chg="ord">
        <pc:chgData name="EMERSON, Charlie" userId="S::charlie.emerson@sportfive.com::37e63fb3-2916-40e6-9249-35ce2cdf7da9" providerId="AD" clId="Web-{87630D46-FBE6-D5EE-FA3A-244A547284F5}" dt="2026-10-07T13:28:45.777" v="2"/>
        <pc:sldMkLst>
          <pc:docMk/>
          <pc:sldMk cId="3032900411" sldId="273"/>
        </pc:sldMkLst>
      </pc:sldChg>
      <pc:sldChg chg="del">
        <pc:chgData name="EMERSON, Charlie" userId="S::charlie.emerson@sportfive.com::37e63fb3-2916-40e6-9249-35ce2cdf7da9" providerId="AD" clId="Web-{87630D46-FBE6-D5EE-FA3A-244A547284F5}" dt="2026-10-07T13:17:31.525" v="0"/>
        <pc:sldMkLst>
          <pc:docMk/>
          <pc:sldMk cId="0" sldId="281"/>
        </pc:sldMkLst>
      </pc:sldChg>
    </pc:docChg>
  </pc:docChgLst>
  <pc:docChgLst>
    <pc:chgData name="EMERSON, Charlie" userId="S::charlie.emerson@sportfive.com::37e63fb3-2916-40e6-9249-35ce2cdf7da9" providerId="AD" clId="Web-{1C94705E-0080-CF6E-C244-E3346CC61186}"/>
    <pc:docChg chg="modSld">
      <pc:chgData name="EMERSON, Charlie" userId="S::charlie.emerson@sportfive.com::37e63fb3-2916-40e6-9249-35ce2cdf7da9" providerId="AD" clId="Web-{1C94705E-0080-CF6E-C244-E3346CC61186}" dt="2026-10-05T15:51:38.108" v="2"/>
      <pc:docMkLst>
        <pc:docMk/>
      </pc:docMkLst>
      <pc:sldChg chg="mod modShow">
        <pc:chgData name="EMERSON, Charlie" userId="S::charlie.emerson@sportfive.com::37e63fb3-2916-40e6-9249-35ce2cdf7da9" providerId="AD" clId="Web-{1C94705E-0080-CF6E-C244-E3346CC61186}" dt="2026-10-05T15:51:31.686" v="0"/>
        <pc:sldMkLst>
          <pc:docMk/>
          <pc:sldMk cId="1142086026" sldId="272"/>
        </pc:sldMkLst>
      </pc:sldChg>
      <pc:sldChg chg="mod modShow">
        <pc:chgData name="EMERSON, Charlie" userId="S::charlie.emerson@sportfive.com::37e63fb3-2916-40e6-9249-35ce2cdf7da9" providerId="AD" clId="Web-{1C94705E-0080-CF6E-C244-E3346CC61186}" dt="2026-10-05T15:51:38.108" v="2"/>
        <pc:sldMkLst>
          <pc:docMk/>
          <pc:sldMk cId="2626997722" sldId="2147476465"/>
        </pc:sldMkLst>
      </pc:sldChg>
      <pc:sldChg chg="mod modShow">
        <pc:chgData name="EMERSON, Charlie" userId="S::charlie.emerson@sportfive.com::37e63fb3-2916-40e6-9249-35ce2cdf7da9" providerId="AD" clId="Web-{1C94705E-0080-CF6E-C244-E3346CC61186}" dt="2026-10-05T15:51:34.718" v="1"/>
        <pc:sldMkLst>
          <pc:docMk/>
          <pc:sldMk cId="472755398" sldId="2147483647"/>
        </pc:sldMkLst>
      </pc:sldChg>
    </pc:docChg>
  </pc:docChgLst>
  <pc:docChgLst>
    <pc:chgData name="FARRANT, George" userId="S::george.farrant@sportfive.com::292a3dd9-394f-49b6-9ebd-9a7b08cf3045" providerId="AD" clId="Web-{D45C3FE7-3122-1DF4-BF55-F3136E6AF6A1}"/>
    <pc:docChg chg="delSld modSection">
      <pc:chgData name="FARRANT, George" userId="S::george.farrant@sportfive.com::292a3dd9-394f-49b6-9ebd-9a7b08cf3045" providerId="AD" clId="Web-{D45C3FE7-3122-1DF4-BF55-F3136E6AF6A1}" dt="2026-10-05T18:50:04.694" v="7"/>
      <pc:docMkLst>
        <pc:docMk/>
      </pc:docMkLst>
      <pc:sldChg chg="del">
        <pc:chgData name="FARRANT, George" userId="S::george.farrant@sportfive.com::292a3dd9-394f-49b6-9ebd-9a7b08cf3045" providerId="AD" clId="Web-{D45C3FE7-3122-1DF4-BF55-F3136E6AF6A1}" dt="2026-10-05T18:49:59.272" v="2"/>
        <pc:sldMkLst>
          <pc:docMk/>
          <pc:sldMk cId="146674417" sldId="259"/>
        </pc:sldMkLst>
      </pc:sldChg>
      <pc:sldChg chg="del">
        <pc:chgData name="FARRANT, George" userId="S::george.farrant@sportfive.com::292a3dd9-394f-49b6-9ebd-9a7b08cf3045" providerId="AD" clId="Web-{D45C3FE7-3122-1DF4-BF55-F3136E6AF6A1}" dt="2026-10-05T18:50:04.303" v="5"/>
        <pc:sldMkLst>
          <pc:docMk/>
          <pc:sldMk cId="4208189078" sldId="263"/>
        </pc:sldMkLst>
      </pc:sldChg>
      <pc:sldChg chg="del">
        <pc:chgData name="FARRANT, George" userId="S::george.farrant@sportfive.com::292a3dd9-394f-49b6-9ebd-9a7b08cf3045" providerId="AD" clId="Web-{D45C3FE7-3122-1DF4-BF55-F3136E6AF6A1}" dt="2026-10-05T18:50:04.210" v="4"/>
        <pc:sldMkLst>
          <pc:docMk/>
          <pc:sldMk cId="3838622280" sldId="275"/>
        </pc:sldMkLst>
      </pc:sldChg>
      <pc:sldChg chg="del">
        <pc:chgData name="FARRANT, George" userId="S::george.farrant@sportfive.com::292a3dd9-394f-49b6-9ebd-9a7b08cf3045" providerId="AD" clId="Web-{D45C3FE7-3122-1DF4-BF55-F3136E6AF6A1}" dt="2026-10-05T18:50:04.022" v="3"/>
        <pc:sldMkLst>
          <pc:docMk/>
          <pc:sldMk cId="1910232782" sldId="2147476448"/>
        </pc:sldMkLst>
      </pc:sldChg>
      <pc:sldChg chg="del">
        <pc:chgData name="FARRANT, George" userId="S::george.farrant@sportfive.com::292a3dd9-394f-49b6-9ebd-9a7b08cf3045" providerId="AD" clId="Web-{D45C3FE7-3122-1DF4-BF55-F3136E6AF6A1}" dt="2026-10-05T18:49:55.397" v="1"/>
        <pc:sldMkLst>
          <pc:docMk/>
          <pc:sldMk cId="2656062605" sldId="2147476927"/>
        </pc:sldMkLst>
      </pc:sldChg>
      <pc:sldChg chg="del">
        <pc:chgData name="FARRANT, George" userId="S::george.farrant@sportfive.com::292a3dd9-394f-49b6-9ebd-9a7b08cf3045" providerId="AD" clId="Web-{D45C3FE7-3122-1DF4-BF55-F3136E6AF6A1}" dt="2026-10-05T18:49:39.288" v="0"/>
        <pc:sldMkLst>
          <pc:docMk/>
          <pc:sldMk cId="0" sldId="2147483643"/>
        </pc:sldMkLst>
      </pc:sldChg>
      <pc:sldChg chg="del">
        <pc:chgData name="FARRANT, George" userId="S::george.farrant@sportfive.com::292a3dd9-394f-49b6-9ebd-9a7b08cf3045" providerId="AD" clId="Web-{D45C3FE7-3122-1DF4-BF55-F3136E6AF6A1}" dt="2026-10-05T18:50:04.569" v="6"/>
        <pc:sldMkLst>
          <pc:docMk/>
          <pc:sldMk cId="96831427" sldId="2147483645"/>
        </pc:sldMkLst>
      </pc:sldChg>
      <pc:sldChg chg="del">
        <pc:chgData name="FARRANT, George" userId="S::george.farrant@sportfive.com::292a3dd9-394f-49b6-9ebd-9a7b08cf3045" providerId="AD" clId="Web-{D45C3FE7-3122-1DF4-BF55-F3136E6AF6A1}" dt="2026-10-05T18:50:04.694" v="7"/>
        <pc:sldMkLst>
          <pc:docMk/>
          <pc:sldMk cId="1903566693" sldId="214748364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95965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2EFB2F-EC9F-4990-9364-B16C064C54F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F0AE08E-63E1-449A-ADCF-2E939DB7147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A9A78E4-4370-44B7-B745-E7349EA30461}"/>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5" name="Footer Placeholder 4">
            <a:extLst>
              <a:ext uri="{FF2B5EF4-FFF2-40B4-BE49-F238E27FC236}">
                <a16:creationId xmlns:a16="http://schemas.microsoft.com/office/drawing/2014/main" id="{0D9E895A-9F60-469B-8902-C360DA12CBF9}"/>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3910060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DC2EC-F399-414C-9062-A4589A5BFCE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1047CB3C-2FB6-48F7-9CB2-C9EFC071CDC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B31232A-28E8-46F5-9B04-6DB06F04F88D}"/>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5" name="Footer Placeholder 4">
            <a:extLst>
              <a:ext uri="{FF2B5EF4-FFF2-40B4-BE49-F238E27FC236}">
                <a16:creationId xmlns:a16="http://schemas.microsoft.com/office/drawing/2014/main" id="{41DBF08A-DFF8-495F-8C95-223B5FCCB982}"/>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398612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AC45B-4CB3-4DA4-8456-FE52522631E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AE553CC-DB36-46CE-B18A-8950F2059D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0F7AD27-A5C8-48AF-975F-1CC4CE67FFE1}"/>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5" name="Footer Placeholder 4">
            <a:extLst>
              <a:ext uri="{FF2B5EF4-FFF2-40B4-BE49-F238E27FC236}">
                <a16:creationId xmlns:a16="http://schemas.microsoft.com/office/drawing/2014/main" id="{E3A008B9-11E7-4E4A-BB05-4B04399F1D9C}"/>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309455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649DF-34B8-47A6-9973-D2512065B61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8D05539F-8331-4551-9CE8-F27B667DED3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A0FA1FF-4B61-4B48-A351-2834E5E1C4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D8C0B6D-29BB-42BE-8E4C-A1A032CF4FDA}"/>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6" name="Footer Placeholder 5">
            <a:extLst>
              <a:ext uri="{FF2B5EF4-FFF2-40B4-BE49-F238E27FC236}">
                <a16:creationId xmlns:a16="http://schemas.microsoft.com/office/drawing/2014/main" id="{E40AD476-A17F-4977-A9AE-D108710BF352}"/>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6743025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B9819-3F24-41B4-98B5-9989737C9B2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9F6EF69E-B185-4E22-B8BB-DD0ED077D3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BCDFC6B-1461-403E-82B7-A3C7CC53D11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C2C044F-5568-4891-A61B-17D0706257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E17820-1E09-40C9-979D-3357EBA9396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88FFF73-6510-48A2-949D-A10D01E255A8}"/>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8" name="Footer Placeholder 7">
            <a:extLst>
              <a:ext uri="{FF2B5EF4-FFF2-40B4-BE49-F238E27FC236}">
                <a16:creationId xmlns:a16="http://schemas.microsoft.com/office/drawing/2014/main" id="{F0B2D504-A257-45F8-B960-D777974302F4}"/>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25273426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965DA-C661-4116-A3A6-5C33F8D4663C}"/>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2EA4E276-5B0D-4F50-8A49-9B656CFF4E9D}"/>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4" name="Footer Placeholder 3">
            <a:extLst>
              <a:ext uri="{FF2B5EF4-FFF2-40B4-BE49-F238E27FC236}">
                <a16:creationId xmlns:a16="http://schemas.microsoft.com/office/drawing/2014/main" id="{69BE9428-D425-4616-85A1-28DEDBACD03A}"/>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26855117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8128B1-3CE1-447E-86A3-E00B06BBCC53}"/>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3" name="Footer Placeholder 2">
            <a:extLst>
              <a:ext uri="{FF2B5EF4-FFF2-40B4-BE49-F238E27FC236}">
                <a16:creationId xmlns:a16="http://schemas.microsoft.com/office/drawing/2014/main" id="{F825282D-EFFE-4ED7-B01E-E07039071A37}"/>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3502142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E7608-6089-4F4E-B308-62237210BB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9F9FE9F-B8AA-4DE2-8CC9-77E6643D7E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AAA60BD8-1D3A-4EEF-BD85-B4C0B03329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B7A5955-49E0-4BC9-B157-763111E4FE2A}"/>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6" name="Footer Placeholder 5">
            <a:extLst>
              <a:ext uri="{FF2B5EF4-FFF2-40B4-BE49-F238E27FC236}">
                <a16:creationId xmlns:a16="http://schemas.microsoft.com/office/drawing/2014/main" id="{03B4C3C6-A2CE-4F2F-9B27-7392556556D0}"/>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981526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1B204-6B92-4D08-A36D-2590A30AEB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0E465A7-8CBF-4EAE-91C6-57ACCF1638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950DFAC-890E-4CD3-BE59-567BB9FC06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0AB59F-FBEC-4456-A3CF-072D44797B65}"/>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6" name="Footer Placeholder 5">
            <a:extLst>
              <a:ext uri="{FF2B5EF4-FFF2-40B4-BE49-F238E27FC236}">
                <a16:creationId xmlns:a16="http://schemas.microsoft.com/office/drawing/2014/main" id="{7133E03D-73C5-4384-A991-DD12FB20A756}"/>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20808456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A4F06-FD47-4833-AACD-D4BD0AFA6F4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14D831D-3AB6-404A-870E-06942355E4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42C6AEA-00A2-4A41-849D-6F74E7F667D9}"/>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5" name="Footer Placeholder 4">
            <a:extLst>
              <a:ext uri="{FF2B5EF4-FFF2-40B4-BE49-F238E27FC236}">
                <a16:creationId xmlns:a16="http://schemas.microsoft.com/office/drawing/2014/main" id="{B1604AA9-E365-44BC-9F6A-2ACEB5A07B8E}"/>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960015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C1D0CF-4BC2-4EC1-951B-9825F3004D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BA463E3-2624-43DC-95EA-9E5AC750527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E740889-5F09-49D3-A8D8-71729C3C8550}"/>
              </a:ext>
            </a:extLst>
          </p:cNvPr>
          <p:cNvSpPr>
            <a:spLocks noGrp="1"/>
          </p:cNvSpPr>
          <p:nvPr>
            <p:ph type="dt" sz="half" idx="10"/>
          </p:nvPr>
        </p:nvSpPr>
        <p:spPr/>
        <p:txBody>
          <a:bodyPr/>
          <a:lstStyle/>
          <a:p>
            <a:fld id="{7458A2D1-CDA2-4E2E-9F94-911EA117E445}" type="datetimeFigureOut">
              <a:rPr lang="en-GB" smtClean="0"/>
              <a:t>07/10/2026</a:t>
            </a:fld>
            <a:endParaRPr lang="en-GB"/>
          </a:p>
        </p:txBody>
      </p:sp>
      <p:sp>
        <p:nvSpPr>
          <p:cNvPr id="5" name="Footer Placeholder 4">
            <a:extLst>
              <a:ext uri="{FF2B5EF4-FFF2-40B4-BE49-F238E27FC236}">
                <a16:creationId xmlns:a16="http://schemas.microsoft.com/office/drawing/2014/main" id="{247E181A-1A40-4FED-91B3-2B96C83B8C97}"/>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4286532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Divider | picture 1/2">
    <p:bg>
      <p:bgPr>
        <a:solidFill>
          <a:schemeClr val="tx1"/>
        </a:solidFill>
        <a:effectLst/>
      </p:bgPr>
    </p:bg>
    <p:spTree>
      <p:nvGrpSpPr>
        <p:cNvPr id="1" name=""/>
        <p:cNvGrpSpPr/>
        <p:nvPr/>
      </p:nvGrpSpPr>
      <p:grpSpPr>
        <a:xfrm>
          <a:off x="0" y="0"/>
          <a:ext cx="0" cy="0"/>
          <a:chOff x="0" y="0"/>
          <a:chExt cx="0" cy="0"/>
        </a:xfrm>
      </p:grpSpPr>
      <p:sp>
        <p:nvSpPr>
          <p:cNvPr id="127" name="Bildplatzhalter 126">
            <a:extLst>
              <a:ext uri="{FF2B5EF4-FFF2-40B4-BE49-F238E27FC236}">
                <a16:creationId xmlns:a16="http://schemas.microsoft.com/office/drawing/2014/main" id="{5DDFCDE0-1161-4605-B9E3-2607A70946B3}"/>
              </a:ext>
            </a:extLst>
          </p:cNvPr>
          <p:cNvSpPr>
            <a:spLocks noGrp="1"/>
          </p:cNvSpPr>
          <p:nvPr>
            <p:ph type="pic" sz="quarter" idx="25" hasCustomPrompt="1"/>
          </p:nvPr>
        </p:nvSpPr>
        <p:spPr>
          <a:xfrm>
            <a:off x="6096000" y="0"/>
            <a:ext cx="6096000" cy="6858000"/>
          </a:xfrm>
          <a:solidFill>
            <a:schemeClr val="accent6"/>
          </a:solidFill>
        </p:spPr>
        <p:txBody>
          <a:bodyPr/>
          <a:lstStyle>
            <a:lvl1pPr>
              <a:defRPr/>
            </a:lvl1pPr>
          </a:lstStyle>
          <a:p>
            <a:r>
              <a:rPr lang="de-DE"/>
              <a:t> </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418" y="2636912"/>
            <a:ext cx="1440000" cy="648000"/>
          </a:xfrm>
        </p:spPr>
        <p:txBody>
          <a:bodyPr anchor="b"/>
          <a:lstStyle>
            <a:lvl1pPr marL="0" indent="0">
              <a:lnSpc>
                <a:spcPct val="100000"/>
              </a:lnSpc>
              <a:spcAft>
                <a:spcPts val="0"/>
              </a:spcAft>
              <a:buFont typeface="Arial" panose="020B0604020202020204" pitchFamily="34" charset="0"/>
              <a:buNone/>
              <a:defRPr sz="4000" b="1">
                <a:solidFill>
                  <a:schemeClr val="bg2"/>
                </a:solidFill>
                <a:latin typeface="+mn-lt"/>
              </a:defRPr>
            </a:lvl1pPr>
            <a:lvl2pPr marL="0" indent="0">
              <a:lnSpc>
                <a:spcPct val="100000"/>
              </a:lnSpc>
              <a:spcAft>
                <a:spcPts val="0"/>
              </a:spcAft>
              <a:buFont typeface="Arial" panose="020B0604020202020204" pitchFamily="34" charset="0"/>
              <a:buNone/>
              <a:defRPr sz="4000" b="1">
                <a:solidFill>
                  <a:schemeClr val="bg2"/>
                </a:solidFill>
                <a:latin typeface="+mn-lt"/>
              </a:defRPr>
            </a:lvl2pPr>
            <a:lvl3pPr marL="0" indent="0">
              <a:lnSpc>
                <a:spcPct val="100000"/>
              </a:lnSpc>
              <a:spcAft>
                <a:spcPts val="0"/>
              </a:spcAft>
              <a:buFont typeface="Arial" panose="020B0604020202020204" pitchFamily="34" charset="0"/>
              <a:buNone/>
              <a:defRPr sz="4000" b="1">
                <a:solidFill>
                  <a:schemeClr val="bg2"/>
                </a:solidFill>
                <a:latin typeface="+mn-lt"/>
              </a:defRPr>
            </a:lvl3pPr>
            <a:lvl4pPr marL="0" indent="0">
              <a:lnSpc>
                <a:spcPct val="100000"/>
              </a:lnSpc>
              <a:spcAft>
                <a:spcPts val="0"/>
              </a:spcAft>
              <a:buNone/>
              <a:defRPr sz="4000" b="1">
                <a:solidFill>
                  <a:schemeClr val="bg2"/>
                </a:solidFill>
                <a:latin typeface="+mn-lt"/>
              </a:defRPr>
            </a:lvl4pPr>
            <a:lvl5pPr marL="0" indent="0">
              <a:lnSpc>
                <a:spcPct val="100000"/>
              </a:lnSpc>
              <a:spcAft>
                <a:spcPts val="0"/>
              </a:spcAft>
              <a:buNone/>
              <a:defRPr sz="4000" b="1">
                <a:solidFill>
                  <a:schemeClr val="bg2"/>
                </a:solidFill>
                <a:latin typeface="+mn-lt"/>
              </a:defRPr>
            </a:lvl5pPr>
            <a:lvl6pPr marL="0" indent="0">
              <a:lnSpc>
                <a:spcPct val="100000"/>
              </a:lnSpc>
              <a:spcAft>
                <a:spcPts val="0"/>
              </a:spcAft>
              <a:buNone/>
              <a:defRPr sz="4000" b="1">
                <a:solidFill>
                  <a:schemeClr val="bg2"/>
                </a:solidFill>
                <a:latin typeface="+mn-lt"/>
              </a:defRPr>
            </a:lvl6pPr>
            <a:lvl7pPr marL="0" indent="0">
              <a:lnSpc>
                <a:spcPct val="100000"/>
              </a:lnSpc>
              <a:spcAft>
                <a:spcPts val="0"/>
              </a:spcAft>
              <a:buNone/>
              <a:defRPr sz="4000" b="1">
                <a:solidFill>
                  <a:schemeClr val="bg2"/>
                </a:solidFill>
                <a:latin typeface="+mn-lt"/>
              </a:defRPr>
            </a:lvl7pPr>
            <a:lvl8pPr marL="0" indent="0">
              <a:lnSpc>
                <a:spcPct val="100000"/>
              </a:lnSpc>
              <a:spcAft>
                <a:spcPts val="0"/>
              </a:spcAft>
              <a:buNone/>
              <a:defRPr sz="4000" b="1">
                <a:solidFill>
                  <a:schemeClr val="bg2"/>
                </a:solidFill>
                <a:latin typeface="+mn-lt"/>
              </a:defRPr>
            </a:lvl8pPr>
            <a:lvl9pPr marL="0" indent="0">
              <a:lnSpc>
                <a:spcPct val="100000"/>
              </a:lnSpc>
              <a:spcAft>
                <a:spcPts val="0"/>
              </a:spcAft>
              <a:buNone/>
              <a:defRPr sz="4000" b="1">
                <a:solidFill>
                  <a:schemeClr val="bg2"/>
                </a:solidFill>
                <a:latin typeface="+mn-lt"/>
              </a:defRPr>
            </a:lvl9pPr>
          </a:lstStyle>
          <a:p>
            <a:pPr lvl="0"/>
            <a:r>
              <a:rPr lang="en-US"/>
              <a:t>00</a:t>
            </a:r>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Title of the presentation</a:t>
            </a:r>
          </a:p>
        </p:txBody>
      </p:sp>
      <p:sp>
        <p:nvSpPr>
          <p:cNvPr id="4" name="Datumsplatzhalter 3">
            <a:extLst>
              <a:ext uri="{FF2B5EF4-FFF2-40B4-BE49-F238E27FC236}">
                <a16:creationId xmlns:a16="http://schemas.microsoft.com/office/drawing/2014/main" id="{4564567E-7E76-46E6-BCB6-8888D21914D8}"/>
              </a:ext>
            </a:extLst>
          </p:cNvPr>
          <p:cNvSpPr>
            <a:spLocks noGrp="1"/>
          </p:cNvSpPr>
          <p:nvPr>
            <p:ph type="dt" sz="half" idx="18"/>
          </p:nvPr>
        </p:nvSpPr>
        <p:spPr bwMode="white"/>
        <p:txBody>
          <a:bodyPr/>
          <a:lstStyle>
            <a:lvl1pPr>
              <a:defRPr>
                <a:solidFill>
                  <a:schemeClr val="bg1"/>
                </a:solidFill>
              </a:defRPr>
            </a:lvl1pPr>
          </a:lstStyle>
          <a:p>
            <a:r>
              <a:rPr lang="de-DE"/>
              <a:t>Date</a:t>
            </a:r>
            <a:endParaRPr lang="en-US"/>
          </a:p>
        </p:txBody>
      </p:sp>
      <p:sp>
        <p:nvSpPr>
          <p:cNvPr id="10" name="Titel 1">
            <a:extLst>
              <a:ext uri="{FF2B5EF4-FFF2-40B4-BE49-F238E27FC236}">
                <a16:creationId xmlns:a16="http://schemas.microsoft.com/office/drawing/2014/main" id="{2AAEA2F6-B974-4370-AC73-A51335145A1A}"/>
              </a:ext>
            </a:extLst>
          </p:cNvPr>
          <p:cNvSpPr>
            <a:spLocks noGrp="1"/>
          </p:cNvSpPr>
          <p:nvPr>
            <p:ph type="title" hasCustomPrompt="1"/>
          </p:nvPr>
        </p:nvSpPr>
        <p:spPr bwMode="gray">
          <a:xfrm>
            <a:off x="623392" y="3357104"/>
            <a:ext cx="5328146" cy="1008000"/>
          </a:xfrm>
        </p:spPr>
        <p:txBody>
          <a:bodyPr rIns="14400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sp>
        <p:nvSpPr>
          <p:cNvPr id="141" name="Textplatzhalter 140">
            <a:extLst>
              <a:ext uri="{FF2B5EF4-FFF2-40B4-BE49-F238E27FC236}">
                <a16:creationId xmlns:a16="http://schemas.microsoft.com/office/drawing/2014/main" id="{978C03CC-B96D-441D-8AE0-61F73A8EA5EE}"/>
              </a:ext>
            </a:extLst>
          </p:cNvPr>
          <p:cNvSpPr>
            <a:spLocks noGrp="1"/>
          </p:cNvSpPr>
          <p:nvPr>
            <p:ph type="body" sz="quarter" idx="24" hasCustomPrompt="1"/>
          </p:nvPr>
        </p:nvSpPr>
        <p:spPr bwMode="gray">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144" name="Textplatzhalter 143">
            <a:extLst>
              <a:ext uri="{FF2B5EF4-FFF2-40B4-BE49-F238E27FC236}">
                <a16:creationId xmlns:a16="http://schemas.microsoft.com/office/drawing/2014/main" id="{2D7718B2-2CBC-4694-A303-CE8AC567A33D}"/>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145" name="Textplatzhalter 144">
            <a:extLst>
              <a:ext uri="{FF2B5EF4-FFF2-40B4-BE49-F238E27FC236}">
                <a16:creationId xmlns:a16="http://schemas.microsoft.com/office/drawing/2014/main" id="{A8C997C6-51B1-4DC4-BAC6-4339C53666CD}"/>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166600566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ontact">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304E24B7-16B6-48B3-8D52-C4B9616DF814}"/>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de-DE" sz="2400" b="0" i="0" u="none" baseline="0">
              <a:solidFill>
                <a:srgbClr val="FFFFFF"/>
              </a:solidFill>
              <a:latin typeface="Arial" panose="020B0604020202020204" pitchFamily="34" charset="0"/>
            </a:endParaRPr>
          </a:p>
        </p:txBody>
      </p:sp>
      <p:pic>
        <p:nvPicPr>
          <p:cNvPr id="6" name="Grafik 5">
            <a:extLst>
              <a:ext uri="{FF2B5EF4-FFF2-40B4-BE49-F238E27FC236}">
                <a16:creationId xmlns:a16="http://schemas.microsoft.com/office/drawing/2014/main" id="{86B192AB-2361-44DE-A46E-166CA472E7F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521193" y="3140626"/>
            <a:ext cx="3149617" cy="576749"/>
          </a:xfrm>
          <a:prstGeom prst="rect">
            <a:avLst/>
          </a:prstGeom>
        </p:spPr>
      </p:pic>
      <p:sp>
        <p:nvSpPr>
          <p:cNvPr id="9" name="Textplatzhalter 8">
            <a:extLst>
              <a:ext uri="{FF2B5EF4-FFF2-40B4-BE49-F238E27FC236}">
                <a16:creationId xmlns:a16="http://schemas.microsoft.com/office/drawing/2014/main" id="{6893CD51-BDC9-4F50-A877-03C7876367E7}"/>
              </a:ext>
            </a:extLst>
          </p:cNvPr>
          <p:cNvSpPr>
            <a:spLocks noGrp="1"/>
          </p:cNvSpPr>
          <p:nvPr>
            <p:ph type="body" sz="quarter" idx="10" hasCustomPrompt="1"/>
          </p:nvPr>
        </p:nvSpPr>
        <p:spPr>
          <a:xfrm>
            <a:off x="624416" y="3909053"/>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0" name="Textplatzhalter 8">
            <a:extLst>
              <a:ext uri="{FF2B5EF4-FFF2-40B4-BE49-F238E27FC236}">
                <a16:creationId xmlns:a16="http://schemas.microsoft.com/office/drawing/2014/main" id="{C74A980F-D8A8-45BF-83FF-FAFDC411F9E4}"/>
              </a:ext>
            </a:extLst>
          </p:cNvPr>
          <p:cNvSpPr>
            <a:spLocks noGrp="1"/>
          </p:cNvSpPr>
          <p:nvPr>
            <p:ph type="body" sz="quarter" idx="11" hasCustomPrompt="1"/>
          </p:nvPr>
        </p:nvSpPr>
        <p:spPr>
          <a:xfrm>
            <a:off x="623391" y="5060520"/>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
        <p:nvSpPr>
          <p:cNvPr id="11" name="Textplatzhalter 10">
            <a:extLst>
              <a:ext uri="{FF2B5EF4-FFF2-40B4-BE49-F238E27FC236}">
                <a16:creationId xmlns:a16="http://schemas.microsoft.com/office/drawing/2014/main" id="{FD3A351C-B054-488A-96DA-3D864DDEFE98}"/>
              </a:ext>
            </a:extLst>
          </p:cNvPr>
          <p:cNvSpPr>
            <a:spLocks noGrp="1"/>
          </p:cNvSpPr>
          <p:nvPr>
            <p:ph type="body" sz="quarter" idx="16" hasCustomPrompt="1"/>
          </p:nvPr>
        </p:nvSpPr>
        <p:spPr>
          <a:xfrm>
            <a:off x="5568107" y="0"/>
            <a:ext cx="1055787" cy="384000"/>
          </a:xfrm>
          <a:blipFill>
            <a:blip r:embed="rId3"/>
            <a:stretch>
              <a:fillRect l="-27170" t="-282" r="-6472" b="-206"/>
            </a:stretch>
          </a:blipFill>
        </p:spPr>
        <p:txBody>
          <a:bodyPr/>
          <a:lstStyle>
            <a:lvl1pPr>
              <a:defRPr/>
            </a:lvl1pPr>
          </a:lstStyle>
          <a:p>
            <a:pPr lvl="0"/>
            <a:r>
              <a:rPr lang="de-DE"/>
              <a:t> </a:t>
            </a:r>
          </a:p>
        </p:txBody>
      </p:sp>
      <p:sp>
        <p:nvSpPr>
          <p:cNvPr id="12" name="Textplatzhalter 10">
            <a:extLst>
              <a:ext uri="{FF2B5EF4-FFF2-40B4-BE49-F238E27FC236}">
                <a16:creationId xmlns:a16="http://schemas.microsoft.com/office/drawing/2014/main" id="{CE9C6B95-632F-4A19-995A-4C35860E9490}"/>
              </a:ext>
            </a:extLst>
          </p:cNvPr>
          <p:cNvSpPr>
            <a:spLocks noGrp="1"/>
          </p:cNvSpPr>
          <p:nvPr>
            <p:ph type="body" sz="quarter" idx="17" hasCustomPrompt="1"/>
          </p:nvPr>
        </p:nvSpPr>
        <p:spPr>
          <a:xfrm>
            <a:off x="5568107" y="6474000"/>
            <a:ext cx="1055787" cy="384000"/>
          </a:xfrm>
          <a:blipFill>
            <a:blip r:embed="rId3"/>
            <a:stretch>
              <a:fillRect l="-27170" t="-282" r="-6472" b="-206"/>
            </a:stretch>
          </a:blipFill>
        </p:spPr>
        <p:txBody>
          <a:bodyPr/>
          <a:lstStyle>
            <a:lvl1pPr>
              <a:defRPr/>
            </a:lvl1pPr>
          </a:lstStyle>
          <a:p>
            <a:pPr lvl="0"/>
            <a:r>
              <a:rPr lang="de-DE"/>
              <a:t> </a:t>
            </a:r>
          </a:p>
        </p:txBody>
      </p:sp>
      <p:sp>
        <p:nvSpPr>
          <p:cNvPr id="13" name="Textplatzhalter 8">
            <a:extLst>
              <a:ext uri="{FF2B5EF4-FFF2-40B4-BE49-F238E27FC236}">
                <a16:creationId xmlns:a16="http://schemas.microsoft.com/office/drawing/2014/main" id="{AADD44CD-2753-482D-A965-16E8C883C125}"/>
              </a:ext>
            </a:extLst>
          </p:cNvPr>
          <p:cNvSpPr>
            <a:spLocks noGrp="1"/>
          </p:cNvSpPr>
          <p:nvPr>
            <p:ph type="body" sz="quarter" idx="18" hasCustomPrompt="1"/>
          </p:nvPr>
        </p:nvSpPr>
        <p:spPr>
          <a:xfrm>
            <a:off x="3376480" y="3909713"/>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4" name="Textplatzhalter 8">
            <a:extLst>
              <a:ext uri="{FF2B5EF4-FFF2-40B4-BE49-F238E27FC236}">
                <a16:creationId xmlns:a16="http://schemas.microsoft.com/office/drawing/2014/main" id="{C94F3636-305D-456D-A0E2-A24C577076DB}"/>
              </a:ext>
            </a:extLst>
          </p:cNvPr>
          <p:cNvSpPr>
            <a:spLocks noGrp="1"/>
          </p:cNvSpPr>
          <p:nvPr>
            <p:ph type="body" sz="quarter" idx="19" hasCustomPrompt="1"/>
          </p:nvPr>
        </p:nvSpPr>
        <p:spPr>
          <a:xfrm>
            <a:off x="3375455" y="5061180"/>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
        <p:nvSpPr>
          <p:cNvPr id="15" name="Textplatzhalter 8">
            <a:extLst>
              <a:ext uri="{FF2B5EF4-FFF2-40B4-BE49-F238E27FC236}">
                <a16:creationId xmlns:a16="http://schemas.microsoft.com/office/drawing/2014/main" id="{96E18DD2-B380-4D17-A06E-2546AAFA4D0C}"/>
              </a:ext>
            </a:extLst>
          </p:cNvPr>
          <p:cNvSpPr>
            <a:spLocks noGrp="1"/>
          </p:cNvSpPr>
          <p:nvPr>
            <p:ph type="body" sz="quarter" idx="20" hasCustomPrompt="1"/>
          </p:nvPr>
        </p:nvSpPr>
        <p:spPr>
          <a:xfrm>
            <a:off x="6128544" y="3916629"/>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6" name="Textplatzhalter 8">
            <a:extLst>
              <a:ext uri="{FF2B5EF4-FFF2-40B4-BE49-F238E27FC236}">
                <a16:creationId xmlns:a16="http://schemas.microsoft.com/office/drawing/2014/main" id="{EBB98A29-42B7-4665-B7EB-76508B202365}"/>
              </a:ext>
            </a:extLst>
          </p:cNvPr>
          <p:cNvSpPr>
            <a:spLocks noGrp="1"/>
          </p:cNvSpPr>
          <p:nvPr>
            <p:ph type="body" sz="quarter" idx="21" hasCustomPrompt="1"/>
          </p:nvPr>
        </p:nvSpPr>
        <p:spPr>
          <a:xfrm>
            <a:off x="6127519" y="5068096"/>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
        <p:nvSpPr>
          <p:cNvPr id="17" name="Textplatzhalter 8">
            <a:extLst>
              <a:ext uri="{FF2B5EF4-FFF2-40B4-BE49-F238E27FC236}">
                <a16:creationId xmlns:a16="http://schemas.microsoft.com/office/drawing/2014/main" id="{C27B1F27-00CE-4319-86FC-8725236426E4}"/>
              </a:ext>
            </a:extLst>
          </p:cNvPr>
          <p:cNvSpPr>
            <a:spLocks noGrp="1"/>
          </p:cNvSpPr>
          <p:nvPr>
            <p:ph type="body" sz="quarter" idx="22" hasCustomPrompt="1"/>
          </p:nvPr>
        </p:nvSpPr>
        <p:spPr>
          <a:xfrm>
            <a:off x="8880608" y="3917289"/>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8" name="Textplatzhalter 8">
            <a:extLst>
              <a:ext uri="{FF2B5EF4-FFF2-40B4-BE49-F238E27FC236}">
                <a16:creationId xmlns:a16="http://schemas.microsoft.com/office/drawing/2014/main" id="{8C69BFBD-90EB-4EB7-A441-7C5C03B5E3FB}"/>
              </a:ext>
            </a:extLst>
          </p:cNvPr>
          <p:cNvSpPr>
            <a:spLocks noGrp="1"/>
          </p:cNvSpPr>
          <p:nvPr>
            <p:ph type="body" sz="quarter" idx="23" hasCustomPrompt="1"/>
          </p:nvPr>
        </p:nvSpPr>
        <p:spPr>
          <a:xfrm>
            <a:off x="8879583" y="5068756"/>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Tree>
    <p:extLst>
      <p:ext uri="{BB962C8B-B14F-4D97-AF65-F5344CB8AC3E}">
        <p14:creationId xmlns:p14="http://schemas.microsoft.com/office/powerpoint/2010/main" val="387966685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49" name="Rechteck 48">
            <a:extLst>
              <a:ext uri="{FF2B5EF4-FFF2-40B4-BE49-F238E27FC236}">
                <a16:creationId xmlns:a16="http://schemas.microsoft.com/office/drawing/2014/main" id="{BBA6631A-1ECA-4AF8-8247-29BDB61A882D}"/>
              </a:ext>
            </a:extLst>
          </p:cNvPr>
          <p:cNvSpPr/>
          <p:nvPr userDrawn="1"/>
        </p:nvSpPr>
        <p:spPr>
          <a:xfrm>
            <a:off x="8184232" y="3861048"/>
            <a:ext cx="1008112" cy="5040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algn="ctr" rtl="0" eaLnBrk="1" fontAlgn="auto" hangingPunct="1">
              <a:lnSpc>
                <a:spcPct val="110000"/>
              </a:lnSpc>
              <a:spcBef>
                <a:spcPts val="0"/>
              </a:spcBef>
              <a:spcAft>
                <a:spcPts val="0"/>
              </a:spcAft>
            </a:pPr>
            <a:endParaRPr lang="de-DE" sz="1400" b="0" i="0" u="none" baseline="0" err="1">
              <a:solidFill>
                <a:srgbClr val="FFFFFF"/>
              </a:solidFill>
              <a:latin typeface="Arial" panose="020B0604020202020204" pitchFamily="34" charset="0"/>
            </a:endParaRPr>
          </a:p>
        </p:txBody>
      </p:sp>
      <p:sp>
        <p:nvSpPr>
          <p:cNvPr id="50" name="Bildplatzhalter 49">
            <a:extLst>
              <a:ext uri="{FF2B5EF4-FFF2-40B4-BE49-F238E27FC236}">
                <a16:creationId xmlns:a16="http://schemas.microsoft.com/office/drawing/2014/main" id="{B16CA78A-F06F-4470-BC76-C10558AED95E}"/>
              </a:ext>
            </a:extLst>
          </p:cNvPr>
          <p:cNvSpPr>
            <a:spLocks noGrp="1"/>
          </p:cNvSpPr>
          <p:nvPr>
            <p:ph type="pic" sz="quarter" idx="19" hasCustomPrompt="1"/>
          </p:nvPr>
        </p:nvSpPr>
        <p:spPr bwMode="gray">
          <a:xfrm>
            <a:off x="1" y="0"/>
            <a:ext cx="12192000" cy="6858000"/>
          </a:xfrm>
          <a:custGeom>
            <a:avLst/>
            <a:gdLst>
              <a:gd name="connsiteX0" fmla="*/ 8301144 w 12192000"/>
              <a:gd name="connsiteY0" fmla="*/ 3923111 h 6858000"/>
              <a:gd name="connsiteX1" fmla="*/ 8301144 w 12192000"/>
              <a:gd name="connsiteY1" fmla="*/ 4196755 h 6858000"/>
              <a:gd name="connsiteX2" fmla="*/ 9087310 w 12192000"/>
              <a:gd name="connsiteY2" fmla="*/ 4196755 h 6858000"/>
              <a:gd name="connsiteX3" fmla="*/ 9087310 w 12192000"/>
              <a:gd name="connsiteY3" fmla="*/ 3923111 h 6858000"/>
              <a:gd name="connsiteX4" fmla="*/ 5403231 w 12192000"/>
              <a:gd name="connsiteY4" fmla="*/ 3000956 h 6858000"/>
              <a:gd name="connsiteX5" fmla="*/ 5588778 w 12192000"/>
              <a:gd name="connsiteY5" fmla="*/ 3000956 h 6858000"/>
              <a:gd name="connsiteX6" fmla="*/ 5665954 w 12192000"/>
              <a:gd name="connsiteY6" fmla="*/ 3024821 h 6858000"/>
              <a:gd name="connsiteX7" fmla="*/ 5689833 w 12192000"/>
              <a:gd name="connsiteY7" fmla="*/ 3083699 h 6858000"/>
              <a:gd name="connsiteX8" fmla="*/ 5665954 w 12192000"/>
              <a:gd name="connsiteY8" fmla="*/ 3142570 h 6858000"/>
              <a:gd name="connsiteX9" fmla="*/ 5588778 w 12192000"/>
              <a:gd name="connsiteY9" fmla="*/ 3166436 h 6858000"/>
              <a:gd name="connsiteX10" fmla="*/ 5403231 w 12192000"/>
              <a:gd name="connsiteY10" fmla="*/ 3166436 h 6858000"/>
              <a:gd name="connsiteX11" fmla="*/ 3381319 w 12192000"/>
              <a:gd name="connsiteY11" fmla="*/ 3000898 h 6858000"/>
              <a:gd name="connsiteX12" fmla="*/ 3540088 w 12192000"/>
              <a:gd name="connsiteY12" fmla="*/ 3000898 h 6858000"/>
              <a:gd name="connsiteX13" fmla="*/ 3614823 w 12192000"/>
              <a:gd name="connsiteY13" fmla="*/ 3025151 h 6858000"/>
              <a:gd name="connsiteX14" fmla="*/ 3639744 w 12192000"/>
              <a:gd name="connsiteY14" fmla="*/ 3087909 h 6858000"/>
              <a:gd name="connsiteX15" fmla="*/ 3614610 w 12192000"/>
              <a:gd name="connsiteY15" fmla="*/ 3151511 h 6858000"/>
              <a:gd name="connsiteX16" fmla="*/ 3540088 w 12192000"/>
              <a:gd name="connsiteY16" fmla="*/ 3176300 h 6858000"/>
              <a:gd name="connsiteX17" fmla="*/ 3381319 w 12192000"/>
              <a:gd name="connsiteY17" fmla="*/ 3176300 h 6858000"/>
              <a:gd name="connsiteX18" fmla="*/ 4511404 w 12192000"/>
              <a:gd name="connsiteY18" fmla="*/ 2984052 h 6858000"/>
              <a:gd name="connsiteX19" fmla="*/ 4616949 w 12192000"/>
              <a:gd name="connsiteY19" fmla="*/ 3005123 h 6858000"/>
              <a:gd name="connsiteX20" fmla="*/ 4697191 w 12192000"/>
              <a:gd name="connsiteY20" fmla="*/ 3064317 h 6858000"/>
              <a:gd name="connsiteX21" fmla="*/ 4748889 w 12192000"/>
              <a:gd name="connsiteY21" fmla="*/ 3156243 h 6858000"/>
              <a:gd name="connsiteX22" fmla="*/ 4767327 w 12192000"/>
              <a:gd name="connsiteY22" fmla="*/ 3275099 h 6858000"/>
              <a:gd name="connsiteX23" fmla="*/ 4748889 w 12192000"/>
              <a:gd name="connsiteY23" fmla="*/ 3393941 h 6858000"/>
              <a:gd name="connsiteX24" fmla="*/ 4697228 w 12192000"/>
              <a:gd name="connsiteY24" fmla="*/ 3485830 h 6858000"/>
              <a:gd name="connsiteX25" fmla="*/ 4616986 w 12192000"/>
              <a:gd name="connsiteY25" fmla="*/ 3545024 h 6858000"/>
              <a:gd name="connsiteX26" fmla="*/ 4511404 w 12192000"/>
              <a:gd name="connsiteY26" fmla="*/ 3566153 h 6858000"/>
              <a:gd name="connsiteX27" fmla="*/ 4405888 w 12192000"/>
              <a:gd name="connsiteY27" fmla="*/ 3545024 h 6858000"/>
              <a:gd name="connsiteX28" fmla="*/ 4325601 w 12192000"/>
              <a:gd name="connsiteY28" fmla="*/ 3485830 h 6858000"/>
              <a:gd name="connsiteX29" fmla="*/ 4273969 w 12192000"/>
              <a:gd name="connsiteY29" fmla="*/ 3393941 h 6858000"/>
              <a:gd name="connsiteX30" fmla="*/ 4255525 w 12192000"/>
              <a:gd name="connsiteY30" fmla="*/ 3275099 h 6858000"/>
              <a:gd name="connsiteX31" fmla="*/ 4273969 w 12192000"/>
              <a:gd name="connsiteY31" fmla="*/ 3156243 h 6858000"/>
              <a:gd name="connsiteX32" fmla="*/ 4325601 w 12192000"/>
              <a:gd name="connsiteY32" fmla="*/ 3064353 h 6858000"/>
              <a:gd name="connsiteX33" fmla="*/ 4405888 w 12192000"/>
              <a:gd name="connsiteY33" fmla="*/ 3005123 h 6858000"/>
              <a:gd name="connsiteX34" fmla="*/ 4511404 w 12192000"/>
              <a:gd name="connsiteY34" fmla="*/ 2984052 h 6858000"/>
              <a:gd name="connsiteX35" fmla="*/ 9271961 w 12192000"/>
              <a:gd name="connsiteY35" fmla="*/ 2763940 h 6858000"/>
              <a:gd name="connsiteX36" fmla="*/ 9271961 w 12192000"/>
              <a:gd name="connsiteY36" fmla="*/ 3786249 h 6858000"/>
              <a:gd name="connsiteX37" fmla="*/ 10056440 w 12192000"/>
              <a:gd name="connsiteY37" fmla="*/ 3786249 h 6858000"/>
              <a:gd name="connsiteX38" fmla="*/ 10056440 w 12192000"/>
              <a:gd name="connsiteY38" fmla="*/ 3549284 h 6858000"/>
              <a:gd name="connsiteX39" fmla="*/ 9545546 w 12192000"/>
              <a:gd name="connsiteY39" fmla="*/ 3549284 h 6858000"/>
              <a:gd name="connsiteX40" fmla="*/ 9545546 w 12192000"/>
              <a:gd name="connsiteY40" fmla="*/ 3365403 h 6858000"/>
              <a:gd name="connsiteX41" fmla="*/ 9983268 w 12192000"/>
              <a:gd name="connsiteY41" fmla="*/ 3365403 h 6858000"/>
              <a:gd name="connsiteX42" fmla="*/ 9983268 w 12192000"/>
              <a:gd name="connsiteY42" fmla="*/ 3128424 h 6858000"/>
              <a:gd name="connsiteX43" fmla="*/ 9545546 w 12192000"/>
              <a:gd name="connsiteY43" fmla="*/ 3128424 h 6858000"/>
              <a:gd name="connsiteX44" fmla="*/ 9545546 w 12192000"/>
              <a:gd name="connsiteY44" fmla="*/ 3000957 h 6858000"/>
              <a:gd name="connsiteX45" fmla="*/ 10028270 w 12192000"/>
              <a:gd name="connsiteY45" fmla="*/ 3000957 h 6858000"/>
              <a:gd name="connsiteX46" fmla="*/ 10028270 w 12192000"/>
              <a:gd name="connsiteY46" fmla="*/ 2763940 h 6858000"/>
              <a:gd name="connsiteX47" fmla="*/ 8193582 w 12192000"/>
              <a:gd name="connsiteY47" fmla="*/ 2763932 h 6858000"/>
              <a:gd name="connsiteX48" fmla="*/ 8530401 w 12192000"/>
              <a:gd name="connsiteY48" fmla="*/ 3786270 h 6858000"/>
              <a:gd name="connsiteX49" fmla="*/ 8858038 w 12192000"/>
              <a:gd name="connsiteY49" fmla="*/ 3786270 h 6858000"/>
              <a:gd name="connsiteX50" fmla="*/ 9192166 w 12192000"/>
              <a:gd name="connsiteY50" fmla="*/ 2772212 h 6858000"/>
              <a:gd name="connsiteX51" fmla="*/ 9194872 w 12192000"/>
              <a:gd name="connsiteY51" fmla="*/ 2763932 h 6858000"/>
              <a:gd name="connsiteX52" fmla="*/ 8901243 w 12192000"/>
              <a:gd name="connsiteY52" fmla="*/ 2763932 h 6858000"/>
              <a:gd name="connsiteX53" fmla="*/ 8694231 w 12192000"/>
              <a:gd name="connsiteY53" fmla="*/ 3480761 h 6858000"/>
              <a:gd name="connsiteX54" fmla="*/ 8487174 w 12192000"/>
              <a:gd name="connsiteY54" fmla="*/ 2763932 h 6858000"/>
              <a:gd name="connsiteX55" fmla="*/ 7842425 w 12192000"/>
              <a:gd name="connsiteY55" fmla="*/ 2763932 h 6858000"/>
              <a:gd name="connsiteX56" fmla="*/ 7842425 w 12192000"/>
              <a:gd name="connsiteY56" fmla="*/ 3786270 h 6858000"/>
              <a:gd name="connsiteX57" fmla="*/ 8115980 w 12192000"/>
              <a:gd name="connsiteY57" fmla="*/ 3786270 h 6858000"/>
              <a:gd name="connsiteX58" fmla="*/ 8115980 w 12192000"/>
              <a:gd name="connsiteY58" fmla="*/ 2763932 h 6858000"/>
              <a:gd name="connsiteX59" fmla="*/ 5129684 w 12192000"/>
              <a:gd name="connsiteY59" fmla="*/ 2763932 h 6858000"/>
              <a:gd name="connsiteX60" fmla="*/ 5129684 w 12192000"/>
              <a:gd name="connsiteY60" fmla="*/ 3786249 h 6858000"/>
              <a:gd name="connsiteX61" fmla="*/ 5403238 w 12192000"/>
              <a:gd name="connsiteY61" fmla="*/ 3786249 h 6858000"/>
              <a:gd name="connsiteX62" fmla="*/ 5403238 w 12192000"/>
              <a:gd name="connsiteY62" fmla="*/ 3403430 h 6858000"/>
              <a:gd name="connsiteX63" fmla="*/ 5534123 w 12192000"/>
              <a:gd name="connsiteY63" fmla="*/ 3403430 h 6858000"/>
              <a:gd name="connsiteX64" fmla="*/ 5717109 w 12192000"/>
              <a:gd name="connsiteY64" fmla="*/ 3786256 h 6858000"/>
              <a:gd name="connsiteX65" fmla="*/ 6017368 w 12192000"/>
              <a:gd name="connsiteY65" fmla="*/ 3786256 h 6858000"/>
              <a:gd name="connsiteX66" fmla="*/ 5800857 w 12192000"/>
              <a:gd name="connsiteY66" fmla="*/ 3343070 h 6858000"/>
              <a:gd name="connsiteX67" fmla="*/ 5909879 w 12192000"/>
              <a:gd name="connsiteY67" fmla="*/ 3247610 h 6858000"/>
              <a:gd name="connsiteX68" fmla="*/ 5963404 w 12192000"/>
              <a:gd name="connsiteY68" fmla="*/ 3073857 h 6858000"/>
              <a:gd name="connsiteX69" fmla="*/ 5938100 w 12192000"/>
              <a:gd name="connsiteY69" fmla="*/ 2948583 h 6858000"/>
              <a:gd name="connsiteX70" fmla="*/ 5863344 w 12192000"/>
              <a:gd name="connsiteY70" fmla="*/ 2849873 h 6858000"/>
              <a:gd name="connsiteX71" fmla="*/ 5744649 w 12192000"/>
              <a:gd name="connsiteY71" fmla="*/ 2786228 h 6858000"/>
              <a:gd name="connsiteX72" fmla="*/ 5588792 w 12192000"/>
              <a:gd name="connsiteY72" fmla="*/ 2763932 h 6858000"/>
              <a:gd name="connsiteX73" fmla="*/ 6990788 w 12192000"/>
              <a:gd name="connsiteY73" fmla="*/ 2763918 h 6858000"/>
              <a:gd name="connsiteX74" fmla="*/ 6990788 w 12192000"/>
              <a:gd name="connsiteY74" fmla="*/ 3786256 h 6858000"/>
              <a:gd name="connsiteX75" fmla="*/ 7264343 w 12192000"/>
              <a:gd name="connsiteY75" fmla="*/ 3786256 h 6858000"/>
              <a:gd name="connsiteX76" fmla="*/ 7264343 w 12192000"/>
              <a:gd name="connsiteY76" fmla="*/ 3375290 h 6858000"/>
              <a:gd name="connsiteX77" fmla="*/ 7685190 w 12192000"/>
              <a:gd name="connsiteY77" fmla="*/ 3375290 h 6858000"/>
              <a:gd name="connsiteX78" fmla="*/ 7685190 w 12192000"/>
              <a:gd name="connsiteY78" fmla="*/ 3138324 h 6858000"/>
              <a:gd name="connsiteX79" fmla="*/ 7264343 w 12192000"/>
              <a:gd name="connsiteY79" fmla="*/ 3138324 h 6858000"/>
              <a:gd name="connsiteX80" fmla="*/ 7264343 w 12192000"/>
              <a:gd name="connsiteY80" fmla="*/ 3000935 h 6858000"/>
              <a:gd name="connsiteX81" fmla="*/ 7752730 w 12192000"/>
              <a:gd name="connsiteY81" fmla="*/ 3000935 h 6858000"/>
              <a:gd name="connsiteX82" fmla="*/ 7752730 w 12192000"/>
              <a:gd name="connsiteY82" fmla="*/ 2763918 h 6858000"/>
              <a:gd name="connsiteX83" fmla="*/ 6028075 w 12192000"/>
              <a:gd name="connsiteY83" fmla="*/ 2763881 h 6858000"/>
              <a:gd name="connsiteX84" fmla="*/ 6028075 w 12192000"/>
              <a:gd name="connsiteY84" fmla="*/ 3000905 h 6858000"/>
              <a:gd name="connsiteX85" fmla="*/ 6327813 w 12192000"/>
              <a:gd name="connsiteY85" fmla="*/ 3000905 h 6858000"/>
              <a:gd name="connsiteX86" fmla="*/ 6327813 w 12192000"/>
              <a:gd name="connsiteY86" fmla="*/ 3786219 h 6858000"/>
              <a:gd name="connsiteX87" fmla="*/ 6601420 w 12192000"/>
              <a:gd name="connsiteY87" fmla="*/ 3786219 h 6858000"/>
              <a:gd name="connsiteX88" fmla="*/ 6601420 w 12192000"/>
              <a:gd name="connsiteY88" fmla="*/ 3000905 h 6858000"/>
              <a:gd name="connsiteX89" fmla="*/ 6902647 w 12192000"/>
              <a:gd name="connsiteY89" fmla="*/ 3000905 h 6858000"/>
              <a:gd name="connsiteX90" fmla="*/ 6902647 w 12192000"/>
              <a:gd name="connsiteY90" fmla="*/ 2763881 h 6858000"/>
              <a:gd name="connsiteX91" fmla="*/ 3107727 w 12192000"/>
              <a:gd name="connsiteY91" fmla="*/ 2763881 h 6858000"/>
              <a:gd name="connsiteX92" fmla="*/ 3107727 w 12192000"/>
              <a:gd name="connsiteY92" fmla="*/ 3786219 h 6858000"/>
              <a:gd name="connsiteX93" fmla="*/ 3381332 w 12192000"/>
              <a:gd name="connsiteY93" fmla="*/ 3786219 h 6858000"/>
              <a:gd name="connsiteX94" fmla="*/ 3381332 w 12192000"/>
              <a:gd name="connsiteY94" fmla="*/ 3413280 h 6858000"/>
              <a:gd name="connsiteX95" fmla="*/ 3540094 w 12192000"/>
              <a:gd name="connsiteY95" fmla="*/ 3413280 h 6858000"/>
              <a:gd name="connsiteX96" fmla="*/ 3698452 w 12192000"/>
              <a:gd name="connsiteY96" fmla="*/ 3389459 h 6858000"/>
              <a:gd name="connsiteX97" fmla="*/ 3818519 w 12192000"/>
              <a:gd name="connsiteY97" fmla="*/ 3322117 h 6858000"/>
              <a:gd name="connsiteX98" fmla="*/ 3893848 w 12192000"/>
              <a:gd name="connsiteY98" fmla="*/ 3217547 h 6858000"/>
              <a:gd name="connsiteX99" fmla="*/ 3918960 w 12192000"/>
              <a:gd name="connsiteY99" fmla="*/ 3087917 h 6858000"/>
              <a:gd name="connsiteX100" fmla="*/ 3893811 w 12192000"/>
              <a:gd name="connsiteY100" fmla="*/ 2958858 h 6858000"/>
              <a:gd name="connsiteX101" fmla="*/ 3818519 w 12192000"/>
              <a:gd name="connsiteY101" fmla="*/ 2855066 h 6858000"/>
              <a:gd name="connsiteX102" fmla="*/ 3698452 w 12192000"/>
              <a:gd name="connsiteY102" fmla="*/ 2787695 h 6858000"/>
              <a:gd name="connsiteX103" fmla="*/ 3540094 w 12192000"/>
              <a:gd name="connsiteY103" fmla="*/ 2763881 h 6858000"/>
              <a:gd name="connsiteX104" fmla="*/ 4511410 w 12192000"/>
              <a:gd name="connsiteY104" fmla="*/ 2747020 h 6858000"/>
              <a:gd name="connsiteX105" fmla="*/ 4301927 w 12192000"/>
              <a:gd name="connsiteY105" fmla="*/ 2785341 h 6858000"/>
              <a:gd name="connsiteX106" fmla="*/ 4134099 w 12192000"/>
              <a:gd name="connsiteY106" fmla="*/ 2894076 h 6858000"/>
              <a:gd name="connsiteX107" fmla="*/ 4022547 w 12192000"/>
              <a:gd name="connsiteY107" fmla="*/ 3061683 h 6858000"/>
              <a:gd name="connsiteX108" fmla="*/ 3981983 w 12192000"/>
              <a:gd name="connsiteY108" fmla="*/ 3275098 h 6858000"/>
              <a:gd name="connsiteX109" fmla="*/ 4022591 w 12192000"/>
              <a:gd name="connsiteY109" fmla="*/ 3489225 h 6858000"/>
              <a:gd name="connsiteX110" fmla="*/ 4134107 w 12192000"/>
              <a:gd name="connsiteY110" fmla="*/ 3656105 h 6858000"/>
              <a:gd name="connsiteX111" fmla="*/ 4301934 w 12192000"/>
              <a:gd name="connsiteY111" fmla="*/ 3764855 h 6858000"/>
              <a:gd name="connsiteX112" fmla="*/ 4511426 w 12192000"/>
              <a:gd name="connsiteY112" fmla="*/ 3803154 h 6858000"/>
              <a:gd name="connsiteX113" fmla="*/ 4720896 w 12192000"/>
              <a:gd name="connsiteY113" fmla="*/ 3764855 h 6858000"/>
              <a:gd name="connsiteX114" fmla="*/ 4888765 w 12192000"/>
              <a:gd name="connsiteY114" fmla="*/ 3656105 h 6858000"/>
              <a:gd name="connsiteX115" fmla="*/ 5000339 w 12192000"/>
              <a:gd name="connsiteY115" fmla="*/ 3489225 h 6858000"/>
              <a:gd name="connsiteX116" fmla="*/ 5040896 w 12192000"/>
              <a:gd name="connsiteY116" fmla="*/ 3275098 h 6858000"/>
              <a:gd name="connsiteX117" fmla="*/ 5000339 w 12192000"/>
              <a:gd name="connsiteY117" fmla="*/ 3061683 h 6858000"/>
              <a:gd name="connsiteX118" fmla="*/ 4888757 w 12192000"/>
              <a:gd name="connsiteY118" fmla="*/ 2894084 h 6858000"/>
              <a:gd name="connsiteX119" fmla="*/ 4720881 w 12192000"/>
              <a:gd name="connsiteY119" fmla="*/ 2785348 h 6858000"/>
              <a:gd name="connsiteX120" fmla="*/ 4511410 w 12192000"/>
              <a:gd name="connsiteY120" fmla="*/ 2747020 h 6858000"/>
              <a:gd name="connsiteX121" fmla="*/ 2544687 w 12192000"/>
              <a:gd name="connsiteY121" fmla="*/ 2747020 h 6858000"/>
              <a:gd name="connsiteX122" fmla="*/ 2400014 w 12192000"/>
              <a:gd name="connsiteY122" fmla="*/ 2766265 h 6858000"/>
              <a:gd name="connsiteX123" fmla="*/ 2282727 w 12192000"/>
              <a:gd name="connsiteY123" fmla="*/ 2824659 h 6858000"/>
              <a:gd name="connsiteX124" fmla="*/ 2204817 w 12192000"/>
              <a:gd name="connsiteY124" fmla="*/ 2921095 h 6858000"/>
              <a:gd name="connsiteX125" fmla="*/ 2177079 w 12192000"/>
              <a:gd name="connsiteY125" fmla="*/ 3049926 h 6858000"/>
              <a:gd name="connsiteX126" fmla="*/ 2203496 w 12192000"/>
              <a:gd name="connsiteY126" fmla="*/ 3175303 h 6858000"/>
              <a:gd name="connsiteX127" fmla="*/ 2281796 w 12192000"/>
              <a:gd name="connsiteY127" fmla="*/ 3267713 h 6858000"/>
              <a:gd name="connsiteX128" fmla="*/ 2404444 w 12192000"/>
              <a:gd name="connsiteY128" fmla="*/ 3330302 h 6858000"/>
              <a:gd name="connsiteX129" fmla="*/ 2566997 w 12192000"/>
              <a:gd name="connsiteY129" fmla="*/ 3372055 h 6858000"/>
              <a:gd name="connsiteX130" fmla="*/ 2612094 w 12192000"/>
              <a:gd name="connsiteY130" fmla="*/ 3380482 h 6858000"/>
              <a:gd name="connsiteX131" fmla="*/ 2720595 w 12192000"/>
              <a:gd name="connsiteY131" fmla="*/ 3422543 h 6858000"/>
              <a:gd name="connsiteX132" fmla="*/ 2748517 w 12192000"/>
              <a:gd name="connsiteY132" fmla="*/ 3484765 h 6858000"/>
              <a:gd name="connsiteX133" fmla="*/ 2719518 w 12192000"/>
              <a:gd name="connsiteY133" fmla="*/ 3549526 h 6858000"/>
              <a:gd name="connsiteX134" fmla="*/ 2622091 w 12192000"/>
              <a:gd name="connsiteY134" fmla="*/ 3577395 h 6858000"/>
              <a:gd name="connsiteX135" fmla="*/ 2483417 w 12192000"/>
              <a:gd name="connsiteY135" fmla="*/ 3535958 h 6858000"/>
              <a:gd name="connsiteX136" fmla="*/ 2404231 w 12192000"/>
              <a:gd name="connsiteY136" fmla="*/ 3424677 h 6858000"/>
              <a:gd name="connsiteX137" fmla="*/ 2396956 w 12192000"/>
              <a:gd name="connsiteY137" fmla="*/ 3403863 h 6858000"/>
              <a:gd name="connsiteX138" fmla="*/ 2135560 w 12192000"/>
              <a:gd name="connsiteY138" fmla="*/ 3469247 h 6858000"/>
              <a:gd name="connsiteX139" fmla="*/ 2144728 w 12192000"/>
              <a:gd name="connsiteY139" fmla="*/ 3494469 h 6858000"/>
              <a:gd name="connsiteX140" fmla="*/ 2210757 w 12192000"/>
              <a:gd name="connsiteY140" fmla="*/ 3616112 h 6858000"/>
              <a:gd name="connsiteX141" fmla="*/ 2313435 w 12192000"/>
              <a:gd name="connsiteY141" fmla="*/ 3714418 h 6858000"/>
              <a:gd name="connsiteX142" fmla="*/ 2450275 w 12192000"/>
              <a:gd name="connsiteY142" fmla="*/ 3779538 h 6858000"/>
              <a:gd name="connsiteX143" fmla="*/ 2622084 w 12192000"/>
              <a:gd name="connsiteY143" fmla="*/ 3803117 h 6858000"/>
              <a:gd name="connsiteX144" fmla="*/ 2779364 w 12192000"/>
              <a:gd name="connsiteY144" fmla="*/ 3780147 h 6858000"/>
              <a:gd name="connsiteX145" fmla="*/ 2904616 w 12192000"/>
              <a:gd name="connsiteY145" fmla="*/ 3714792 h 6858000"/>
              <a:gd name="connsiteX146" fmla="*/ 2987968 w 12192000"/>
              <a:gd name="connsiteY146" fmla="*/ 3610817 h 6858000"/>
              <a:gd name="connsiteX147" fmla="*/ 3017862 w 12192000"/>
              <a:gd name="connsiteY147" fmla="*/ 3473522 h 6858000"/>
              <a:gd name="connsiteX148" fmla="*/ 2912559 w 12192000"/>
              <a:gd name="connsiteY148" fmla="*/ 3242417 h 6858000"/>
              <a:gd name="connsiteX149" fmla="*/ 2626535 w 12192000"/>
              <a:gd name="connsiteY149" fmla="*/ 3131687 h 6858000"/>
              <a:gd name="connsiteX150" fmla="*/ 2581394 w 12192000"/>
              <a:gd name="connsiteY150" fmla="*/ 3123201 h 6858000"/>
              <a:gd name="connsiteX151" fmla="*/ 2470943 w 12192000"/>
              <a:gd name="connsiteY151" fmla="*/ 3085915 h 6858000"/>
              <a:gd name="connsiteX152" fmla="*/ 2445001 w 12192000"/>
              <a:gd name="connsiteY152" fmla="*/ 3038639 h 6858000"/>
              <a:gd name="connsiteX153" fmla="*/ 2466879 w 12192000"/>
              <a:gd name="connsiteY153" fmla="*/ 2992119 h 6858000"/>
              <a:gd name="connsiteX154" fmla="*/ 2544687 w 12192000"/>
              <a:gd name="connsiteY154" fmla="*/ 2972749 h 6858000"/>
              <a:gd name="connsiteX155" fmla="*/ 2652513 w 12192000"/>
              <a:gd name="connsiteY155" fmla="*/ 3001411 h 6858000"/>
              <a:gd name="connsiteX156" fmla="*/ 2710643 w 12192000"/>
              <a:gd name="connsiteY156" fmla="*/ 3075324 h 6858000"/>
              <a:gd name="connsiteX157" fmla="*/ 2718241 w 12192000"/>
              <a:gd name="connsiteY157" fmla="*/ 3095434 h 6858000"/>
              <a:gd name="connsiteX158" fmla="*/ 2981785 w 12192000"/>
              <a:gd name="connsiteY158" fmla="*/ 3029999 h 6858000"/>
              <a:gd name="connsiteX159" fmla="*/ 2970968 w 12192000"/>
              <a:gd name="connsiteY159" fmla="*/ 3004000 h 6858000"/>
              <a:gd name="connsiteX160" fmla="*/ 2911165 w 12192000"/>
              <a:gd name="connsiteY160" fmla="*/ 2903794 h 6858000"/>
              <a:gd name="connsiteX161" fmla="*/ 2820508 w 12192000"/>
              <a:gd name="connsiteY161" fmla="*/ 2822114 h 6858000"/>
              <a:gd name="connsiteX162" fmla="*/ 2698520 w 12192000"/>
              <a:gd name="connsiteY162" fmla="*/ 2766962 h 6858000"/>
              <a:gd name="connsiteX163" fmla="*/ 2544687 w 12192000"/>
              <a:gd name="connsiteY163" fmla="*/ 2747020 h 6858000"/>
              <a:gd name="connsiteX164" fmla="*/ 0 w 12192000"/>
              <a:gd name="connsiteY164" fmla="*/ 0 h 6858000"/>
              <a:gd name="connsiteX165" fmla="*/ 12192000 w 12192000"/>
              <a:gd name="connsiteY165" fmla="*/ 0 h 6858000"/>
              <a:gd name="connsiteX166" fmla="*/ 12192000 w 12192000"/>
              <a:gd name="connsiteY166" fmla="*/ 6858000 h 6858000"/>
              <a:gd name="connsiteX167" fmla="*/ 0 w 12192000"/>
              <a:gd name="connsiteY16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2000" h="6858000">
                <a:moveTo>
                  <a:pt x="8301144" y="3923111"/>
                </a:moveTo>
                <a:lnTo>
                  <a:pt x="8301144" y="4196755"/>
                </a:lnTo>
                <a:lnTo>
                  <a:pt x="9087310" y="4196755"/>
                </a:lnTo>
                <a:lnTo>
                  <a:pt x="9087310" y="3923111"/>
                </a:lnTo>
                <a:close/>
                <a:moveTo>
                  <a:pt x="5403231" y="3000956"/>
                </a:moveTo>
                <a:lnTo>
                  <a:pt x="5588778" y="3000956"/>
                </a:lnTo>
                <a:cubicBezTo>
                  <a:pt x="5624121" y="3000956"/>
                  <a:pt x="5650068" y="3008958"/>
                  <a:pt x="5665954" y="3024821"/>
                </a:cubicBezTo>
                <a:cubicBezTo>
                  <a:pt x="5682030" y="3040890"/>
                  <a:pt x="5689833" y="3060150"/>
                  <a:pt x="5689833" y="3083699"/>
                </a:cubicBezTo>
                <a:cubicBezTo>
                  <a:pt x="5689833" y="3107242"/>
                  <a:pt x="5682024" y="3126531"/>
                  <a:pt x="5665954" y="3142570"/>
                </a:cubicBezTo>
                <a:cubicBezTo>
                  <a:pt x="5650068" y="3158427"/>
                  <a:pt x="5624121" y="3166436"/>
                  <a:pt x="5588778" y="3166436"/>
                </a:cubicBezTo>
                <a:lnTo>
                  <a:pt x="5403231" y="3166436"/>
                </a:lnTo>
                <a:close/>
                <a:moveTo>
                  <a:pt x="3381319" y="3000898"/>
                </a:moveTo>
                <a:lnTo>
                  <a:pt x="3540088" y="3000898"/>
                </a:lnTo>
                <a:cubicBezTo>
                  <a:pt x="3572835" y="3000898"/>
                  <a:pt x="3597998" y="3009068"/>
                  <a:pt x="3614823" y="3025151"/>
                </a:cubicBezTo>
                <a:cubicBezTo>
                  <a:pt x="3631610" y="3041206"/>
                  <a:pt x="3639744" y="3061705"/>
                  <a:pt x="3639744" y="3087909"/>
                </a:cubicBezTo>
                <a:cubicBezTo>
                  <a:pt x="3639744" y="3114188"/>
                  <a:pt x="3631523" y="3134994"/>
                  <a:pt x="3614610" y="3151511"/>
                </a:cubicBezTo>
                <a:cubicBezTo>
                  <a:pt x="3597580" y="3168189"/>
                  <a:pt x="3573172" y="3176300"/>
                  <a:pt x="3540088" y="3176300"/>
                </a:cubicBezTo>
                <a:lnTo>
                  <a:pt x="3381319" y="3176300"/>
                </a:lnTo>
                <a:close/>
                <a:moveTo>
                  <a:pt x="4511404" y="2984052"/>
                </a:moveTo>
                <a:cubicBezTo>
                  <a:pt x="4550026" y="2984052"/>
                  <a:pt x="4585501" y="2991144"/>
                  <a:pt x="4616949" y="3005123"/>
                </a:cubicBezTo>
                <a:cubicBezTo>
                  <a:pt x="4648259" y="3019117"/>
                  <a:pt x="4675277" y="3039058"/>
                  <a:pt x="4697191" y="3064317"/>
                </a:cubicBezTo>
                <a:cubicBezTo>
                  <a:pt x="4719436" y="3090023"/>
                  <a:pt x="4736818" y="3120929"/>
                  <a:pt x="4748889" y="3156243"/>
                </a:cubicBezTo>
                <a:cubicBezTo>
                  <a:pt x="4761108" y="3192084"/>
                  <a:pt x="4767327" y="3232011"/>
                  <a:pt x="4767327" y="3275099"/>
                </a:cubicBezTo>
                <a:cubicBezTo>
                  <a:pt x="4767327" y="3318158"/>
                  <a:pt x="4761101" y="3358158"/>
                  <a:pt x="4748889" y="3393941"/>
                </a:cubicBezTo>
                <a:cubicBezTo>
                  <a:pt x="4736818" y="3429255"/>
                  <a:pt x="4719436" y="3460190"/>
                  <a:pt x="4697228" y="3485830"/>
                </a:cubicBezTo>
                <a:cubicBezTo>
                  <a:pt x="4675233" y="3511162"/>
                  <a:pt x="4648259" y="3531096"/>
                  <a:pt x="4616986" y="3545024"/>
                </a:cubicBezTo>
                <a:cubicBezTo>
                  <a:pt x="4585501" y="3559032"/>
                  <a:pt x="4550026" y="3566153"/>
                  <a:pt x="4511404" y="3566153"/>
                </a:cubicBezTo>
                <a:cubicBezTo>
                  <a:pt x="4472804" y="3566153"/>
                  <a:pt x="4437285" y="3559047"/>
                  <a:pt x="4405888" y="3545024"/>
                </a:cubicBezTo>
                <a:cubicBezTo>
                  <a:pt x="4374556" y="3531045"/>
                  <a:pt x="4347559" y="3511162"/>
                  <a:pt x="4325601" y="3485830"/>
                </a:cubicBezTo>
                <a:cubicBezTo>
                  <a:pt x="4303393" y="3460190"/>
                  <a:pt x="4285968" y="3429299"/>
                  <a:pt x="4273969" y="3393941"/>
                </a:cubicBezTo>
                <a:cubicBezTo>
                  <a:pt x="4261728" y="3358202"/>
                  <a:pt x="4255525" y="3318209"/>
                  <a:pt x="4255525" y="3275099"/>
                </a:cubicBezTo>
                <a:cubicBezTo>
                  <a:pt x="4255525" y="3231975"/>
                  <a:pt x="4261728" y="3192004"/>
                  <a:pt x="4273969" y="3156243"/>
                </a:cubicBezTo>
                <a:cubicBezTo>
                  <a:pt x="4286019" y="3120929"/>
                  <a:pt x="4303401" y="3090008"/>
                  <a:pt x="4325601" y="3064353"/>
                </a:cubicBezTo>
                <a:cubicBezTo>
                  <a:pt x="4347559" y="3039058"/>
                  <a:pt x="4374556" y="3019139"/>
                  <a:pt x="4405888" y="3005123"/>
                </a:cubicBezTo>
                <a:cubicBezTo>
                  <a:pt x="4437285" y="2991144"/>
                  <a:pt x="4472812" y="2984052"/>
                  <a:pt x="4511404" y="2984052"/>
                </a:cubicBezTo>
                <a:close/>
                <a:moveTo>
                  <a:pt x="9271961" y="2763940"/>
                </a:moveTo>
                <a:lnTo>
                  <a:pt x="9271961" y="3786249"/>
                </a:lnTo>
                <a:lnTo>
                  <a:pt x="10056440" y="3786249"/>
                </a:lnTo>
                <a:lnTo>
                  <a:pt x="10056440" y="3549284"/>
                </a:lnTo>
                <a:lnTo>
                  <a:pt x="9545546" y="3549284"/>
                </a:lnTo>
                <a:lnTo>
                  <a:pt x="9545546" y="3365403"/>
                </a:lnTo>
                <a:lnTo>
                  <a:pt x="9983268" y="3365403"/>
                </a:lnTo>
                <a:lnTo>
                  <a:pt x="9983268" y="3128424"/>
                </a:lnTo>
                <a:lnTo>
                  <a:pt x="9545546" y="3128424"/>
                </a:lnTo>
                <a:lnTo>
                  <a:pt x="9545546" y="3000957"/>
                </a:lnTo>
                <a:lnTo>
                  <a:pt x="10028270" y="3000957"/>
                </a:lnTo>
                <a:lnTo>
                  <a:pt x="10028270" y="2763940"/>
                </a:lnTo>
                <a:close/>
                <a:moveTo>
                  <a:pt x="8193582" y="2763932"/>
                </a:moveTo>
                <a:lnTo>
                  <a:pt x="8530401" y="3786270"/>
                </a:lnTo>
                <a:lnTo>
                  <a:pt x="8858038" y="3786270"/>
                </a:lnTo>
                <a:lnTo>
                  <a:pt x="9192166" y="2772212"/>
                </a:lnTo>
                <a:lnTo>
                  <a:pt x="9194872" y="2763932"/>
                </a:lnTo>
                <a:lnTo>
                  <a:pt x="8901243" y="2763932"/>
                </a:lnTo>
                <a:lnTo>
                  <a:pt x="8694231" y="3480761"/>
                </a:lnTo>
                <a:lnTo>
                  <a:pt x="8487174" y="2763932"/>
                </a:lnTo>
                <a:close/>
                <a:moveTo>
                  <a:pt x="7842425" y="2763932"/>
                </a:moveTo>
                <a:lnTo>
                  <a:pt x="7842425" y="3786270"/>
                </a:lnTo>
                <a:lnTo>
                  <a:pt x="8115980" y="3786270"/>
                </a:lnTo>
                <a:lnTo>
                  <a:pt x="8115980" y="2763932"/>
                </a:lnTo>
                <a:close/>
                <a:moveTo>
                  <a:pt x="5129684" y="2763932"/>
                </a:moveTo>
                <a:lnTo>
                  <a:pt x="5129684" y="3786249"/>
                </a:lnTo>
                <a:lnTo>
                  <a:pt x="5403238" y="3786249"/>
                </a:lnTo>
                <a:lnTo>
                  <a:pt x="5403238" y="3403430"/>
                </a:lnTo>
                <a:lnTo>
                  <a:pt x="5534123" y="3403430"/>
                </a:lnTo>
                <a:lnTo>
                  <a:pt x="5717109" y="3786256"/>
                </a:lnTo>
                <a:lnTo>
                  <a:pt x="6017368" y="3786256"/>
                </a:lnTo>
                <a:lnTo>
                  <a:pt x="5800857" y="3343070"/>
                </a:lnTo>
                <a:cubicBezTo>
                  <a:pt x="5843564" y="3318362"/>
                  <a:pt x="5880257" y="3286260"/>
                  <a:pt x="5909879" y="3247610"/>
                </a:cubicBezTo>
                <a:cubicBezTo>
                  <a:pt x="5945428" y="3201258"/>
                  <a:pt x="5963404" y="3142805"/>
                  <a:pt x="5963404" y="3073857"/>
                </a:cubicBezTo>
                <a:cubicBezTo>
                  <a:pt x="5963404" y="3028400"/>
                  <a:pt x="5954910" y="2986266"/>
                  <a:pt x="5938100" y="2948583"/>
                </a:cubicBezTo>
                <a:cubicBezTo>
                  <a:pt x="5921204" y="2910666"/>
                  <a:pt x="5896070" y="2877435"/>
                  <a:pt x="5863344" y="2849873"/>
                </a:cubicBezTo>
                <a:cubicBezTo>
                  <a:pt x="5831000" y="2822583"/>
                  <a:pt x="5791103" y="2801182"/>
                  <a:pt x="5744649" y="2786228"/>
                </a:cubicBezTo>
                <a:cubicBezTo>
                  <a:pt x="5698863" y="2771428"/>
                  <a:pt x="5646401" y="2763932"/>
                  <a:pt x="5588792" y="2763932"/>
                </a:cubicBezTo>
                <a:close/>
                <a:moveTo>
                  <a:pt x="6990788" y="2763918"/>
                </a:moveTo>
                <a:lnTo>
                  <a:pt x="6990788" y="3786256"/>
                </a:lnTo>
                <a:lnTo>
                  <a:pt x="7264343" y="3786256"/>
                </a:lnTo>
                <a:lnTo>
                  <a:pt x="7264343" y="3375290"/>
                </a:lnTo>
                <a:lnTo>
                  <a:pt x="7685190" y="3375290"/>
                </a:lnTo>
                <a:lnTo>
                  <a:pt x="7685190" y="3138324"/>
                </a:lnTo>
                <a:lnTo>
                  <a:pt x="7264343" y="3138324"/>
                </a:lnTo>
                <a:lnTo>
                  <a:pt x="7264343" y="3000935"/>
                </a:lnTo>
                <a:lnTo>
                  <a:pt x="7752730" y="3000935"/>
                </a:lnTo>
                <a:lnTo>
                  <a:pt x="7752730" y="2763918"/>
                </a:lnTo>
                <a:close/>
                <a:moveTo>
                  <a:pt x="6028075" y="2763881"/>
                </a:moveTo>
                <a:lnTo>
                  <a:pt x="6028075" y="3000905"/>
                </a:lnTo>
                <a:lnTo>
                  <a:pt x="6327813" y="3000905"/>
                </a:lnTo>
                <a:lnTo>
                  <a:pt x="6327813" y="3786219"/>
                </a:lnTo>
                <a:lnTo>
                  <a:pt x="6601420" y="3786219"/>
                </a:lnTo>
                <a:lnTo>
                  <a:pt x="6601420" y="3000905"/>
                </a:lnTo>
                <a:lnTo>
                  <a:pt x="6902647" y="3000905"/>
                </a:lnTo>
                <a:lnTo>
                  <a:pt x="6902647" y="2763881"/>
                </a:lnTo>
                <a:close/>
                <a:moveTo>
                  <a:pt x="3107727" y="2763881"/>
                </a:moveTo>
                <a:lnTo>
                  <a:pt x="3107727" y="3786219"/>
                </a:lnTo>
                <a:lnTo>
                  <a:pt x="3381332" y="3786219"/>
                </a:lnTo>
                <a:lnTo>
                  <a:pt x="3381332" y="3413280"/>
                </a:lnTo>
                <a:lnTo>
                  <a:pt x="3540094" y="3413280"/>
                </a:lnTo>
                <a:cubicBezTo>
                  <a:pt x="3598767" y="3413280"/>
                  <a:pt x="3652071" y="3405278"/>
                  <a:pt x="3698452" y="3389459"/>
                </a:cubicBezTo>
                <a:cubicBezTo>
                  <a:pt x="3745347" y="3373544"/>
                  <a:pt x="3785721" y="3350845"/>
                  <a:pt x="3818519" y="3322117"/>
                </a:cubicBezTo>
                <a:cubicBezTo>
                  <a:pt x="3851670" y="3293030"/>
                  <a:pt x="3877016" y="3257841"/>
                  <a:pt x="3893848" y="3217547"/>
                </a:cubicBezTo>
                <a:cubicBezTo>
                  <a:pt x="3910525" y="3177701"/>
                  <a:pt x="3918960" y="3134085"/>
                  <a:pt x="3918960" y="3087917"/>
                </a:cubicBezTo>
                <a:cubicBezTo>
                  <a:pt x="3918960" y="3041683"/>
                  <a:pt x="3910489" y="2998257"/>
                  <a:pt x="3893811" y="2958858"/>
                </a:cubicBezTo>
                <a:cubicBezTo>
                  <a:pt x="3876972" y="2919049"/>
                  <a:pt x="3851626" y="2884109"/>
                  <a:pt x="3818519" y="2855066"/>
                </a:cubicBezTo>
                <a:cubicBezTo>
                  <a:pt x="3785809" y="2826375"/>
                  <a:pt x="3745383" y="2803720"/>
                  <a:pt x="3698452" y="2787695"/>
                </a:cubicBezTo>
                <a:cubicBezTo>
                  <a:pt x="3651969" y="2771883"/>
                  <a:pt x="3598701" y="2763881"/>
                  <a:pt x="3540094" y="2763881"/>
                </a:cubicBezTo>
                <a:close/>
                <a:moveTo>
                  <a:pt x="4511410" y="2747020"/>
                </a:moveTo>
                <a:cubicBezTo>
                  <a:pt x="4436448" y="2747020"/>
                  <a:pt x="4365968" y="2759913"/>
                  <a:pt x="4301927" y="2785341"/>
                </a:cubicBezTo>
                <a:cubicBezTo>
                  <a:pt x="4237732" y="2810827"/>
                  <a:pt x="4181272" y="2847417"/>
                  <a:pt x="4134099" y="2894076"/>
                </a:cubicBezTo>
                <a:cubicBezTo>
                  <a:pt x="4087007" y="2940692"/>
                  <a:pt x="4049434" y="2997069"/>
                  <a:pt x="4022547" y="3061683"/>
                </a:cubicBezTo>
                <a:cubicBezTo>
                  <a:pt x="3995588" y="3126282"/>
                  <a:pt x="3981983" y="3198053"/>
                  <a:pt x="3981983" y="3275098"/>
                </a:cubicBezTo>
                <a:cubicBezTo>
                  <a:pt x="3981983" y="3353162"/>
                  <a:pt x="3995639" y="3425183"/>
                  <a:pt x="4022591" y="3489225"/>
                </a:cubicBezTo>
                <a:cubicBezTo>
                  <a:pt x="4049434" y="3553398"/>
                  <a:pt x="4087014" y="3609519"/>
                  <a:pt x="4134107" y="3656105"/>
                </a:cubicBezTo>
                <a:cubicBezTo>
                  <a:pt x="4181316" y="3702809"/>
                  <a:pt x="4237781" y="3739413"/>
                  <a:pt x="4301934" y="3764855"/>
                </a:cubicBezTo>
                <a:cubicBezTo>
                  <a:pt x="4365974" y="3790246"/>
                  <a:pt x="4436455" y="3803154"/>
                  <a:pt x="4511426" y="3803154"/>
                </a:cubicBezTo>
                <a:cubicBezTo>
                  <a:pt x="4586431" y="3803154"/>
                  <a:pt x="4656919" y="3790246"/>
                  <a:pt x="4720896" y="3764855"/>
                </a:cubicBezTo>
                <a:cubicBezTo>
                  <a:pt x="4785126" y="3739369"/>
                  <a:pt x="4841592" y="3702765"/>
                  <a:pt x="4888765" y="3656105"/>
                </a:cubicBezTo>
                <a:cubicBezTo>
                  <a:pt x="4935829" y="3609570"/>
                  <a:pt x="4973349" y="3553428"/>
                  <a:pt x="5000339" y="3489225"/>
                </a:cubicBezTo>
                <a:cubicBezTo>
                  <a:pt x="5027225" y="3425117"/>
                  <a:pt x="5040896" y="3353067"/>
                  <a:pt x="5040896" y="3275098"/>
                </a:cubicBezTo>
                <a:cubicBezTo>
                  <a:pt x="5040896" y="3198141"/>
                  <a:pt x="5027263" y="3126362"/>
                  <a:pt x="5000339" y="3061683"/>
                </a:cubicBezTo>
                <a:cubicBezTo>
                  <a:pt x="4973372" y="2997077"/>
                  <a:pt x="4935857" y="2940655"/>
                  <a:pt x="4888757" y="2894084"/>
                </a:cubicBezTo>
                <a:cubicBezTo>
                  <a:pt x="4841629" y="2847461"/>
                  <a:pt x="4785120" y="2810834"/>
                  <a:pt x="4720881" y="2785348"/>
                </a:cubicBezTo>
                <a:cubicBezTo>
                  <a:pt x="4656860" y="2759913"/>
                  <a:pt x="4586380" y="2747020"/>
                  <a:pt x="4511410" y="2747020"/>
                </a:cubicBezTo>
                <a:close/>
                <a:moveTo>
                  <a:pt x="2544687" y="2747020"/>
                </a:moveTo>
                <a:cubicBezTo>
                  <a:pt x="2492966" y="2747020"/>
                  <a:pt x="2444304" y="2753503"/>
                  <a:pt x="2400014" y="2766265"/>
                </a:cubicBezTo>
                <a:cubicBezTo>
                  <a:pt x="2355005" y="2779305"/>
                  <a:pt x="2315525" y="2798953"/>
                  <a:pt x="2282727" y="2824659"/>
                </a:cubicBezTo>
                <a:cubicBezTo>
                  <a:pt x="2249511" y="2850739"/>
                  <a:pt x="2223299" y="2883178"/>
                  <a:pt x="2204817" y="2921095"/>
                </a:cubicBezTo>
                <a:cubicBezTo>
                  <a:pt x="2186438" y="2958925"/>
                  <a:pt x="2177079" y="3002262"/>
                  <a:pt x="2177079" y="3049926"/>
                </a:cubicBezTo>
                <a:cubicBezTo>
                  <a:pt x="2177079" y="3097561"/>
                  <a:pt x="2185975" y="3139718"/>
                  <a:pt x="2203496" y="3175303"/>
                </a:cubicBezTo>
                <a:cubicBezTo>
                  <a:pt x="2221120" y="3211020"/>
                  <a:pt x="2247435" y="3242094"/>
                  <a:pt x="2281796" y="3267713"/>
                </a:cubicBezTo>
                <a:cubicBezTo>
                  <a:pt x="2315063" y="3292546"/>
                  <a:pt x="2356339" y="3313639"/>
                  <a:pt x="2404444" y="3330302"/>
                </a:cubicBezTo>
                <a:cubicBezTo>
                  <a:pt x="2451214" y="3346562"/>
                  <a:pt x="2505919" y="3360614"/>
                  <a:pt x="2566997" y="3372055"/>
                </a:cubicBezTo>
                <a:lnTo>
                  <a:pt x="2612094" y="3380482"/>
                </a:lnTo>
                <a:cubicBezTo>
                  <a:pt x="2663675" y="3389987"/>
                  <a:pt x="2700193" y="3404127"/>
                  <a:pt x="2720595" y="3422543"/>
                </a:cubicBezTo>
                <a:cubicBezTo>
                  <a:pt x="2739334" y="3439507"/>
                  <a:pt x="2748517" y="3459852"/>
                  <a:pt x="2748517" y="3484765"/>
                </a:cubicBezTo>
                <a:cubicBezTo>
                  <a:pt x="2748517" y="3509965"/>
                  <a:pt x="2738997" y="3531132"/>
                  <a:pt x="2719518" y="3549526"/>
                </a:cubicBezTo>
                <a:cubicBezTo>
                  <a:pt x="2699869" y="3568030"/>
                  <a:pt x="2667093" y="3577395"/>
                  <a:pt x="2622091" y="3577395"/>
                </a:cubicBezTo>
                <a:cubicBezTo>
                  <a:pt x="2565904" y="3577395"/>
                  <a:pt x="2519237" y="3563468"/>
                  <a:pt x="2483417" y="3535958"/>
                </a:cubicBezTo>
                <a:cubicBezTo>
                  <a:pt x="2447004" y="3508007"/>
                  <a:pt x="2420410" y="3470603"/>
                  <a:pt x="2404231" y="3424677"/>
                </a:cubicBezTo>
                <a:lnTo>
                  <a:pt x="2396956" y="3403863"/>
                </a:lnTo>
                <a:lnTo>
                  <a:pt x="2135560" y="3469247"/>
                </a:lnTo>
                <a:lnTo>
                  <a:pt x="2144728" y="3494469"/>
                </a:lnTo>
                <a:cubicBezTo>
                  <a:pt x="2160475" y="3537725"/>
                  <a:pt x="2182689" y="3578686"/>
                  <a:pt x="2210757" y="3616112"/>
                </a:cubicBezTo>
                <a:cubicBezTo>
                  <a:pt x="2238964" y="3653736"/>
                  <a:pt x="2273493" y="3686769"/>
                  <a:pt x="2313435" y="3714418"/>
                </a:cubicBezTo>
                <a:cubicBezTo>
                  <a:pt x="2353340" y="3741980"/>
                  <a:pt x="2399398" y="3763938"/>
                  <a:pt x="2450275" y="3779538"/>
                </a:cubicBezTo>
                <a:cubicBezTo>
                  <a:pt x="2501195" y="3795182"/>
                  <a:pt x="2558989" y="3803117"/>
                  <a:pt x="2622084" y="3803117"/>
                </a:cubicBezTo>
                <a:cubicBezTo>
                  <a:pt x="2678740" y="3803117"/>
                  <a:pt x="2731692" y="3795387"/>
                  <a:pt x="2779364" y="3780147"/>
                </a:cubicBezTo>
                <a:cubicBezTo>
                  <a:pt x="2827417" y="3764818"/>
                  <a:pt x="2869552" y="3742794"/>
                  <a:pt x="2904616" y="3714792"/>
                </a:cubicBezTo>
                <a:cubicBezTo>
                  <a:pt x="2940121" y="3686380"/>
                  <a:pt x="2968151" y="3651382"/>
                  <a:pt x="2987968" y="3610817"/>
                </a:cubicBezTo>
                <a:cubicBezTo>
                  <a:pt x="3007784" y="3570171"/>
                  <a:pt x="3017862" y="3523974"/>
                  <a:pt x="3017862" y="3473522"/>
                </a:cubicBezTo>
                <a:cubicBezTo>
                  <a:pt x="3017869" y="3373111"/>
                  <a:pt x="2982409" y="3295325"/>
                  <a:pt x="2912559" y="3242417"/>
                </a:cubicBezTo>
                <a:cubicBezTo>
                  <a:pt x="2846023" y="3192047"/>
                  <a:pt x="2749814" y="3154782"/>
                  <a:pt x="2626535" y="3131687"/>
                </a:cubicBezTo>
                <a:lnTo>
                  <a:pt x="2581394" y="3123201"/>
                </a:lnTo>
                <a:cubicBezTo>
                  <a:pt x="2528955" y="3113608"/>
                  <a:pt x="2491823" y="3101038"/>
                  <a:pt x="2470943" y="3085915"/>
                </a:cubicBezTo>
                <a:cubicBezTo>
                  <a:pt x="2453472" y="3073256"/>
                  <a:pt x="2445001" y="3057796"/>
                  <a:pt x="2445001" y="3038639"/>
                </a:cubicBezTo>
                <a:cubicBezTo>
                  <a:pt x="2445001" y="3019035"/>
                  <a:pt x="2452160" y="3003787"/>
                  <a:pt x="2466879" y="2992119"/>
                </a:cubicBezTo>
                <a:cubicBezTo>
                  <a:pt x="2483015" y="2979277"/>
                  <a:pt x="2509197" y="2972749"/>
                  <a:pt x="2544687" y="2972749"/>
                </a:cubicBezTo>
                <a:cubicBezTo>
                  <a:pt x="2589109" y="2972749"/>
                  <a:pt x="2625369" y="2982401"/>
                  <a:pt x="2652513" y="3001411"/>
                </a:cubicBezTo>
                <a:cubicBezTo>
                  <a:pt x="2680140" y="3020824"/>
                  <a:pt x="2699180" y="3044976"/>
                  <a:pt x="2710643" y="3075324"/>
                </a:cubicBezTo>
                <a:lnTo>
                  <a:pt x="2718241" y="3095434"/>
                </a:lnTo>
                <a:lnTo>
                  <a:pt x="2981785" y="3029999"/>
                </a:lnTo>
                <a:lnTo>
                  <a:pt x="2970968" y="3004000"/>
                </a:lnTo>
                <a:cubicBezTo>
                  <a:pt x="2956080" y="2968305"/>
                  <a:pt x="2935976" y="2934597"/>
                  <a:pt x="2911165" y="2903794"/>
                </a:cubicBezTo>
                <a:cubicBezTo>
                  <a:pt x="2886243" y="2872903"/>
                  <a:pt x="2855734" y="2845466"/>
                  <a:pt x="2820508" y="2822114"/>
                </a:cubicBezTo>
                <a:cubicBezTo>
                  <a:pt x="2785261" y="2798806"/>
                  <a:pt x="2744182" y="2780258"/>
                  <a:pt x="2698520" y="2766962"/>
                </a:cubicBezTo>
                <a:cubicBezTo>
                  <a:pt x="2652887" y="2753738"/>
                  <a:pt x="2601101" y="2747020"/>
                  <a:pt x="2544687" y="2747020"/>
                </a:cubicBezTo>
                <a:close/>
                <a:moveTo>
                  <a:pt x="0" y="0"/>
                </a:moveTo>
                <a:lnTo>
                  <a:pt x="12192000" y="0"/>
                </a:lnTo>
                <a:lnTo>
                  <a:pt x="12192000" y="6858000"/>
                </a:lnTo>
                <a:lnTo>
                  <a:pt x="0" y="6858000"/>
                </a:lnTo>
                <a:close/>
              </a:path>
            </a:pathLst>
          </a:custGeom>
          <a:solidFill>
            <a:schemeClr val="accent6"/>
          </a:solidFill>
        </p:spPr>
        <p:txBody>
          <a:bodyPr wrap="square">
            <a:noAutofit/>
          </a:bodyPr>
          <a:lstStyle>
            <a:lvl1pPr>
              <a:defRPr/>
            </a:lvl1pPr>
          </a:lstStyle>
          <a:p>
            <a:r>
              <a:rPr lang="de-DE"/>
              <a:t> </a:t>
            </a:r>
          </a:p>
        </p:txBody>
      </p:sp>
      <p:sp>
        <p:nvSpPr>
          <p:cNvPr id="52" name="Textplatzhalter 51">
            <a:extLst>
              <a:ext uri="{FF2B5EF4-FFF2-40B4-BE49-F238E27FC236}">
                <a16:creationId xmlns:a16="http://schemas.microsoft.com/office/drawing/2014/main" id="{85BC1E99-B0CA-4A64-ADF0-01DC27AD2B2F}"/>
              </a:ext>
            </a:extLst>
          </p:cNvPr>
          <p:cNvSpPr>
            <a:spLocks noGrp="1"/>
          </p:cNvSpPr>
          <p:nvPr>
            <p:ph type="body" sz="quarter" idx="17" hasCustomPrompt="1"/>
          </p:nvPr>
        </p:nvSpPr>
        <p:spPr bwMode="gray">
          <a:xfrm>
            <a:off x="1" y="0"/>
            <a:ext cx="12191999" cy="6858000"/>
          </a:xfrm>
          <a:custGeom>
            <a:avLst/>
            <a:gdLst>
              <a:gd name="connsiteX0" fmla="*/ 8301143 w 12191999"/>
              <a:gd name="connsiteY0" fmla="*/ 3923111 h 6858000"/>
              <a:gd name="connsiteX1" fmla="*/ 8301143 w 12191999"/>
              <a:gd name="connsiteY1" fmla="*/ 4196755 h 6858000"/>
              <a:gd name="connsiteX2" fmla="*/ 9087309 w 12191999"/>
              <a:gd name="connsiteY2" fmla="*/ 4196755 h 6858000"/>
              <a:gd name="connsiteX3" fmla="*/ 9087309 w 12191999"/>
              <a:gd name="connsiteY3" fmla="*/ 3923111 h 6858000"/>
              <a:gd name="connsiteX4" fmla="*/ 5403230 w 12191999"/>
              <a:gd name="connsiteY4" fmla="*/ 3000956 h 6858000"/>
              <a:gd name="connsiteX5" fmla="*/ 5588777 w 12191999"/>
              <a:gd name="connsiteY5" fmla="*/ 3000956 h 6858000"/>
              <a:gd name="connsiteX6" fmla="*/ 5665953 w 12191999"/>
              <a:gd name="connsiteY6" fmla="*/ 3024821 h 6858000"/>
              <a:gd name="connsiteX7" fmla="*/ 5689832 w 12191999"/>
              <a:gd name="connsiteY7" fmla="*/ 3083699 h 6858000"/>
              <a:gd name="connsiteX8" fmla="*/ 5665953 w 12191999"/>
              <a:gd name="connsiteY8" fmla="*/ 3142570 h 6858000"/>
              <a:gd name="connsiteX9" fmla="*/ 5588777 w 12191999"/>
              <a:gd name="connsiteY9" fmla="*/ 3166436 h 6858000"/>
              <a:gd name="connsiteX10" fmla="*/ 5403230 w 12191999"/>
              <a:gd name="connsiteY10" fmla="*/ 3166436 h 6858000"/>
              <a:gd name="connsiteX11" fmla="*/ 3381318 w 12191999"/>
              <a:gd name="connsiteY11" fmla="*/ 3000898 h 6858000"/>
              <a:gd name="connsiteX12" fmla="*/ 3540087 w 12191999"/>
              <a:gd name="connsiteY12" fmla="*/ 3000898 h 6858000"/>
              <a:gd name="connsiteX13" fmla="*/ 3614822 w 12191999"/>
              <a:gd name="connsiteY13" fmla="*/ 3025151 h 6858000"/>
              <a:gd name="connsiteX14" fmla="*/ 3639743 w 12191999"/>
              <a:gd name="connsiteY14" fmla="*/ 3087909 h 6858000"/>
              <a:gd name="connsiteX15" fmla="*/ 3614609 w 12191999"/>
              <a:gd name="connsiteY15" fmla="*/ 3151511 h 6858000"/>
              <a:gd name="connsiteX16" fmla="*/ 3540087 w 12191999"/>
              <a:gd name="connsiteY16" fmla="*/ 3176300 h 6858000"/>
              <a:gd name="connsiteX17" fmla="*/ 3381318 w 12191999"/>
              <a:gd name="connsiteY17" fmla="*/ 3176300 h 6858000"/>
              <a:gd name="connsiteX18" fmla="*/ 4511403 w 12191999"/>
              <a:gd name="connsiteY18" fmla="*/ 2984052 h 6858000"/>
              <a:gd name="connsiteX19" fmla="*/ 4616948 w 12191999"/>
              <a:gd name="connsiteY19" fmla="*/ 3005123 h 6858000"/>
              <a:gd name="connsiteX20" fmla="*/ 4697190 w 12191999"/>
              <a:gd name="connsiteY20" fmla="*/ 3064317 h 6858000"/>
              <a:gd name="connsiteX21" fmla="*/ 4748888 w 12191999"/>
              <a:gd name="connsiteY21" fmla="*/ 3156243 h 6858000"/>
              <a:gd name="connsiteX22" fmla="*/ 4767326 w 12191999"/>
              <a:gd name="connsiteY22" fmla="*/ 3275099 h 6858000"/>
              <a:gd name="connsiteX23" fmla="*/ 4748888 w 12191999"/>
              <a:gd name="connsiteY23" fmla="*/ 3393941 h 6858000"/>
              <a:gd name="connsiteX24" fmla="*/ 4697227 w 12191999"/>
              <a:gd name="connsiteY24" fmla="*/ 3485830 h 6858000"/>
              <a:gd name="connsiteX25" fmla="*/ 4616985 w 12191999"/>
              <a:gd name="connsiteY25" fmla="*/ 3545024 h 6858000"/>
              <a:gd name="connsiteX26" fmla="*/ 4511403 w 12191999"/>
              <a:gd name="connsiteY26" fmla="*/ 3566153 h 6858000"/>
              <a:gd name="connsiteX27" fmla="*/ 4405887 w 12191999"/>
              <a:gd name="connsiteY27" fmla="*/ 3545024 h 6858000"/>
              <a:gd name="connsiteX28" fmla="*/ 4325600 w 12191999"/>
              <a:gd name="connsiteY28" fmla="*/ 3485830 h 6858000"/>
              <a:gd name="connsiteX29" fmla="*/ 4273968 w 12191999"/>
              <a:gd name="connsiteY29" fmla="*/ 3393941 h 6858000"/>
              <a:gd name="connsiteX30" fmla="*/ 4255524 w 12191999"/>
              <a:gd name="connsiteY30" fmla="*/ 3275099 h 6858000"/>
              <a:gd name="connsiteX31" fmla="*/ 4273968 w 12191999"/>
              <a:gd name="connsiteY31" fmla="*/ 3156243 h 6858000"/>
              <a:gd name="connsiteX32" fmla="*/ 4325600 w 12191999"/>
              <a:gd name="connsiteY32" fmla="*/ 3064353 h 6858000"/>
              <a:gd name="connsiteX33" fmla="*/ 4405887 w 12191999"/>
              <a:gd name="connsiteY33" fmla="*/ 3005123 h 6858000"/>
              <a:gd name="connsiteX34" fmla="*/ 4511403 w 12191999"/>
              <a:gd name="connsiteY34" fmla="*/ 2984052 h 6858000"/>
              <a:gd name="connsiteX35" fmla="*/ 9271960 w 12191999"/>
              <a:gd name="connsiteY35" fmla="*/ 2763940 h 6858000"/>
              <a:gd name="connsiteX36" fmla="*/ 9271960 w 12191999"/>
              <a:gd name="connsiteY36" fmla="*/ 3786249 h 6858000"/>
              <a:gd name="connsiteX37" fmla="*/ 10056439 w 12191999"/>
              <a:gd name="connsiteY37" fmla="*/ 3786249 h 6858000"/>
              <a:gd name="connsiteX38" fmla="*/ 10056439 w 12191999"/>
              <a:gd name="connsiteY38" fmla="*/ 3549284 h 6858000"/>
              <a:gd name="connsiteX39" fmla="*/ 9545545 w 12191999"/>
              <a:gd name="connsiteY39" fmla="*/ 3549284 h 6858000"/>
              <a:gd name="connsiteX40" fmla="*/ 9545545 w 12191999"/>
              <a:gd name="connsiteY40" fmla="*/ 3365403 h 6858000"/>
              <a:gd name="connsiteX41" fmla="*/ 9983267 w 12191999"/>
              <a:gd name="connsiteY41" fmla="*/ 3365403 h 6858000"/>
              <a:gd name="connsiteX42" fmla="*/ 9983267 w 12191999"/>
              <a:gd name="connsiteY42" fmla="*/ 3128424 h 6858000"/>
              <a:gd name="connsiteX43" fmla="*/ 9545545 w 12191999"/>
              <a:gd name="connsiteY43" fmla="*/ 3128424 h 6858000"/>
              <a:gd name="connsiteX44" fmla="*/ 9545545 w 12191999"/>
              <a:gd name="connsiteY44" fmla="*/ 3000957 h 6858000"/>
              <a:gd name="connsiteX45" fmla="*/ 10028269 w 12191999"/>
              <a:gd name="connsiteY45" fmla="*/ 3000957 h 6858000"/>
              <a:gd name="connsiteX46" fmla="*/ 10028269 w 12191999"/>
              <a:gd name="connsiteY46" fmla="*/ 2763940 h 6858000"/>
              <a:gd name="connsiteX47" fmla="*/ 8193581 w 12191999"/>
              <a:gd name="connsiteY47" fmla="*/ 2763932 h 6858000"/>
              <a:gd name="connsiteX48" fmla="*/ 8530400 w 12191999"/>
              <a:gd name="connsiteY48" fmla="*/ 3786270 h 6858000"/>
              <a:gd name="connsiteX49" fmla="*/ 8858037 w 12191999"/>
              <a:gd name="connsiteY49" fmla="*/ 3786270 h 6858000"/>
              <a:gd name="connsiteX50" fmla="*/ 9192165 w 12191999"/>
              <a:gd name="connsiteY50" fmla="*/ 2772212 h 6858000"/>
              <a:gd name="connsiteX51" fmla="*/ 9194871 w 12191999"/>
              <a:gd name="connsiteY51" fmla="*/ 2763932 h 6858000"/>
              <a:gd name="connsiteX52" fmla="*/ 8901242 w 12191999"/>
              <a:gd name="connsiteY52" fmla="*/ 2763932 h 6858000"/>
              <a:gd name="connsiteX53" fmla="*/ 8694230 w 12191999"/>
              <a:gd name="connsiteY53" fmla="*/ 3480761 h 6858000"/>
              <a:gd name="connsiteX54" fmla="*/ 8487173 w 12191999"/>
              <a:gd name="connsiteY54" fmla="*/ 2763932 h 6858000"/>
              <a:gd name="connsiteX55" fmla="*/ 7842424 w 12191999"/>
              <a:gd name="connsiteY55" fmla="*/ 2763932 h 6858000"/>
              <a:gd name="connsiteX56" fmla="*/ 7842424 w 12191999"/>
              <a:gd name="connsiteY56" fmla="*/ 3786270 h 6858000"/>
              <a:gd name="connsiteX57" fmla="*/ 8115979 w 12191999"/>
              <a:gd name="connsiteY57" fmla="*/ 3786270 h 6858000"/>
              <a:gd name="connsiteX58" fmla="*/ 8115979 w 12191999"/>
              <a:gd name="connsiteY58" fmla="*/ 2763932 h 6858000"/>
              <a:gd name="connsiteX59" fmla="*/ 5129683 w 12191999"/>
              <a:gd name="connsiteY59" fmla="*/ 2763932 h 6858000"/>
              <a:gd name="connsiteX60" fmla="*/ 5129683 w 12191999"/>
              <a:gd name="connsiteY60" fmla="*/ 3786249 h 6858000"/>
              <a:gd name="connsiteX61" fmla="*/ 5403237 w 12191999"/>
              <a:gd name="connsiteY61" fmla="*/ 3786249 h 6858000"/>
              <a:gd name="connsiteX62" fmla="*/ 5403237 w 12191999"/>
              <a:gd name="connsiteY62" fmla="*/ 3403430 h 6858000"/>
              <a:gd name="connsiteX63" fmla="*/ 5534122 w 12191999"/>
              <a:gd name="connsiteY63" fmla="*/ 3403430 h 6858000"/>
              <a:gd name="connsiteX64" fmla="*/ 5717109 w 12191999"/>
              <a:gd name="connsiteY64" fmla="*/ 3786256 h 6858000"/>
              <a:gd name="connsiteX65" fmla="*/ 6017367 w 12191999"/>
              <a:gd name="connsiteY65" fmla="*/ 3786256 h 6858000"/>
              <a:gd name="connsiteX66" fmla="*/ 5800856 w 12191999"/>
              <a:gd name="connsiteY66" fmla="*/ 3343070 h 6858000"/>
              <a:gd name="connsiteX67" fmla="*/ 5909878 w 12191999"/>
              <a:gd name="connsiteY67" fmla="*/ 3247610 h 6858000"/>
              <a:gd name="connsiteX68" fmla="*/ 5963403 w 12191999"/>
              <a:gd name="connsiteY68" fmla="*/ 3073857 h 6858000"/>
              <a:gd name="connsiteX69" fmla="*/ 5938099 w 12191999"/>
              <a:gd name="connsiteY69" fmla="*/ 2948583 h 6858000"/>
              <a:gd name="connsiteX70" fmla="*/ 5863343 w 12191999"/>
              <a:gd name="connsiteY70" fmla="*/ 2849873 h 6858000"/>
              <a:gd name="connsiteX71" fmla="*/ 5744648 w 12191999"/>
              <a:gd name="connsiteY71" fmla="*/ 2786228 h 6858000"/>
              <a:gd name="connsiteX72" fmla="*/ 5588791 w 12191999"/>
              <a:gd name="connsiteY72" fmla="*/ 2763932 h 6858000"/>
              <a:gd name="connsiteX73" fmla="*/ 6990787 w 12191999"/>
              <a:gd name="connsiteY73" fmla="*/ 2763918 h 6858000"/>
              <a:gd name="connsiteX74" fmla="*/ 6990787 w 12191999"/>
              <a:gd name="connsiteY74" fmla="*/ 3786256 h 6858000"/>
              <a:gd name="connsiteX75" fmla="*/ 7264342 w 12191999"/>
              <a:gd name="connsiteY75" fmla="*/ 3786256 h 6858000"/>
              <a:gd name="connsiteX76" fmla="*/ 7264342 w 12191999"/>
              <a:gd name="connsiteY76" fmla="*/ 3375290 h 6858000"/>
              <a:gd name="connsiteX77" fmla="*/ 7685189 w 12191999"/>
              <a:gd name="connsiteY77" fmla="*/ 3375290 h 6858000"/>
              <a:gd name="connsiteX78" fmla="*/ 7685189 w 12191999"/>
              <a:gd name="connsiteY78" fmla="*/ 3138324 h 6858000"/>
              <a:gd name="connsiteX79" fmla="*/ 7264342 w 12191999"/>
              <a:gd name="connsiteY79" fmla="*/ 3138324 h 6858000"/>
              <a:gd name="connsiteX80" fmla="*/ 7264342 w 12191999"/>
              <a:gd name="connsiteY80" fmla="*/ 3000935 h 6858000"/>
              <a:gd name="connsiteX81" fmla="*/ 7752729 w 12191999"/>
              <a:gd name="connsiteY81" fmla="*/ 3000935 h 6858000"/>
              <a:gd name="connsiteX82" fmla="*/ 7752729 w 12191999"/>
              <a:gd name="connsiteY82" fmla="*/ 2763918 h 6858000"/>
              <a:gd name="connsiteX83" fmla="*/ 6028074 w 12191999"/>
              <a:gd name="connsiteY83" fmla="*/ 2763881 h 6858000"/>
              <a:gd name="connsiteX84" fmla="*/ 6028074 w 12191999"/>
              <a:gd name="connsiteY84" fmla="*/ 3000905 h 6858000"/>
              <a:gd name="connsiteX85" fmla="*/ 6327812 w 12191999"/>
              <a:gd name="connsiteY85" fmla="*/ 3000905 h 6858000"/>
              <a:gd name="connsiteX86" fmla="*/ 6327812 w 12191999"/>
              <a:gd name="connsiteY86" fmla="*/ 3786219 h 6858000"/>
              <a:gd name="connsiteX87" fmla="*/ 6601419 w 12191999"/>
              <a:gd name="connsiteY87" fmla="*/ 3786219 h 6858000"/>
              <a:gd name="connsiteX88" fmla="*/ 6601419 w 12191999"/>
              <a:gd name="connsiteY88" fmla="*/ 3000905 h 6858000"/>
              <a:gd name="connsiteX89" fmla="*/ 6902646 w 12191999"/>
              <a:gd name="connsiteY89" fmla="*/ 3000905 h 6858000"/>
              <a:gd name="connsiteX90" fmla="*/ 6902646 w 12191999"/>
              <a:gd name="connsiteY90" fmla="*/ 2763881 h 6858000"/>
              <a:gd name="connsiteX91" fmla="*/ 3107726 w 12191999"/>
              <a:gd name="connsiteY91" fmla="*/ 2763881 h 6858000"/>
              <a:gd name="connsiteX92" fmla="*/ 3107726 w 12191999"/>
              <a:gd name="connsiteY92" fmla="*/ 3786219 h 6858000"/>
              <a:gd name="connsiteX93" fmla="*/ 3381331 w 12191999"/>
              <a:gd name="connsiteY93" fmla="*/ 3786219 h 6858000"/>
              <a:gd name="connsiteX94" fmla="*/ 3381331 w 12191999"/>
              <a:gd name="connsiteY94" fmla="*/ 3413280 h 6858000"/>
              <a:gd name="connsiteX95" fmla="*/ 3540093 w 12191999"/>
              <a:gd name="connsiteY95" fmla="*/ 3413280 h 6858000"/>
              <a:gd name="connsiteX96" fmla="*/ 3698451 w 12191999"/>
              <a:gd name="connsiteY96" fmla="*/ 3389459 h 6858000"/>
              <a:gd name="connsiteX97" fmla="*/ 3818518 w 12191999"/>
              <a:gd name="connsiteY97" fmla="*/ 3322117 h 6858000"/>
              <a:gd name="connsiteX98" fmla="*/ 3893847 w 12191999"/>
              <a:gd name="connsiteY98" fmla="*/ 3217547 h 6858000"/>
              <a:gd name="connsiteX99" fmla="*/ 3918959 w 12191999"/>
              <a:gd name="connsiteY99" fmla="*/ 3087917 h 6858000"/>
              <a:gd name="connsiteX100" fmla="*/ 3893810 w 12191999"/>
              <a:gd name="connsiteY100" fmla="*/ 2958858 h 6858000"/>
              <a:gd name="connsiteX101" fmla="*/ 3818518 w 12191999"/>
              <a:gd name="connsiteY101" fmla="*/ 2855066 h 6858000"/>
              <a:gd name="connsiteX102" fmla="*/ 3698451 w 12191999"/>
              <a:gd name="connsiteY102" fmla="*/ 2787695 h 6858000"/>
              <a:gd name="connsiteX103" fmla="*/ 3540093 w 12191999"/>
              <a:gd name="connsiteY103" fmla="*/ 2763881 h 6858000"/>
              <a:gd name="connsiteX104" fmla="*/ 4511409 w 12191999"/>
              <a:gd name="connsiteY104" fmla="*/ 2747020 h 6858000"/>
              <a:gd name="connsiteX105" fmla="*/ 4301926 w 12191999"/>
              <a:gd name="connsiteY105" fmla="*/ 2785341 h 6858000"/>
              <a:gd name="connsiteX106" fmla="*/ 4134098 w 12191999"/>
              <a:gd name="connsiteY106" fmla="*/ 2894076 h 6858000"/>
              <a:gd name="connsiteX107" fmla="*/ 4022546 w 12191999"/>
              <a:gd name="connsiteY107" fmla="*/ 3061683 h 6858000"/>
              <a:gd name="connsiteX108" fmla="*/ 3981982 w 12191999"/>
              <a:gd name="connsiteY108" fmla="*/ 3275098 h 6858000"/>
              <a:gd name="connsiteX109" fmla="*/ 4022590 w 12191999"/>
              <a:gd name="connsiteY109" fmla="*/ 3489225 h 6858000"/>
              <a:gd name="connsiteX110" fmla="*/ 4134106 w 12191999"/>
              <a:gd name="connsiteY110" fmla="*/ 3656105 h 6858000"/>
              <a:gd name="connsiteX111" fmla="*/ 4301934 w 12191999"/>
              <a:gd name="connsiteY111" fmla="*/ 3764855 h 6858000"/>
              <a:gd name="connsiteX112" fmla="*/ 4511425 w 12191999"/>
              <a:gd name="connsiteY112" fmla="*/ 3803154 h 6858000"/>
              <a:gd name="connsiteX113" fmla="*/ 4720895 w 12191999"/>
              <a:gd name="connsiteY113" fmla="*/ 3764855 h 6858000"/>
              <a:gd name="connsiteX114" fmla="*/ 4888764 w 12191999"/>
              <a:gd name="connsiteY114" fmla="*/ 3656105 h 6858000"/>
              <a:gd name="connsiteX115" fmla="*/ 5000338 w 12191999"/>
              <a:gd name="connsiteY115" fmla="*/ 3489225 h 6858000"/>
              <a:gd name="connsiteX116" fmla="*/ 5040895 w 12191999"/>
              <a:gd name="connsiteY116" fmla="*/ 3275098 h 6858000"/>
              <a:gd name="connsiteX117" fmla="*/ 5000338 w 12191999"/>
              <a:gd name="connsiteY117" fmla="*/ 3061683 h 6858000"/>
              <a:gd name="connsiteX118" fmla="*/ 4888756 w 12191999"/>
              <a:gd name="connsiteY118" fmla="*/ 2894084 h 6858000"/>
              <a:gd name="connsiteX119" fmla="*/ 4720880 w 12191999"/>
              <a:gd name="connsiteY119" fmla="*/ 2785348 h 6858000"/>
              <a:gd name="connsiteX120" fmla="*/ 4511409 w 12191999"/>
              <a:gd name="connsiteY120" fmla="*/ 2747020 h 6858000"/>
              <a:gd name="connsiteX121" fmla="*/ 2544686 w 12191999"/>
              <a:gd name="connsiteY121" fmla="*/ 2747020 h 6858000"/>
              <a:gd name="connsiteX122" fmla="*/ 2400013 w 12191999"/>
              <a:gd name="connsiteY122" fmla="*/ 2766265 h 6858000"/>
              <a:gd name="connsiteX123" fmla="*/ 2282726 w 12191999"/>
              <a:gd name="connsiteY123" fmla="*/ 2824659 h 6858000"/>
              <a:gd name="connsiteX124" fmla="*/ 2204816 w 12191999"/>
              <a:gd name="connsiteY124" fmla="*/ 2921095 h 6858000"/>
              <a:gd name="connsiteX125" fmla="*/ 2177078 w 12191999"/>
              <a:gd name="connsiteY125" fmla="*/ 3049926 h 6858000"/>
              <a:gd name="connsiteX126" fmla="*/ 2203495 w 12191999"/>
              <a:gd name="connsiteY126" fmla="*/ 3175303 h 6858000"/>
              <a:gd name="connsiteX127" fmla="*/ 2281795 w 12191999"/>
              <a:gd name="connsiteY127" fmla="*/ 3267713 h 6858000"/>
              <a:gd name="connsiteX128" fmla="*/ 2404443 w 12191999"/>
              <a:gd name="connsiteY128" fmla="*/ 3330302 h 6858000"/>
              <a:gd name="connsiteX129" fmla="*/ 2566996 w 12191999"/>
              <a:gd name="connsiteY129" fmla="*/ 3372055 h 6858000"/>
              <a:gd name="connsiteX130" fmla="*/ 2612093 w 12191999"/>
              <a:gd name="connsiteY130" fmla="*/ 3380482 h 6858000"/>
              <a:gd name="connsiteX131" fmla="*/ 2720594 w 12191999"/>
              <a:gd name="connsiteY131" fmla="*/ 3422543 h 6858000"/>
              <a:gd name="connsiteX132" fmla="*/ 2748516 w 12191999"/>
              <a:gd name="connsiteY132" fmla="*/ 3484765 h 6858000"/>
              <a:gd name="connsiteX133" fmla="*/ 2719517 w 12191999"/>
              <a:gd name="connsiteY133" fmla="*/ 3549526 h 6858000"/>
              <a:gd name="connsiteX134" fmla="*/ 2622090 w 12191999"/>
              <a:gd name="connsiteY134" fmla="*/ 3577395 h 6858000"/>
              <a:gd name="connsiteX135" fmla="*/ 2483416 w 12191999"/>
              <a:gd name="connsiteY135" fmla="*/ 3535958 h 6858000"/>
              <a:gd name="connsiteX136" fmla="*/ 2404230 w 12191999"/>
              <a:gd name="connsiteY136" fmla="*/ 3424677 h 6858000"/>
              <a:gd name="connsiteX137" fmla="*/ 2396955 w 12191999"/>
              <a:gd name="connsiteY137" fmla="*/ 3403863 h 6858000"/>
              <a:gd name="connsiteX138" fmla="*/ 2135559 w 12191999"/>
              <a:gd name="connsiteY138" fmla="*/ 3469247 h 6858000"/>
              <a:gd name="connsiteX139" fmla="*/ 2144727 w 12191999"/>
              <a:gd name="connsiteY139" fmla="*/ 3494469 h 6858000"/>
              <a:gd name="connsiteX140" fmla="*/ 2210756 w 12191999"/>
              <a:gd name="connsiteY140" fmla="*/ 3616112 h 6858000"/>
              <a:gd name="connsiteX141" fmla="*/ 2313434 w 12191999"/>
              <a:gd name="connsiteY141" fmla="*/ 3714418 h 6858000"/>
              <a:gd name="connsiteX142" fmla="*/ 2450274 w 12191999"/>
              <a:gd name="connsiteY142" fmla="*/ 3779538 h 6858000"/>
              <a:gd name="connsiteX143" fmla="*/ 2622083 w 12191999"/>
              <a:gd name="connsiteY143" fmla="*/ 3803117 h 6858000"/>
              <a:gd name="connsiteX144" fmla="*/ 2779363 w 12191999"/>
              <a:gd name="connsiteY144" fmla="*/ 3780147 h 6858000"/>
              <a:gd name="connsiteX145" fmla="*/ 2904615 w 12191999"/>
              <a:gd name="connsiteY145" fmla="*/ 3714792 h 6858000"/>
              <a:gd name="connsiteX146" fmla="*/ 2987967 w 12191999"/>
              <a:gd name="connsiteY146" fmla="*/ 3610817 h 6858000"/>
              <a:gd name="connsiteX147" fmla="*/ 3017861 w 12191999"/>
              <a:gd name="connsiteY147" fmla="*/ 3473522 h 6858000"/>
              <a:gd name="connsiteX148" fmla="*/ 2912558 w 12191999"/>
              <a:gd name="connsiteY148" fmla="*/ 3242417 h 6858000"/>
              <a:gd name="connsiteX149" fmla="*/ 2626534 w 12191999"/>
              <a:gd name="connsiteY149" fmla="*/ 3131687 h 6858000"/>
              <a:gd name="connsiteX150" fmla="*/ 2581393 w 12191999"/>
              <a:gd name="connsiteY150" fmla="*/ 3123201 h 6858000"/>
              <a:gd name="connsiteX151" fmla="*/ 2470942 w 12191999"/>
              <a:gd name="connsiteY151" fmla="*/ 3085915 h 6858000"/>
              <a:gd name="connsiteX152" fmla="*/ 2445000 w 12191999"/>
              <a:gd name="connsiteY152" fmla="*/ 3038639 h 6858000"/>
              <a:gd name="connsiteX153" fmla="*/ 2466878 w 12191999"/>
              <a:gd name="connsiteY153" fmla="*/ 2992119 h 6858000"/>
              <a:gd name="connsiteX154" fmla="*/ 2544686 w 12191999"/>
              <a:gd name="connsiteY154" fmla="*/ 2972749 h 6858000"/>
              <a:gd name="connsiteX155" fmla="*/ 2652512 w 12191999"/>
              <a:gd name="connsiteY155" fmla="*/ 3001411 h 6858000"/>
              <a:gd name="connsiteX156" fmla="*/ 2710642 w 12191999"/>
              <a:gd name="connsiteY156" fmla="*/ 3075324 h 6858000"/>
              <a:gd name="connsiteX157" fmla="*/ 2718240 w 12191999"/>
              <a:gd name="connsiteY157" fmla="*/ 3095434 h 6858000"/>
              <a:gd name="connsiteX158" fmla="*/ 2981784 w 12191999"/>
              <a:gd name="connsiteY158" fmla="*/ 3029999 h 6858000"/>
              <a:gd name="connsiteX159" fmla="*/ 2970967 w 12191999"/>
              <a:gd name="connsiteY159" fmla="*/ 3004000 h 6858000"/>
              <a:gd name="connsiteX160" fmla="*/ 2911164 w 12191999"/>
              <a:gd name="connsiteY160" fmla="*/ 2903794 h 6858000"/>
              <a:gd name="connsiteX161" fmla="*/ 2820507 w 12191999"/>
              <a:gd name="connsiteY161" fmla="*/ 2822114 h 6858000"/>
              <a:gd name="connsiteX162" fmla="*/ 2698519 w 12191999"/>
              <a:gd name="connsiteY162" fmla="*/ 2766962 h 6858000"/>
              <a:gd name="connsiteX163" fmla="*/ 2544686 w 12191999"/>
              <a:gd name="connsiteY163" fmla="*/ 2747020 h 6858000"/>
              <a:gd name="connsiteX164" fmla="*/ 0 w 12191999"/>
              <a:gd name="connsiteY164" fmla="*/ 0 h 6858000"/>
              <a:gd name="connsiteX165" fmla="*/ 12191999 w 12191999"/>
              <a:gd name="connsiteY165" fmla="*/ 0 h 6858000"/>
              <a:gd name="connsiteX166" fmla="*/ 12191999 w 12191999"/>
              <a:gd name="connsiteY166" fmla="*/ 6858000 h 6858000"/>
              <a:gd name="connsiteX167" fmla="*/ 0 w 12191999"/>
              <a:gd name="connsiteY16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1999" h="6858000">
                <a:moveTo>
                  <a:pt x="8301143" y="3923111"/>
                </a:moveTo>
                <a:lnTo>
                  <a:pt x="8301143" y="4196755"/>
                </a:lnTo>
                <a:lnTo>
                  <a:pt x="9087309" y="4196755"/>
                </a:lnTo>
                <a:lnTo>
                  <a:pt x="9087309" y="3923111"/>
                </a:lnTo>
                <a:close/>
                <a:moveTo>
                  <a:pt x="5403230" y="3000956"/>
                </a:moveTo>
                <a:lnTo>
                  <a:pt x="5588777" y="3000956"/>
                </a:lnTo>
                <a:cubicBezTo>
                  <a:pt x="5624120" y="3000956"/>
                  <a:pt x="5650067" y="3008958"/>
                  <a:pt x="5665953" y="3024821"/>
                </a:cubicBezTo>
                <a:cubicBezTo>
                  <a:pt x="5682029" y="3040890"/>
                  <a:pt x="5689832" y="3060150"/>
                  <a:pt x="5689832" y="3083699"/>
                </a:cubicBezTo>
                <a:cubicBezTo>
                  <a:pt x="5689832" y="3107242"/>
                  <a:pt x="5682023" y="3126531"/>
                  <a:pt x="5665953" y="3142570"/>
                </a:cubicBezTo>
                <a:cubicBezTo>
                  <a:pt x="5650067" y="3158427"/>
                  <a:pt x="5624120" y="3166436"/>
                  <a:pt x="5588777" y="3166436"/>
                </a:cubicBezTo>
                <a:lnTo>
                  <a:pt x="5403230" y="3166436"/>
                </a:lnTo>
                <a:close/>
                <a:moveTo>
                  <a:pt x="3381318" y="3000898"/>
                </a:moveTo>
                <a:lnTo>
                  <a:pt x="3540087" y="3000898"/>
                </a:lnTo>
                <a:cubicBezTo>
                  <a:pt x="3572834" y="3000898"/>
                  <a:pt x="3597997" y="3009068"/>
                  <a:pt x="3614822" y="3025151"/>
                </a:cubicBezTo>
                <a:cubicBezTo>
                  <a:pt x="3631609" y="3041206"/>
                  <a:pt x="3639743" y="3061705"/>
                  <a:pt x="3639743" y="3087909"/>
                </a:cubicBezTo>
                <a:cubicBezTo>
                  <a:pt x="3639743" y="3114188"/>
                  <a:pt x="3631522" y="3134994"/>
                  <a:pt x="3614609" y="3151511"/>
                </a:cubicBezTo>
                <a:cubicBezTo>
                  <a:pt x="3597579" y="3168189"/>
                  <a:pt x="3573171" y="3176300"/>
                  <a:pt x="3540087" y="3176300"/>
                </a:cubicBezTo>
                <a:lnTo>
                  <a:pt x="3381318" y="3176300"/>
                </a:lnTo>
                <a:close/>
                <a:moveTo>
                  <a:pt x="4511403" y="2984052"/>
                </a:moveTo>
                <a:cubicBezTo>
                  <a:pt x="4550025" y="2984052"/>
                  <a:pt x="4585500" y="2991144"/>
                  <a:pt x="4616948" y="3005123"/>
                </a:cubicBezTo>
                <a:cubicBezTo>
                  <a:pt x="4648259" y="3019117"/>
                  <a:pt x="4675276" y="3039058"/>
                  <a:pt x="4697190" y="3064317"/>
                </a:cubicBezTo>
                <a:cubicBezTo>
                  <a:pt x="4719435" y="3090023"/>
                  <a:pt x="4736817" y="3120929"/>
                  <a:pt x="4748888" y="3156243"/>
                </a:cubicBezTo>
                <a:cubicBezTo>
                  <a:pt x="4761107" y="3192084"/>
                  <a:pt x="4767326" y="3232011"/>
                  <a:pt x="4767326" y="3275099"/>
                </a:cubicBezTo>
                <a:cubicBezTo>
                  <a:pt x="4767326" y="3318158"/>
                  <a:pt x="4761100" y="3358158"/>
                  <a:pt x="4748888" y="3393941"/>
                </a:cubicBezTo>
                <a:cubicBezTo>
                  <a:pt x="4736817" y="3429255"/>
                  <a:pt x="4719435" y="3460190"/>
                  <a:pt x="4697227" y="3485830"/>
                </a:cubicBezTo>
                <a:cubicBezTo>
                  <a:pt x="4675232" y="3511162"/>
                  <a:pt x="4648259" y="3531096"/>
                  <a:pt x="4616985" y="3545024"/>
                </a:cubicBezTo>
                <a:cubicBezTo>
                  <a:pt x="4585500" y="3559032"/>
                  <a:pt x="4550025" y="3566153"/>
                  <a:pt x="4511403" y="3566153"/>
                </a:cubicBezTo>
                <a:cubicBezTo>
                  <a:pt x="4472803" y="3566153"/>
                  <a:pt x="4437284" y="3559047"/>
                  <a:pt x="4405887" y="3545024"/>
                </a:cubicBezTo>
                <a:cubicBezTo>
                  <a:pt x="4374555" y="3531045"/>
                  <a:pt x="4347558" y="3511162"/>
                  <a:pt x="4325600" y="3485830"/>
                </a:cubicBezTo>
                <a:cubicBezTo>
                  <a:pt x="4303392" y="3460190"/>
                  <a:pt x="4285967" y="3429299"/>
                  <a:pt x="4273968" y="3393941"/>
                </a:cubicBezTo>
                <a:cubicBezTo>
                  <a:pt x="4261727" y="3358202"/>
                  <a:pt x="4255524" y="3318209"/>
                  <a:pt x="4255524" y="3275099"/>
                </a:cubicBezTo>
                <a:cubicBezTo>
                  <a:pt x="4255524" y="3231975"/>
                  <a:pt x="4261727" y="3192004"/>
                  <a:pt x="4273968" y="3156243"/>
                </a:cubicBezTo>
                <a:cubicBezTo>
                  <a:pt x="4286018" y="3120929"/>
                  <a:pt x="4303400" y="3090008"/>
                  <a:pt x="4325600" y="3064353"/>
                </a:cubicBezTo>
                <a:cubicBezTo>
                  <a:pt x="4347558" y="3039058"/>
                  <a:pt x="4374555" y="3019139"/>
                  <a:pt x="4405887" y="3005123"/>
                </a:cubicBezTo>
                <a:cubicBezTo>
                  <a:pt x="4437284" y="2991144"/>
                  <a:pt x="4472811" y="2984052"/>
                  <a:pt x="4511403" y="2984052"/>
                </a:cubicBezTo>
                <a:close/>
                <a:moveTo>
                  <a:pt x="9271960" y="2763940"/>
                </a:moveTo>
                <a:lnTo>
                  <a:pt x="9271960" y="3786249"/>
                </a:lnTo>
                <a:lnTo>
                  <a:pt x="10056439" y="3786249"/>
                </a:lnTo>
                <a:lnTo>
                  <a:pt x="10056439" y="3549284"/>
                </a:lnTo>
                <a:lnTo>
                  <a:pt x="9545545" y="3549284"/>
                </a:lnTo>
                <a:lnTo>
                  <a:pt x="9545545" y="3365403"/>
                </a:lnTo>
                <a:lnTo>
                  <a:pt x="9983267" y="3365403"/>
                </a:lnTo>
                <a:lnTo>
                  <a:pt x="9983267" y="3128424"/>
                </a:lnTo>
                <a:lnTo>
                  <a:pt x="9545545" y="3128424"/>
                </a:lnTo>
                <a:lnTo>
                  <a:pt x="9545545" y="3000957"/>
                </a:lnTo>
                <a:lnTo>
                  <a:pt x="10028269" y="3000957"/>
                </a:lnTo>
                <a:lnTo>
                  <a:pt x="10028269" y="2763940"/>
                </a:lnTo>
                <a:close/>
                <a:moveTo>
                  <a:pt x="8193581" y="2763932"/>
                </a:moveTo>
                <a:lnTo>
                  <a:pt x="8530400" y="3786270"/>
                </a:lnTo>
                <a:lnTo>
                  <a:pt x="8858037" y="3786270"/>
                </a:lnTo>
                <a:lnTo>
                  <a:pt x="9192165" y="2772212"/>
                </a:lnTo>
                <a:lnTo>
                  <a:pt x="9194871" y="2763932"/>
                </a:lnTo>
                <a:lnTo>
                  <a:pt x="8901242" y="2763932"/>
                </a:lnTo>
                <a:lnTo>
                  <a:pt x="8694230" y="3480761"/>
                </a:lnTo>
                <a:lnTo>
                  <a:pt x="8487173" y="2763932"/>
                </a:lnTo>
                <a:close/>
                <a:moveTo>
                  <a:pt x="7842424" y="2763932"/>
                </a:moveTo>
                <a:lnTo>
                  <a:pt x="7842424" y="3786270"/>
                </a:lnTo>
                <a:lnTo>
                  <a:pt x="8115979" y="3786270"/>
                </a:lnTo>
                <a:lnTo>
                  <a:pt x="8115979" y="2763932"/>
                </a:lnTo>
                <a:close/>
                <a:moveTo>
                  <a:pt x="5129683" y="2763932"/>
                </a:moveTo>
                <a:lnTo>
                  <a:pt x="5129683" y="3786249"/>
                </a:lnTo>
                <a:lnTo>
                  <a:pt x="5403237" y="3786249"/>
                </a:lnTo>
                <a:lnTo>
                  <a:pt x="5403237" y="3403430"/>
                </a:lnTo>
                <a:lnTo>
                  <a:pt x="5534122" y="3403430"/>
                </a:lnTo>
                <a:lnTo>
                  <a:pt x="5717109" y="3786256"/>
                </a:lnTo>
                <a:lnTo>
                  <a:pt x="6017367" y="3786256"/>
                </a:lnTo>
                <a:lnTo>
                  <a:pt x="5800856" y="3343070"/>
                </a:lnTo>
                <a:cubicBezTo>
                  <a:pt x="5843563" y="3318362"/>
                  <a:pt x="5880256" y="3286260"/>
                  <a:pt x="5909878" y="3247610"/>
                </a:cubicBezTo>
                <a:cubicBezTo>
                  <a:pt x="5945427" y="3201258"/>
                  <a:pt x="5963403" y="3142805"/>
                  <a:pt x="5963403" y="3073857"/>
                </a:cubicBezTo>
                <a:cubicBezTo>
                  <a:pt x="5963403" y="3028400"/>
                  <a:pt x="5954909" y="2986266"/>
                  <a:pt x="5938099" y="2948583"/>
                </a:cubicBezTo>
                <a:cubicBezTo>
                  <a:pt x="5921203" y="2910666"/>
                  <a:pt x="5896069" y="2877435"/>
                  <a:pt x="5863343" y="2849873"/>
                </a:cubicBezTo>
                <a:cubicBezTo>
                  <a:pt x="5830999" y="2822583"/>
                  <a:pt x="5791102" y="2801182"/>
                  <a:pt x="5744648" y="2786228"/>
                </a:cubicBezTo>
                <a:cubicBezTo>
                  <a:pt x="5698862" y="2771428"/>
                  <a:pt x="5646400" y="2763932"/>
                  <a:pt x="5588791" y="2763932"/>
                </a:cubicBezTo>
                <a:close/>
                <a:moveTo>
                  <a:pt x="6990787" y="2763918"/>
                </a:moveTo>
                <a:lnTo>
                  <a:pt x="6990787" y="3786256"/>
                </a:lnTo>
                <a:lnTo>
                  <a:pt x="7264342" y="3786256"/>
                </a:lnTo>
                <a:lnTo>
                  <a:pt x="7264342" y="3375290"/>
                </a:lnTo>
                <a:lnTo>
                  <a:pt x="7685189" y="3375290"/>
                </a:lnTo>
                <a:lnTo>
                  <a:pt x="7685189" y="3138324"/>
                </a:lnTo>
                <a:lnTo>
                  <a:pt x="7264342" y="3138324"/>
                </a:lnTo>
                <a:lnTo>
                  <a:pt x="7264342" y="3000935"/>
                </a:lnTo>
                <a:lnTo>
                  <a:pt x="7752729" y="3000935"/>
                </a:lnTo>
                <a:lnTo>
                  <a:pt x="7752729" y="2763918"/>
                </a:lnTo>
                <a:close/>
                <a:moveTo>
                  <a:pt x="6028074" y="2763881"/>
                </a:moveTo>
                <a:lnTo>
                  <a:pt x="6028074" y="3000905"/>
                </a:lnTo>
                <a:lnTo>
                  <a:pt x="6327812" y="3000905"/>
                </a:lnTo>
                <a:lnTo>
                  <a:pt x="6327812" y="3786219"/>
                </a:lnTo>
                <a:lnTo>
                  <a:pt x="6601419" y="3786219"/>
                </a:lnTo>
                <a:lnTo>
                  <a:pt x="6601419" y="3000905"/>
                </a:lnTo>
                <a:lnTo>
                  <a:pt x="6902646" y="3000905"/>
                </a:lnTo>
                <a:lnTo>
                  <a:pt x="6902646" y="2763881"/>
                </a:lnTo>
                <a:close/>
                <a:moveTo>
                  <a:pt x="3107726" y="2763881"/>
                </a:moveTo>
                <a:lnTo>
                  <a:pt x="3107726" y="3786219"/>
                </a:lnTo>
                <a:lnTo>
                  <a:pt x="3381331" y="3786219"/>
                </a:lnTo>
                <a:lnTo>
                  <a:pt x="3381331" y="3413280"/>
                </a:lnTo>
                <a:lnTo>
                  <a:pt x="3540093" y="3413280"/>
                </a:lnTo>
                <a:cubicBezTo>
                  <a:pt x="3598766" y="3413280"/>
                  <a:pt x="3652070" y="3405278"/>
                  <a:pt x="3698451" y="3389459"/>
                </a:cubicBezTo>
                <a:cubicBezTo>
                  <a:pt x="3745346" y="3373544"/>
                  <a:pt x="3785720" y="3350845"/>
                  <a:pt x="3818518" y="3322117"/>
                </a:cubicBezTo>
                <a:cubicBezTo>
                  <a:pt x="3851669" y="3293030"/>
                  <a:pt x="3877015" y="3257841"/>
                  <a:pt x="3893847" y="3217547"/>
                </a:cubicBezTo>
                <a:cubicBezTo>
                  <a:pt x="3910524" y="3177701"/>
                  <a:pt x="3918959" y="3134085"/>
                  <a:pt x="3918959" y="3087917"/>
                </a:cubicBezTo>
                <a:cubicBezTo>
                  <a:pt x="3918959" y="3041683"/>
                  <a:pt x="3910488" y="2998257"/>
                  <a:pt x="3893810" y="2958858"/>
                </a:cubicBezTo>
                <a:cubicBezTo>
                  <a:pt x="3876971" y="2919049"/>
                  <a:pt x="3851625" y="2884109"/>
                  <a:pt x="3818518" y="2855066"/>
                </a:cubicBezTo>
                <a:cubicBezTo>
                  <a:pt x="3785808" y="2826375"/>
                  <a:pt x="3745382" y="2803720"/>
                  <a:pt x="3698451" y="2787695"/>
                </a:cubicBezTo>
                <a:cubicBezTo>
                  <a:pt x="3651968" y="2771883"/>
                  <a:pt x="3598700" y="2763881"/>
                  <a:pt x="3540093" y="2763881"/>
                </a:cubicBezTo>
                <a:close/>
                <a:moveTo>
                  <a:pt x="4511409" y="2747020"/>
                </a:moveTo>
                <a:cubicBezTo>
                  <a:pt x="4436447" y="2747020"/>
                  <a:pt x="4365967" y="2759913"/>
                  <a:pt x="4301926" y="2785341"/>
                </a:cubicBezTo>
                <a:cubicBezTo>
                  <a:pt x="4237731" y="2810827"/>
                  <a:pt x="4181271" y="2847417"/>
                  <a:pt x="4134098" y="2894076"/>
                </a:cubicBezTo>
                <a:cubicBezTo>
                  <a:pt x="4087006" y="2940692"/>
                  <a:pt x="4049433" y="2997069"/>
                  <a:pt x="4022546" y="3061683"/>
                </a:cubicBezTo>
                <a:cubicBezTo>
                  <a:pt x="3995587" y="3126282"/>
                  <a:pt x="3981982" y="3198053"/>
                  <a:pt x="3981982" y="3275098"/>
                </a:cubicBezTo>
                <a:cubicBezTo>
                  <a:pt x="3981982" y="3353162"/>
                  <a:pt x="3995638" y="3425183"/>
                  <a:pt x="4022590" y="3489225"/>
                </a:cubicBezTo>
                <a:cubicBezTo>
                  <a:pt x="4049433" y="3553398"/>
                  <a:pt x="4087013" y="3609519"/>
                  <a:pt x="4134106" y="3656105"/>
                </a:cubicBezTo>
                <a:cubicBezTo>
                  <a:pt x="4181315" y="3702809"/>
                  <a:pt x="4237780" y="3739413"/>
                  <a:pt x="4301934" y="3764855"/>
                </a:cubicBezTo>
                <a:cubicBezTo>
                  <a:pt x="4365973" y="3790246"/>
                  <a:pt x="4436454" y="3803154"/>
                  <a:pt x="4511425" y="3803154"/>
                </a:cubicBezTo>
                <a:cubicBezTo>
                  <a:pt x="4586430" y="3803154"/>
                  <a:pt x="4656918" y="3790246"/>
                  <a:pt x="4720895" y="3764855"/>
                </a:cubicBezTo>
                <a:cubicBezTo>
                  <a:pt x="4785125" y="3739369"/>
                  <a:pt x="4841591" y="3702765"/>
                  <a:pt x="4888764" y="3656105"/>
                </a:cubicBezTo>
                <a:cubicBezTo>
                  <a:pt x="4935828" y="3609570"/>
                  <a:pt x="4973348" y="3553428"/>
                  <a:pt x="5000338" y="3489225"/>
                </a:cubicBezTo>
                <a:cubicBezTo>
                  <a:pt x="5027225" y="3425117"/>
                  <a:pt x="5040895" y="3353067"/>
                  <a:pt x="5040895" y="3275098"/>
                </a:cubicBezTo>
                <a:cubicBezTo>
                  <a:pt x="5040895" y="3198141"/>
                  <a:pt x="5027262" y="3126362"/>
                  <a:pt x="5000338" y="3061683"/>
                </a:cubicBezTo>
                <a:cubicBezTo>
                  <a:pt x="4973372" y="2997077"/>
                  <a:pt x="4935856" y="2940655"/>
                  <a:pt x="4888756" y="2894084"/>
                </a:cubicBezTo>
                <a:cubicBezTo>
                  <a:pt x="4841628" y="2847461"/>
                  <a:pt x="4785119" y="2810834"/>
                  <a:pt x="4720880" y="2785348"/>
                </a:cubicBezTo>
                <a:cubicBezTo>
                  <a:pt x="4656859" y="2759913"/>
                  <a:pt x="4586379" y="2747020"/>
                  <a:pt x="4511409" y="2747020"/>
                </a:cubicBezTo>
                <a:close/>
                <a:moveTo>
                  <a:pt x="2544686" y="2747020"/>
                </a:moveTo>
                <a:cubicBezTo>
                  <a:pt x="2492965" y="2747020"/>
                  <a:pt x="2444303" y="2753503"/>
                  <a:pt x="2400013" y="2766265"/>
                </a:cubicBezTo>
                <a:cubicBezTo>
                  <a:pt x="2355004" y="2779305"/>
                  <a:pt x="2315524" y="2798953"/>
                  <a:pt x="2282726" y="2824659"/>
                </a:cubicBezTo>
                <a:cubicBezTo>
                  <a:pt x="2249510" y="2850739"/>
                  <a:pt x="2223298" y="2883178"/>
                  <a:pt x="2204816" y="2921095"/>
                </a:cubicBezTo>
                <a:cubicBezTo>
                  <a:pt x="2186437" y="2958925"/>
                  <a:pt x="2177078" y="3002262"/>
                  <a:pt x="2177078" y="3049926"/>
                </a:cubicBezTo>
                <a:cubicBezTo>
                  <a:pt x="2177078" y="3097561"/>
                  <a:pt x="2185974" y="3139718"/>
                  <a:pt x="2203495" y="3175303"/>
                </a:cubicBezTo>
                <a:cubicBezTo>
                  <a:pt x="2221119" y="3211020"/>
                  <a:pt x="2247434" y="3242094"/>
                  <a:pt x="2281795" y="3267713"/>
                </a:cubicBezTo>
                <a:cubicBezTo>
                  <a:pt x="2315062" y="3292546"/>
                  <a:pt x="2356338" y="3313639"/>
                  <a:pt x="2404443" y="3330302"/>
                </a:cubicBezTo>
                <a:cubicBezTo>
                  <a:pt x="2451213" y="3346562"/>
                  <a:pt x="2505918" y="3360614"/>
                  <a:pt x="2566996" y="3372055"/>
                </a:cubicBezTo>
                <a:lnTo>
                  <a:pt x="2612093" y="3380482"/>
                </a:lnTo>
                <a:cubicBezTo>
                  <a:pt x="2663674" y="3389987"/>
                  <a:pt x="2700192" y="3404127"/>
                  <a:pt x="2720594" y="3422543"/>
                </a:cubicBezTo>
                <a:cubicBezTo>
                  <a:pt x="2739333" y="3439507"/>
                  <a:pt x="2748516" y="3459852"/>
                  <a:pt x="2748516" y="3484765"/>
                </a:cubicBezTo>
                <a:cubicBezTo>
                  <a:pt x="2748516" y="3509965"/>
                  <a:pt x="2738996" y="3531132"/>
                  <a:pt x="2719517" y="3549526"/>
                </a:cubicBezTo>
                <a:cubicBezTo>
                  <a:pt x="2699868" y="3568030"/>
                  <a:pt x="2667092" y="3577395"/>
                  <a:pt x="2622090" y="3577395"/>
                </a:cubicBezTo>
                <a:cubicBezTo>
                  <a:pt x="2565903" y="3577395"/>
                  <a:pt x="2519236" y="3563468"/>
                  <a:pt x="2483416" y="3535958"/>
                </a:cubicBezTo>
                <a:cubicBezTo>
                  <a:pt x="2447003" y="3508007"/>
                  <a:pt x="2420409" y="3470603"/>
                  <a:pt x="2404230" y="3424677"/>
                </a:cubicBezTo>
                <a:lnTo>
                  <a:pt x="2396955" y="3403863"/>
                </a:lnTo>
                <a:lnTo>
                  <a:pt x="2135559" y="3469247"/>
                </a:lnTo>
                <a:lnTo>
                  <a:pt x="2144727" y="3494469"/>
                </a:lnTo>
                <a:cubicBezTo>
                  <a:pt x="2160474" y="3537725"/>
                  <a:pt x="2182688" y="3578686"/>
                  <a:pt x="2210756" y="3616112"/>
                </a:cubicBezTo>
                <a:cubicBezTo>
                  <a:pt x="2238963" y="3653736"/>
                  <a:pt x="2273492" y="3686769"/>
                  <a:pt x="2313434" y="3714418"/>
                </a:cubicBezTo>
                <a:cubicBezTo>
                  <a:pt x="2353339" y="3741980"/>
                  <a:pt x="2399397" y="3763938"/>
                  <a:pt x="2450274" y="3779538"/>
                </a:cubicBezTo>
                <a:cubicBezTo>
                  <a:pt x="2501194" y="3795182"/>
                  <a:pt x="2558988" y="3803117"/>
                  <a:pt x="2622083" y="3803117"/>
                </a:cubicBezTo>
                <a:cubicBezTo>
                  <a:pt x="2678739" y="3803117"/>
                  <a:pt x="2731691" y="3795387"/>
                  <a:pt x="2779363" y="3780147"/>
                </a:cubicBezTo>
                <a:cubicBezTo>
                  <a:pt x="2827416" y="3764818"/>
                  <a:pt x="2869551" y="3742794"/>
                  <a:pt x="2904615" y="3714792"/>
                </a:cubicBezTo>
                <a:cubicBezTo>
                  <a:pt x="2940120" y="3686380"/>
                  <a:pt x="2968150" y="3651382"/>
                  <a:pt x="2987967" y="3610817"/>
                </a:cubicBezTo>
                <a:cubicBezTo>
                  <a:pt x="3007783" y="3570171"/>
                  <a:pt x="3017861" y="3523974"/>
                  <a:pt x="3017861" y="3473522"/>
                </a:cubicBezTo>
                <a:cubicBezTo>
                  <a:pt x="3017868" y="3373111"/>
                  <a:pt x="2982408" y="3295325"/>
                  <a:pt x="2912558" y="3242417"/>
                </a:cubicBezTo>
                <a:cubicBezTo>
                  <a:pt x="2846022" y="3192047"/>
                  <a:pt x="2749813" y="3154782"/>
                  <a:pt x="2626534" y="3131687"/>
                </a:cubicBezTo>
                <a:lnTo>
                  <a:pt x="2581393" y="3123201"/>
                </a:lnTo>
                <a:cubicBezTo>
                  <a:pt x="2528954" y="3113608"/>
                  <a:pt x="2491822" y="3101038"/>
                  <a:pt x="2470942" y="3085915"/>
                </a:cubicBezTo>
                <a:cubicBezTo>
                  <a:pt x="2453471" y="3073256"/>
                  <a:pt x="2445000" y="3057796"/>
                  <a:pt x="2445000" y="3038639"/>
                </a:cubicBezTo>
                <a:cubicBezTo>
                  <a:pt x="2445000" y="3019035"/>
                  <a:pt x="2452159" y="3003787"/>
                  <a:pt x="2466878" y="2992119"/>
                </a:cubicBezTo>
                <a:cubicBezTo>
                  <a:pt x="2483014" y="2979277"/>
                  <a:pt x="2509196" y="2972749"/>
                  <a:pt x="2544686" y="2972749"/>
                </a:cubicBezTo>
                <a:cubicBezTo>
                  <a:pt x="2589108" y="2972749"/>
                  <a:pt x="2625368" y="2982401"/>
                  <a:pt x="2652512" y="3001411"/>
                </a:cubicBezTo>
                <a:cubicBezTo>
                  <a:pt x="2680139" y="3020824"/>
                  <a:pt x="2699179" y="3044976"/>
                  <a:pt x="2710642" y="3075324"/>
                </a:cubicBezTo>
                <a:lnTo>
                  <a:pt x="2718240" y="3095434"/>
                </a:lnTo>
                <a:lnTo>
                  <a:pt x="2981784" y="3029999"/>
                </a:lnTo>
                <a:lnTo>
                  <a:pt x="2970967" y="3004000"/>
                </a:lnTo>
                <a:cubicBezTo>
                  <a:pt x="2956079" y="2968305"/>
                  <a:pt x="2935975" y="2934597"/>
                  <a:pt x="2911164" y="2903794"/>
                </a:cubicBezTo>
                <a:cubicBezTo>
                  <a:pt x="2886242" y="2872903"/>
                  <a:pt x="2855733" y="2845466"/>
                  <a:pt x="2820507" y="2822114"/>
                </a:cubicBezTo>
                <a:cubicBezTo>
                  <a:pt x="2785260" y="2798806"/>
                  <a:pt x="2744181" y="2780258"/>
                  <a:pt x="2698519" y="2766962"/>
                </a:cubicBezTo>
                <a:cubicBezTo>
                  <a:pt x="2652886" y="2753738"/>
                  <a:pt x="2601100" y="2747020"/>
                  <a:pt x="2544686" y="2747020"/>
                </a:cubicBezTo>
                <a:close/>
                <a:moveTo>
                  <a:pt x="0" y="0"/>
                </a:moveTo>
                <a:lnTo>
                  <a:pt x="12191999" y="0"/>
                </a:lnTo>
                <a:lnTo>
                  <a:pt x="12191999"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Tree>
    <p:extLst>
      <p:ext uri="{BB962C8B-B14F-4D97-AF65-F5344CB8AC3E}">
        <p14:creationId xmlns:p14="http://schemas.microsoft.com/office/powerpoint/2010/main" val="42191807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pictur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A435972B-A22C-49C4-B6CB-828A781ADE58}"/>
              </a:ext>
            </a:extLst>
          </p:cNvPr>
          <p:cNvSpPr>
            <a:spLocks noGrp="1"/>
          </p:cNvSpPr>
          <p:nvPr>
            <p:ph type="pic" sz="quarter" idx="13" hasCustomPrompt="1"/>
          </p:nvPr>
        </p:nvSpPr>
        <p:spPr bwMode="gray">
          <a:xfrm>
            <a:off x="0" y="0"/>
            <a:ext cx="12192000" cy="6858000"/>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4" name="Textplatzhalter 3">
            <a:extLst>
              <a:ext uri="{FF2B5EF4-FFF2-40B4-BE49-F238E27FC236}">
                <a16:creationId xmlns:a16="http://schemas.microsoft.com/office/drawing/2014/main" id="{15BBCA0F-B749-4874-9106-A69BB3A2803D}"/>
              </a:ext>
            </a:extLst>
          </p:cNvPr>
          <p:cNvSpPr>
            <a:spLocks noGrp="1"/>
          </p:cNvSpPr>
          <p:nvPr>
            <p:ph type="body" sz="quarter" idx="17" hasCustomPrompt="1"/>
          </p:nvPr>
        </p:nvSpPr>
        <p:spPr>
          <a:xfrm>
            <a:off x="0" y="0"/>
            <a:ext cx="12192000" cy="6858000"/>
          </a:xfr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8" name="Textplatzhalter 3">
            <a:extLst>
              <a:ext uri="{FF2B5EF4-FFF2-40B4-BE49-F238E27FC236}">
                <a16:creationId xmlns:a16="http://schemas.microsoft.com/office/drawing/2014/main" id="{098A6F93-D52E-4D91-BD00-B536DB2F61DC}"/>
              </a:ext>
            </a:extLst>
          </p:cNvPr>
          <p:cNvSpPr>
            <a:spLocks noGrp="1" noChangeAspect="1"/>
          </p:cNvSpPr>
          <p:nvPr>
            <p:ph type="body" sz="quarter" idx="16" hasCustomPrompt="1"/>
          </p:nvPr>
        </p:nvSpPr>
        <p:spPr bwMode="gray">
          <a:xfrm>
            <a:off x="9084144" y="6039312"/>
            <a:ext cx="1080000" cy="143836"/>
          </a:xfrm>
          <a:blipFill>
            <a:blip r:embed="rId2" cstate="print">
              <a:extLst>
                <a:ext uri="{28A0092B-C50C-407E-A947-70E740481C1C}">
                  <a14:useLocalDpi xmlns:a14="http://schemas.microsoft.com/office/drawing/2010/main"/>
                </a:ext>
              </a:extLst>
            </a:blip>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7680177" y="2780928"/>
            <a:ext cx="3887936" cy="1872208"/>
          </a:xfrm>
        </p:spPr>
        <p:txBody>
          <a:bodyPr anchor="b"/>
          <a:lstStyle>
            <a:lvl1pPr algn="ctr">
              <a:defRPr sz="3200" baseline="0">
                <a:solidFill>
                  <a:schemeClr val="bg1"/>
                </a:solidFill>
                <a:latin typeface="+mj-lt"/>
              </a:defRPr>
            </a:lvl1pPr>
          </a:lstStyle>
          <a:p>
            <a:r>
              <a:rPr lang="en-US"/>
              <a:t>Title </a:t>
            </a:r>
            <a:br>
              <a:rPr lang="en-US"/>
            </a:br>
            <a:r>
              <a:rPr lang="en-US"/>
              <a:t>Arial Bold </a:t>
            </a:r>
            <a:br>
              <a:rPr lang="en-US"/>
            </a:br>
            <a:r>
              <a:rPr lang="en-US"/>
              <a:t>32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7680176" y="4725144"/>
            <a:ext cx="3887937"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sp>
        <p:nvSpPr>
          <p:cNvPr id="23" name="Textplatzhalter 33">
            <a:extLst>
              <a:ext uri="{FF2B5EF4-FFF2-40B4-BE49-F238E27FC236}">
                <a16:creationId xmlns:a16="http://schemas.microsoft.com/office/drawing/2014/main" id="{812841DD-202A-472D-9F4E-C34299C19B8F}"/>
              </a:ext>
            </a:extLst>
          </p:cNvPr>
          <p:cNvSpPr>
            <a:spLocks noGrp="1"/>
          </p:cNvSpPr>
          <p:nvPr>
            <p:ph type="body" sz="quarter" idx="15" hasCustomPrompt="1"/>
          </p:nvPr>
        </p:nvSpPr>
        <p:spPr bwMode="gray">
          <a:xfrm>
            <a:off x="9924009" y="6199957"/>
            <a:ext cx="108000" cy="360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17807400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slide | plain">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983432" y="1916832"/>
            <a:ext cx="5040560" cy="2448272"/>
          </a:xfrm>
        </p:spPr>
        <p:txBody>
          <a:bodyPr anchor="b"/>
          <a:lstStyle>
            <a:lvl1pPr algn="ctr">
              <a:defRPr sz="4000" baseline="0">
                <a:solidFill>
                  <a:schemeClr val="bg1"/>
                </a:solidFill>
                <a:latin typeface="+mj-lt"/>
              </a:defRPr>
            </a:lvl1pPr>
          </a:lstStyle>
          <a:p>
            <a:r>
              <a:rPr lang="en-US"/>
              <a:t>Title </a:t>
            </a:r>
            <a:br>
              <a:rPr lang="en-US"/>
            </a:br>
            <a:r>
              <a:rPr lang="en-US"/>
              <a:t>Arial Bold </a:t>
            </a:r>
            <a:br>
              <a:rPr lang="en-US"/>
            </a:br>
            <a:r>
              <a:rPr lang="en-US"/>
              <a:t>40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983431" y="4437112"/>
            <a:ext cx="5040561"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grpSp>
        <p:nvGrpSpPr>
          <p:cNvPr id="3" name="Grafik 9">
            <a:extLst>
              <a:ext uri="{FF2B5EF4-FFF2-40B4-BE49-F238E27FC236}">
                <a16:creationId xmlns:a16="http://schemas.microsoft.com/office/drawing/2014/main" id="{30F0B351-CD69-43BF-B573-6B27B4BF9533}"/>
              </a:ext>
            </a:extLst>
          </p:cNvPr>
          <p:cNvGrpSpPr/>
          <p:nvPr/>
        </p:nvGrpSpPr>
        <p:grpSpPr bwMode="gray">
          <a:xfrm>
            <a:off x="7399268" y="0"/>
            <a:ext cx="4792732" cy="6858000"/>
            <a:chOff x="-456728" y="3068960"/>
            <a:chExt cx="144000" cy="206052"/>
          </a:xfrm>
        </p:grpSpPr>
        <p:sp>
          <p:nvSpPr>
            <p:cNvPr id="5" name="Freihandform: Form 4">
              <a:extLst>
                <a:ext uri="{FF2B5EF4-FFF2-40B4-BE49-F238E27FC236}">
                  <a16:creationId xmlns:a16="http://schemas.microsoft.com/office/drawing/2014/main" id="{59605CEB-BF08-497B-92AD-75B4F7ED2FB2}"/>
                </a:ext>
              </a:extLst>
            </p:cNvPr>
            <p:cNvSpPr/>
            <p:nvPr/>
          </p:nvSpPr>
          <p:spPr bwMode="gray">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0D93C221-CD1D-4AC6-8902-86F46EB65036}"/>
                </a:ext>
              </a:extLst>
            </p:cNvPr>
            <p:cNvSpPr/>
            <p:nvPr/>
          </p:nvSpPr>
          <p:spPr bwMode="gray">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a:p>
          </p:txBody>
        </p:sp>
      </p:grpSp>
      <p:grpSp>
        <p:nvGrpSpPr>
          <p:cNvPr id="4" name="Grafik 11">
            <a:extLst>
              <a:ext uri="{FF2B5EF4-FFF2-40B4-BE49-F238E27FC236}">
                <a16:creationId xmlns:a16="http://schemas.microsoft.com/office/drawing/2014/main" id="{71AB8666-A1F4-4F84-B790-06844A73EC62}"/>
              </a:ext>
            </a:extLst>
          </p:cNvPr>
          <p:cNvGrpSpPr/>
          <p:nvPr userDrawn="1"/>
        </p:nvGrpSpPr>
        <p:grpSpPr bwMode="gray">
          <a:xfrm>
            <a:off x="2963711" y="6039598"/>
            <a:ext cx="1080005" cy="197670"/>
            <a:chOff x="2963711" y="6039598"/>
            <a:chExt cx="1080005" cy="197670"/>
          </a:xfrm>
        </p:grpSpPr>
        <p:grpSp>
          <p:nvGrpSpPr>
            <p:cNvPr id="7" name="Grafik 11">
              <a:extLst>
                <a:ext uri="{FF2B5EF4-FFF2-40B4-BE49-F238E27FC236}">
                  <a16:creationId xmlns:a16="http://schemas.microsoft.com/office/drawing/2014/main" id="{71AB8666-A1F4-4F84-B790-06844A73EC62}"/>
                </a:ext>
              </a:extLst>
            </p:cNvPr>
            <p:cNvGrpSpPr/>
            <p:nvPr/>
          </p:nvGrpSpPr>
          <p:grpSpPr bwMode="gray">
            <a:xfrm>
              <a:off x="2963711" y="6039598"/>
              <a:ext cx="1080005" cy="144003"/>
              <a:chOff x="2963711" y="6039598"/>
              <a:chExt cx="1080005" cy="144003"/>
            </a:xfrm>
            <a:solidFill>
              <a:srgbClr val="FFFFFF"/>
            </a:solidFill>
          </p:grpSpPr>
          <p:sp>
            <p:nvSpPr>
              <p:cNvPr id="8" name="Freihandform: Form 7">
                <a:extLst>
                  <a:ext uri="{FF2B5EF4-FFF2-40B4-BE49-F238E27FC236}">
                    <a16:creationId xmlns:a16="http://schemas.microsoft.com/office/drawing/2014/main" id="{085B0C3C-8916-4E8A-B78C-F2E925F54BAB}"/>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FC8699BB-8168-4E67-90D4-317C545DA81B}"/>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D8F7A2AA-FBD1-4EF5-BDB8-F452459D4D07}"/>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24C991F-7F4D-4078-B427-11F744FAAFE1}"/>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EA955BFC-E23E-4E50-ADBF-72B9529710B2}"/>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033C4339-7BCE-426F-B626-958BA519CB2C}"/>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32B24250-F74D-4913-8EE3-517497019738}"/>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19" name="Freihandform: Form 18">
                <a:extLst>
                  <a:ext uri="{FF2B5EF4-FFF2-40B4-BE49-F238E27FC236}">
                    <a16:creationId xmlns:a16="http://schemas.microsoft.com/office/drawing/2014/main" id="{25F05C8F-200B-4A6A-98AB-575BF5A2176E}"/>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21" name="Freihandform: Form 20">
                <a:extLst>
                  <a:ext uri="{FF2B5EF4-FFF2-40B4-BE49-F238E27FC236}">
                    <a16:creationId xmlns:a16="http://schemas.microsoft.com/office/drawing/2014/main" id="{DCC2FEC3-F5B1-4929-8E55-5C97146AE3B1}"/>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22" name="Freihandform: Form 21">
              <a:extLst>
                <a:ext uri="{FF2B5EF4-FFF2-40B4-BE49-F238E27FC236}">
                  <a16:creationId xmlns:a16="http://schemas.microsoft.com/office/drawing/2014/main" id="{87B0D1FC-B040-4572-AD08-AC091C755A9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cxnSp>
        <p:nvCxnSpPr>
          <p:cNvPr id="20" name="Gerader Verbinder 19">
            <a:extLst>
              <a:ext uri="{FF2B5EF4-FFF2-40B4-BE49-F238E27FC236}">
                <a16:creationId xmlns:a16="http://schemas.microsoft.com/office/drawing/2014/main" id="{F75FF856-078C-4E02-8AE5-05E2CD778AF5}"/>
              </a:ext>
            </a:extLst>
          </p:cNvPr>
          <p:cNvCxnSpPr/>
          <p:nvPr userDrawn="1"/>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B12F4A29-711F-445D-915D-FFB3CE4A4593}"/>
              </a:ext>
            </a:extLst>
          </p:cNvPr>
          <p:cNvCxnSpPr/>
          <p:nvPr userDrawn="1"/>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A510F830-F6D4-4893-84D7-53EAF94975CB}"/>
              </a:ext>
            </a:extLst>
          </p:cNvPr>
          <p:cNvCxnSpPr/>
          <p:nvPr userDrawn="1"/>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A1A78233-DCDD-47B8-B552-85362E910D72}"/>
              </a:ext>
            </a:extLst>
          </p:cNvPr>
          <p:cNvCxnSpPr/>
          <p:nvPr userDrawn="1"/>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A63D16A7-BA4D-43C5-BF08-1AB18DA42786}"/>
              </a:ext>
            </a:extLst>
          </p:cNvPr>
          <p:cNvCxnSpPr/>
          <p:nvPr userDrawn="1"/>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EA49D86C-B378-4E22-9E81-3FD6B376D508}"/>
              </a:ext>
            </a:extLst>
          </p:cNvPr>
          <p:cNvCxnSpPr/>
          <p:nvPr userDrawn="1"/>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0AD63855-448E-4EFE-9AB6-4CDE7B1EB730}"/>
              </a:ext>
            </a:extLst>
          </p:cNvPr>
          <p:cNvCxnSpPr/>
          <p:nvPr userDrawn="1"/>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E1B44D98-F4C6-4116-8554-6567F8C12EE1}"/>
              </a:ext>
            </a:extLst>
          </p:cNvPr>
          <p:cNvCxnSpPr/>
          <p:nvPr userDrawn="1"/>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27E39CC6-A48C-4189-9CF8-62BCF49D4E3B}"/>
              </a:ext>
            </a:extLst>
          </p:cNvPr>
          <p:cNvCxnSpPr/>
          <p:nvPr userDrawn="1"/>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6E8F0855-AE94-4C4E-BEF5-3ED7B16C53F7}"/>
              </a:ext>
            </a:extLst>
          </p:cNvPr>
          <p:cNvCxnSpPr/>
          <p:nvPr userDrawn="1"/>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85EC6500-D113-40AD-BC26-167338441A0B}"/>
              </a:ext>
            </a:extLst>
          </p:cNvPr>
          <p:cNvCxnSpPr/>
          <p:nvPr userDrawn="1"/>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AEE25C1F-045B-42A1-AD80-143C2C7D4780}"/>
              </a:ext>
            </a:extLst>
          </p:cNvPr>
          <p:cNvCxnSpPr/>
          <p:nvPr userDrawn="1"/>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AC5C0783-B42E-459C-9804-10BF1E72EE5F}"/>
              </a:ext>
            </a:extLst>
          </p:cNvPr>
          <p:cNvCxnSpPr/>
          <p:nvPr userDrawn="1"/>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6271241D-ECBA-474E-AFF5-F37DA37B9116}"/>
              </a:ext>
            </a:extLst>
          </p:cNvPr>
          <p:cNvCxnSpPr/>
          <p:nvPr userDrawn="1"/>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4C830E45-34BA-4430-BC3D-4CCCFEA116A3}"/>
              </a:ext>
            </a:extLst>
          </p:cNvPr>
          <p:cNvCxnSpPr/>
          <p:nvPr userDrawn="1"/>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AF505675-5729-4897-8EBA-29C391A49E06}"/>
              </a:ext>
            </a:extLst>
          </p:cNvPr>
          <p:cNvCxnSpPr/>
          <p:nvPr userDrawn="1"/>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FD44380B-583E-46A4-BC68-030E5F713027}"/>
              </a:ext>
            </a:extLst>
          </p:cNvPr>
          <p:cNvCxnSpPr/>
          <p:nvPr userDrawn="1"/>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4175D04C-0CC6-462B-9DFE-BC92019AEABA}"/>
              </a:ext>
            </a:extLst>
          </p:cNvPr>
          <p:cNvCxnSpPr/>
          <p:nvPr userDrawn="1"/>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04184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partner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496" y="3717032"/>
            <a:ext cx="9289032" cy="1008112"/>
          </a:xfrm>
        </p:spPr>
        <p:txBody>
          <a:bodyPr anchor="b"/>
          <a:lstStyle>
            <a:lvl1pPr algn="ctr">
              <a:defRPr sz="3200" baseline="0">
                <a:solidFill>
                  <a:schemeClr val="bg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1559495" y="4797152"/>
            <a:ext cx="9289033"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grpSp>
        <p:nvGrpSpPr>
          <p:cNvPr id="25" name="Grafik 3">
            <a:extLst>
              <a:ext uri="{FF2B5EF4-FFF2-40B4-BE49-F238E27FC236}">
                <a16:creationId xmlns:a16="http://schemas.microsoft.com/office/drawing/2014/main" id="{A9A0538F-DE29-4F2D-B1EB-DEEF9167B23E}"/>
              </a:ext>
            </a:extLst>
          </p:cNvPr>
          <p:cNvGrpSpPr>
            <a:grpSpLocks noChangeAspect="1"/>
          </p:cNvGrpSpPr>
          <p:nvPr userDrawn="1"/>
        </p:nvGrpSpPr>
        <p:grpSpPr bwMode="white">
          <a:xfrm>
            <a:off x="5852418" y="1601192"/>
            <a:ext cx="2160000" cy="1429668"/>
            <a:chOff x="8406938" y="1412776"/>
            <a:chExt cx="3126953" cy="2069679"/>
          </a:xfrm>
        </p:grpSpPr>
        <p:sp>
          <p:nvSpPr>
            <p:cNvPr id="26" name="Freihandform: Form 25">
              <a:extLst>
                <a:ext uri="{FF2B5EF4-FFF2-40B4-BE49-F238E27FC236}">
                  <a16:creationId xmlns:a16="http://schemas.microsoft.com/office/drawing/2014/main" id="{6BCD3887-D3AE-45EC-B6D2-7020D4FBDEA7}"/>
                </a:ext>
              </a:extLst>
            </p:cNvPr>
            <p:cNvSpPr/>
            <p:nvPr/>
          </p:nvSpPr>
          <p:spPr bwMode="white">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chemeClr val="bg1"/>
            </a:solidFill>
            <a:ln w="544" cap="flat">
              <a:noFill/>
              <a:prstDash val="solid"/>
              <a:miter/>
            </a:ln>
          </p:spPr>
          <p:txBody>
            <a:bodyPr rtlCol="0" anchor="ctr"/>
            <a:lstStyle/>
            <a:p>
              <a:endParaRPr lang="en-US"/>
            </a:p>
          </p:txBody>
        </p:sp>
        <p:sp>
          <p:nvSpPr>
            <p:cNvPr id="27" name="Freihandform: Form 26">
              <a:extLst>
                <a:ext uri="{FF2B5EF4-FFF2-40B4-BE49-F238E27FC236}">
                  <a16:creationId xmlns:a16="http://schemas.microsoft.com/office/drawing/2014/main" id="{D7B56079-CD08-428A-9A81-EE80B09A8E36}"/>
                </a:ext>
              </a:extLst>
            </p:cNvPr>
            <p:cNvSpPr/>
            <p:nvPr/>
          </p:nvSpPr>
          <p:spPr bwMode="white">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chemeClr val="bg1"/>
            </a:solidFill>
            <a:ln w="544" cap="flat">
              <a:noFill/>
              <a:prstDash val="solid"/>
              <a:miter/>
            </a:ln>
          </p:spPr>
          <p:txBody>
            <a:bodyPr rtlCol="0" anchor="ctr"/>
            <a:lstStyle/>
            <a:p>
              <a:endParaRPr lang="en-US"/>
            </a:p>
          </p:txBody>
        </p:sp>
        <p:sp>
          <p:nvSpPr>
            <p:cNvPr id="28" name="Freihandform: Form 27">
              <a:extLst>
                <a:ext uri="{FF2B5EF4-FFF2-40B4-BE49-F238E27FC236}">
                  <a16:creationId xmlns:a16="http://schemas.microsoft.com/office/drawing/2014/main" id="{1B416D1C-AD7B-47DE-B753-6C1D13C1B978}"/>
                </a:ext>
              </a:extLst>
            </p:cNvPr>
            <p:cNvSpPr/>
            <p:nvPr/>
          </p:nvSpPr>
          <p:spPr bwMode="white">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chemeClr val="bg1"/>
            </a:solidFill>
            <a:ln w="544" cap="flat">
              <a:noFill/>
              <a:prstDash val="solid"/>
              <a:miter/>
            </a:ln>
          </p:spPr>
          <p:txBody>
            <a:bodyPr rtlCol="0" anchor="ctr"/>
            <a:lstStyle/>
            <a:p>
              <a:endParaRPr lang="en-US"/>
            </a:p>
          </p:txBody>
        </p:sp>
        <p:sp>
          <p:nvSpPr>
            <p:cNvPr id="29" name="Freihandform: Form 28">
              <a:extLst>
                <a:ext uri="{FF2B5EF4-FFF2-40B4-BE49-F238E27FC236}">
                  <a16:creationId xmlns:a16="http://schemas.microsoft.com/office/drawing/2014/main" id="{691F28A4-8E04-4BD6-8341-02835D4879D1}"/>
                </a:ext>
              </a:extLst>
            </p:cNvPr>
            <p:cNvSpPr/>
            <p:nvPr/>
          </p:nvSpPr>
          <p:spPr bwMode="white">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chemeClr val="bg1"/>
            </a:solidFill>
            <a:ln w="544" cap="flat">
              <a:noFill/>
              <a:prstDash val="solid"/>
              <a:miter/>
            </a:ln>
          </p:spPr>
          <p:txBody>
            <a:bodyPr rtlCol="0" anchor="ctr"/>
            <a:lstStyle/>
            <a:p>
              <a:endParaRPr lang="en-US"/>
            </a:p>
          </p:txBody>
        </p:sp>
        <p:grpSp>
          <p:nvGrpSpPr>
            <p:cNvPr id="30" name="Grafik 3">
              <a:extLst>
                <a:ext uri="{FF2B5EF4-FFF2-40B4-BE49-F238E27FC236}">
                  <a16:creationId xmlns:a16="http://schemas.microsoft.com/office/drawing/2014/main" id="{E9D0B31B-3EF7-4281-BC44-371C27C5A0FC}"/>
                </a:ext>
              </a:extLst>
            </p:cNvPr>
            <p:cNvGrpSpPr/>
            <p:nvPr/>
          </p:nvGrpSpPr>
          <p:grpSpPr bwMode="white">
            <a:xfrm>
              <a:off x="8406938" y="1412776"/>
              <a:ext cx="3126953" cy="2069679"/>
              <a:chOff x="8406938" y="1412776"/>
              <a:chExt cx="3126953" cy="2069679"/>
            </a:xfrm>
            <a:solidFill>
              <a:srgbClr val="020203"/>
            </a:solidFill>
          </p:grpSpPr>
          <p:sp>
            <p:nvSpPr>
              <p:cNvPr id="32" name="Freihandform: Form 31">
                <a:extLst>
                  <a:ext uri="{FF2B5EF4-FFF2-40B4-BE49-F238E27FC236}">
                    <a16:creationId xmlns:a16="http://schemas.microsoft.com/office/drawing/2014/main" id="{67CFEF71-0F75-4606-A9FE-7D2AE6767E96}"/>
                  </a:ext>
                </a:extLst>
              </p:cNvPr>
              <p:cNvSpPr/>
              <p:nvPr/>
            </p:nvSpPr>
            <p:spPr bwMode="white">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chemeClr val="bg1"/>
              </a:solidFill>
              <a:ln w="544" cap="flat">
                <a:noFill/>
                <a:prstDash val="solid"/>
                <a:miter/>
              </a:ln>
            </p:spPr>
            <p:txBody>
              <a:bodyPr rtlCol="0" anchor="ctr"/>
              <a:lstStyle/>
              <a:p>
                <a:endParaRPr lang="en-US"/>
              </a:p>
            </p:txBody>
          </p:sp>
          <p:sp>
            <p:nvSpPr>
              <p:cNvPr id="33" name="Freihandform: Form 32">
                <a:extLst>
                  <a:ext uri="{FF2B5EF4-FFF2-40B4-BE49-F238E27FC236}">
                    <a16:creationId xmlns:a16="http://schemas.microsoft.com/office/drawing/2014/main" id="{1DE59BBB-1282-4119-BA49-DB444D2E5148}"/>
                  </a:ext>
                </a:extLst>
              </p:cNvPr>
              <p:cNvSpPr/>
              <p:nvPr/>
            </p:nvSpPr>
            <p:spPr bwMode="white">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chemeClr val="bg1"/>
              </a:solidFill>
              <a:ln w="544" cap="flat">
                <a:noFill/>
                <a:prstDash val="solid"/>
                <a:miter/>
              </a:ln>
            </p:spPr>
            <p:txBody>
              <a:bodyPr rtlCol="0" anchor="ctr"/>
              <a:lstStyle/>
              <a:p>
                <a:endParaRPr lang="en-US"/>
              </a:p>
            </p:txBody>
          </p:sp>
          <p:sp>
            <p:nvSpPr>
              <p:cNvPr id="34" name="Freihandform: Form 33">
                <a:extLst>
                  <a:ext uri="{FF2B5EF4-FFF2-40B4-BE49-F238E27FC236}">
                    <a16:creationId xmlns:a16="http://schemas.microsoft.com/office/drawing/2014/main" id="{FB63A3CF-9426-4C31-B612-3D07924A3EBE}"/>
                  </a:ext>
                </a:extLst>
              </p:cNvPr>
              <p:cNvSpPr/>
              <p:nvPr/>
            </p:nvSpPr>
            <p:spPr bwMode="white">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chemeClr val="bg1"/>
              </a:solidFill>
              <a:ln w="544" cap="flat">
                <a:noFill/>
                <a:prstDash val="solid"/>
                <a:miter/>
              </a:ln>
            </p:spPr>
            <p:txBody>
              <a:bodyPr rtlCol="0" anchor="ctr"/>
              <a:lstStyle/>
              <a:p>
                <a:endParaRPr lang="en-US"/>
              </a:p>
            </p:txBody>
          </p:sp>
          <p:sp>
            <p:nvSpPr>
              <p:cNvPr id="35" name="Freihandform: Form 34">
                <a:extLst>
                  <a:ext uri="{FF2B5EF4-FFF2-40B4-BE49-F238E27FC236}">
                    <a16:creationId xmlns:a16="http://schemas.microsoft.com/office/drawing/2014/main" id="{7BCD273E-EDF3-4E45-863E-80BDD795FD5E}"/>
                  </a:ext>
                </a:extLst>
              </p:cNvPr>
              <p:cNvSpPr/>
              <p:nvPr/>
            </p:nvSpPr>
            <p:spPr bwMode="white">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chemeClr val="bg1"/>
              </a:solidFill>
              <a:ln w="544" cap="flat">
                <a:noFill/>
                <a:prstDash val="solid"/>
                <a:miter/>
              </a:ln>
            </p:spPr>
            <p:txBody>
              <a:bodyPr rtlCol="0" anchor="ctr"/>
              <a:lstStyle/>
              <a:p>
                <a:endParaRPr lang="en-US"/>
              </a:p>
            </p:txBody>
          </p:sp>
          <p:sp>
            <p:nvSpPr>
              <p:cNvPr id="36" name="Freihandform: Form 35">
                <a:extLst>
                  <a:ext uri="{FF2B5EF4-FFF2-40B4-BE49-F238E27FC236}">
                    <a16:creationId xmlns:a16="http://schemas.microsoft.com/office/drawing/2014/main" id="{04D18A19-1ED2-4DC8-B030-CC093E91C475}"/>
                  </a:ext>
                </a:extLst>
              </p:cNvPr>
              <p:cNvSpPr/>
              <p:nvPr/>
            </p:nvSpPr>
            <p:spPr bwMode="white">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chemeClr val="bg1"/>
              </a:solidFill>
              <a:ln w="544" cap="flat">
                <a:noFill/>
                <a:prstDash val="solid"/>
                <a:miter/>
              </a:ln>
            </p:spPr>
            <p:txBody>
              <a:bodyPr rtlCol="0" anchor="ctr"/>
              <a:lstStyle/>
              <a:p>
                <a:endParaRPr lang="en-US"/>
              </a:p>
            </p:txBody>
          </p:sp>
          <p:sp>
            <p:nvSpPr>
              <p:cNvPr id="37" name="Freihandform: Form 36">
                <a:extLst>
                  <a:ext uri="{FF2B5EF4-FFF2-40B4-BE49-F238E27FC236}">
                    <a16:creationId xmlns:a16="http://schemas.microsoft.com/office/drawing/2014/main" id="{75448FC4-5C7A-43E1-81F4-DF9C4BEAE117}"/>
                  </a:ext>
                </a:extLst>
              </p:cNvPr>
              <p:cNvSpPr/>
              <p:nvPr/>
            </p:nvSpPr>
            <p:spPr bwMode="white">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chemeClr val="bg1"/>
              </a:solidFill>
              <a:ln w="544" cap="flat">
                <a:noFill/>
                <a:prstDash val="solid"/>
                <a:miter/>
              </a:ln>
            </p:spPr>
            <p:txBody>
              <a:bodyPr rtlCol="0" anchor="ctr"/>
              <a:lstStyle/>
              <a:p>
                <a:endParaRPr lang="en-US"/>
              </a:p>
            </p:txBody>
          </p:sp>
        </p:grpSp>
        <p:sp>
          <p:nvSpPr>
            <p:cNvPr id="31" name="Freihandform: Form 30">
              <a:extLst>
                <a:ext uri="{FF2B5EF4-FFF2-40B4-BE49-F238E27FC236}">
                  <a16:creationId xmlns:a16="http://schemas.microsoft.com/office/drawing/2014/main" id="{F1C8C8CD-014C-4780-A48D-3CD803EFA48B}"/>
                </a:ext>
              </a:extLst>
            </p:cNvPr>
            <p:cNvSpPr/>
            <p:nvPr/>
          </p:nvSpPr>
          <p:spPr bwMode="white">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a:p>
          </p:txBody>
        </p:sp>
      </p:grpSp>
      <p:sp>
        <p:nvSpPr>
          <p:cNvPr id="23" name="Textfeld 22">
            <a:extLst>
              <a:ext uri="{FF2B5EF4-FFF2-40B4-BE49-F238E27FC236}">
                <a16:creationId xmlns:a16="http://schemas.microsoft.com/office/drawing/2014/main" id="{BB7C1CD7-FFE2-4D3E-B8D5-03B95F0E4CF6}"/>
              </a:ext>
            </a:extLst>
          </p:cNvPr>
          <p:cNvSpPr txBox="1"/>
          <p:nvPr userDrawn="1"/>
        </p:nvSpPr>
        <p:spPr>
          <a:xfrm>
            <a:off x="3143250" y="-459432"/>
            <a:ext cx="2520950" cy="432000"/>
          </a:xfrm>
          <a:prstGeom prst="rect">
            <a:avLst/>
          </a:prstGeom>
          <a:solidFill>
            <a:schemeClr val="accent5"/>
          </a:solidFill>
        </p:spPr>
        <p:txBody>
          <a:bodyPr vert="horz" wrap="square" lIns="72000" tIns="0" rIns="720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700" b="0" i="0" u="none" baseline="0">
                <a:solidFill>
                  <a:schemeClr val="bg1"/>
                </a:solidFill>
                <a:latin typeface="Arial" panose="020B0604020202020204" pitchFamily="34" charset="0"/>
              </a:rPr>
              <a:t>To insert a partner logo, please use the area marked by guidelines to the left of the SPORTFI</a:t>
            </a:r>
            <a:r>
              <a:rPr lang="en-US" sz="700" b="0" i="0" u="sng" baseline="0">
                <a:solidFill>
                  <a:schemeClr val="bg1"/>
                </a:solidFill>
                <a:latin typeface="Arial" panose="020B0604020202020204" pitchFamily="34" charset="0"/>
              </a:rPr>
              <a:t>V</a:t>
            </a:r>
            <a:r>
              <a:rPr lang="en-US" sz="700"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1614056721"/>
      </p:ext>
    </p:extLst>
  </p:cSld>
  <p:clrMapOvr>
    <a:masterClrMapping/>
  </p:clrMapOvr>
  <p:extLst>
    <p:ext uri="{DCECCB84-F9BA-43D5-87BE-67443E8EF086}">
      <p15:sldGuideLst xmlns:p15="http://schemas.microsoft.com/office/powerpoint/2012/main">
        <p15:guide id="1" pos="3568">
          <p15:clr>
            <a:srgbClr val="A4A3A4"/>
          </p15:clr>
        </p15:guide>
        <p15:guide id="2" pos="1980">
          <p15:clr>
            <a:srgbClr val="A4A3A4"/>
          </p15:clr>
        </p15:guide>
        <p15:guide id="3" orient="horz" pos="1207">
          <p15:clr>
            <a:srgbClr val="A4A3A4"/>
          </p15:clr>
        </p15:guide>
        <p15:guide id="4" orient="horz" pos="1797">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partner | white">
    <p:spTree>
      <p:nvGrpSpPr>
        <p:cNvPr id="1" name=""/>
        <p:cNvGrpSpPr/>
        <p:nvPr/>
      </p:nvGrpSpPr>
      <p:grpSpPr>
        <a:xfrm>
          <a:off x="0" y="0"/>
          <a:ext cx="0" cy="0"/>
          <a:chOff x="0" y="0"/>
          <a:chExt cx="0" cy="0"/>
        </a:xfrm>
      </p:grpSpPr>
      <p:grpSp>
        <p:nvGrpSpPr>
          <p:cNvPr id="5" name="Grafik 3">
            <a:extLst>
              <a:ext uri="{FF2B5EF4-FFF2-40B4-BE49-F238E27FC236}">
                <a16:creationId xmlns:a16="http://schemas.microsoft.com/office/drawing/2014/main" id="{ABACB422-81E3-4CAA-BA55-C6BF2827B5CE}"/>
              </a:ext>
            </a:extLst>
          </p:cNvPr>
          <p:cNvGrpSpPr>
            <a:grpSpLocks noChangeAspect="1"/>
          </p:cNvGrpSpPr>
          <p:nvPr/>
        </p:nvGrpSpPr>
        <p:grpSpPr bwMode="black">
          <a:xfrm>
            <a:off x="5852418" y="1601192"/>
            <a:ext cx="2160000" cy="1429668"/>
            <a:chOff x="8406938" y="1412776"/>
            <a:chExt cx="3126953" cy="2069679"/>
          </a:xfrm>
        </p:grpSpPr>
        <p:sp>
          <p:nvSpPr>
            <p:cNvPr id="6" name="Freihandform: Form 5">
              <a:extLst>
                <a:ext uri="{FF2B5EF4-FFF2-40B4-BE49-F238E27FC236}">
                  <a16:creationId xmlns:a16="http://schemas.microsoft.com/office/drawing/2014/main" id="{44CE8B2F-2260-421B-A021-37A714FFE9EC}"/>
                </a:ext>
              </a:extLst>
            </p:cNvPr>
            <p:cNvSpPr/>
            <p:nvPr/>
          </p:nvSpPr>
          <p:spPr bwMode="black">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rgbClr val="020203"/>
            </a:solidFill>
            <a:ln w="544" cap="flat">
              <a:noFill/>
              <a:prstDash val="solid"/>
              <a:miter/>
            </a:ln>
          </p:spPr>
          <p:txBody>
            <a:bodyPr rtlCol="0" anchor="ctr"/>
            <a:lstStyle/>
            <a:p>
              <a:endParaRPr lang="en-US"/>
            </a:p>
          </p:txBody>
        </p:sp>
        <p:sp>
          <p:nvSpPr>
            <p:cNvPr id="10" name="Freihandform: Form 9">
              <a:extLst>
                <a:ext uri="{FF2B5EF4-FFF2-40B4-BE49-F238E27FC236}">
                  <a16:creationId xmlns:a16="http://schemas.microsoft.com/office/drawing/2014/main" id="{69D2A442-B77D-44E3-A911-9B730E689972}"/>
                </a:ext>
              </a:extLst>
            </p:cNvPr>
            <p:cNvSpPr/>
            <p:nvPr/>
          </p:nvSpPr>
          <p:spPr bwMode="black">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rgbClr val="020203"/>
            </a:solidFill>
            <a:ln w="544"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0E63A576-795F-4334-B7DA-49729FB3DDF5}"/>
                </a:ext>
              </a:extLst>
            </p:cNvPr>
            <p:cNvSpPr/>
            <p:nvPr/>
          </p:nvSpPr>
          <p:spPr bwMode="black">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rgbClr val="020203"/>
            </a:solidFill>
            <a:ln w="544"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8D168BB0-8396-4367-9999-53BF98AE3393}"/>
                </a:ext>
              </a:extLst>
            </p:cNvPr>
            <p:cNvSpPr/>
            <p:nvPr/>
          </p:nvSpPr>
          <p:spPr bwMode="black">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rgbClr val="020203"/>
            </a:solidFill>
            <a:ln w="544" cap="flat">
              <a:noFill/>
              <a:prstDash val="solid"/>
              <a:miter/>
            </a:ln>
          </p:spPr>
          <p:txBody>
            <a:bodyPr rtlCol="0" anchor="ctr"/>
            <a:lstStyle/>
            <a:p>
              <a:endParaRPr lang="en-US"/>
            </a:p>
          </p:txBody>
        </p:sp>
        <p:grpSp>
          <p:nvGrpSpPr>
            <p:cNvPr id="16" name="Grafik 3">
              <a:extLst>
                <a:ext uri="{FF2B5EF4-FFF2-40B4-BE49-F238E27FC236}">
                  <a16:creationId xmlns:a16="http://schemas.microsoft.com/office/drawing/2014/main" id="{ABACB422-81E3-4CAA-BA55-C6BF2827B5CE}"/>
                </a:ext>
              </a:extLst>
            </p:cNvPr>
            <p:cNvGrpSpPr/>
            <p:nvPr/>
          </p:nvGrpSpPr>
          <p:grpSpPr bwMode="black">
            <a:xfrm>
              <a:off x="8406938" y="1412776"/>
              <a:ext cx="3126953" cy="2069679"/>
              <a:chOff x="8406938" y="1412776"/>
              <a:chExt cx="3126953" cy="2069679"/>
            </a:xfrm>
            <a:solidFill>
              <a:srgbClr val="020203"/>
            </a:solidFill>
          </p:grpSpPr>
          <p:sp>
            <p:nvSpPr>
              <p:cNvPr id="17" name="Freihandform: Form 16">
                <a:extLst>
                  <a:ext uri="{FF2B5EF4-FFF2-40B4-BE49-F238E27FC236}">
                    <a16:creationId xmlns:a16="http://schemas.microsoft.com/office/drawing/2014/main" id="{B979E074-D278-4C4E-9947-CEAC083E9DAF}"/>
                  </a:ext>
                </a:extLst>
              </p:cNvPr>
              <p:cNvSpPr/>
              <p:nvPr/>
            </p:nvSpPr>
            <p:spPr bwMode="black">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rgbClr val="020203"/>
              </a:solidFill>
              <a:ln w="544"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1130F08E-2A7B-40BC-B58B-D5683F8D2CA4}"/>
                  </a:ext>
                </a:extLst>
              </p:cNvPr>
              <p:cNvSpPr/>
              <p:nvPr/>
            </p:nvSpPr>
            <p:spPr bwMode="black">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rgbClr val="020203"/>
              </a:solidFill>
              <a:ln w="544" cap="flat">
                <a:noFill/>
                <a:prstDash val="solid"/>
                <a:miter/>
              </a:ln>
            </p:spPr>
            <p:txBody>
              <a:bodyPr rtlCol="0" anchor="ctr"/>
              <a:lstStyle/>
              <a:p>
                <a:endParaRPr lang="en-US"/>
              </a:p>
            </p:txBody>
          </p:sp>
          <p:sp>
            <p:nvSpPr>
              <p:cNvPr id="19" name="Freihandform: Form 18">
                <a:extLst>
                  <a:ext uri="{FF2B5EF4-FFF2-40B4-BE49-F238E27FC236}">
                    <a16:creationId xmlns:a16="http://schemas.microsoft.com/office/drawing/2014/main" id="{95F5BDA4-1C10-4772-8B98-A686A1052CA6}"/>
                  </a:ext>
                </a:extLst>
              </p:cNvPr>
              <p:cNvSpPr/>
              <p:nvPr/>
            </p:nvSpPr>
            <p:spPr bwMode="black">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rgbClr val="020203"/>
              </a:solidFill>
              <a:ln w="544" cap="flat">
                <a:noFill/>
                <a:prstDash val="solid"/>
                <a:miter/>
              </a:ln>
            </p:spPr>
            <p:txBody>
              <a:bodyPr rtlCol="0" anchor="ctr"/>
              <a:lstStyle/>
              <a:p>
                <a:endParaRPr lang="en-US"/>
              </a:p>
            </p:txBody>
          </p:sp>
          <p:sp>
            <p:nvSpPr>
              <p:cNvPr id="20" name="Freihandform: Form 19">
                <a:extLst>
                  <a:ext uri="{FF2B5EF4-FFF2-40B4-BE49-F238E27FC236}">
                    <a16:creationId xmlns:a16="http://schemas.microsoft.com/office/drawing/2014/main" id="{0D7DAD39-6282-4458-BF0A-3B03B701EC08}"/>
                  </a:ext>
                </a:extLst>
              </p:cNvPr>
              <p:cNvSpPr/>
              <p:nvPr/>
            </p:nvSpPr>
            <p:spPr bwMode="black">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rgbClr val="020203"/>
              </a:solidFill>
              <a:ln w="544" cap="flat">
                <a:noFill/>
                <a:prstDash val="solid"/>
                <a:miter/>
              </a:ln>
            </p:spPr>
            <p:txBody>
              <a:bodyPr rtlCol="0" anchor="ctr"/>
              <a:lstStyle/>
              <a:p>
                <a:endParaRPr lang="en-US"/>
              </a:p>
            </p:txBody>
          </p:sp>
          <p:sp>
            <p:nvSpPr>
              <p:cNvPr id="21" name="Freihandform: Form 20">
                <a:extLst>
                  <a:ext uri="{FF2B5EF4-FFF2-40B4-BE49-F238E27FC236}">
                    <a16:creationId xmlns:a16="http://schemas.microsoft.com/office/drawing/2014/main" id="{A289F4F2-BF6D-4CA5-A582-869B5C80B9A1}"/>
                  </a:ext>
                </a:extLst>
              </p:cNvPr>
              <p:cNvSpPr/>
              <p:nvPr/>
            </p:nvSpPr>
            <p:spPr bwMode="black">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rgbClr val="020203"/>
              </a:solidFill>
              <a:ln w="544" cap="flat">
                <a:noFill/>
                <a:prstDash val="solid"/>
                <a:miter/>
              </a:ln>
            </p:spPr>
            <p:txBody>
              <a:bodyPr rtlCol="0" anchor="ctr"/>
              <a:lstStyle/>
              <a:p>
                <a:endParaRPr lang="en-US"/>
              </a:p>
            </p:txBody>
          </p:sp>
          <p:sp>
            <p:nvSpPr>
              <p:cNvPr id="22" name="Freihandform: Form 21">
                <a:extLst>
                  <a:ext uri="{FF2B5EF4-FFF2-40B4-BE49-F238E27FC236}">
                    <a16:creationId xmlns:a16="http://schemas.microsoft.com/office/drawing/2014/main" id="{665DAFDF-7457-4F7E-A3A3-445946AD75A8}"/>
                  </a:ext>
                </a:extLst>
              </p:cNvPr>
              <p:cNvSpPr/>
              <p:nvPr/>
            </p:nvSpPr>
            <p:spPr bwMode="black">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rgbClr val="020203"/>
              </a:solidFill>
              <a:ln w="544" cap="flat">
                <a:noFill/>
                <a:prstDash val="solid"/>
                <a:miter/>
              </a:ln>
            </p:spPr>
            <p:txBody>
              <a:bodyPr rtlCol="0" anchor="ctr"/>
              <a:lstStyle/>
              <a:p>
                <a:endParaRPr lang="en-US"/>
              </a:p>
            </p:txBody>
          </p:sp>
        </p:grpSp>
        <p:sp>
          <p:nvSpPr>
            <p:cNvPr id="23" name="Freihandform: Form 22">
              <a:extLst>
                <a:ext uri="{FF2B5EF4-FFF2-40B4-BE49-F238E27FC236}">
                  <a16:creationId xmlns:a16="http://schemas.microsoft.com/office/drawing/2014/main" id="{E04A5F4A-7289-42E8-B639-FEF076A7CE28}"/>
                </a:ext>
              </a:extLst>
            </p:cNvPr>
            <p:cNvSpPr/>
            <p:nvPr/>
          </p:nvSpPr>
          <p:spPr bwMode="black">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a:p>
          </p:txBody>
        </p:sp>
      </p:gr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496" y="3717032"/>
            <a:ext cx="9289032" cy="1008112"/>
          </a:xfrm>
        </p:spPr>
        <p:txBody>
          <a:bodyPr anchor="b"/>
          <a:lstStyle>
            <a:lvl1pPr algn="ctr">
              <a:defRPr sz="3200" baseline="0">
                <a:solidFill>
                  <a:schemeClr val="tx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gray">
          <a:xfrm>
            <a:off x="1559495" y="4797152"/>
            <a:ext cx="9289033"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sp>
        <p:nvSpPr>
          <p:cNvPr id="25" name="Textfeld 24">
            <a:extLst>
              <a:ext uri="{FF2B5EF4-FFF2-40B4-BE49-F238E27FC236}">
                <a16:creationId xmlns:a16="http://schemas.microsoft.com/office/drawing/2014/main" id="{1A3531AF-9623-44F5-B29D-93C066A6F8DF}"/>
              </a:ext>
            </a:extLst>
          </p:cNvPr>
          <p:cNvSpPr txBox="1"/>
          <p:nvPr userDrawn="1"/>
        </p:nvSpPr>
        <p:spPr>
          <a:xfrm>
            <a:off x="3143250" y="-459432"/>
            <a:ext cx="2520950" cy="432000"/>
          </a:xfrm>
          <a:prstGeom prst="rect">
            <a:avLst/>
          </a:prstGeom>
          <a:solidFill>
            <a:schemeClr val="accent5"/>
          </a:solidFill>
        </p:spPr>
        <p:txBody>
          <a:bodyPr vert="horz" wrap="square" lIns="72000" tIns="0" rIns="720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700" b="0" i="0" u="none" baseline="0">
                <a:solidFill>
                  <a:schemeClr val="bg1"/>
                </a:solidFill>
                <a:latin typeface="Arial" panose="020B0604020202020204" pitchFamily="34" charset="0"/>
              </a:rPr>
              <a:t>To insert a partner logo, please use the area marked by guidelines to the left of the SPORTFI</a:t>
            </a:r>
            <a:r>
              <a:rPr lang="en-US" sz="700" b="0" i="0" u="sng" baseline="0">
                <a:solidFill>
                  <a:schemeClr val="bg1"/>
                </a:solidFill>
                <a:latin typeface="Arial" panose="020B0604020202020204" pitchFamily="34" charset="0"/>
              </a:rPr>
              <a:t>V</a:t>
            </a:r>
            <a:r>
              <a:rPr lang="en-US" sz="700"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176215306"/>
      </p:ext>
    </p:extLst>
  </p:cSld>
  <p:clrMapOvr>
    <a:masterClrMapping/>
  </p:clrMapOvr>
  <p:extLst>
    <p:ext uri="{DCECCB84-F9BA-43D5-87BE-67443E8EF086}">
      <p15:sldGuideLst xmlns:p15="http://schemas.microsoft.com/office/powerpoint/2012/main">
        <p15:guide id="1" pos="3568">
          <p15:clr>
            <a:srgbClr val="000000"/>
          </p15:clr>
        </p15:guide>
        <p15:guide id="2" pos="1980">
          <p15:clr>
            <a:srgbClr val="000000"/>
          </p15:clr>
        </p15:guide>
        <p15:guide id="3" orient="horz" pos="1207">
          <p15:clr>
            <a:srgbClr val="000000"/>
          </p15:clr>
        </p15:guide>
        <p15:guide id="4" orient="horz" pos="1797">
          <p15:clr>
            <a:srgbClr val="00000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 picture">
    <p:bg>
      <p:bgPr>
        <a:solidFill>
          <a:schemeClr val="bg2"/>
        </a:solidFill>
        <a:effectLst/>
      </p:bgPr>
    </p:bg>
    <p:spTree>
      <p:nvGrpSpPr>
        <p:cNvPr id="1" name=""/>
        <p:cNvGrpSpPr/>
        <p:nvPr/>
      </p:nvGrpSpPr>
      <p:grpSpPr>
        <a:xfrm>
          <a:off x="0" y="0"/>
          <a:ext cx="0" cy="0"/>
          <a:chOff x="0" y="0"/>
          <a:chExt cx="0" cy="0"/>
        </a:xfrm>
      </p:grpSpPr>
      <p:sp>
        <p:nvSpPr>
          <p:cNvPr id="34" name="Bildplatzhalter 33">
            <a:extLst>
              <a:ext uri="{FF2B5EF4-FFF2-40B4-BE49-F238E27FC236}">
                <a16:creationId xmlns:a16="http://schemas.microsoft.com/office/drawing/2014/main" id="{4AE6AD9E-A42C-4097-BA1A-CF086631D339}"/>
              </a:ext>
            </a:extLst>
          </p:cNvPr>
          <p:cNvSpPr>
            <a:spLocks noGrp="1"/>
          </p:cNvSpPr>
          <p:nvPr>
            <p:ph type="pic" sz="quarter" idx="17" hasCustomPrompt="1"/>
          </p:nvPr>
        </p:nvSpPr>
        <p:spPr bwMode="ltGray">
          <a:xfrm>
            <a:off x="2" y="0"/>
            <a:ext cx="12191999" cy="6858000"/>
          </a:xfrm>
          <a:custGeom>
            <a:avLst/>
            <a:gdLst>
              <a:gd name="connsiteX0" fmla="*/ 0 w 12191999"/>
              <a:gd name="connsiteY0" fmla="*/ 0 h 6858000"/>
              <a:gd name="connsiteX1" fmla="*/ 610009 w 12191999"/>
              <a:gd name="connsiteY1" fmla="*/ 0 h 6858000"/>
              <a:gd name="connsiteX2" fmla="*/ 11581986 w 12191999"/>
              <a:gd name="connsiteY2" fmla="*/ 0 h 6858000"/>
              <a:gd name="connsiteX3" fmla="*/ 12191999 w 12191999"/>
              <a:gd name="connsiteY3" fmla="*/ 0 h 6858000"/>
              <a:gd name="connsiteX4" fmla="*/ 12191999 w 12191999"/>
              <a:gd name="connsiteY4" fmla="*/ 6858000 h 6858000"/>
              <a:gd name="connsiteX5" fmla="*/ 11581986 w 12191999"/>
              <a:gd name="connsiteY5" fmla="*/ 6858000 h 6858000"/>
              <a:gd name="connsiteX6" fmla="*/ 6623719 w 12191999"/>
              <a:gd name="connsiteY6" fmla="*/ 6858000 h 6858000"/>
              <a:gd name="connsiteX7" fmla="*/ 5568279 w 12191999"/>
              <a:gd name="connsiteY7" fmla="*/ 6858000 h 6858000"/>
              <a:gd name="connsiteX8" fmla="*/ 610009 w 12191999"/>
              <a:gd name="connsiteY8" fmla="*/ 6858000 h 6858000"/>
              <a:gd name="connsiteX9" fmla="*/ 0 w 12191999"/>
              <a:gd name="connsiteY9" fmla="*/ 6858000 h 6858000"/>
              <a:gd name="connsiteX10" fmla="*/ 0 w 12191999"/>
              <a:gd name="connsiteY10" fmla="*/ 6237312 h 6858000"/>
              <a:gd name="connsiteX11" fmla="*/ 367435 w 12191999"/>
              <a:gd name="connsiteY11" fmla="*/ 6237312 h 6858000"/>
              <a:gd name="connsiteX12" fmla="*/ 367435 w 12191999"/>
              <a:gd name="connsiteY12" fmla="*/ 5181872 h 6858000"/>
              <a:gd name="connsiteX13" fmla="*/ 0 w 12191999"/>
              <a:gd name="connsiteY13" fmla="*/ 51818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858000">
                <a:moveTo>
                  <a:pt x="0" y="0"/>
                </a:moveTo>
                <a:lnTo>
                  <a:pt x="610009" y="0"/>
                </a:lnTo>
                <a:lnTo>
                  <a:pt x="11581986" y="0"/>
                </a:lnTo>
                <a:lnTo>
                  <a:pt x="12191999" y="0"/>
                </a:lnTo>
                <a:lnTo>
                  <a:pt x="12191999" y="6858000"/>
                </a:lnTo>
                <a:lnTo>
                  <a:pt x="11581986" y="6858000"/>
                </a:lnTo>
                <a:lnTo>
                  <a:pt x="6623719" y="6858000"/>
                </a:lnTo>
                <a:lnTo>
                  <a:pt x="5568279" y="6858000"/>
                </a:lnTo>
                <a:lnTo>
                  <a:pt x="610009" y="6858000"/>
                </a:lnTo>
                <a:lnTo>
                  <a:pt x="0" y="6858000"/>
                </a:lnTo>
                <a:lnTo>
                  <a:pt x="0" y="6237312"/>
                </a:lnTo>
                <a:lnTo>
                  <a:pt x="367435" y="6237312"/>
                </a:lnTo>
                <a:lnTo>
                  <a:pt x="367435" y="5181872"/>
                </a:lnTo>
                <a:lnTo>
                  <a:pt x="0" y="5181872"/>
                </a:lnTo>
                <a:close/>
              </a:path>
            </a:pathLst>
          </a:custGeom>
          <a:solidFill>
            <a:schemeClr val="tx1"/>
          </a:solidFill>
        </p:spPr>
        <p:txBody>
          <a:bodyPr wrap="square" anchor="ctr">
            <a:noAutofit/>
          </a:bodyPr>
          <a:lstStyle>
            <a:lvl1pPr algn="ctr">
              <a:defRPr b="0">
                <a:solidFill>
                  <a:schemeClr val="bg1"/>
                </a:solidFill>
                <a:latin typeface="+mn-lt"/>
              </a:defRPr>
            </a:lvl1pPr>
          </a:lstStyle>
          <a:p>
            <a:r>
              <a:rPr lang="en-US"/>
              <a:t> </a:t>
            </a:r>
          </a:p>
        </p:txBody>
      </p:sp>
      <p:sp>
        <p:nvSpPr>
          <p:cNvPr id="20" name="Textplatzhalter 19">
            <a:extLst>
              <a:ext uri="{FF2B5EF4-FFF2-40B4-BE49-F238E27FC236}">
                <a16:creationId xmlns:a16="http://schemas.microsoft.com/office/drawing/2014/main" id="{A419FA91-E2B6-456E-9C31-2328CBB43A92}"/>
              </a:ext>
            </a:extLst>
          </p:cNvPr>
          <p:cNvSpPr>
            <a:spLocks noGrp="1"/>
          </p:cNvSpPr>
          <p:nvPr>
            <p:ph type="body" sz="quarter" idx="20" hasCustomPrompt="1"/>
          </p:nvPr>
        </p:nvSpPr>
        <p:spPr bwMode="gray">
          <a:xfrm>
            <a:off x="0" y="0"/>
            <a:ext cx="12192000" cy="6858000"/>
          </a:xfrm>
          <a:custGeom>
            <a:avLst/>
            <a:gdLst>
              <a:gd name="connsiteX0" fmla="*/ 3 w 12192000"/>
              <a:gd name="connsiteY0" fmla="*/ 5181849 h 6858000"/>
              <a:gd name="connsiteX1" fmla="*/ 3 w 12192000"/>
              <a:gd name="connsiteY1" fmla="*/ 6237289 h 6858000"/>
              <a:gd name="connsiteX2" fmla="*/ 367436 w 12192000"/>
              <a:gd name="connsiteY2" fmla="*/ 6237289 h 6858000"/>
              <a:gd name="connsiteX3" fmla="*/ 367436 w 12192000"/>
              <a:gd name="connsiteY3" fmla="*/ 518184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 y="5181849"/>
                </a:moveTo>
                <a:lnTo>
                  <a:pt x="3" y="6237289"/>
                </a:lnTo>
                <a:lnTo>
                  <a:pt x="367436" y="6237289"/>
                </a:lnTo>
                <a:lnTo>
                  <a:pt x="367436" y="5181849"/>
                </a:lnTo>
                <a:close/>
                <a:moveTo>
                  <a:pt x="0" y="0"/>
                </a:moveTo>
                <a:lnTo>
                  <a:pt x="12192000" y="0"/>
                </a:lnTo>
                <a:lnTo>
                  <a:pt x="12192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2" name="Titel 1">
            <a:extLst>
              <a:ext uri="{FF2B5EF4-FFF2-40B4-BE49-F238E27FC236}">
                <a16:creationId xmlns:a16="http://schemas.microsoft.com/office/drawing/2014/main" id="{11BC60E2-A177-45EB-93BA-786D5EF40FF4}"/>
              </a:ext>
            </a:extLst>
          </p:cNvPr>
          <p:cNvSpPr>
            <a:spLocks noGrp="1"/>
          </p:cNvSpPr>
          <p:nvPr>
            <p:ph type="title" hasCustomPrompt="1"/>
          </p:nvPr>
        </p:nvSpPr>
        <p:spPr bwMode="gray">
          <a:xfrm>
            <a:off x="623393" y="5229312"/>
            <a:ext cx="5328145" cy="1008000"/>
          </a:xfrm>
        </p:spPr>
        <p:txBody>
          <a:bodyPr rIns="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3392" y="4509120"/>
            <a:ext cx="1440000" cy="648000"/>
          </a:xfrm>
        </p:spPr>
        <p:txBody>
          <a:bodyPr anchor="ctr"/>
          <a:lstStyle>
            <a:lvl1pPr marL="0" indent="0" algn="l">
              <a:lnSpc>
                <a:spcPct val="100000"/>
              </a:lnSpc>
              <a:spcAft>
                <a:spcPts val="0"/>
              </a:spcAft>
              <a:buFont typeface="Arial" panose="020B0604020202020204" pitchFamily="34" charset="0"/>
              <a:buNone/>
              <a:defRPr sz="4000" b="1">
                <a:solidFill>
                  <a:schemeClr val="bg2"/>
                </a:solidFill>
                <a:latin typeface="+mn-lt"/>
              </a:defRPr>
            </a:lvl1pPr>
            <a:lvl2pPr marL="0" indent="0" algn="l">
              <a:lnSpc>
                <a:spcPct val="100000"/>
              </a:lnSpc>
              <a:spcAft>
                <a:spcPts val="0"/>
              </a:spcAft>
              <a:buFont typeface="Arial" panose="020B0604020202020204" pitchFamily="34" charset="0"/>
              <a:buNone/>
              <a:defRPr sz="4000" b="1">
                <a:solidFill>
                  <a:schemeClr val="bg2"/>
                </a:solidFill>
                <a:latin typeface="+mn-lt"/>
              </a:defRPr>
            </a:lvl2pPr>
            <a:lvl3pPr marL="0" indent="0" algn="l">
              <a:lnSpc>
                <a:spcPct val="100000"/>
              </a:lnSpc>
              <a:spcAft>
                <a:spcPts val="0"/>
              </a:spcAft>
              <a:buFont typeface="Arial" panose="020B0604020202020204" pitchFamily="34" charset="0"/>
              <a:buNone/>
              <a:defRPr sz="4000" b="1">
                <a:solidFill>
                  <a:schemeClr val="bg2"/>
                </a:solidFill>
                <a:latin typeface="+mn-lt"/>
              </a:defRPr>
            </a:lvl3pPr>
            <a:lvl4pPr marL="0" indent="0" algn="l">
              <a:lnSpc>
                <a:spcPct val="100000"/>
              </a:lnSpc>
              <a:spcAft>
                <a:spcPts val="0"/>
              </a:spcAft>
              <a:buNone/>
              <a:defRPr sz="4000" b="1">
                <a:solidFill>
                  <a:schemeClr val="bg2"/>
                </a:solidFill>
                <a:latin typeface="+mn-lt"/>
              </a:defRPr>
            </a:lvl4pPr>
            <a:lvl5pPr marL="0" indent="0" algn="l">
              <a:lnSpc>
                <a:spcPct val="100000"/>
              </a:lnSpc>
              <a:spcAft>
                <a:spcPts val="0"/>
              </a:spcAft>
              <a:buNone/>
              <a:defRPr sz="4000" b="1">
                <a:solidFill>
                  <a:schemeClr val="bg2"/>
                </a:solidFill>
                <a:latin typeface="+mn-lt"/>
              </a:defRPr>
            </a:lvl5pPr>
            <a:lvl6pPr marL="0" indent="0" algn="l">
              <a:lnSpc>
                <a:spcPct val="100000"/>
              </a:lnSpc>
              <a:spcAft>
                <a:spcPts val="0"/>
              </a:spcAft>
              <a:buNone/>
              <a:defRPr sz="4000" b="1">
                <a:solidFill>
                  <a:schemeClr val="bg2"/>
                </a:solidFill>
                <a:latin typeface="+mn-lt"/>
              </a:defRPr>
            </a:lvl6pPr>
            <a:lvl7pPr marL="0" indent="0" algn="l">
              <a:lnSpc>
                <a:spcPct val="100000"/>
              </a:lnSpc>
              <a:spcAft>
                <a:spcPts val="0"/>
              </a:spcAft>
              <a:buNone/>
              <a:defRPr sz="4000" b="1">
                <a:solidFill>
                  <a:schemeClr val="bg2"/>
                </a:solidFill>
                <a:latin typeface="+mn-lt"/>
              </a:defRPr>
            </a:lvl7pPr>
            <a:lvl8pPr marL="0" indent="0" algn="l">
              <a:lnSpc>
                <a:spcPct val="100000"/>
              </a:lnSpc>
              <a:spcAft>
                <a:spcPts val="0"/>
              </a:spcAft>
              <a:buNone/>
              <a:defRPr sz="4000" b="1">
                <a:solidFill>
                  <a:schemeClr val="bg2"/>
                </a:solidFill>
                <a:latin typeface="+mn-lt"/>
              </a:defRPr>
            </a:lvl8pPr>
            <a:lvl9pPr marL="0" indent="0" algn="l">
              <a:lnSpc>
                <a:spcPct val="100000"/>
              </a:lnSpc>
              <a:spcAft>
                <a:spcPts val="0"/>
              </a:spcAft>
              <a:buNone/>
              <a:defRPr sz="4000" b="1">
                <a:solidFill>
                  <a:schemeClr val="bg2"/>
                </a:solidFill>
                <a:latin typeface="+mn-lt"/>
              </a:defRPr>
            </a:lvl9pPr>
          </a:lstStyle>
          <a:p>
            <a:pPr lvl="0"/>
            <a:r>
              <a:rPr lang="en-US"/>
              <a:t>00</a:t>
            </a:r>
          </a:p>
        </p:txBody>
      </p:sp>
      <p:sp>
        <p:nvSpPr>
          <p:cNvPr id="6" name="Datumsplatzhalter 5">
            <a:extLst>
              <a:ext uri="{FF2B5EF4-FFF2-40B4-BE49-F238E27FC236}">
                <a16:creationId xmlns:a16="http://schemas.microsoft.com/office/drawing/2014/main" id="{C2FE6DEE-F08E-49D1-8BBE-7D98F0306A3B}"/>
              </a:ext>
            </a:extLst>
          </p:cNvPr>
          <p:cNvSpPr>
            <a:spLocks noGrp="1"/>
          </p:cNvSpPr>
          <p:nvPr>
            <p:ph type="dt" sz="half" idx="14"/>
          </p:nvPr>
        </p:nvSpPr>
        <p:spPr bwMode="gray"/>
        <p:txBody>
          <a:bodyPr/>
          <a:lstStyle>
            <a:lvl1pPr>
              <a:defRPr>
                <a:solidFill>
                  <a:schemeClr val="bg1"/>
                </a:solidFill>
              </a:defRPr>
            </a:lvl1pPr>
          </a:lstStyle>
          <a:p>
            <a:endParaRPr lang="en-US"/>
          </a:p>
        </p:txBody>
      </p:sp>
      <p:sp>
        <p:nvSpPr>
          <p:cNvPr id="22" name="Fußzeilenplatzhalter 21">
            <a:extLst>
              <a:ext uri="{FF2B5EF4-FFF2-40B4-BE49-F238E27FC236}">
                <a16:creationId xmlns:a16="http://schemas.microsoft.com/office/drawing/2014/main" id="{E0B3631B-C641-42E6-AFD5-B95921B9B174}"/>
              </a:ext>
            </a:extLst>
          </p:cNvPr>
          <p:cNvSpPr>
            <a:spLocks noGrp="1"/>
          </p:cNvSpPr>
          <p:nvPr>
            <p:ph type="ftr" sz="quarter" idx="15"/>
          </p:nvPr>
        </p:nvSpPr>
        <p:spPr bwMode="gray"/>
        <p:txBody>
          <a:bodyPr/>
          <a:lstStyle>
            <a:lvl1pPr>
              <a:defRPr>
                <a:solidFill>
                  <a:schemeClr val="bg1"/>
                </a:solidFill>
              </a:defRPr>
            </a:lvl1pPr>
          </a:lstStyle>
          <a:p>
            <a:r>
              <a:rPr lang="en-US"/>
              <a:t>GLOBAL CREDENTIALS</a:t>
            </a:r>
          </a:p>
        </p:txBody>
      </p:sp>
      <p:sp>
        <p:nvSpPr>
          <p:cNvPr id="12" name="Textplatzhalter 3">
            <a:extLst>
              <a:ext uri="{FF2B5EF4-FFF2-40B4-BE49-F238E27FC236}">
                <a16:creationId xmlns:a16="http://schemas.microsoft.com/office/drawing/2014/main" id="{D9022AB6-A86E-47B3-84F9-293E4B4D4AB4}"/>
              </a:ext>
            </a:extLst>
          </p:cNvPr>
          <p:cNvSpPr>
            <a:spLocks noGrp="1" noChangeAspect="1"/>
          </p:cNvSpPr>
          <p:nvPr>
            <p:ph type="body" sz="quarter" idx="18" hasCustomPrompt="1"/>
          </p:nvPr>
        </p:nvSpPr>
        <p:spPr bwMode="gray">
          <a:xfrm>
            <a:off x="9084144" y="6039312"/>
            <a:ext cx="1080000" cy="143836"/>
          </a:xfrm>
          <a:blipFill>
            <a:blip r:embed="rId2" cstate="print">
              <a:extLst>
                <a:ext uri="{28A0092B-C50C-407E-A947-70E740481C1C}">
                  <a14:useLocalDpi xmlns:a14="http://schemas.microsoft.com/office/drawing/2010/main"/>
                </a:ext>
              </a:extLst>
            </a:blip>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13" name="Textplatzhalter 33">
            <a:extLst>
              <a:ext uri="{FF2B5EF4-FFF2-40B4-BE49-F238E27FC236}">
                <a16:creationId xmlns:a16="http://schemas.microsoft.com/office/drawing/2014/main" id="{8790B95C-5F7D-4BA2-94B8-3EAC426B793A}"/>
              </a:ext>
            </a:extLst>
          </p:cNvPr>
          <p:cNvSpPr>
            <a:spLocks noGrp="1"/>
          </p:cNvSpPr>
          <p:nvPr>
            <p:ph type="body" sz="quarter" idx="19" hasCustomPrompt="1"/>
          </p:nvPr>
        </p:nvSpPr>
        <p:spPr bwMode="gray">
          <a:xfrm>
            <a:off x="9924009" y="6199957"/>
            <a:ext cx="108000" cy="360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37444672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 picture 1/2">
    <p:bg>
      <p:bgPr>
        <a:solidFill>
          <a:schemeClr val="tx1"/>
        </a:solidFill>
        <a:effectLst/>
      </p:bgPr>
    </p:bg>
    <p:spTree>
      <p:nvGrpSpPr>
        <p:cNvPr id="1" name=""/>
        <p:cNvGrpSpPr/>
        <p:nvPr/>
      </p:nvGrpSpPr>
      <p:grpSpPr>
        <a:xfrm>
          <a:off x="0" y="0"/>
          <a:ext cx="0" cy="0"/>
          <a:chOff x="0" y="0"/>
          <a:chExt cx="0" cy="0"/>
        </a:xfrm>
      </p:grpSpPr>
      <p:sp>
        <p:nvSpPr>
          <p:cNvPr id="127" name="Bildplatzhalter 126">
            <a:extLst>
              <a:ext uri="{FF2B5EF4-FFF2-40B4-BE49-F238E27FC236}">
                <a16:creationId xmlns:a16="http://schemas.microsoft.com/office/drawing/2014/main" id="{5DDFCDE0-1161-4605-B9E3-2607A70946B3}"/>
              </a:ext>
            </a:extLst>
          </p:cNvPr>
          <p:cNvSpPr>
            <a:spLocks noGrp="1"/>
          </p:cNvSpPr>
          <p:nvPr>
            <p:ph type="pic" sz="quarter" idx="25" hasCustomPrompt="1"/>
          </p:nvPr>
        </p:nvSpPr>
        <p:spPr>
          <a:xfrm>
            <a:off x="6096000" y="0"/>
            <a:ext cx="6096000" cy="6858000"/>
          </a:xfrm>
          <a:solidFill>
            <a:schemeClr val="accent6"/>
          </a:solidFill>
        </p:spPr>
        <p:txBody>
          <a:bodyPr/>
          <a:lstStyle>
            <a:lvl1pPr>
              <a:defRPr/>
            </a:lvl1pPr>
          </a:lstStyle>
          <a:p>
            <a:r>
              <a:rPr lang="de-DE"/>
              <a:t> </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418" y="2636912"/>
            <a:ext cx="1440000" cy="648000"/>
          </a:xfrm>
        </p:spPr>
        <p:txBody>
          <a:bodyPr anchor="b"/>
          <a:lstStyle>
            <a:lvl1pPr marL="0" indent="0">
              <a:lnSpc>
                <a:spcPct val="100000"/>
              </a:lnSpc>
              <a:spcAft>
                <a:spcPts val="0"/>
              </a:spcAft>
              <a:buFont typeface="Arial" panose="020B0604020202020204" pitchFamily="34" charset="0"/>
              <a:buNone/>
              <a:defRPr sz="4000" b="1">
                <a:solidFill>
                  <a:schemeClr val="bg2"/>
                </a:solidFill>
                <a:latin typeface="+mn-lt"/>
              </a:defRPr>
            </a:lvl1pPr>
            <a:lvl2pPr marL="0" indent="0">
              <a:lnSpc>
                <a:spcPct val="100000"/>
              </a:lnSpc>
              <a:spcAft>
                <a:spcPts val="0"/>
              </a:spcAft>
              <a:buFont typeface="Arial" panose="020B0604020202020204" pitchFamily="34" charset="0"/>
              <a:buNone/>
              <a:defRPr sz="4000" b="1">
                <a:solidFill>
                  <a:schemeClr val="bg2"/>
                </a:solidFill>
                <a:latin typeface="+mn-lt"/>
              </a:defRPr>
            </a:lvl2pPr>
            <a:lvl3pPr marL="0" indent="0">
              <a:lnSpc>
                <a:spcPct val="100000"/>
              </a:lnSpc>
              <a:spcAft>
                <a:spcPts val="0"/>
              </a:spcAft>
              <a:buFont typeface="Arial" panose="020B0604020202020204" pitchFamily="34" charset="0"/>
              <a:buNone/>
              <a:defRPr sz="4000" b="1">
                <a:solidFill>
                  <a:schemeClr val="bg2"/>
                </a:solidFill>
                <a:latin typeface="+mn-lt"/>
              </a:defRPr>
            </a:lvl3pPr>
            <a:lvl4pPr marL="0" indent="0">
              <a:lnSpc>
                <a:spcPct val="100000"/>
              </a:lnSpc>
              <a:spcAft>
                <a:spcPts val="0"/>
              </a:spcAft>
              <a:buNone/>
              <a:defRPr sz="4000" b="1">
                <a:solidFill>
                  <a:schemeClr val="bg2"/>
                </a:solidFill>
                <a:latin typeface="+mn-lt"/>
              </a:defRPr>
            </a:lvl4pPr>
            <a:lvl5pPr marL="0" indent="0">
              <a:lnSpc>
                <a:spcPct val="100000"/>
              </a:lnSpc>
              <a:spcAft>
                <a:spcPts val="0"/>
              </a:spcAft>
              <a:buNone/>
              <a:defRPr sz="4000" b="1">
                <a:solidFill>
                  <a:schemeClr val="bg2"/>
                </a:solidFill>
                <a:latin typeface="+mn-lt"/>
              </a:defRPr>
            </a:lvl5pPr>
            <a:lvl6pPr marL="0" indent="0">
              <a:lnSpc>
                <a:spcPct val="100000"/>
              </a:lnSpc>
              <a:spcAft>
                <a:spcPts val="0"/>
              </a:spcAft>
              <a:buNone/>
              <a:defRPr sz="4000" b="1">
                <a:solidFill>
                  <a:schemeClr val="bg2"/>
                </a:solidFill>
                <a:latin typeface="+mn-lt"/>
              </a:defRPr>
            </a:lvl6pPr>
            <a:lvl7pPr marL="0" indent="0">
              <a:lnSpc>
                <a:spcPct val="100000"/>
              </a:lnSpc>
              <a:spcAft>
                <a:spcPts val="0"/>
              </a:spcAft>
              <a:buNone/>
              <a:defRPr sz="4000" b="1">
                <a:solidFill>
                  <a:schemeClr val="bg2"/>
                </a:solidFill>
                <a:latin typeface="+mn-lt"/>
              </a:defRPr>
            </a:lvl7pPr>
            <a:lvl8pPr marL="0" indent="0">
              <a:lnSpc>
                <a:spcPct val="100000"/>
              </a:lnSpc>
              <a:spcAft>
                <a:spcPts val="0"/>
              </a:spcAft>
              <a:buNone/>
              <a:defRPr sz="4000" b="1">
                <a:solidFill>
                  <a:schemeClr val="bg2"/>
                </a:solidFill>
                <a:latin typeface="+mn-lt"/>
              </a:defRPr>
            </a:lvl8pPr>
            <a:lvl9pPr marL="0" indent="0">
              <a:lnSpc>
                <a:spcPct val="100000"/>
              </a:lnSpc>
              <a:spcAft>
                <a:spcPts val="0"/>
              </a:spcAft>
              <a:buNone/>
              <a:defRPr sz="4000" b="1">
                <a:solidFill>
                  <a:schemeClr val="bg2"/>
                </a:solidFill>
                <a:latin typeface="+mn-lt"/>
              </a:defRPr>
            </a:lvl9pPr>
          </a:lstStyle>
          <a:p>
            <a:pPr lvl="0"/>
            <a:r>
              <a:rPr lang="en-US"/>
              <a:t>00</a:t>
            </a:r>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GLOBAL CREDENTIALS</a:t>
            </a:r>
          </a:p>
        </p:txBody>
      </p:sp>
      <p:sp>
        <p:nvSpPr>
          <p:cNvPr id="4" name="Datumsplatzhalter 3">
            <a:extLst>
              <a:ext uri="{FF2B5EF4-FFF2-40B4-BE49-F238E27FC236}">
                <a16:creationId xmlns:a16="http://schemas.microsoft.com/office/drawing/2014/main" id="{4564567E-7E76-46E6-BCB6-8888D21914D8}"/>
              </a:ext>
            </a:extLst>
          </p:cNvPr>
          <p:cNvSpPr>
            <a:spLocks noGrp="1"/>
          </p:cNvSpPr>
          <p:nvPr>
            <p:ph type="dt" sz="half" idx="18"/>
          </p:nvPr>
        </p:nvSpPr>
        <p:spPr bwMode="white"/>
        <p:txBody>
          <a:bodyPr/>
          <a:lstStyle>
            <a:lvl1pPr>
              <a:defRPr>
                <a:solidFill>
                  <a:schemeClr val="bg1"/>
                </a:solidFill>
              </a:defRPr>
            </a:lvl1pPr>
          </a:lstStyle>
          <a:p>
            <a:endParaRPr lang="en-US"/>
          </a:p>
        </p:txBody>
      </p:sp>
      <p:sp>
        <p:nvSpPr>
          <p:cNvPr id="10" name="Titel 1">
            <a:extLst>
              <a:ext uri="{FF2B5EF4-FFF2-40B4-BE49-F238E27FC236}">
                <a16:creationId xmlns:a16="http://schemas.microsoft.com/office/drawing/2014/main" id="{2AAEA2F6-B974-4370-AC73-A51335145A1A}"/>
              </a:ext>
            </a:extLst>
          </p:cNvPr>
          <p:cNvSpPr>
            <a:spLocks noGrp="1"/>
          </p:cNvSpPr>
          <p:nvPr>
            <p:ph type="title" hasCustomPrompt="1"/>
          </p:nvPr>
        </p:nvSpPr>
        <p:spPr bwMode="gray">
          <a:xfrm>
            <a:off x="623392" y="3357104"/>
            <a:ext cx="5328146" cy="1008000"/>
          </a:xfrm>
        </p:spPr>
        <p:txBody>
          <a:bodyPr rIns="14400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grpSp>
        <p:nvGrpSpPr>
          <p:cNvPr id="39" name="Grafik 11">
            <a:extLst>
              <a:ext uri="{FF2B5EF4-FFF2-40B4-BE49-F238E27FC236}">
                <a16:creationId xmlns:a16="http://schemas.microsoft.com/office/drawing/2014/main" id="{C18E5B37-072A-40BD-A4CC-9383B82351C7}"/>
              </a:ext>
            </a:extLst>
          </p:cNvPr>
          <p:cNvGrpSpPr/>
          <p:nvPr userDrawn="1"/>
        </p:nvGrpSpPr>
        <p:grpSpPr bwMode="gray">
          <a:xfrm>
            <a:off x="610916" y="6039598"/>
            <a:ext cx="1080005" cy="197670"/>
            <a:chOff x="2963711" y="6039598"/>
            <a:chExt cx="1080005" cy="197670"/>
          </a:xfrm>
        </p:grpSpPr>
        <p:grpSp>
          <p:nvGrpSpPr>
            <p:cNvPr id="40" name="Grafik 11">
              <a:extLst>
                <a:ext uri="{FF2B5EF4-FFF2-40B4-BE49-F238E27FC236}">
                  <a16:creationId xmlns:a16="http://schemas.microsoft.com/office/drawing/2014/main" id="{E0FE6473-095D-4C20-A5DB-6C0AEAFCE665}"/>
                </a:ext>
              </a:extLst>
            </p:cNvPr>
            <p:cNvGrpSpPr/>
            <p:nvPr/>
          </p:nvGrpSpPr>
          <p:grpSpPr bwMode="gray">
            <a:xfrm>
              <a:off x="2963711" y="6039598"/>
              <a:ext cx="1080005" cy="144003"/>
              <a:chOff x="2963711" y="6039598"/>
              <a:chExt cx="1080005" cy="144003"/>
            </a:xfrm>
            <a:solidFill>
              <a:srgbClr val="FFFFFF"/>
            </a:solidFill>
          </p:grpSpPr>
          <p:sp>
            <p:nvSpPr>
              <p:cNvPr id="42" name="Freihandform: Form 41">
                <a:extLst>
                  <a:ext uri="{FF2B5EF4-FFF2-40B4-BE49-F238E27FC236}">
                    <a16:creationId xmlns:a16="http://schemas.microsoft.com/office/drawing/2014/main" id="{1464829E-6811-4287-AF32-C4BA703DBDD7}"/>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43" name="Freihandform: Form 42">
                <a:extLst>
                  <a:ext uri="{FF2B5EF4-FFF2-40B4-BE49-F238E27FC236}">
                    <a16:creationId xmlns:a16="http://schemas.microsoft.com/office/drawing/2014/main" id="{AAB04EEC-A1E7-4E94-9963-DCF286CAC206}"/>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44" name="Freihandform: Form 43">
                <a:extLst>
                  <a:ext uri="{FF2B5EF4-FFF2-40B4-BE49-F238E27FC236}">
                    <a16:creationId xmlns:a16="http://schemas.microsoft.com/office/drawing/2014/main" id="{1160995B-A00F-4487-AB5E-5148871DDDCB}"/>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45" name="Freihandform: Form 44">
                <a:extLst>
                  <a:ext uri="{FF2B5EF4-FFF2-40B4-BE49-F238E27FC236}">
                    <a16:creationId xmlns:a16="http://schemas.microsoft.com/office/drawing/2014/main" id="{EBAA33A0-C0A2-48CE-BABB-7B9EF5EA3B5C}"/>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46" name="Freihandform: Form 45">
                <a:extLst>
                  <a:ext uri="{FF2B5EF4-FFF2-40B4-BE49-F238E27FC236}">
                    <a16:creationId xmlns:a16="http://schemas.microsoft.com/office/drawing/2014/main" id="{9807D43C-D7F4-418C-9A7D-A894E6EF45E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47" name="Freihandform: Form 46">
                <a:extLst>
                  <a:ext uri="{FF2B5EF4-FFF2-40B4-BE49-F238E27FC236}">
                    <a16:creationId xmlns:a16="http://schemas.microsoft.com/office/drawing/2014/main" id="{75C476AB-0F1E-4F7D-BE4F-8EA3303D17D3}"/>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48" name="Freihandform: Form 47">
                <a:extLst>
                  <a:ext uri="{FF2B5EF4-FFF2-40B4-BE49-F238E27FC236}">
                    <a16:creationId xmlns:a16="http://schemas.microsoft.com/office/drawing/2014/main" id="{7300B1C0-DEA3-499F-81B0-AA1F62F19E73}"/>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49" name="Freihandform: Form 48">
                <a:extLst>
                  <a:ext uri="{FF2B5EF4-FFF2-40B4-BE49-F238E27FC236}">
                    <a16:creationId xmlns:a16="http://schemas.microsoft.com/office/drawing/2014/main" id="{979829B5-1E0B-4374-BA45-6CB1A34D5970}"/>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50" name="Freihandform: Form 49">
                <a:extLst>
                  <a:ext uri="{FF2B5EF4-FFF2-40B4-BE49-F238E27FC236}">
                    <a16:creationId xmlns:a16="http://schemas.microsoft.com/office/drawing/2014/main" id="{2F031907-FAF7-4254-AF41-84D7EBBAC47C}"/>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41" name="Freihandform: Form 40">
              <a:extLst>
                <a:ext uri="{FF2B5EF4-FFF2-40B4-BE49-F238E27FC236}">
                  <a16:creationId xmlns:a16="http://schemas.microsoft.com/office/drawing/2014/main" id="{C8E19C24-23D6-4ADF-A771-D33F031F123B}"/>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41" name="Textplatzhalter 140">
            <a:extLst>
              <a:ext uri="{FF2B5EF4-FFF2-40B4-BE49-F238E27FC236}">
                <a16:creationId xmlns:a16="http://schemas.microsoft.com/office/drawing/2014/main" id="{978C03CC-B96D-441D-8AE0-61F73A8EA5EE}"/>
              </a:ext>
            </a:extLst>
          </p:cNvPr>
          <p:cNvSpPr>
            <a:spLocks noGrp="1"/>
          </p:cNvSpPr>
          <p:nvPr>
            <p:ph type="body" sz="quarter" idx="24" hasCustomPrompt="1"/>
          </p:nvPr>
        </p:nvSpPr>
        <p:spPr bwMode="gray">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144" name="Textplatzhalter 143">
            <a:extLst>
              <a:ext uri="{FF2B5EF4-FFF2-40B4-BE49-F238E27FC236}">
                <a16:creationId xmlns:a16="http://schemas.microsoft.com/office/drawing/2014/main" id="{2D7718B2-2CBC-4694-A303-CE8AC567A33D}"/>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145" name="Textplatzhalter 144">
            <a:extLst>
              <a:ext uri="{FF2B5EF4-FFF2-40B4-BE49-F238E27FC236}">
                <a16:creationId xmlns:a16="http://schemas.microsoft.com/office/drawing/2014/main" id="{A8C997C6-51B1-4DC4-BAC6-4339C53666CD}"/>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20998227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 plain">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91B466DC-2BD6-45F5-8F57-C80E80E9238A}"/>
              </a:ext>
            </a:extLst>
          </p:cNvPr>
          <p:cNvSpPr/>
          <p:nvPr userDrawn="1"/>
        </p:nvSpPr>
        <p:spPr bwMode="ltGray">
          <a:xfrm>
            <a:off x="0" y="0"/>
            <a:ext cx="12192000" cy="6858000"/>
          </a:xfrm>
          <a:prstGeom prst="rect">
            <a:avLst/>
          </a:prstGeom>
          <a:solidFill>
            <a:srgbClr val="0001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2400" b="0" i="0" u="none" baseline="0">
              <a:solidFill>
                <a:srgbClr val="FFFFFF"/>
              </a:solidFill>
              <a:latin typeface="Arial" panose="020B0604020202020204" pitchFamily="34" charset="0"/>
            </a:endParaRPr>
          </a:p>
        </p:txBody>
      </p:sp>
      <p:grpSp>
        <p:nvGrpSpPr>
          <p:cNvPr id="6" name="Grafik 9">
            <a:extLst>
              <a:ext uri="{FF2B5EF4-FFF2-40B4-BE49-F238E27FC236}">
                <a16:creationId xmlns:a16="http://schemas.microsoft.com/office/drawing/2014/main" id="{E7CDCC12-856C-43C6-B868-2A7902A807EB}"/>
              </a:ext>
            </a:extLst>
          </p:cNvPr>
          <p:cNvGrpSpPr/>
          <p:nvPr userDrawn="1"/>
        </p:nvGrpSpPr>
        <p:grpSpPr bwMode="white">
          <a:xfrm>
            <a:off x="7399268" y="0"/>
            <a:ext cx="4792732" cy="6858000"/>
            <a:chOff x="-456728" y="3068960"/>
            <a:chExt cx="144000" cy="206052"/>
          </a:xfrm>
        </p:grpSpPr>
        <p:sp>
          <p:nvSpPr>
            <p:cNvPr id="8" name="Freihandform: Form 7">
              <a:extLst>
                <a:ext uri="{FF2B5EF4-FFF2-40B4-BE49-F238E27FC236}">
                  <a16:creationId xmlns:a16="http://schemas.microsoft.com/office/drawing/2014/main" id="{E54C331E-5A0D-498A-BDD8-2B2E1B05A289}"/>
                </a:ext>
              </a:extLst>
            </p:cNvPr>
            <p:cNvSpPr/>
            <p:nvPr/>
          </p:nvSpPr>
          <p:spPr bwMode="white">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a:p>
          </p:txBody>
        </p:sp>
        <p:sp>
          <p:nvSpPr>
            <p:cNvPr id="9" name="Freihandform: Form 8">
              <a:extLst>
                <a:ext uri="{FF2B5EF4-FFF2-40B4-BE49-F238E27FC236}">
                  <a16:creationId xmlns:a16="http://schemas.microsoft.com/office/drawing/2014/main" id="{BB095ADC-2E46-42E7-9CC8-14ADE262651B}"/>
                </a:ext>
              </a:extLst>
            </p:cNvPr>
            <p:cNvSpPr/>
            <p:nvPr/>
          </p:nvSpPr>
          <p:spPr bwMode="white">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a:p>
          </p:txBody>
        </p:sp>
      </p:gr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418" y="2636912"/>
            <a:ext cx="1440000" cy="648000"/>
          </a:xfrm>
        </p:spPr>
        <p:txBody>
          <a:bodyPr anchor="b"/>
          <a:lstStyle>
            <a:lvl1pPr marL="0" indent="0">
              <a:lnSpc>
                <a:spcPct val="100000"/>
              </a:lnSpc>
              <a:spcAft>
                <a:spcPts val="0"/>
              </a:spcAft>
              <a:buFont typeface="Arial" panose="020B0604020202020204" pitchFamily="34" charset="0"/>
              <a:buNone/>
              <a:defRPr sz="4000" b="1">
                <a:solidFill>
                  <a:schemeClr val="bg2"/>
                </a:solidFill>
                <a:latin typeface="+mn-lt"/>
              </a:defRPr>
            </a:lvl1pPr>
            <a:lvl2pPr marL="0" indent="0">
              <a:lnSpc>
                <a:spcPct val="100000"/>
              </a:lnSpc>
              <a:spcAft>
                <a:spcPts val="0"/>
              </a:spcAft>
              <a:buFont typeface="Arial" panose="020B0604020202020204" pitchFamily="34" charset="0"/>
              <a:buNone/>
              <a:defRPr sz="4000" b="1">
                <a:solidFill>
                  <a:schemeClr val="bg2"/>
                </a:solidFill>
                <a:latin typeface="+mn-lt"/>
              </a:defRPr>
            </a:lvl2pPr>
            <a:lvl3pPr marL="0" indent="0">
              <a:lnSpc>
                <a:spcPct val="100000"/>
              </a:lnSpc>
              <a:spcAft>
                <a:spcPts val="0"/>
              </a:spcAft>
              <a:buFont typeface="Arial" panose="020B0604020202020204" pitchFamily="34" charset="0"/>
              <a:buNone/>
              <a:defRPr sz="4000" b="1">
                <a:solidFill>
                  <a:schemeClr val="bg2"/>
                </a:solidFill>
                <a:latin typeface="+mn-lt"/>
              </a:defRPr>
            </a:lvl3pPr>
            <a:lvl4pPr marL="0" indent="0">
              <a:lnSpc>
                <a:spcPct val="100000"/>
              </a:lnSpc>
              <a:spcAft>
                <a:spcPts val="0"/>
              </a:spcAft>
              <a:buNone/>
              <a:defRPr sz="4000" b="1">
                <a:solidFill>
                  <a:schemeClr val="bg2"/>
                </a:solidFill>
                <a:latin typeface="+mn-lt"/>
              </a:defRPr>
            </a:lvl4pPr>
            <a:lvl5pPr marL="0" indent="0">
              <a:lnSpc>
                <a:spcPct val="100000"/>
              </a:lnSpc>
              <a:spcAft>
                <a:spcPts val="0"/>
              </a:spcAft>
              <a:buNone/>
              <a:defRPr sz="4000" b="1">
                <a:solidFill>
                  <a:schemeClr val="bg2"/>
                </a:solidFill>
                <a:latin typeface="+mn-lt"/>
              </a:defRPr>
            </a:lvl5pPr>
            <a:lvl6pPr marL="0" indent="0">
              <a:lnSpc>
                <a:spcPct val="100000"/>
              </a:lnSpc>
              <a:spcAft>
                <a:spcPts val="0"/>
              </a:spcAft>
              <a:buNone/>
              <a:defRPr sz="4000" b="1">
                <a:solidFill>
                  <a:schemeClr val="bg2"/>
                </a:solidFill>
                <a:latin typeface="+mn-lt"/>
              </a:defRPr>
            </a:lvl6pPr>
            <a:lvl7pPr marL="0" indent="0">
              <a:lnSpc>
                <a:spcPct val="100000"/>
              </a:lnSpc>
              <a:spcAft>
                <a:spcPts val="0"/>
              </a:spcAft>
              <a:buNone/>
              <a:defRPr sz="4000" b="1">
                <a:solidFill>
                  <a:schemeClr val="bg2"/>
                </a:solidFill>
                <a:latin typeface="+mn-lt"/>
              </a:defRPr>
            </a:lvl7pPr>
            <a:lvl8pPr marL="0" indent="0">
              <a:lnSpc>
                <a:spcPct val="100000"/>
              </a:lnSpc>
              <a:spcAft>
                <a:spcPts val="0"/>
              </a:spcAft>
              <a:buNone/>
              <a:defRPr sz="4000" b="1">
                <a:solidFill>
                  <a:schemeClr val="bg2"/>
                </a:solidFill>
                <a:latin typeface="+mn-lt"/>
              </a:defRPr>
            </a:lvl8pPr>
            <a:lvl9pPr marL="0" indent="0">
              <a:lnSpc>
                <a:spcPct val="100000"/>
              </a:lnSpc>
              <a:spcAft>
                <a:spcPts val="0"/>
              </a:spcAft>
              <a:buNone/>
              <a:defRPr sz="4000" b="1">
                <a:solidFill>
                  <a:schemeClr val="bg2"/>
                </a:solidFill>
                <a:latin typeface="+mn-lt"/>
              </a:defRPr>
            </a:lvl9pPr>
          </a:lstStyle>
          <a:p>
            <a:pPr lvl="0"/>
            <a:r>
              <a:rPr lang="en-US"/>
              <a:t>00</a:t>
            </a:r>
          </a:p>
        </p:txBody>
      </p:sp>
      <p:sp>
        <p:nvSpPr>
          <p:cNvPr id="5" name="Datumsplatzhalter 4">
            <a:extLst>
              <a:ext uri="{FF2B5EF4-FFF2-40B4-BE49-F238E27FC236}">
                <a16:creationId xmlns:a16="http://schemas.microsoft.com/office/drawing/2014/main" id="{1E3CD4B2-EC57-4694-A5B1-C322F7B0552A}"/>
              </a:ext>
            </a:extLst>
          </p:cNvPr>
          <p:cNvSpPr>
            <a:spLocks noGrp="1"/>
          </p:cNvSpPr>
          <p:nvPr>
            <p:ph type="dt" sz="half" idx="14"/>
          </p:nvPr>
        </p:nvSpPr>
        <p:spPr bwMode="white"/>
        <p:txBody>
          <a:bodyPr/>
          <a:lstStyle>
            <a:lvl1pPr>
              <a:defRPr>
                <a:solidFill>
                  <a:schemeClr val="bg1"/>
                </a:solidFill>
              </a:defRPr>
            </a:lvl1pPr>
          </a:lstStyle>
          <a:p>
            <a:endParaRPr lang="en-US"/>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GLOBAL CREDENTIALS</a:t>
            </a:r>
          </a:p>
        </p:txBody>
      </p:sp>
      <p:sp>
        <p:nvSpPr>
          <p:cNvPr id="17" name="Titel 1">
            <a:extLst>
              <a:ext uri="{FF2B5EF4-FFF2-40B4-BE49-F238E27FC236}">
                <a16:creationId xmlns:a16="http://schemas.microsoft.com/office/drawing/2014/main" id="{35FA0AA6-EADC-462B-8AE1-05726AEBE313}"/>
              </a:ext>
            </a:extLst>
          </p:cNvPr>
          <p:cNvSpPr>
            <a:spLocks noGrp="1"/>
          </p:cNvSpPr>
          <p:nvPr>
            <p:ph type="title" hasCustomPrompt="1"/>
          </p:nvPr>
        </p:nvSpPr>
        <p:spPr bwMode="gray">
          <a:xfrm>
            <a:off x="623392" y="3357104"/>
            <a:ext cx="5328146" cy="1008000"/>
          </a:xfrm>
        </p:spPr>
        <p:txBody>
          <a:bodyPr rIns="14400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spTree>
    <p:extLst>
      <p:ext uri="{BB962C8B-B14F-4D97-AF65-F5344CB8AC3E}">
        <p14:creationId xmlns:p14="http://schemas.microsoft.com/office/powerpoint/2010/main" val="235839991"/>
      </p:ext>
    </p:extLst>
  </p:cSld>
  <p:clrMapOvr>
    <a:masterClrMapping/>
  </p:clrMapOvr>
  <p:extLst>
    <p:ext uri="{DCECCB84-F9BA-43D5-87BE-67443E8EF086}">
      <p15:sldGuideLst xmlns:p15="http://schemas.microsoft.com/office/powerpoint/2012/main">
        <p15:guide id="1" pos="3749">
          <p15:clr>
            <a:srgbClr val="F26B43"/>
          </p15:clr>
        </p15:guide>
        <p15:guide id="2" pos="3931">
          <p15:clr>
            <a:srgbClr val="F26B43"/>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tro | on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772816"/>
            <a:ext cx="5372449" cy="648000"/>
          </a:xfrm>
        </p:spPr>
        <p:txBody>
          <a:bodyPr/>
          <a:lstStyle>
            <a:lvl1pPr>
              <a:defRPr/>
            </a:lvl1pPr>
          </a:lstStyle>
          <a:p>
            <a:r>
              <a:rPr lang="en-US"/>
              <a:t>Headline, Arial Bold, 24 PT, </a:t>
            </a:r>
            <a:br>
              <a:rPr lang="en-US"/>
            </a:br>
            <a:r>
              <a:rPr lang="en-US"/>
              <a:t>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gray">
          <a:xfrm>
            <a:off x="5547964" y="2780928"/>
            <a:ext cx="5372449" cy="345636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GLOBAL CREDENTIALS</a:t>
            </a:r>
          </a:p>
        </p:txBody>
      </p:sp>
    </p:spTree>
    <p:extLst>
      <p:ext uri="{BB962C8B-B14F-4D97-AF65-F5344CB8AC3E}">
        <p14:creationId xmlns:p14="http://schemas.microsoft.com/office/powerpoint/2010/main" val="15013622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tro | one content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white">
          <a:xfrm>
            <a:off x="5547964" y="1772816"/>
            <a:ext cx="5372449" cy="648000"/>
          </a:xfrm>
        </p:spPr>
        <p:txBody>
          <a:bodyPr/>
          <a:lstStyle>
            <a:lvl1pPr>
              <a:defRPr>
                <a:solidFill>
                  <a:schemeClr val="bg1"/>
                </a:solidFill>
              </a:defRPr>
            </a:lvl1pPr>
          </a:lstStyle>
          <a:p>
            <a:r>
              <a:rPr lang="en-US"/>
              <a:t>Headline, Arial Bold, 24 PT, </a:t>
            </a:r>
            <a:br>
              <a:rPr lang="en-US"/>
            </a:br>
            <a:r>
              <a:rPr lang="en-US"/>
              <a:t>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white">
          <a:xfrm>
            <a:off x="5547964" y="2780928"/>
            <a:ext cx="5372449" cy="34563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5" name="Datumsplatzhalter 4">
            <a:extLst>
              <a:ext uri="{FF2B5EF4-FFF2-40B4-BE49-F238E27FC236}">
                <a16:creationId xmlns:a16="http://schemas.microsoft.com/office/drawing/2014/main" id="{740C642F-FFE6-4F8E-8430-B55902267A94}"/>
              </a:ext>
            </a:extLst>
          </p:cNvPr>
          <p:cNvSpPr>
            <a:spLocks noGrp="1"/>
          </p:cNvSpPr>
          <p:nvPr>
            <p:ph type="dt" sz="half" idx="14"/>
          </p:nvPr>
        </p:nvSpPr>
        <p:spPr bwMode="white"/>
        <p:txBody>
          <a:bodyPr/>
          <a:lstStyle>
            <a:lvl1pPr>
              <a:defRPr>
                <a:solidFill>
                  <a:schemeClr val="bg1"/>
                </a:solidFill>
              </a:defRPr>
            </a:lvl1pPr>
          </a:lstStyle>
          <a:p>
            <a:endParaRPr lang="en-US"/>
          </a:p>
        </p:txBody>
      </p:sp>
      <p:sp>
        <p:nvSpPr>
          <p:cNvPr id="6" name="Fußzeilenplatzhalter 5">
            <a:extLst>
              <a:ext uri="{FF2B5EF4-FFF2-40B4-BE49-F238E27FC236}">
                <a16:creationId xmlns:a16="http://schemas.microsoft.com/office/drawing/2014/main" id="{AAD11831-DF44-47FA-829D-3E47DFF02185}"/>
              </a:ext>
            </a:extLst>
          </p:cNvPr>
          <p:cNvSpPr>
            <a:spLocks noGrp="1"/>
          </p:cNvSpPr>
          <p:nvPr>
            <p:ph type="ftr" sz="quarter" idx="15"/>
          </p:nvPr>
        </p:nvSpPr>
        <p:spPr bwMode="white"/>
        <p:txBody>
          <a:bodyPr/>
          <a:lstStyle>
            <a:lvl1pPr>
              <a:defRPr>
                <a:solidFill>
                  <a:schemeClr val="bg1"/>
                </a:solidFill>
              </a:defRPr>
            </a:lvl1pPr>
          </a:lstStyle>
          <a:p>
            <a:r>
              <a:rPr lang="en-US"/>
              <a:t>GLOBAL CREDENTIALS</a:t>
            </a:r>
          </a:p>
        </p:txBody>
      </p:sp>
    </p:spTree>
    <p:extLst>
      <p:ext uri="{BB962C8B-B14F-4D97-AF65-F5344CB8AC3E}">
        <p14:creationId xmlns:p14="http://schemas.microsoft.com/office/powerpoint/2010/main" val="28645618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Intro | one content | color">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772816"/>
            <a:ext cx="5372449" cy="648000"/>
          </a:xfrm>
        </p:spPr>
        <p:txBody>
          <a:bodyPr/>
          <a:lstStyle>
            <a:lvl1pPr>
              <a:defRPr>
                <a:solidFill>
                  <a:schemeClr val="bg1"/>
                </a:solidFill>
              </a:defRPr>
            </a:lvl1pPr>
          </a:lstStyle>
          <a:p>
            <a:r>
              <a:rPr lang="en-US"/>
              <a:t>Headline, Arial Bold, 24 PT, </a:t>
            </a:r>
            <a:br>
              <a:rPr lang="en-US"/>
            </a:br>
            <a:r>
              <a:rPr lang="en-US"/>
              <a:t>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gray">
          <a:xfrm>
            <a:off x="5547964" y="2780928"/>
            <a:ext cx="5372449" cy="3456360"/>
          </a:xfrm>
        </p:spPr>
        <p:txBody>
          <a:bodyPr/>
          <a:lstStyle>
            <a:lvl1pPr>
              <a:defRPr>
                <a:solidFill>
                  <a:schemeClr val="bg1"/>
                </a:solidFill>
              </a:defRPr>
            </a:lvl1pPr>
            <a:lvl2pPr>
              <a:buClr>
                <a:schemeClr val="bg1"/>
              </a:buClr>
              <a:defRPr>
                <a:solidFill>
                  <a:schemeClr val="bg1"/>
                </a:solidFill>
              </a:defRPr>
            </a:lvl2pPr>
            <a:lvl3pPr>
              <a:buClrTx/>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5" name="Datumsplatzhalter 4">
            <a:extLst>
              <a:ext uri="{FF2B5EF4-FFF2-40B4-BE49-F238E27FC236}">
                <a16:creationId xmlns:a16="http://schemas.microsoft.com/office/drawing/2014/main" id="{139EA4E0-9FE9-4B07-A24F-8D2269789704}"/>
              </a:ext>
            </a:extLst>
          </p:cNvPr>
          <p:cNvSpPr>
            <a:spLocks noGrp="1"/>
          </p:cNvSpPr>
          <p:nvPr>
            <p:ph type="dt" sz="half" idx="14"/>
          </p:nvPr>
        </p:nvSpPr>
        <p:spPr bwMode="gray"/>
        <p:txBody>
          <a:bodyPr/>
          <a:lstStyle>
            <a:lvl1pPr>
              <a:defRPr>
                <a:solidFill>
                  <a:schemeClr val="bg1"/>
                </a:solidFill>
              </a:defRPr>
            </a:lvl1pPr>
          </a:lstStyle>
          <a:p>
            <a:endParaRPr lang="en-US"/>
          </a:p>
        </p:txBody>
      </p:sp>
      <p:sp>
        <p:nvSpPr>
          <p:cNvPr id="6" name="Fußzeilenplatzhalter 5">
            <a:extLst>
              <a:ext uri="{FF2B5EF4-FFF2-40B4-BE49-F238E27FC236}">
                <a16:creationId xmlns:a16="http://schemas.microsoft.com/office/drawing/2014/main" id="{E5B9C914-4EA0-415D-8DF2-DECB3399B2D9}"/>
              </a:ext>
            </a:extLst>
          </p:cNvPr>
          <p:cNvSpPr>
            <a:spLocks noGrp="1"/>
          </p:cNvSpPr>
          <p:nvPr>
            <p:ph type="ftr" sz="quarter" idx="15"/>
          </p:nvPr>
        </p:nvSpPr>
        <p:spPr bwMode="gray"/>
        <p:txBody>
          <a:bodyPr/>
          <a:lstStyle>
            <a:lvl1pPr>
              <a:defRPr>
                <a:solidFill>
                  <a:schemeClr val="bg1"/>
                </a:solidFill>
              </a:defRPr>
            </a:lvl1pPr>
          </a:lstStyle>
          <a:p>
            <a:r>
              <a:rPr lang="en-US"/>
              <a:t>GLOBAL CREDENTIALS</a:t>
            </a:r>
          </a:p>
        </p:txBody>
      </p:sp>
      <p:sp>
        <p:nvSpPr>
          <p:cNvPr id="3" name="Grafik 3">
            <a:extLst>
              <a:ext uri="{FF2B5EF4-FFF2-40B4-BE49-F238E27FC236}">
                <a16:creationId xmlns:a16="http://schemas.microsoft.com/office/drawing/2014/main" id="{AE94028C-C0B3-4C6F-AFA5-0C776BCC5219}"/>
              </a:ext>
            </a:extLst>
          </p:cNvPr>
          <p:cNvSpPr/>
          <p:nvPr userDrawn="1"/>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4" name="Grafik 3">
            <a:extLst>
              <a:ext uri="{FF2B5EF4-FFF2-40B4-BE49-F238E27FC236}">
                <a16:creationId xmlns:a16="http://schemas.microsoft.com/office/drawing/2014/main" id="{FF7FBF22-7765-435C-B280-D1CD63268A92}"/>
              </a:ext>
            </a:extLst>
          </p:cNvPr>
          <p:cNvSpPr/>
          <p:nvPr userDrawn="1"/>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cxnSp>
        <p:nvCxnSpPr>
          <p:cNvPr id="9" name="Gerader Verbinder 8">
            <a:extLst>
              <a:ext uri="{FF2B5EF4-FFF2-40B4-BE49-F238E27FC236}">
                <a16:creationId xmlns:a16="http://schemas.microsoft.com/office/drawing/2014/main" id="{257CD9F6-48E1-4BB1-A481-CC6B96C6B151}"/>
              </a:ext>
            </a:extLst>
          </p:cNvPr>
          <p:cNvCxnSpPr/>
          <p:nvPr userDrawn="1"/>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6C576900-BAA7-4527-BDA8-D935EDB79958}"/>
              </a:ext>
            </a:extLst>
          </p:cNvPr>
          <p:cNvCxnSpPr/>
          <p:nvPr userDrawn="1"/>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90432BA0-6412-4F36-850B-D2C8CB80F744}"/>
              </a:ext>
            </a:extLst>
          </p:cNvPr>
          <p:cNvCxnSpPr/>
          <p:nvPr userDrawn="1"/>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7D13091A-AFE4-446D-A4F6-F7B6236F6327}"/>
              </a:ext>
            </a:extLst>
          </p:cNvPr>
          <p:cNvCxnSpPr/>
          <p:nvPr userDrawn="1"/>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83940689-A546-459F-9863-2F07351E03AE}"/>
              </a:ext>
            </a:extLst>
          </p:cNvPr>
          <p:cNvCxnSpPr/>
          <p:nvPr userDrawn="1"/>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FA086D23-DD85-4279-8307-4C1D92797F85}"/>
              </a:ext>
            </a:extLst>
          </p:cNvPr>
          <p:cNvCxnSpPr/>
          <p:nvPr userDrawn="1"/>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7D6CFE5-6D0E-4260-94DA-EDA21B2FFA3E}"/>
              </a:ext>
            </a:extLst>
          </p:cNvPr>
          <p:cNvCxnSpPr/>
          <p:nvPr userDrawn="1"/>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172B6189-7002-454F-8227-834B583FFCD1}"/>
              </a:ext>
            </a:extLst>
          </p:cNvPr>
          <p:cNvCxnSpPr/>
          <p:nvPr userDrawn="1"/>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C53805F2-4D72-4202-A47D-7DF487981706}"/>
              </a:ext>
            </a:extLst>
          </p:cNvPr>
          <p:cNvCxnSpPr/>
          <p:nvPr userDrawn="1"/>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51CA6B2C-4108-4C58-8FFD-54789E06A80C}"/>
              </a:ext>
            </a:extLst>
          </p:cNvPr>
          <p:cNvCxnSpPr/>
          <p:nvPr userDrawn="1"/>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BBE061DB-92D0-4A38-9392-9AC6F90EE47D}"/>
              </a:ext>
            </a:extLst>
          </p:cNvPr>
          <p:cNvCxnSpPr/>
          <p:nvPr userDrawn="1"/>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4B026F81-4C96-4923-B068-EAB4562ABE1B}"/>
              </a:ext>
            </a:extLst>
          </p:cNvPr>
          <p:cNvCxnSpPr/>
          <p:nvPr userDrawn="1"/>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8ADCAB90-C383-43CC-BA98-BFCF4886CC6F}"/>
              </a:ext>
            </a:extLst>
          </p:cNvPr>
          <p:cNvCxnSpPr/>
          <p:nvPr userDrawn="1"/>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E6BC8E27-91BA-41E0-BF99-390BB08C4D77}"/>
              </a:ext>
            </a:extLst>
          </p:cNvPr>
          <p:cNvCxnSpPr/>
          <p:nvPr userDrawn="1"/>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E8146CDC-9F24-4E89-AD9E-5D4612A1C8EB}"/>
              </a:ext>
            </a:extLst>
          </p:cNvPr>
          <p:cNvCxnSpPr/>
          <p:nvPr userDrawn="1"/>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14BA4B2D-E917-4373-8A18-CCF677A8F5D4}"/>
              </a:ext>
            </a:extLst>
          </p:cNvPr>
          <p:cNvCxnSpPr/>
          <p:nvPr userDrawn="1"/>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9A66809A-469C-4111-99D2-39481B4089A7}"/>
              </a:ext>
            </a:extLst>
          </p:cNvPr>
          <p:cNvCxnSpPr/>
          <p:nvPr userDrawn="1"/>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BB797427-28D1-4D17-807E-5015A662662F}"/>
              </a:ext>
            </a:extLst>
          </p:cNvPr>
          <p:cNvCxnSpPr/>
          <p:nvPr userDrawn="1"/>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82535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967762A4-5BDF-4B0E-8A4C-290B504463C4}"/>
              </a:ext>
            </a:extLst>
          </p:cNvPr>
          <p:cNvSpPr>
            <a:spLocks noGrp="1"/>
          </p:cNvSpPr>
          <p:nvPr>
            <p:ph sz="quarter" idx="13" hasCustomPrompt="1"/>
          </p:nvPr>
        </p:nvSpPr>
        <p:spPr bwMode="gray">
          <a:xfrm>
            <a:off x="623392" y="1916112"/>
            <a:ext cx="10944000" cy="4321175"/>
          </a:xfrm>
        </p:spPr>
        <p:txBody>
          <a:bodyPr/>
          <a:lstStyle>
            <a:lvl1pPr marL="0" indent="0">
              <a:buSzPct val="100000"/>
              <a:buFont typeface="Arial" panose="020B0604020202020204" pitchFamily="34" charse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2" name="Datumsplatzhalter 11">
            <a:extLst>
              <a:ext uri="{FF2B5EF4-FFF2-40B4-BE49-F238E27FC236}">
                <a16:creationId xmlns:a16="http://schemas.microsoft.com/office/drawing/2014/main" id="{84C1F672-3627-47B2-936F-F7E1A8911D0E}"/>
              </a:ext>
            </a:extLst>
          </p:cNvPr>
          <p:cNvSpPr>
            <a:spLocks noGrp="1"/>
          </p:cNvSpPr>
          <p:nvPr>
            <p:ph type="dt" sz="half" idx="14"/>
          </p:nvPr>
        </p:nvSpPr>
        <p:spPr bwMode="gray"/>
        <p:txBody>
          <a:bodyPr/>
          <a:lstStyle/>
          <a:p>
            <a:endParaRPr lang="en-US"/>
          </a:p>
        </p:txBody>
      </p:sp>
      <p:sp>
        <p:nvSpPr>
          <p:cNvPr id="14" name="Fußzeilenplatzhalter 13">
            <a:extLst>
              <a:ext uri="{FF2B5EF4-FFF2-40B4-BE49-F238E27FC236}">
                <a16:creationId xmlns:a16="http://schemas.microsoft.com/office/drawing/2014/main" id="{94F573B1-C72D-48BD-8C6D-CD736D5A2014}"/>
              </a:ext>
            </a:extLst>
          </p:cNvPr>
          <p:cNvSpPr>
            <a:spLocks noGrp="1"/>
          </p:cNvSpPr>
          <p:nvPr>
            <p:ph type="ftr" sz="quarter" idx="15"/>
          </p:nvPr>
        </p:nvSpPr>
        <p:spPr bwMode="gray"/>
        <p:txBody>
          <a:bodyPr/>
          <a:lstStyle/>
          <a:p>
            <a:r>
              <a:rPr lang="en-US"/>
              <a:t>GLOBAL CREDENTIALS</a:t>
            </a:r>
          </a:p>
        </p:txBody>
      </p:sp>
      <p:sp>
        <p:nvSpPr>
          <p:cNvPr id="2" name="Titel 1">
            <a:extLst>
              <a:ext uri="{FF2B5EF4-FFF2-40B4-BE49-F238E27FC236}">
                <a16:creationId xmlns:a16="http://schemas.microsoft.com/office/drawing/2014/main" id="{0DC2687E-647E-4F79-8F76-EB149F6ADCF1}"/>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4" name="Textplatzhalter 3">
            <a:extLst>
              <a:ext uri="{FF2B5EF4-FFF2-40B4-BE49-F238E27FC236}">
                <a16:creationId xmlns:a16="http://schemas.microsoft.com/office/drawing/2014/main" id="{BBBC61E1-9ECB-4AB5-9880-9683EDD76C26}"/>
              </a:ext>
            </a:extLst>
          </p:cNvPr>
          <p:cNvSpPr>
            <a:spLocks noGrp="1"/>
          </p:cNvSpPr>
          <p:nvPr>
            <p:ph type="body" sz="quarter" idx="17"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Tree>
    <p:extLst>
      <p:ext uri="{BB962C8B-B14F-4D97-AF65-F5344CB8AC3E}">
        <p14:creationId xmlns:p14="http://schemas.microsoft.com/office/powerpoint/2010/main" val="6589741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14BF86DE-478F-4D46-B294-AA42D2971DC2}"/>
              </a:ext>
            </a:extLst>
          </p:cNvPr>
          <p:cNvSpPr>
            <a:spLocks noGrp="1"/>
          </p:cNvSpPr>
          <p:nvPr>
            <p:ph sz="quarter" idx="13" hasCustomPrompt="1"/>
          </p:nvPr>
        </p:nvSpPr>
        <p:spPr bwMode="gray">
          <a:xfrm>
            <a:off x="623392" y="1916112"/>
            <a:ext cx="5328146"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A10BAD9A-2C7C-410E-BFAD-876F3E3DEB09}"/>
              </a:ext>
            </a:extLst>
          </p:cNvPr>
          <p:cNvSpPr>
            <a:spLocks noGrp="1"/>
          </p:cNvSpPr>
          <p:nvPr>
            <p:ph sz="quarter" idx="14" hasCustomPrompt="1"/>
          </p:nvPr>
        </p:nvSpPr>
        <p:spPr bwMode="gray">
          <a:xfrm>
            <a:off x="6240015" y="1916112"/>
            <a:ext cx="5328097"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3C8424EB-E689-4410-8F99-24CF293D71C4}"/>
              </a:ext>
            </a:extLst>
          </p:cNvPr>
          <p:cNvSpPr>
            <a:spLocks noGrp="1"/>
          </p:cNvSpPr>
          <p:nvPr>
            <p:ph type="dt" sz="half" idx="15"/>
          </p:nvPr>
        </p:nvSpPr>
        <p:spPr bwMode="gray"/>
        <p:txBody>
          <a:bodyPr/>
          <a:lstStyle/>
          <a:p>
            <a:endParaRPr lang="en-US"/>
          </a:p>
        </p:txBody>
      </p:sp>
      <p:sp>
        <p:nvSpPr>
          <p:cNvPr id="16" name="Fußzeilenplatzhalter 15">
            <a:extLst>
              <a:ext uri="{FF2B5EF4-FFF2-40B4-BE49-F238E27FC236}">
                <a16:creationId xmlns:a16="http://schemas.microsoft.com/office/drawing/2014/main" id="{1AA708A7-E788-4F84-A777-867974D720DE}"/>
              </a:ext>
            </a:extLst>
          </p:cNvPr>
          <p:cNvSpPr>
            <a:spLocks noGrp="1"/>
          </p:cNvSpPr>
          <p:nvPr>
            <p:ph type="ftr" sz="quarter" idx="16"/>
          </p:nvPr>
        </p:nvSpPr>
        <p:spPr bwMode="gray"/>
        <p:txBody>
          <a:bodyPr/>
          <a:lstStyle/>
          <a:p>
            <a:r>
              <a:rPr lang="en-US"/>
              <a:t>GLOBAL CREDENTIALS</a:t>
            </a:r>
          </a:p>
        </p:txBody>
      </p:sp>
      <p:sp>
        <p:nvSpPr>
          <p:cNvPr id="2" name="Titel 1">
            <a:extLst>
              <a:ext uri="{FF2B5EF4-FFF2-40B4-BE49-F238E27FC236}">
                <a16:creationId xmlns:a16="http://schemas.microsoft.com/office/drawing/2014/main" id="{DB6E96AD-1BD9-451C-8BFB-2C65B4C97BE4}"/>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0" name="Textplatzhalter 3">
            <a:extLst>
              <a:ext uri="{FF2B5EF4-FFF2-40B4-BE49-F238E27FC236}">
                <a16:creationId xmlns:a16="http://schemas.microsoft.com/office/drawing/2014/main" id="{2F9862F1-D0D0-4995-A462-AE36892862DD}"/>
              </a:ext>
            </a:extLst>
          </p:cNvPr>
          <p:cNvSpPr>
            <a:spLocks noGrp="1"/>
          </p:cNvSpPr>
          <p:nvPr>
            <p:ph type="body" sz="quarter" idx="18"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6EE8748A-1E08-4DA6-AFDC-F94EE091F6CF}"/>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159693548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101FA096-717A-4822-8023-5217B75D8AD8}"/>
              </a:ext>
            </a:extLst>
          </p:cNvPr>
          <p:cNvSpPr>
            <a:spLocks noGrp="1"/>
          </p:cNvSpPr>
          <p:nvPr>
            <p:ph sz="quarter" idx="13" hasCustomPrompt="1"/>
          </p:nvPr>
        </p:nvSpPr>
        <p:spPr bwMode="gray">
          <a:xfrm>
            <a:off x="6233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C1221C18-8C05-4F73-BAFE-36423AF530F1}"/>
              </a:ext>
            </a:extLst>
          </p:cNvPr>
          <p:cNvSpPr>
            <a:spLocks noGrp="1"/>
          </p:cNvSpPr>
          <p:nvPr>
            <p:ph sz="quarter" idx="14" hasCustomPrompt="1"/>
          </p:nvPr>
        </p:nvSpPr>
        <p:spPr bwMode="gray">
          <a:xfrm>
            <a:off x="43681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1" name="Inhaltsplatzhalter 10">
            <a:extLst>
              <a:ext uri="{FF2B5EF4-FFF2-40B4-BE49-F238E27FC236}">
                <a16:creationId xmlns:a16="http://schemas.microsoft.com/office/drawing/2014/main" id="{54FCF491-A598-4D10-83F7-C2EFEEA761D4}"/>
              </a:ext>
            </a:extLst>
          </p:cNvPr>
          <p:cNvSpPr>
            <a:spLocks noGrp="1"/>
          </p:cNvSpPr>
          <p:nvPr>
            <p:ph sz="quarter" idx="15" hasCustomPrompt="1"/>
          </p:nvPr>
        </p:nvSpPr>
        <p:spPr bwMode="gray">
          <a:xfrm>
            <a:off x="8112224"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10071688-A2F3-4313-AE00-C38A8BDA5E58}"/>
              </a:ext>
            </a:extLst>
          </p:cNvPr>
          <p:cNvSpPr>
            <a:spLocks noGrp="1"/>
          </p:cNvSpPr>
          <p:nvPr>
            <p:ph type="dt" sz="half" idx="16"/>
          </p:nvPr>
        </p:nvSpPr>
        <p:spPr bwMode="gray"/>
        <p:txBody>
          <a:bodyPr/>
          <a:lstStyle/>
          <a:p>
            <a:endParaRPr lang="en-US"/>
          </a:p>
        </p:txBody>
      </p:sp>
      <p:sp>
        <p:nvSpPr>
          <p:cNvPr id="8" name="Fußzeilenplatzhalter 7">
            <a:extLst>
              <a:ext uri="{FF2B5EF4-FFF2-40B4-BE49-F238E27FC236}">
                <a16:creationId xmlns:a16="http://schemas.microsoft.com/office/drawing/2014/main" id="{9EF349E5-7C8F-40CB-BB3D-8B43ABECB676}"/>
              </a:ext>
            </a:extLst>
          </p:cNvPr>
          <p:cNvSpPr>
            <a:spLocks noGrp="1"/>
          </p:cNvSpPr>
          <p:nvPr>
            <p:ph type="ftr" sz="quarter" idx="17"/>
          </p:nvPr>
        </p:nvSpPr>
        <p:spPr bwMode="gray"/>
        <p:txBody>
          <a:bodyPr/>
          <a:lstStyle/>
          <a:p>
            <a:r>
              <a:rPr lang="en-US"/>
              <a:t>GLOBAL CREDENTIALS</a:t>
            </a:r>
          </a:p>
        </p:txBody>
      </p:sp>
      <p:sp>
        <p:nvSpPr>
          <p:cNvPr id="3" name="Titel 2">
            <a:extLst>
              <a:ext uri="{FF2B5EF4-FFF2-40B4-BE49-F238E27FC236}">
                <a16:creationId xmlns:a16="http://schemas.microsoft.com/office/drawing/2014/main" id="{EFF5C918-B570-4503-9D39-08520C01AB16}"/>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2" name="Textplatzhalter 3">
            <a:extLst>
              <a:ext uri="{FF2B5EF4-FFF2-40B4-BE49-F238E27FC236}">
                <a16:creationId xmlns:a16="http://schemas.microsoft.com/office/drawing/2014/main" id="{C18D7F70-9F8B-4EA4-9761-AEF2C68A54EC}"/>
              </a:ext>
            </a:extLst>
          </p:cNvPr>
          <p:cNvSpPr>
            <a:spLocks noGrp="1"/>
          </p:cNvSpPr>
          <p:nvPr>
            <p:ph type="body" sz="quarter" idx="19"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2" name="MIO_VALID_LAYOUT">
            <a:extLst>
              <a:ext uri="{FF2B5EF4-FFF2-40B4-BE49-F238E27FC236}">
                <a16:creationId xmlns:a16="http://schemas.microsoft.com/office/drawing/2014/main" id="{68BFE3BA-605A-4E8C-9AAC-2073F1F97331}"/>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7896268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our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A4242559-1861-4D15-B635-CE716556A66C}"/>
              </a:ext>
            </a:extLst>
          </p:cNvPr>
          <p:cNvSpPr>
            <a:spLocks noGrp="1"/>
          </p:cNvSpPr>
          <p:nvPr>
            <p:ph sz="quarter" idx="13" hasCustomPrompt="1"/>
          </p:nvPr>
        </p:nvSpPr>
        <p:spPr bwMode="gray">
          <a:xfrm>
            <a:off x="623392" y="1916112"/>
            <a:ext cx="252028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39789319-3D23-4D3B-8BB6-37B045BA12F9}"/>
              </a:ext>
            </a:extLst>
          </p:cNvPr>
          <p:cNvSpPr>
            <a:spLocks noGrp="1"/>
          </p:cNvSpPr>
          <p:nvPr>
            <p:ph sz="quarter" idx="14" hasCustomPrompt="1"/>
          </p:nvPr>
        </p:nvSpPr>
        <p:spPr bwMode="gray">
          <a:xfrm>
            <a:off x="3431704" y="1916112"/>
            <a:ext cx="252028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1" name="Inhaltsplatzhalter 10">
            <a:extLst>
              <a:ext uri="{FF2B5EF4-FFF2-40B4-BE49-F238E27FC236}">
                <a16:creationId xmlns:a16="http://schemas.microsoft.com/office/drawing/2014/main" id="{C3E254CD-FE4F-4FE5-BCD3-8DF050368E8A}"/>
              </a:ext>
            </a:extLst>
          </p:cNvPr>
          <p:cNvSpPr>
            <a:spLocks noGrp="1"/>
          </p:cNvSpPr>
          <p:nvPr>
            <p:ph sz="quarter" idx="15" hasCustomPrompt="1"/>
          </p:nvPr>
        </p:nvSpPr>
        <p:spPr bwMode="gray">
          <a:xfrm>
            <a:off x="6240016" y="1916112"/>
            <a:ext cx="252028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3" name="Inhaltsplatzhalter 12">
            <a:extLst>
              <a:ext uri="{FF2B5EF4-FFF2-40B4-BE49-F238E27FC236}">
                <a16:creationId xmlns:a16="http://schemas.microsoft.com/office/drawing/2014/main" id="{F6A8FAC0-6202-4730-ABDF-AEB2CC9E7649}"/>
              </a:ext>
            </a:extLst>
          </p:cNvPr>
          <p:cNvSpPr>
            <a:spLocks noGrp="1"/>
          </p:cNvSpPr>
          <p:nvPr>
            <p:ph sz="quarter" idx="16" hasCustomPrompt="1"/>
          </p:nvPr>
        </p:nvSpPr>
        <p:spPr bwMode="gray">
          <a:xfrm>
            <a:off x="9048327" y="1916112"/>
            <a:ext cx="2519785"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AD41C81D-476C-47FC-9D77-A943ABF1A98F}"/>
              </a:ext>
            </a:extLst>
          </p:cNvPr>
          <p:cNvSpPr>
            <a:spLocks noGrp="1"/>
          </p:cNvSpPr>
          <p:nvPr>
            <p:ph type="dt" sz="half" idx="17"/>
          </p:nvPr>
        </p:nvSpPr>
        <p:spPr bwMode="gray"/>
        <p:txBody>
          <a:bodyPr/>
          <a:lstStyle/>
          <a:p>
            <a:endParaRPr lang="en-US"/>
          </a:p>
        </p:txBody>
      </p:sp>
      <p:sp>
        <p:nvSpPr>
          <p:cNvPr id="10" name="Fußzeilenplatzhalter 9">
            <a:extLst>
              <a:ext uri="{FF2B5EF4-FFF2-40B4-BE49-F238E27FC236}">
                <a16:creationId xmlns:a16="http://schemas.microsoft.com/office/drawing/2014/main" id="{DE2706E8-93C8-4D96-B0F7-1966D248E243}"/>
              </a:ext>
            </a:extLst>
          </p:cNvPr>
          <p:cNvSpPr>
            <a:spLocks noGrp="1"/>
          </p:cNvSpPr>
          <p:nvPr>
            <p:ph type="ftr" sz="quarter" idx="18"/>
          </p:nvPr>
        </p:nvSpPr>
        <p:spPr bwMode="gray"/>
        <p:txBody>
          <a:bodyPr/>
          <a:lstStyle/>
          <a:p>
            <a:r>
              <a:rPr lang="en-US"/>
              <a:t>GLOBAL CREDENTIALS</a:t>
            </a:r>
          </a:p>
        </p:txBody>
      </p:sp>
      <p:sp>
        <p:nvSpPr>
          <p:cNvPr id="2" name="Titel 1">
            <a:extLst>
              <a:ext uri="{FF2B5EF4-FFF2-40B4-BE49-F238E27FC236}">
                <a16:creationId xmlns:a16="http://schemas.microsoft.com/office/drawing/2014/main" id="{D338A426-B956-4047-B2D6-EFEAB1F1265C}"/>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2" name="Textplatzhalter 3">
            <a:extLst>
              <a:ext uri="{FF2B5EF4-FFF2-40B4-BE49-F238E27FC236}">
                <a16:creationId xmlns:a16="http://schemas.microsoft.com/office/drawing/2014/main" id="{B3D444E7-B76A-41F0-8DDC-AFF4512C937B}"/>
              </a:ext>
            </a:extLst>
          </p:cNvPr>
          <p:cNvSpPr>
            <a:spLocks noGrp="1"/>
          </p:cNvSpPr>
          <p:nvPr>
            <p:ph type="body" sz="quarter" idx="20"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3B588BBD-7359-4EB9-B179-51EAA1353584}"/>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35703465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s | marginal">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0A667601-D4FB-48BB-8E6C-9AB8D36C37A7}"/>
              </a:ext>
            </a:extLst>
          </p:cNvPr>
          <p:cNvSpPr/>
          <p:nvPr userDrawn="1"/>
        </p:nvSpPr>
        <p:spPr bwMode="gray">
          <a:xfrm>
            <a:off x="8112124" y="0"/>
            <a:ext cx="3744515"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1800" b="0" i="0" u="none" baseline="0">
              <a:solidFill>
                <a:srgbClr val="FFFFFF"/>
              </a:solidFill>
              <a:latin typeface="Arial" panose="020B0604020202020204" pitchFamily="34" charset="0"/>
            </a:endParaRPr>
          </a:p>
        </p:txBody>
      </p:sp>
      <p:sp>
        <p:nvSpPr>
          <p:cNvPr id="7" name="Inhaltsplatzhalter 6">
            <a:extLst>
              <a:ext uri="{FF2B5EF4-FFF2-40B4-BE49-F238E27FC236}">
                <a16:creationId xmlns:a16="http://schemas.microsoft.com/office/drawing/2014/main" id="{101FA096-717A-4822-8023-5217B75D8AD8}"/>
              </a:ext>
            </a:extLst>
          </p:cNvPr>
          <p:cNvSpPr>
            <a:spLocks noGrp="1"/>
          </p:cNvSpPr>
          <p:nvPr>
            <p:ph sz="quarter" idx="13" hasCustomPrompt="1"/>
          </p:nvPr>
        </p:nvSpPr>
        <p:spPr bwMode="gray">
          <a:xfrm>
            <a:off x="623392" y="1916112"/>
            <a:ext cx="7201396"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C1221C18-8C05-4F73-BAFE-36423AF530F1}"/>
              </a:ext>
            </a:extLst>
          </p:cNvPr>
          <p:cNvSpPr>
            <a:spLocks noGrp="1"/>
          </p:cNvSpPr>
          <p:nvPr>
            <p:ph sz="quarter" idx="14" hasCustomPrompt="1"/>
          </p:nvPr>
        </p:nvSpPr>
        <p:spPr bwMode="gray">
          <a:xfrm>
            <a:off x="8400640" y="549275"/>
            <a:ext cx="3167473" cy="568801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10071688-A2F3-4313-AE00-C38A8BDA5E58}"/>
              </a:ext>
            </a:extLst>
          </p:cNvPr>
          <p:cNvSpPr>
            <a:spLocks noGrp="1"/>
          </p:cNvSpPr>
          <p:nvPr>
            <p:ph type="dt" sz="half" idx="16"/>
          </p:nvPr>
        </p:nvSpPr>
        <p:spPr bwMode="gray"/>
        <p:txBody>
          <a:bodyPr/>
          <a:lstStyle/>
          <a:p>
            <a:endParaRPr lang="en-US"/>
          </a:p>
        </p:txBody>
      </p:sp>
      <p:sp>
        <p:nvSpPr>
          <p:cNvPr id="8" name="Fußzeilenplatzhalter 7">
            <a:extLst>
              <a:ext uri="{FF2B5EF4-FFF2-40B4-BE49-F238E27FC236}">
                <a16:creationId xmlns:a16="http://schemas.microsoft.com/office/drawing/2014/main" id="{9EF349E5-7C8F-40CB-BB3D-8B43ABECB676}"/>
              </a:ext>
            </a:extLst>
          </p:cNvPr>
          <p:cNvSpPr>
            <a:spLocks noGrp="1"/>
          </p:cNvSpPr>
          <p:nvPr>
            <p:ph type="ftr" sz="quarter" idx="17"/>
          </p:nvPr>
        </p:nvSpPr>
        <p:spPr bwMode="gray">
          <a:xfrm>
            <a:off x="623392" y="548680"/>
            <a:ext cx="7201396" cy="216000"/>
          </a:xfrm>
        </p:spPr>
        <p:txBody>
          <a:bodyPr/>
          <a:lstStyle/>
          <a:p>
            <a:r>
              <a:rPr lang="en-US"/>
              <a:t>GLOBAL CREDENTIALS</a:t>
            </a:r>
          </a:p>
        </p:txBody>
      </p:sp>
      <p:sp>
        <p:nvSpPr>
          <p:cNvPr id="3" name="Titel 2">
            <a:extLst>
              <a:ext uri="{FF2B5EF4-FFF2-40B4-BE49-F238E27FC236}">
                <a16:creationId xmlns:a16="http://schemas.microsoft.com/office/drawing/2014/main" id="{CC346725-627A-4B29-820E-90E678F4FA57}"/>
              </a:ext>
            </a:extLst>
          </p:cNvPr>
          <p:cNvSpPr>
            <a:spLocks noGrp="1"/>
          </p:cNvSpPr>
          <p:nvPr>
            <p:ph type="title" hasCustomPrompt="1"/>
          </p:nvPr>
        </p:nvSpPr>
        <p:spPr>
          <a:xfrm>
            <a:off x="623392" y="836712"/>
            <a:ext cx="7201396" cy="648000"/>
          </a:xfrm>
        </p:spPr>
        <p:txBody>
          <a:bodyPr/>
          <a:lstStyle/>
          <a:p>
            <a:r>
              <a:rPr lang="en-US"/>
              <a:t>Headline, Arial Bold, </a:t>
            </a:r>
            <a:br>
              <a:rPr lang="en-US"/>
            </a:br>
            <a:r>
              <a:rPr lang="en-US"/>
              <a:t>24 PT, Max 2 Lines</a:t>
            </a:r>
          </a:p>
        </p:txBody>
      </p:sp>
      <p:sp>
        <p:nvSpPr>
          <p:cNvPr id="10" name="Textplatzhalter 3">
            <a:extLst>
              <a:ext uri="{FF2B5EF4-FFF2-40B4-BE49-F238E27FC236}">
                <a16:creationId xmlns:a16="http://schemas.microsoft.com/office/drawing/2014/main" id="{D4E85893-B9DB-4913-9D1F-353CA4F83F61}"/>
              </a:ext>
            </a:extLst>
          </p:cNvPr>
          <p:cNvSpPr>
            <a:spLocks noGrp="1"/>
          </p:cNvSpPr>
          <p:nvPr>
            <p:ph type="body" sz="quarter" idx="19" hasCustomPrompt="1"/>
          </p:nvPr>
        </p:nvSpPr>
        <p:spPr>
          <a:xfrm>
            <a:off x="623392" y="1484784"/>
            <a:ext cx="720139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4" name="MIO_VALID_LAYOUT">
            <a:extLst>
              <a:ext uri="{FF2B5EF4-FFF2-40B4-BE49-F238E27FC236}">
                <a16:creationId xmlns:a16="http://schemas.microsoft.com/office/drawing/2014/main" id="{7F75D642-80FD-472A-843C-2C8C85232770}"/>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35382200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ntents | marginal">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0A667601-D4FB-48BB-8E6C-9AB8D36C37A7}"/>
              </a:ext>
            </a:extLst>
          </p:cNvPr>
          <p:cNvSpPr/>
          <p:nvPr userDrawn="1"/>
        </p:nvSpPr>
        <p:spPr bwMode="gray">
          <a:xfrm>
            <a:off x="8112124" y="0"/>
            <a:ext cx="3744515"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1800" b="0" i="0" u="none" baseline="0">
              <a:solidFill>
                <a:srgbClr val="FFFFFF"/>
              </a:solidFill>
              <a:latin typeface="Arial" panose="020B0604020202020204" pitchFamily="34" charset="0"/>
            </a:endParaRPr>
          </a:p>
        </p:txBody>
      </p:sp>
      <p:sp>
        <p:nvSpPr>
          <p:cNvPr id="7" name="Inhaltsplatzhalter 6">
            <a:extLst>
              <a:ext uri="{FF2B5EF4-FFF2-40B4-BE49-F238E27FC236}">
                <a16:creationId xmlns:a16="http://schemas.microsoft.com/office/drawing/2014/main" id="{101FA096-717A-4822-8023-5217B75D8AD8}"/>
              </a:ext>
            </a:extLst>
          </p:cNvPr>
          <p:cNvSpPr>
            <a:spLocks noGrp="1"/>
          </p:cNvSpPr>
          <p:nvPr>
            <p:ph sz="quarter" idx="13" hasCustomPrompt="1"/>
          </p:nvPr>
        </p:nvSpPr>
        <p:spPr bwMode="gray">
          <a:xfrm>
            <a:off x="6233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C1221C18-8C05-4F73-BAFE-36423AF530F1}"/>
              </a:ext>
            </a:extLst>
          </p:cNvPr>
          <p:cNvSpPr>
            <a:spLocks noGrp="1"/>
          </p:cNvSpPr>
          <p:nvPr>
            <p:ph sz="quarter" idx="14" hasCustomPrompt="1"/>
          </p:nvPr>
        </p:nvSpPr>
        <p:spPr bwMode="gray">
          <a:xfrm>
            <a:off x="43681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1" name="Inhaltsplatzhalter 10">
            <a:extLst>
              <a:ext uri="{FF2B5EF4-FFF2-40B4-BE49-F238E27FC236}">
                <a16:creationId xmlns:a16="http://schemas.microsoft.com/office/drawing/2014/main" id="{54FCF491-A598-4D10-83F7-C2EFEEA761D4}"/>
              </a:ext>
            </a:extLst>
          </p:cNvPr>
          <p:cNvSpPr>
            <a:spLocks noGrp="1"/>
          </p:cNvSpPr>
          <p:nvPr>
            <p:ph sz="quarter" idx="15" hasCustomPrompt="1"/>
          </p:nvPr>
        </p:nvSpPr>
        <p:spPr bwMode="gray">
          <a:xfrm>
            <a:off x="8400640" y="549275"/>
            <a:ext cx="3167473" cy="568801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10071688-A2F3-4313-AE00-C38A8BDA5E58}"/>
              </a:ext>
            </a:extLst>
          </p:cNvPr>
          <p:cNvSpPr>
            <a:spLocks noGrp="1"/>
          </p:cNvSpPr>
          <p:nvPr>
            <p:ph type="dt" sz="half" idx="16"/>
          </p:nvPr>
        </p:nvSpPr>
        <p:spPr bwMode="gray"/>
        <p:txBody>
          <a:bodyPr/>
          <a:lstStyle/>
          <a:p>
            <a:endParaRPr lang="en-US"/>
          </a:p>
        </p:txBody>
      </p:sp>
      <p:sp>
        <p:nvSpPr>
          <p:cNvPr id="8" name="Fußzeilenplatzhalter 7">
            <a:extLst>
              <a:ext uri="{FF2B5EF4-FFF2-40B4-BE49-F238E27FC236}">
                <a16:creationId xmlns:a16="http://schemas.microsoft.com/office/drawing/2014/main" id="{9EF349E5-7C8F-40CB-BB3D-8B43ABECB676}"/>
              </a:ext>
            </a:extLst>
          </p:cNvPr>
          <p:cNvSpPr>
            <a:spLocks noGrp="1"/>
          </p:cNvSpPr>
          <p:nvPr>
            <p:ph type="ftr" sz="quarter" idx="17"/>
          </p:nvPr>
        </p:nvSpPr>
        <p:spPr bwMode="gray">
          <a:xfrm>
            <a:off x="623392" y="548680"/>
            <a:ext cx="7201396" cy="216000"/>
          </a:xfrm>
        </p:spPr>
        <p:txBody>
          <a:bodyPr/>
          <a:lstStyle/>
          <a:p>
            <a:r>
              <a:rPr lang="en-US"/>
              <a:t>GLOBAL CREDENTIALS</a:t>
            </a:r>
          </a:p>
        </p:txBody>
      </p:sp>
      <p:sp>
        <p:nvSpPr>
          <p:cNvPr id="3" name="Titel 2">
            <a:extLst>
              <a:ext uri="{FF2B5EF4-FFF2-40B4-BE49-F238E27FC236}">
                <a16:creationId xmlns:a16="http://schemas.microsoft.com/office/drawing/2014/main" id="{9FC4F49A-DE6C-4327-B2E2-98273842CD35}"/>
              </a:ext>
            </a:extLst>
          </p:cNvPr>
          <p:cNvSpPr>
            <a:spLocks noGrp="1"/>
          </p:cNvSpPr>
          <p:nvPr>
            <p:ph type="title" hasCustomPrompt="1"/>
          </p:nvPr>
        </p:nvSpPr>
        <p:spPr>
          <a:xfrm>
            <a:off x="623392" y="836712"/>
            <a:ext cx="7201396" cy="648000"/>
          </a:xfrm>
        </p:spPr>
        <p:txBody>
          <a:bodyPr/>
          <a:lstStyle/>
          <a:p>
            <a:r>
              <a:rPr lang="en-US"/>
              <a:t>Headline, Arial Bold, </a:t>
            </a:r>
            <a:br>
              <a:rPr lang="en-US"/>
            </a:br>
            <a:r>
              <a:rPr lang="en-US"/>
              <a:t>24 PT, Max 2 Lines</a:t>
            </a:r>
          </a:p>
        </p:txBody>
      </p:sp>
      <p:sp>
        <p:nvSpPr>
          <p:cNvPr id="12" name="Textplatzhalter 3">
            <a:extLst>
              <a:ext uri="{FF2B5EF4-FFF2-40B4-BE49-F238E27FC236}">
                <a16:creationId xmlns:a16="http://schemas.microsoft.com/office/drawing/2014/main" id="{640C15D4-D069-4E82-9B04-F4E910E8A271}"/>
              </a:ext>
            </a:extLst>
          </p:cNvPr>
          <p:cNvSpPr>
            <a:spLocks noGrp="1"/>
          </p:cNvSpPr>
          <p:nvPr>
            <p:ph type="body" sz="quarter" idx="19" hasCustomPrompt="1"/>
          </p:nvPr>
        </p:nvSpPr>
        <p:spPr>
          <a:xfrm>
            <a:off x="623392" y="1484784"/>
            <a:ext cx="720139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4" name="MIO_VALID_LAYOUT">
            <a:extLst>
              <a:ext uri="{FF2B5EF4-FFF2-40B4-BE49-F238E27FC236}">
                <a16:creationId xmlns:a16="http://schemas.microsoft.com/office/drawing/2014/main" id="{BC8F8B21-BC11-41DD-874B-4418C03DE6E1}"/>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1062682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ne picture | content">
    <p:spTree>
      <p:nvGrpSpPr>
        <p:cNvPr id="1" name=""/>
        <p:cNvGrpSpPr/>
        <p:nvPr/>
      </p:nvGrpSpPr>
      <p:grpSpPr>
        <a:xfrm>
          <a:off x="0" y="0"/>
          <a:ext cx="0" cy="0"/>
          <a:chOff x="0" y="0"/>
          <a:chExt cx="0" cy="0"/>
        </a:xfrm>
      </p:grpSpPr>
      <p:sp>
        <p:nvSpPr>
          <p:cNvPr id="8" name="Bildplatzhalter 6">
            <a:extLst>
              <a:ext uri="{FF2B5EF4-FFF2-40B4-BE49-F238E27FC236}">
                <a16:creationId xmlns:a16="http://schemas.microsoft.com/office/drawing/2014/main" id="{05AFAEB8-CEDF-4FC6-8E84-3915DFCAD35E}"/>
              </a:ext>
            </a:extLst>
          </p:cNvPr>
          <p:cNvSpPr>
            <a:spLocks noGrp="1"/>
          </p:cNvSpPr>
          <p:nvPr>
            <p:ph type="pic" sz="quarter" idx="18" hasCustomPrompt="1"/>
          </p:nvPr>
        </p:nvSpPr>
        <p:spPr bwMode="gray">
          <a:xfrm>
            <a:off x="623887" y="1917128"/>
            <a:ext cx="10944226" cy="2592000"/>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7" name="Inhaltsplatzhalter 6">
            <a:extLst>
              <a:ext uri="{FF2B5EF4-FFF2-40B4-BE49-F238E27FC236}">
                <a16:creationId xmlns:a16="http://schemas.microsoft.com/office/drawing/2014/main" id="{14BF86DE-478F-4D46-B294-AA42D2971DC2}"/>
              </a:ext>
            </a:extLst>
          </p:cNvPr>
          <p:cNvSpPr>
            <a:spLocks noGrp="1"/>
          </p:cNvSpPr>
          <p:nvPr>
            <p:ph sz="quarter" idx="13" hasCustomPrompt="1"/>
          </p:nvPr>
        </p:nvSpPr>
        <p:spPr bwMode="gray">
          <a:xfrm>
            <a:off x="5591943" y="4725168"/>
            <a:ext cx="5985315" cy="15121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3C8424EB-E689-4410-8F99-24CF293D71C4}"/>
              </a:ext>
            </a:extLst>
          </p:cNvPr>
          <p:cNvSpPr>
            <a:spLocks noGrp="1"/>
          </p:cNvSpPr>
          <p:nvPr>
            <p:ph type="dt" sz="half" idx="15"/>
          </p:nvPr>
        </p:nvSpPr>
        <p:spPr bwMode="gray"/>
        <p:txBody>
          <a:bodyPr/>
          <a:lstStyle/>
          <a:p>
            <a:endParaRPr lang="en-US"/>
          </a:p>
        </p:txBody>
      </p:sp>
      <p:sp>
        <p:nvSpPr>
          <p:cNvPr id="16" name="Fußzeilenplatzhalter 15">
            <a:extLst>
              <a:ext uri="{FF2B5EF4-FFF2-40B4-BE49-F238E27FC236}">
                <a16:creationId xmlns:a16="http://schemas.microsoft.com/office/drawing/2014/main" id="{1AA708A7-E788-4F84-A777-867974D720DE}"/>
              </a:ext>
            </a:extLst>
          </p:cNvPr>
          <p:cNvSpPr>
            <a:spLocks noGrp="1"/>
          </p:cNvSpPr>
          <p:nvPr>
            <p:ph type="ftr" sz="quarter" idx="16"/>
          </p:nvPr>
        </p:nvSpPr>
        <p:spPr bwMode="gray"/>
        <p:txBody>
          <a:bodyPr/>
          <a:lstStyle/>
          <a:p>
            <a:r>
              <a:rPr lang="en-US"/>
              <a:t>GLOBAL CREDENTIALS</a:t>
            </a:r>
          </a:p>
        </p:txBody>
      </p:sp>
      <p:sp>
        <p:nvSpPr>
          <p:cNvPr id="2" name="Titel 1">
            <a:extLst>
              <a:ext uri="{FF2B5EF4-FFF2-40B4-BE49-F238E27FC236}">
                <a16:creationId xmlns:a16="http://schemas.microsoft.com/office/drawing/2014/main" id="{00EE0E23-AC68-4D68-8C87-48E747BEEEDC}"/>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9" name="Textplatzhalter 3">
            <a:extLst>
              <a:ext uri="{FF2B5EF4-FFF2-40B4-BE49-F238E27FC236}">
                <a16:creationId xmlns:a16="http://schemas.microsoft.com/office/drawing/2014/main" id="{111FB6BA-1DEA-4511-8DC6-DC5F6F12B99C}"/>
              </a:ext>
            </a:extLst>
          </p:cNvPr>
          <p:cNvSpPr>
            <a:spLocks noGrp="1"/>
          </p:cNvSpPr>
          <p:nvPr>
            <p:ph type="body" sz="quarter" idx="19"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B19C78D4-A1EB-469E-B7CE-579C914C89DA}"/>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32109205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pictures |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14BF86DE-478F-4D46-B294-AA42D2971DC2}"/>
              </a:ext>
            </a:extLst>
          </p:cNvPr>
          <p:cNvSpPr>
            <a:spLocks noGrp="1"/>
          </p:cNvSpPr>
          <p:nvPr>
            <p:ph sz="quarter" idx="13" hasCustomPrompt="1"/>
          </p:nvPr>
        </p:nvSpPr>
        <p:spPr bwMode="gray">
          <a:xfrm>
            <a:off x="623392" y="4725168"/>
            <a:ext cx="5328146" cy="15121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A10BAD9A-2C7C-410E-BFAD-876F3E3DEB09}"/>
              </a:ext>
            </a:extLst>
          </p:cNvPr>
          <p:cNvSpPr>
            <a:spLocks noGrp="1"/>
          </p:cNvSpPr>
          <p:nvPr>
            <p:ph sz="quarter" idx="14" hasCustomPrompt="1"/>
          </p:nvPr>
        </p:nvSpPr>
        <p:spPr bwMode="gray">
          <a:xfrm>
            <a:off x="6240015" y="4725168"/>
            <a:ext cx="5328097" cy="15121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3C8424EB-E689-4410-8F99-24CF293D71C4}"/>
              </a:ext>
            </a:extLst>
          </p:cNvPr>
          <p:cNvSpPr>
            <a:spLocks noGrp="1"/>
          </p:cNvSpPr>
          <p:nvPr>
            <p:ph type="dt" sz="half" idx="15"/>
          </p:nvPr>
        </p:nvSpPr>
        <p:spPr bwMode="gray"/>
        <p:txBody>
          <a:bodyPr/>
          <a:lstStyle/>
          <a:p>
            <a:endParaRPr lang="en-US"/>
          </a:p>
        </p:txBody>
      </p:sp>
      <p:sp>
        <p:nvSpPr>
          <p:cNvPr id="16" name="Fußzeilenplatzhalter 15">
            <a:extLst>
              <a:ext uri="{FF2B5EF4-FFF2-40B4-BE49-F238E27FC236}">
                <a16:creationId xmlns:a16="http://schemas.microsoft.com/office/drawing/2014/main" id="{1AA708A7-E788-4F84-A777-867974D720DE}"/>
              </a:ext>
            </a:extLst>
          </p:cNvPr>
          <p:cNvSpPr>
            <a:spLocks noGrp="1"/>
          </p:cNvSpPr>
          <p:nvPr>
            <p:ph type="ftr" sz="quarter" idx="16"/>
          </p:nvPr>
        </p:nvSpPr>
        <p:spPr bwMode="gray"/>
        <p:txBody>
          <a:bodyPr/>
          <a:lstStyle/>
          <a:p>
            <a:r>
              <a:rPr lang="en-US"/>
              <a:t>GLOBAL CREDENTIALS</a:t>
            </a:r>
          </a:p>
        </p:txBody>
      </p:sp>
      <p:sp>
        <p:nvSpPr>
          <p:cNvPr id="8" name="Bildplatzhalter 6">
            <a:extLst>
              <a:ext uri="{FF2B5EF4-FFF2-40B4-BE49-F238E27FC236}">
                <a16:creationId xmlns:a16="http://schemas.microsoft.com/office/drawing/2014/main" id="{05AFAEB8-CEDF-4FC6-8E84-3915DFCAD35E}"/>
              </a:ext>
            </a:extLst>
          </p:cNvPr>
          <p:cNvSpPr>
            <a:spLocks noGrp="1"/>
          </p:cNvSpPr>
          <p:nvPr>
            <p:ph type="pic" sz="quarter" idx="18" hasCustomPrompt="1"/>
          </p:nvPr>
        </p:nvSpPr>
        <p:spPr bwMode="gray">
          <a:xfrm>
            <a:off x="623888" y="1916112"/>
            <a:ext cx="5327650" cy="2520999"/>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10" name="Bildplatzhalter 6">
            <a:extLst>
              <a:ext uri="{FF2B5EF4-FFF2-40B4-BE49-F238E27FC236}">
                <a16:creationId xmlns:a16="http://schemas.microsoft.com/office/drawing/2014/main" id="{EB330526-56D4-4ABA-BD8A-EE55E5B7E6E9}"/>
              </a:ext>
            </a:extLst>
          </p:cNvPr>
          <p:cNvSpPr>
            <a:spLocks noGrp="1"/>
          </p:cNvSpPr>
          <p:nvPr>
            <p:ph type="pic" sz="quarter" idx="19" hasCustomPrompt="1"/>
          </p:nvPr>
        </p:nvSpPr>
        <p:spPr bwMode="gray">
          <a:xfrm>
            <a:off x="6240016" y="1916112"/>
            <a:ext cx="5327650" cy="2520999"/>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2" name="Titel 1">
            <a:extLst>
              <a:ext uri="{FF2B5EF4-FFF2-40B4-BE49-F238E27FC236}">
                <a16:creationId xmlns:a16="http://schemas.microsoft.com/office/drawing/2014/main" id="{3EA8C08A-727B-45EA-BA13-B2B9CC297138}"/>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1" name="Textplatzhalter 3">
            <a:extLst>
              <a:ext uri="{FF2B5EF4-FFF2-40B4-BE49-F238E27FC236}">
                <a16:creationId xmlns:a16="http://schemas.microsoft.com/office/drawing/2014/main" id="{9CAC6A45-9186-4A15-971F-2D2A0A95511C}"/>
              </a:ext>
            </a:extLst>
          </p:cNvPr>
          <p:cNvSpPr>
            <a:spLocks noGrp="1"/>
          </p:cNvSpPr>
          <p:nvPr>
            <p:ph type="body" sz="quarter" idx="20" hasCustomPrompt="1"/>
          </p:nvPr>
        </p:nvSpPr>
        <p:spPr>
          <a:xfrm>
            <a:off x="623392" y="1484784"/>
            <a:ext cx="10943804" cy="288000"/>
          </a:xfrm>
        </p:spPr>
        <p:txBody>
          <a:bodyPr tIns="36000" bIns="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AAC6A9FB-DEA1-4749-ACB7-5D4C49C58DD1}"/>
              </a:ext>
            </a:extLst>
          </p:cNvPr>
          <p:cNvSpPr/>
          <p:nvPr userDrawn="1"/>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9021794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One content | big picture">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392" y="1916112"/>
            <a:ext cx="5328146" cy="4321175"/>
          </a:xfrm>
        </p:spPr>
        <p:txBody>
          <a:bodyPr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392" y="548680"/>
            <a:ext cx="5328146" cy="216000"/>
          </a:xfrm>
        </p:spPr>
        <p:txBody>
          <a:bodyPr rIns="0"/>
          <a:lstStyle/>
          <a:p>
            <a:r>
              <a:rPr lang="en-US"/>
              <a:t>GLOBAL CREDENTIALS</a:t>
            </a:r>
          </a:p>
        </p:txBody>
      </p:sp>
      <p:sp>
        <p:nvSpPr>
          <p:cNvPr id="2" name="Titel 1">
            <a:extLst>
              <a:ext uri="{FF2B5EF4-FFF2-40B4-BE49-F238E27FC236}">
                <a16:creationId xmlns:a16="http://schemas.microsoft.com/office/drawing/2014/main" id="{4D6ED68A-333D-4B27-BD96-573E3B458AB2}"/>
              </a:ext>
            </a:extLst>
          </p:cNvPr>
          <p:cNvSpPr>
            <a:spLocks noGrp="1"/>
          </p:cNvSpPr>
          <p:nvPr>
            <p:ph type="title" hasCustomPrompt="1"/>
          </p:nvPr>
        </p:nvSpPr>
        <p:spPr>
          <a:xfrm>
            <a:off x="623392" y="836712"/>
            <a:ext cx="5328146" cy="648000"/>
          </a:xfrm>
        </p:spPr>
        <p:txBody>
          <a:bodyPr/>
          <a:lstStyle/>
          <a:p>
            <a:r>
              <a:rPr lang="en-US"/>
              <a:t>Headline, Arial Bold, </a:t>
            </a:r>
            <a:br>
              <a:rPr lang="en-US"/>
            </a:br>
            <a:r>
              <a:rPr lang="en-US"/>
              <a:t>24 PT, Max 2 Lines</a:t>
            </a:r>
          </a:p>
        </p:txBody>
      </p:sp>
      <p:sp>
        <p:nvSpPr>
          <p:cNvPr id="17" name="Textplatzhalter 3">
            <a:extLst>
              <a:ext uri="{FF2B5EF4-FFF2-40B4-BE49-F238E27FC236}">
                <a16:creationId xmlns:a16="http://schemas.microsoft.com/office/drawing/2014/main" id="{435E0FB2-CB82-4030-8F67-D5C4179CEB34}"/>
              </a:ext>
            </a:extLst>
          </p:cNvPr>
          <p:cNvSpPr>
            <a:spLocks noGrp="1"/>
          </p:cNvSpPr>
          <p:nvPr>
            <p:ph type="body" sz="quarter" idx="21" hasCustomPrompt="1"/>
          </p:nvPr>
        </p:nvSpPr>
        <p:spPr>
          <a:xfrm>
            <a:off x="623392" y="1484784"/>
            <a:ext cx="532814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20" name="Bildplatzhalter 126">
            <a:extLst>
              <a:ext uri="{FF2B5EF4-FFF2-40B4-BE49-F238E27FC236}">
                <a16:creationId xmlns:a16="http://schemas.microsoft.com/office/drawing/2014/main" id="{1F193DCA-9102-47F2-B349-8A9414705098}"/>
              </a:ext>
            </a:extLst>
          </p:cNvPr>
          <p:cNvSpPr>
            <a:spLocks noGrp="1"/>
          </p:cNvSpPr>
          <p:nvPr>
            <p:ph type="pic" sz="quarter" idx="25" hasCustomPrompt="1"/>
          </p:nvPr>
        </p:nvSpPr>
        <p:spPr>
          <a:xfrm>
            <a:off x="6096000" y="0"/>
            <a:ext cx="6096000" cy="6858000"/>
          </a:xfrm>
          <a:solidFill>
            <a:schemeClr val="accent6"/>
          </a:solidFill>
        </p:spPr>
        <p:txBody>
          <a:bodyPr/>
          <a:lstStyle>
            <a:lvl1pPr>
              <a:defRPr/>
            </a:lvl1pPr>
          </a:lstStyle>
          <a:p>
            <a:r>
              <a:rPr lang="de-DE"/>
              <a:t> </a:t>
            </a:r>
          </a:p>
        </p:txBody>
      </p:sp>
      <p:sp>
        <p:nvSpPr>
          <p:cNvPr id="21" name="Textplatzhalter 20">
            <a:extLst>
              <a:ext uri="{FF2B5EF4-FFF2-40B4-BE49-F238E27FC236}">
                <a16:creationId xmlns:a16="http://schemas.microsoft.com/office/drawing/2014/main" id="{7F591851-5123-4F00-B32C-D18D3A7F076A}"/>
              </a:ext>
            </a:extLst>
          </p:cNvPr>
          <p:cNvSpPr>
            <a:spLocks noGrp="1"/>
          </p:cNvSpPr>
          <p:nvPr>
            <p:ph type="body" sz="quarter" idx="24" hasCustomPrompt="1"/>
          </p:nvPr>
        </p:nvSpPr>
        <p:spPr bwMode="gray">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2" name="Textplatzhalter 21">
            <a:extLst>
              <a:ext uri="{FF2B5EF4-FFF2-40B4-BE49-F238E27FC236}">
                <a16:creationId xmlns:a16="http://schemas.microsoft.com/office/drawing/2014/main" id="{ADE3308A-0D6C-4437-AD09-90EEA1BC8FA1}"/>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3" name="Textplatzhalter 22">
            <a:extLst>
              <a:ext uri="{FF2B5EF4-FFF2-40B4-BE49-F238E27FC236}">
                <a16:creationId xmlns:a16="http://schemas.microsoft.com/office/drawing/2014/main" id="{9940B6A7-2D30-43E3-9EE9-3B548E729D81}"/>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cxnSp>
        <p:nvCxnSpPr>
          <p:cNvPr id="12" name="Gerader Verbinder 11">
            <a:extLst>
              <a:ext uri="{FF2B5EF4-FFF2-40B4-BE49-F238E27FC236}">
                <a16:creationId xmlns:a16="http://schemas.microsoft.com/office/drawing/2014/main" id="{CC7DE4EE-E6D3-4F31-8042-80063FF52970}"/>
              </a:ext>
            </a:extLst>
          </p:cNvPr>
          <p:cNvCxnSpPr/>
          <p:nvPr userDrawn="1"/>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381A5EB7-5F24-456E-AE26-DDDF4859D64F}"/>
              </a:ext>
            </a:extLst>
          </p:cNvPr>
          <p:cNvCxnSpPr/>
          <p:nvPr userDrawn="1"/>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D954C592-7AE9-424F-A793-B60F3800ADC1}"/>
              </a:ext>
            </a:extLst>
          </p:cNvPr>
          <p:cNvCxnSpPr/>
          <p:nvPr userDrawn="1"/>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635A9A4B-99F5-4635-B3DF-1635E12CC931}"/>
              </a:ext>
            </a:extLst>
          </p:cNvPr>
          <p:cNvCxnSpPr/>
          <p:nvPr userDrawn="1"/>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9A3D689F-062D-433E-8A7E-6A9851EFBCA8}"/>
              </a:ext>
            </a:extLst>
          </p:cNvPr>
          <p:cNvCxnSpPr/>
          <p:nvPr userDrawn="1"/>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D85E03A8-2239-410A-A3F7-AAFFBB0CAD23}"/>
              </a:ext>
            </a:extLst>
          </p:cNvPr>
          <p:cNvCxnSpPr/>
          <p:nvPr userDrawn="1"/>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5A35DAAF-65C5-4C27-884B-0FB3781BF60E}"/>
              </a:ext>
            </a:extLst>
          </p:cNvPr>
          <p:cNvCxnSpPr/>
          <p:nvPr userDrawn="1"/>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346917D4-2CB8-4672-A906-761FF8960966}"/>
              </a:ext>
            </a:extLst>
          </p:cNvPr>
          <p:cNvCxnSpPr/>
          <p:nvPr userDrawn="1"/>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A5C0EEE8-8F44-4E63-B35B-8C4A7A17BAB9}"/>
              </a:ext>
            </a:extLst>
          </p:cNvPr>
          <p:cNvCxnSpPr/>
          <p:nvPr userDrawn="1"/>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50C35407-46B1-49C5-9800-81F46D59E2FD}"/>
              </a:ext>
            </a:extLst>
          </p:cNvPr>
          <p:cNvCxnSpPr/>
          <p:nvPr userDrawn="1"/>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6543FAEE-A4B6-4032-8D34-708FD0C9DC31}"/>
              </a:ext>
            </a:extLst>
          </p:cNvPr>
          <p:cNvCxnSpPr/>
          <p:nvPr userDrawn="1"/>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DB66B8DA-3979-41B5-92DA-411EF82FC644}"/>
              </a:ext>
            </a:extLst>
          </p:cNvPr>
          <p:cNvCxnSpPr/>
          <p:nvPr userDrawn="1"/>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5A548BCA-0DE4-4F67-A80E-A7598BC220FF}"/>
              </a:ext>
            </a:extLst>
          </p:cNvPr>
          <p:cNvCxnSpPr/>
          <p:nvPr userDrawn="1"/>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D8DF1A21-D111-4201-B0A3-6C7E6888E37A}"/>
              </a:ext>
            </a:extLst>
          </p:cNvPr>
          <p:cNvCxnSpPr/>
          <p:nvPr userDrawn="1"/>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6874293E-9C17-476A-8FD9-E7C0CA7EFA74}"/>
              </a:ext>
            </a:extLst>
          </p:cNvPr>
          <p:cNvCxnSpPr/>
          <p:nvPr userDrawn="1"/>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31475670-6C41-4641-A6C1-AB33CAB3DD40}"/>
              </a:ext>
            </a:extLst>
          </p:cNvPr>
          <p:cNvCxnSpPr/>
          <p:nvPr userDrawn="1"/>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47E4E491-2F10-42E1-B8A5-A9DDAA780576}"/>
              </a:ext>
            </a:extLst>
          </p:cNvPr>
          <p:cNvCxnSpPr/>
          <p:nvPr userDrawn="1"/>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20949789-ECA9-497E-B6DA-323686792F03}"/>
              </a:ext>
            </a:extLst>
          </p:cNvPr>
          <p:cNvCxnSpPr/>
          <p:nvPr userDrawn="1"/>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17229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Big picture | one content">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40016" y="1916112"/>
            <a:ext cx="5328146" cy="4321175"/>
          </a:xfrm>
        </p:spPr>
        <p:txBody>
          <a:bodyPr lIns="0"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40016" y="548680"/>
            <a:ext cx="5328146" cy="216000"/>
          </a:xfrm>
        </p:spPr>
        <p:txBody>
          <a:bodyPr lIns="0" rIns="0"/>
          <a:lstStyle/>
          <a:p>
            <a:r>
              <a:rPr lang="en-US"/>
              <a:t>GLOBAL CREDENTIALS</a:t>
            </a:r>
          </a:p>
        </p:txBody>
      </p:sp>
      <p:sp>
        <p:nvSpPr>
          <p:cNvPr id="2" name="Titel 1">
            <a:extLst>
              <a:ext uri="{FF2B5EF4-FFF2-40B4-BE49-F238E27FC236}">
                <a16:creationId xmlns:a16="http://schemas.microsoft.com/office/drawing/2014/main" id="{523E8AA4-CB49-4DC4-8AF1-87A6279E1F6E}"/>
              </a:ext>
            </a:extLst>
          </p:cNvPr>
          <p:cNvSpPr>
            <a:spLocks noGrp="1"/>
          </p:cNvSpPr>
          <p:nvPr>
            <p:ph type="title" hasCustomPrompt="1"/>
          </p:nvPr>
        </p:nvSpPr>
        <p:spPr>
          <a:xfrm>
            <a:off x="6240462" y="836712"/>
            <a:ext cx="5326929" cy="648000"/>
          </a:xfrm>
        </p:spPr>
        <p:txBody>
          <a:bodyPr/>
          <a:lstStyle/>
          <a:p>
            <a:r>
              <a:rPr lang="en-US"/>
              <a:t>Headline, Arial Bold, </a:t>
            </a:r>
            <a:br>
              <a:rPr lang="en-US"/>
            </a:br>
            <a:r>
              <a:rPr lang="en-US"/>
              <a:t>24 PT, Max 2 Lines</a:t>
            </a:r>
          </a:p>
        </p:txBody>
      </p:sp>
      <p:sp>
        <p:nvSpPr>
          <p:cNvPr id="11" name="Textplatzhalter 3">
            <a:extLst>
              <a:ext uri="{FF2B5EF4-FFF2-40B4-BE49-F238E27FC236}">
                <a16:creationId xmlns:a16="http://schemas.microsoft.com/office/drawing/2014/main" id="{066B44F9-D4E4-4C64-A9BB-70CA474C77EA}"/>
              </a:ext>
            </a:extLst>
          </p:cNvPr>
          <p:cNvSpPr>
            <a:spLocks noGrp="1"/>
          </p:cNvSpPr>
          <p:nvPr>
            <p:ph type="body" sz="quarter" idx="17" hasCustomPrompt="1"/>
          </p:nvPr>
        </p:nvSpPr>
        <p:spPr>
          <a:xfrm>
            <a:off x="6240462" y="1484784"/>
            <a:ext cx="5326733"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23" name="Bildplatzhalter 126">
            <a:extLst>
              <a:ext uri="{FF2B5EF4-FFF2-40B4-BE49-F238E27FC236}">
                <a16:creationId xmlns:a16="http://schemas.microsoft.com/office/drawing/2014/main" id="{C3F1D7AA-3230-410F-B979-71C9D7A366E8}"/>
              </a:ext>
            </a:extLst>
          </p:cNvPr>
          <p:cNvSpPr>
            <a:spLocks noGrp="1"/>
          </p:cNvSpPr>
          <p:nvPr>
            <p:ph type="pic" sz="quarter" idx="25" hasCustomPrompt="1"/>
          </p:nvPr>
        </p:nvSpPr>
        <p:spPr>
          <a:xfrm>
            <a:off x="0" y="0"/>
            <a:ext cx="6096000" cy="6858000"/>
          </a:xfrm>
          <a:solidFill>
            <a:schemeClr val="accent6"/>
          </a:solidFill>
        </p:spPr>
        <p:txBody>
          <a:bodyPr/>
          <a:lstStyle>
            <a:lvl1pPr>
              <a:defRPr/>
            </a:lvl1pPr>
          </a:lstStyle>
          <a:p>
            <a:r>
              <a:rPr lang="de-DE"/>
              <a:t> </a:t>
            </a:r>
          </a:p>
        </p:txBody>
      </p:sp>
      <p:sp>
        <p:nvSpPr>
          <p:cNvPr id="24" name="Textplatzhalter 23">
            <a:extLst>
              <a:ext uri="{FF2B5EF4-FFF2-40B4-BE49-F238E27FC236}">
                <a16:creationId xmlns:a16="http://schemas.microsoft.com/office/drawing/2014/main" id="{511C24A2-0524-433C-AA35-10961C9706AA}"/>
              </a:ext>
            </a:extLst>
          </p:cNvPr>
          <p:cNvSpPr>
            <a:spLocks noGrp="1"/>
          </p:cNvSpPr>
          <p:nvPr>
            <p:ph type="body" sz="quarter" idx="24" hasCustomPrompt="1"/>
          </p:nvPr>
        </p:nvSpPr>
        <p:spPr bwMode="gray">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5" name="Textplatzhalter 24">
            <a:extLst>
              <a:ext uri="{FF2B5EF4-FFF2-40B4-BE49-F238E27FC236}">
                <a16:creationId xmlns:a16="http://schemas.microsoft.com/office/drawing/2014/main" id="{A825695F-8D10-45CF-8425-6A860AE0997C}"/>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6" name="Textplatzhalter 25">
            <a:extLst>
              <a:ext uri="{FF2B5EF4-FFF2-40B4-BE49-F238E27FC236}">
                <a16:creationId xmlns:a16="http://schemas.microsoft.com/office/drawing/2014/main" id="{FEE27E9C-8A3C-43C1-BAD4-D12EFE8DBE2F}"/>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lvl1pPr>
              <a:defRPr>
                <a:solidFill>
                  <a:schemeClr val="bg1"/>
                </a:solidFill>
              </a:defRPr>
            </a:lvl1pPr>
          </a:lstStyle>
          <a:p>
            <a:endParaRPr lang="en-US"/>
          </a:p>
        </p:txBody>
      </p:sp>
      <p:cxnSp>
        <p:nvCxnSpPr>
          <p:cNvPr id="12" name="Gerader Verbinder 11">
            <a:extLst>
              <a:ext uri="{FF2B5EF4-FFF2-40B4-BE49-F238E27FC236}">
                <a16:creationId xmlns:a16="http://schemas.microsoft.com/office/drawing/2014/main" id="{D8A28D5C-C474-4842-B180-230384A08228}"/>
              </a:ext>
            </a:extLst>
          </p:cNvPr>
          <p:cNvCxnSpPr/>
          <p:nvPr userDrawn="1"/>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98F6FC7B-C965-4C4C-9038-63C8D4ABA761}"/>
              </a:ext>
            </a:extLst>
          </p:cNvPr>
          <p:cNvCxnSpPr/>
          <p:nvPr userDrawn="1"/>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B8BAAB8D-DF47-4D96-A0E7-4E17A0C21E95}"/>
              </a:ext>
            </a:extLst>
          </p:cNvPr>
          <p:cNvCxnSpPr/>
          <p:nvPr userDrawn="1"/>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08C43CB9-B403-4EC0-9266-9489B51E36D8}"/>
              </a:ext>
            </a:extLst>
          </p:cNvPr>
          <p:cNvCxnSpPr/>
          <p:nvPr userDrawn="1"/>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382F924F-8BDD-4D26-8BDF-F5D3FAD312AC}"/>
              </a:ext>
            </a:extLst>
          </p:cNvPr>
          <p:cNvCxnSpPr/>
          <p:nvPr userDrawn="1"/>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1CC78DDC-2271-42B9-B73E-76C2BC82910E}"/>
              </a:ext>
            </a:extLst>
          </p:cNvPr>
          <p:cNvCxnSpPr/>
          <p:nvPr userDrawn="1"/>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BB54663C-94DC-410F-B564-61C4A87CB92D}"/>
              </a:ext>
            </a:extLst>
          </p:cNvPr>
          <p:cNvCxnSpPr/>
          <p:nvPr userDrawn="1"/>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39A2393A-F170-453B-A9F2-78292E57ED8D}"/>
              </a:ext>
            </a:extLst>
          </p:cNvPr>
          <p:cNvCxnSpPr/>
          <p:nvPr userDrawn="1"/>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F319CADD-E2D8-49F5-9FAD-CC2F5DECDE87}"/>
              </a:ext>
            </a:extLst>
          </p:cNvPr>
          <p:cNvCxnSpPr/>
          <p:nvPr userDrawn="1"/>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C761AC7E-91FD-411C-9666-67C2EABAA78E}"/>
              </a:ext>
            </a:extLst>
          </p:cNvPr>
          <p:cNvCxnSpPr/>
          <p:nvPr userDrawn="1"/>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4D5B428C-A2F6-4C1C-996E-964E6EF88895}"/>
              </a:ext>
            </a:extLst>
          </p:cNvPr>
          <p:cNvCxnSpPr/>
          <p:nvPr userDrawn="1"/>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E4E08ED9-2F5C-4673-B2C9-58FD54A06288}"/>
              </a:ext>
            </a:extLst>
          </p:cNvPr>
          <p:cNvCxnSpPr/>
          <p:nvPr userDrawn="1"/>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F2F016AC-2B99-4FAD-8E51-DBF16D223874}"/>
              </a:ext>
            </a:extLst>
          </p:cNvPr>
          <p:cNvCxnSpPr/>
          <p:nvPr userDrawn="1"/>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39154C1D-D7E1-4329-805A-56A2AF6238B6}"/>
              </a:ext>
            </a:extLst>
          </p:cNvPr>
          <p:cNvCxnSpPr/>
          <p:nvPr userDrawn="1"/>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64EB8454-5868-4B80-8FC6-E321D36FF6DF}"/>
              </a:ext>
            </a:extLst>
          </p:cNvPr>
          <p:cNvCxnSpPr/>
          <p:nvPr userDrawn="1"/>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321BF726-2F99-4573-923B-0921528BFA41}"/>
              </a:ext>
            </a:extLst>
          </p:cNvPr>
          <p:cNvCxnSpPr/>
          <p:nvPr userDrawn="1"/>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6FB32B86-65D8-493D-9FCC-86A2C41E22D7}"/>
              </a:ext>
            </a:extLst>
          </p:cNvPr>
          <p:cNvCxnSpPr/>
          <p:nvPr userDrawn="1"/>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9BA507BE-8384-4E73-AF87-E012572602CC}"/>
              </a:ext>
            </a:extLst>
          </p:cNvPr>
          <p:cNvCxnSpPr/>
          <p:nvPr userDrawn="1"/>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356582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One content | two pictures">
    <p:spTree>
      <p:nvGrpSpPr>
        <p:cNvPr id="1" name=""/>
        <p:cNvGrpSpPr/>
        <p:nvPr/>
      </p:nvGrpSpPr>
      <p:grpSpPr>
        <a:xfrm>
          <a:off x="0" y="0"/>
          <a:ext cx="0" cy="0"/>
          <a:chOff x="0" y="0"/>
          <a:chExt cx="0" cy="0"/>
        </a:xfrm>
      </p:grpSpPr>
      <p:sp>
        <p:nvSpPr>
          <p:cNvPr id="45" name="Bildplatzhalter 44">
            <a:extLst>
              <a:ext uri="{FF2B5EF4-FFF2-40B4-BE49-F238E27FC236}">
                <a16:creationId xmlns:a16="http://schemas.microsoft.com/office/drawing/2014/main" id="{FDA2D66E-DE7B-4311-8330-220717A0E3E9}"/>
              </a:ext>
            </a:extLst>
          </p:cNvPr>
          <p:cNvSpPr>
            <a:spLocks noGrp="1"/>
          </p:cNvSpPr>
          <p:nvPr>
            <p:ph type="pic" sz="quarter" idx="35" hasCustomPrompt="1"/>
          </p:nvPr>
        </p:nvSpPr>
        <p:spPr bwMode="gray">
          <a:xfrm>
            <a:off x="6096000" y="3500437"/>
            <a:ext cx="6096000" cy="3357563"/>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44" name="Bildplatzhalter 43">
            <a:extLst>
              <a:ext uri="{FF2B5EF4-FFF2-40B4-BE49-F238E27FC236}">
                <a16:creationId xmlns:a16="http://schemas.microsoft.com/office/drawing/2014/main" id="{B1771360-3925-41E7-B39A-D9465F174BF3}"/>
              </a:ext>
            </a:extLst>
          </p:cNvPr>
          <p:cNvSpPr>
            <a:spLocks noGrp="1"/>
          </p:cNvSpPr>
          <p:nvPr>
            <p:ph type="pic" sz="quarter" idx="34" hasCustomPrompt="1"/>
          </p:nvPr>
        </p:nvSpPr>
        <p:spPr bwMode="gray">
          <a:xfrm>
            <a:off x="6096000" y="0"/>
            <a:ext cx="6096000" cy="3357563"/>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392" y="1916112"/>
            <a:ext cx="5328146" cy="4321175"/>
          </a:xfrm>
        </p:spPr>
        <p:txBody>
          <a:bodyPr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392" y="548680"/>
            <a:ext cx="5328146" cy="216000"/>
          </a:xfrm>
        </p:spPr>
        <p:txBody>
          <a:bodyPr rIns="0"/>
          <a:lstStyle/>
          <a:p>
            <a:r>
              <a:rPr lang="en-US"/>
              <a:t>GLOBAL CREDENTIALS</a:t>
            </a:r>
          </a:p>
        </p:txBody>
      </p:sp>
      <p:sp>
        <p:nvSpPr>
          <p:cNvPr id="2" name="Titel 1">
            <a:extLst>
              <a:ext uri="{FF2B5EF4-FFF2-40B4-BE49-F238E27FC236}">
                <a16:creationId xmlns:a16="http://schemas.microsoft.com/office/drawing/2014/main" id="{7E4B02F9-0024-4FDB-8A18-650E9D057322}"/>
              </a:ext>
            </a:extLst>
          </p:cNvPr>
          <p:cNvSpPr>
            <a:spLocks noGrp="1"/>
          </p:cNvSpPr>
          <p:nvPr>
            <p:ph type="title" hasCustomPrompt="1"/>
          </p:nvPr>
        </p:nvSpPr>
        <p:spPr>
          <a:xfrm>
            <a:off x="623392" y="836712"/>
            <a:ext cx="5328146" cy="648000"/>
          </a:xfrm>
        </p:spPr>
        <p:txBody>
          <a:bodyPr/>
          <a:lstStyle/>
          <a:p>
            <a:r>
              <a:rPr lang="en-US"/>
              <a:t>Headline, Arial Bold, </a:t>
            </a:r>
            <a:br>
              <a:rPr lang="en-US"/>
            </a:br>
            <a:r>
              <a:rPr lang="en-US"/>
              <a:t>24 PT, Max 2 Lines</a:t>
            </a:r>
          </a:p>
        </p:txBody>
      </p:sp>
      <p:sp>
        <p:nvSpPr>
          <p:cNvPr id="11" name="Textplatzhalter 3">
            <a:extLst>
              <a:ext uri="{FF2B5EF4-FFF2-40B4-BE49-F238E27FC236}">
                <a16:creationId xmlns:a16="http://schemas.microsoft.com/office/drawing/2014/main" id="{2C7BBC44-F676-4729-AF09-A68DDAACF273}"/>
              </a:ext>
            </a:extLst>
          </p:cNvPr>
          <p:cNvSpPr>
            <a:spLocks noGrp="1"/>
          </p:cNvSpPr>
          <p:nvPr>
            <p:ph type="body" sz="quarter" idx="22" hasCustomPrompt="1"/>
          </p:nvPr>
        </p:nvSpPr>
        <p:spPr>
          <a:xfrm>
            <a:off x="623392" y="1484784"/>
            <a:ext cx="532814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46" name="Textplatzhalter 45">
            <a:extLst>
              <a:ext uri="{FF2B5EF4-FFF2-40B4-BE49-F238E27FC236}">
                <a16:creationId xmlns:a16="http://schemas.microsoft.com/office/drawing/2014/main" id="{17ACC919-F36F-4FB1-B446-A81465FFEE06}"/>
              </a:ext>
            </a:extLst>
          </p:cNvPr>
          <p:cNvSpPr>
            <a:spLocks noGrp="1"/>
          </p:cNvSpPr>
          <p:nvPr>
            <p:ph type="body" sz="quarter" idx="32" hasCustomPrompt="1"/>
          </p:nvPr>
        </p:nvSpPr>
        <p:spPr bwMode="gray">
          <a:xfrm>
            <a:off x="6095999" y="0"/>
            <a:ext cx="6096001" cy="3356992"/>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42" name="Textplatzhalter 41">
            <a:extLst>
              <a:ext uri="{FF2B5EF4-FFF2-40B4-BE49-F238E27FC236}">
                <a16:creationId xmlns:a16="http://schemas.microsoft.com/office/drawing/2014/main" id="{5189C458-60DC-4AD6-BA69-490E20457E84}"/>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47" name="Textplatzhalter 46">
            <a:extLst>
              <a:ext uri="{FF2B5EF4-FFF2-40B4-BE49-F238E27FC236}">
                <a16:creationId xmlns:a16="http://schemas.microsoft.com/office/drawing/2014/main" id="{E00AE076-D1E5-45AB-954E-5F167F30C8AE}"/>
              </a:ext>
            </a:extLst>
          </p:cNvPr>
          <p:cNvSpPr>
            <a:spLocks noGrp="1"/>
          </p:cNvSpPr>
          <p:nvPr>
            <p:ph type="body" sz="quarter" idx="36" hasCustomPrompt="1"/>
          </p:nvPr>
        </p:nvSpPr>
        <p:spPr bwMode="gray">
          <a:xfrm>
            <a:off x="6095999" y="3501008"/>
            <a:ext cx="6096001" cy="3356992"/>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43" name="Textplatzhalter 42">
            <a:extLst>
              <a:ext uri="{FF2B5EF4-FFF2-40B4-BE49-F238E27FC236}">
                <a16:creationId xmlns:a16="http://schemas.microsoft.com/office/drawing/2014/main" id="{4D1114DD-3AF9-420A-B40E-27C37B4F92CA}"/>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cxnSp>
        <p:nvCxnSpPr>
          <p:cNvPr id="14" name="Gerader Verbinder 13">
            <a:extLst>
              <a:ext uri="{FF2B5EF4-FFF2-40B4-BE49-F238E27FC236}">
                <a16:creationId xmlns:a16="http://schemas.microsoft.com/office/drawing/2014/main" id="{4F0F0F46-40D5-4DED-8167-EAF092CC4372}"/>
              </a:ext>
            </a:extLst>
          </p:cNvPr>
          <p:cNvCxnSpPr/>
          <p:nvPr userDrawn="1"/>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B61B23EE-5318-4394-AAE4-60C4D3BBFF62}"/>
              </a:ext>
            </a:extLst>
          </p:cNvPr>
          <p:cNvCxnSpPr/>
          <p:nvPr userDrawn="1"/>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B97CA1A9-277C-424F-898D-C507FA42B856}"/>
              </a:ext>
            </a:extLst>
          </p:cNvPr>
          <p:cNvCxnSpPr/>
          <p:nvPr userDrawn="1"/>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93FBD3A6-9792-4049-90CF-4D7DAE925C1E}"/>
              </a:ext>
            </a:extLst>
          </p:cNvPr>
          <p:cNvCxnSpPr/>
          <p:nvPr userDrawn="1"/>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DA497A67-C1DF-4D88-83FC-741361421827}"/>
              </a:ext>
            </a:extLst>
          </p:cNvPr>
          <p:cNvCxnSpPr/>
          <p:nvPr userDrawn="1"/>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C75AE95F-0B94-415C-AAFB-311DDD100CF1}"/>
              </a:ext>
            </a:extLst>
          </p:cNvPr>
          <p:cNvCxnSpPr/>
          <p:nvPr userDrawn="1"/>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F7790566-00D4-4B85-B9A5-70617074462F}"/>
              </a:ext>
            </a:extLst>
          </p:cNvPr>
          <p:cNvCxnSpPr/>
          <p:nvPr userDrawn="1"/>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44E06209-A99F-4DA6-AE49-6A3EADBC466F}"/>
              </a:ext>
            </a:extLst>
          </p:cNvPr>
          <p:cNvCxnSpPr/>
          <p:nvPr userDrawn="1"/>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4DF0692F-86BC-4C7F-B5C7-942103285436}"/>
              </a:ext>
            </a:extLst>
          </p:cNvPr>
          <p:cNvCxnSpPr/>
          <p:nvPr userDrawn="1"/>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2390CB8D-C952-4808-A0EA-551D32EE5C60}"/>
              </a:ext>
            </a:extLst>
          </p:cNvPr>
          <p:cNvCxnSpPr/>
          <p:nvPr userDrawn="1"/>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49E689A1-87A3-4A18-90AE-595F3088B885}"/>
              </a:ext>
            </a:extLst>
          </p:cNvPr>
          <p:cNvCxnSpPr/>
          <p:nvPr userDrawn="1"/>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1185B074-70BD-44F4-94DF-E83FB660E1ED}"/>
              </a:ext>
            </a:extLst>
          </p:cNvPr>
          <p:cNvCxnSpPr/>
          <p:nvPr userDrawn="1"/>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450CAE5B-1309-4684-8EA4-F4C3DE4D26A8}"/>
              </a:ext>
            </a:extLst>
          </p:cNvPr>
          <p:cNvCxnSpPr/>
          <p:nvPr userDrawn="1"/>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5281DFD1-9691-487B-8295-4276D6738565}"/>
              </a:ext>
            </a:extLst>
          </p:cNvPr>
          <p:cNvCxnSpPr/>
          <p:nvPr userDrawn="1"/>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7904E1D1-3FE6-4A3F-B34F-8099BD6AFF45}"/>
              </a:ext>
            </a:extLst>
          </p:cNvPr>
          <p:cNvCxnSpPr/>
          <p:nvPr userDrawn="1"/>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B1B4113-246B-4EF7-B9A1-2D1F5A32D951}"/>
              </a:ext>
            </a:extLst>
          </p:cNvPr>
          <p:cNvCxnSpPr/>
          <p:nvPr userDrawn="1"/>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F4A425EF-9ECE-42DD-9DC4-0C4309E150EA}"/>
              </a:ext>
            </a:extLst>
          </p:cNvPr>
          <p:cNvCxnSpPr/>
          <p:nvPr userDrawn="1"/>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9F7BBA5A-AC84-4C50-A300-7206810D4022}"/>
              </a:ext>
            </a:extLst>
          </p:cNvPr>
          <p:cNvCxnSpPr/>
          <p:nvPr userDrawn="1"/>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86912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pictures | one content">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40462" y="3717056"/>
            <a:ext cx="4680073" cy="2520232"/>
          </a:xfrm>
        </p:spPr>
        <p:txBody>
          <a:bodyPr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Titel 5">
            <a:extLst>
              <a:ext uri="{FF2B5EF4-FFF2-40B4-BE49-F238E27FC236}">
                <a16:creationId xmlns:a16="http://schemas.microsoft.com/office/drawing/2014/main" id="{AAC81EC6-C954-40F8-B337-01B89A39A801}"/>
              </a:ext>
            </a:extLst>
          </p:cNvPr>
          <p:cNvSpPr>
            <a:spLocks noGrp="1"/>
          </p:cNvSpPr>
          <p:nvPr>
            <p:ph type="title" hasCustomPrompt="1"/>
          </p:nvPr>
        </p:nvSpPr>
        <p:spPr bwMode="gray">
          <a:xfrm>
            <a:off x="1271463" y="4005136"/>
            <a:ext cx="4680075" cy="1296072"/>
          </a:xfrm>
        </p:spPr>
        <p:txBody>
          <a:bodyPr rIns="0"/>
          <a:lstStyle>
            <a:lvl1pPr>
              <a:defRPr sz="3200"/>
            </a:lvl1pPr>
          </a:lstStyle>
          <a:p>
            <a:r>
              <a:rPr lang="en-US"/>
              <a:t>Headline, Arial Bold, 32 PT, </a:t>
            </a:r>
            <a:br>
              <a:rPr lang="en-US"/>
            </a:br>
            <a:r>
              <a:rPr lang="en-US"/>
              <a:t>Max 3 Lines</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1271463" y="3717104"/>
            <a:ext cx="4680075" cy="216000"/>
          </a:xfrm>
        </p:spPr>
        <p:txBody>
          <a:bodyPr rIns="0"/>
          <a:lstStyle/>
          <a:p>
            <a:r>
              <a:rPr lang="en-US"/>
              <a:t>GLOBAL CREDENTIALS</a:t>
            </a:r>
          </a:p>
        </p:txBody>
      </p:sp>
      <p:sp>
        <p:nvSpPr>
          <p:cNvPr id="11" name="Textplatzhalter 3">
            <a:extLst>
              <a:ext uri="{FF2B5EF4-FFF2-40B4-BE49-F238E27FC236}">
                <a16:creationId xmlns:a16="http://schemas.microsoft.com/office/drawing/2014/main" id="{E6B4EAA8-7D77-417E-92E6-B46C6ABF27DE}"/>
              </a:ext>
            </a:extLst>
          </p:cNvPr>
          <p:cNvSpPr>
            <a:spLocks noGrp="1"/>
          </p:cNvSpPr>
          <p:nvPr>
            <p:ph type="body" sz="quarter" idx="17" hasCustomPrompt="1"/>
          </p:nvPr>
        </p:nvSpPr>
        <p:spPr>
          <a:xfrm>
            <a:off x="1271587" y="5373248"/>
            <a:ext cx="4679951" cy="432000"/>
          </a:xfrm>
        </p:spPr>
        <p:txBody>
          <a:bodyPr tIns="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a:t>
            </a:r>
            <a:br>
              <a:rPr lang="en-US"/>
            </a:br>
            <a:r>
              <a:rPr lang="en-US"/>
              <a:t>14 PT, Max 2 Lines</a:t>
            </a:r>
          </a:p>
        </p:txBody>
      </p:sp>
      <p:sp>
        <p:nvSpPr>
          <p:cNvPr id="14" name="Bildplatzhalter 13">
            <a:extLst>
              <a:ext uri="{FF2B5EF4-FFF2-40B4-BE49-F238E27FC236}">
                <a16:creationId xmlns:a16="http://schemas.microsoft.com/office/drawing/2014/main" id="{395615A9-AC3F-4312-B9C0-0A601C02F637}"/>
              </a:ext>
            </a:extLst>
          </p:cNvPr>
          <p:cNvSpPr>
            <a:spLocks noGrp="1"/>
          </p:cNvSpPr>
          <p:nvPr>
            <p:ph type="pic" sz="quarter" idx="35" hasCustomPrompt="1"/>
          </p:nvPr>
        </p:nvSpPr>
        <p:spPr bwMode="gray">
          <a:xfrm>
            <a:off x="1" y="0"/>
            <a:ext cx="5951538" cy="3429000"/>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5" name="Bildplatzhalter 14">
            <a:extLst>
              <a:ext uri="{FF2B5EF4-FFF2-40B4-BE49-F238E27FC236}">
                <a16:creationId xmlns:a16="http://schemas.microsoft.com/office/drawing/2014/main" id="{3E95B813-5718-4359-A222-9323A241335C}"/>
              </a:ext>
            </a:extLst>
          </p:cNvPr>
          <p:cNvSpPr>
            <a:spLocks noGrp="1"/>
          </p:cNvSpPr>
          <p:nvPr>
            <p:ph type="pic" sz="quarter" idx="34" hasCustomPrompt="1"/>
          </p:nvPr>
        </p:nvSpPr>
        <p:spPr bwMode="gray">
          <a:xfrm>
            <a:off x="6240462" y="0"/>
            <a:ext cx="5951537" cy="3429000"/>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7" name="Textplatzhalter 16">
            <a:extLst>
              <a:ext uri="{FF2B5EF4-FFF2-40B4-BE49-F238E27FC236}">
                <a16:creationId xmlns:a16="http://schemas.microsoft.com/office/drawing/2014/main" id="{FAF1983D-99C8-4CF6-A840-198F7AFDBEBB}"/>
              </a:ext>
            </a:extLst>
          </p:cNvPr>
          <p:cNvSpPr>
            <a:spLocks noGrp="1"/>
          </p:cNvSpPr>
          <p:nvPr>
            <p:ph type="body" sz="quarter" idx="32" hasCustomPrompt="1"/>
          </p:nvPr>
        </p:nvSpPr>
        <p:spPr bwMode="gray">
          <a:xfrm>
            <a:off x="6240463" y="0"/>
            <a:ext cx="5951537" cy="3429000"/>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1" name="Textplatzhalter 20">
            <a:extLst>
              <a:ext uri="{FF2B5EF4-FFF2-40B4-BE49-F238E27FC236}">
                <a16:creationId xmlns:a16="http://schemas.microsoft.com/office/drawing/2014/main" id="{4F9FA166-3AD9-4A67-996C-35B37F5ABEEA}"/>
              </a:ext>
            </a:extLst>
          </p:cNvPr>
          <p:cNvSpPr>
            <a:spLocks noGrp="1"/>
          </p:cNvSpPr>
          <p:nvPr>
            <p:ph type="body" sz="quarter" idx="36" hasCustomPrompt="1"/>
          </p:nvPr>
        </p:nvSpPr>
        <p:spPr bwMode="gray">
          <a:xfrm>
            <a:off x="1" y="0"/>
            <a:ext cx="5951538" cy="3429000"/>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0" name="Textplatzhalter 19">
            <a:extLst>
              <a:ext uri="{FF2B5EF4-FFF2-40B4-BE49-F238E27FC236}">
                <a16:creationId xmlns:a16="http://schemas.microsoft.com/office/drawing/2014/main" id="{2A9B521F-2832-49F5-A6ED-E2656F1E3445}"/>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27178934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9E12C890-0851-45B5-957E-312007C751A2}"/>
              </a:ext>
            </a:extLst>
          </p:cNvPr>
          <p:cNvSpPr>
            <a:spLocks noGrp="1"/>
          </p:cNvSpPr>
          <p:nvPr>
            <p:ph type="dt" sz="half" idx="10"/>
          </p:nvPr>
        </p:nvSpPr>
        <p:spPr bwMode="gray"/>
        <p:txBody>
          <a:bodyPr/>
          <a:lstStyle/>
          <a:p>
            <a:endParaRPr lang="en-US"/>
          </a:p>
        </p:txBody>
      </p:sp>
      <p:sp>
        <p:nvSpPr>
          <p:cNvPr id="8" name="Fußzeilenplatzhalter 7">
            <a:extLst>
              <a:ext uri="{FF2B5EF4-FFF2-40B4-BE49-F238E27FC236}">
                <a16:creationId xmlns:a16="http://schemas.microsoft.com/office/drawing/2014/main" id="{B905894F-990B-4E89-BF9F-44AF6D2249D9}"/>
              </a:ext>
            </a:extLst>
          </p:cNvPr>
          <p:cNvSpPr>
            <a:spLocks noGrp="1"/>
          </p:cNvSpPr>
          <p:nvPr>
            <p:ph type="ftr" sz="quarter" idx="11"/>
          </p:nvPr>
        </p:nvSpPr>
        <p:spPr bwMode="gray"/>
        <p:txBody>
          <a:bodyPr/>
          <a:lstStyle/>
          <a:p>
            <a:r>
              <a:rPr lang="en-US"/>
              <a:t>GLOBAL CREDENTIALS</a:t>
            </a:r>
          </a:p>
        </p:txBody>
      </p:sp>
      <p:sp>
        <p:nvSpPr>
          <p:cNvPr id="2" name="Titel 1">
            <a:extLst>
              <a:ext uri="{FF2B5EF4-FFF2-40B4-BE49-F238E27FC236}">
                <a16:creationId xmlns:a16="http://schemas.microsoft.com/office/drawing/2014/main" id="{2DDB6CBA-095A-42A6-8C9C-8E2E57B5265C}"/>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7" name="Textplatzhalter 3">
            <a:extLst>
              <a:ext uri="{FF2B5EF4-FFF2-40B4-BE49-F238E27FC236}">
                <a16:creationId xmlns:a16="http://schemas.microsoft.com/office/drawing/2014/main" id="{99B4D297-5449-4B07-983C-78CD4F65E8A8}"/>
              </a:ext>
            </a:extLst>
          </p:cNvPr>
          <p:cNvSpPr>
            <a:spLocks noGrp="1"/>
          </p:cNvSpPr>
          <p:nvPr>
            <p:ph type="body" sz="quarter" idx="17"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Tree>
    <p:extLst>
      <p:ext uri="{BB962C8B-B14F-4D97-AF65-F5344CB8AC3E}">
        <p14:creationId xmlns:p14="http://schemas.microsoft.com/office/powerpoint/2010/main" val="296700867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nly title | black">
    <p:bg>
      <p:bgPr>
        <a:solidFill>
          <a:schemeClr val="tx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56A723A-8C8F-4B48-958B-869A9D0E9F7E}"/>
              </a:ext>
            </a:extLst>
          </p:cNvPr>
          <p:cNvSpPr>
            <a:spLocks noGrp="1"/>
          </p:cNvSpPr>
          <p:nvPr>
            <p:ph type="dt" sz="half" idx="10"/>
          </p:nvPr>
        </p:nvSpPr>
        <p:spPr bwMode="gray"/>
        <p:txBody>
          <a:bodyPr/>
          <a:lstStyle>
            <a:lvl1pPr>
              <a:defRPr>
                <a:solidFill>
                  <a:schemeClr val="bg1"/>
                </a:solidFill>
              </a:defRPr>
            </a:lvl1pPr>
          </a:lstStyle>
          <a:p>
            <a:endParaRPr lang="en-US"/>
          </a:p>
        </p:txBody>
      </p:sp>
      <p:sp>
        <p:nvSpPr>
          <p:cNvPr id="4" name="Fußzeilenplatzhalter 3">
            <a:extLst>
              <a:ext uri="{FF2B5EF4-FFF2-40B4-BE49-F238E27FC236}">
                <a16:creationId xmlns:a16="http://schemas.microsoft.com/office/drawing/2014/main" id="{77DAC12A-825B-46FB-8AB7-F28AA9CA63E7}"/>
              </a:ext>
            </a:extLst>
          </p:cNvPr>
          <p:cNvSpPr>
            <a:spLocks noGrp="1"/>
          </p:cNvSpPr>
          <p:nvPr>
            <p:ph type="ftr" sz="quarter" idx="11"/>
          </p:nvPr>
        </p:nvSpPr>
        <p:spPr bwMode="gray"/>
        <p:txBody>
          <a:bodyPr/>
          <a:lstStyle>
            <a:lvl1pPr>
              <a:defRPr>
                <a:solidFill>
                  <a:schemeClr val="bg1"/>
                </a:solidFill>
              </a:defRPr>
            </a:lvl1pPr>
          </a:lstStyle>
          <a:p>
            <a:r>
              <a:rPr lang="en-US"/>
              <a:t>GLOBAL CREDENTIALS</a:t>
            </a:r>
          </a:p>
        </p:txBody>
      </p:sp>
      <p:sp>
        <p:nvSpPr>
          <p:cNvPr id="6" name="Titel 5">
            <a:extLst>
              <a:ext uri="{FF2B5EF4-FFF2-40B4-BE49-F238E27FC236}">
                <a16:creationId xmlns:a16="http://schemas.microsoft.com/office/drawing/2014/main" id="{337A71DD-C27C-406E-9EF4-396C740E09B3}"/>
              </a:ext>
            </a:extLst>
          </p:cNvPr>
          <p:cNvSpPr>
            <a:spLocks noGrp="1"/>
          </p:cNvSpPr>
          <p:nvPr>
            <p:ph type="title" hasCustomPrompt="1"/>
          </p:nvPr>
        </p:nvSpPr>
        <p:spPr/>
        <p:txBody>
          <a:bodyPr/>
          <a:lstStyle>
            <a:lvl1pPr>
              <a:defRPr>
                <a:solidFill>
                  <a:schemeClr val="bg1"/>
                </a:solidFill>
              </a:defRPr>
            </a:lvl1pPr>
          </a:lstStyle>
          <a:p>
            <a:r>
              <a:rPr lang="en-US"/>
              <a:t>Headline, Arial Bold, </a:t>
            </a:r>
            <a:br>
              <a:rPr lang="en-US"/>
            </a:br>
            <a:r>
              <a:rPr lang="en-US"/>
              <a:t>24 PT, Max 2 Lines</a:t>
            </a:r>
          </a:p>
        </p:txBody>
      </p:sp>
      <p:sp>
        <p:nvSpPr>
          <p:cNvPr id="15" name="Textplatzhalter 3">
            <a:extLst>
              <a:ext uri="{FF2B5EF4-FFF2-40B4-BE49-F238E27FC236}">
                <a16:creationId xmlns:a16="http://schemas.microsoft.com/office/drawing/2014/main" id="{48CA78E9-EF28-45D9-855B-92FBE533E4ED}"/>
              </a:ext>
            </a:extLst>
          </p:cNvPr>
          <p:cNvSpPr>
            <a:spLocks noGrp="1"/>
          </p:cNvSpPr>
          <p:nvPr>
            <p:ph type="body" sz="quarter" idx="17" hasCustomPrompt="1"/>
          </p:nvPr>
        </p:nvSpPr>
        <p:spPr bwMode="white">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Tree>
    <p:extLst>
      <p:ext uri="{BB962C8B-B14F-4D97-AF65-F5344CB8AC3E}">
        <p14:creationId xmlns:p14="http://schemas.microsoft.com/office/powerpoint/2010/main" val="41191635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Only title | color">
    <p:bg>
      <p:bgPr>
        <a:solidFill>
          <a:schemeClr val="bg2"/>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4C5CECE5-B948-481A-AA82-46BD7202A473}"/>
              </a:ext>
            </a:extLst>
          </p:cNvPr>
          <p:cNvSpPr>
            <a:spLocks noGrp="1"/>
          </p:cNvSpPr>
          <p:nvPr>
            <p:ph type="dt" sz="half" idx="10"/>
          </p:nvPr>
        </p:nvSpPr>
        <p:spPr bwMode="gray"/>
        <p:txBody>
          <a:bodyPr/>
          <a:lstStyle>
            <a:lvl1pPr>
              <a:defRPr>
                <a:solidFill>
                  <a:schemeClr val="bg1"/>
                </a:solidFill>
              </a:defRPr>
            </a:lvl1pPr>
          </a:lstStyle>
          <a:p>
            <a:endParaRPr lang="en-US"/>
          </a:p>
        </p:txBody>
      </p:sp>
      <p:sp>
        <p:nvSpPr>
          <p:cNvPr id="4" name="Fußzeilenplatzhalter 3">
            <a:extLst>
              <a:ext uri="{FF2B5EF4-FFF2-40B4-BE49-F238E27FC236}">
                <a16:creationId xmlns:a16="http://schemas.microsoft.com/office/drawing/2014/main" id="{385AC280-20DF-4F2E-9FA4-B1B3A1F935A4}"/>
              </a:ext>
            </a:extLst>
          </p:cNvPr>
          <p:cNvSpPr>
            <a:spLocks noGrp="1"/>
          </p:cNvSpPr>
          <p:nvPr>
            <p:ph type="ftr" sz="quarter" idx="11"/>
          </p:nvPr>
        </p:nvSpPr>
        <p:spPr bwMode="gray"/>
        <p:txBody>
          <a:bodyPr/>
          <a:lstStyle>
            <a:lvl1pPr>
              <a:defRPr>
                <a:solidFill>
                  <a:schemeClr val="bg1"/>
                </a:solidFill>
              </a:defRPr>
            </a:lvl1pPr>
          </a:lstStyle>
          <a:p>
            <a:r>
              <a:rPr lang="en-US"/>
              <a:t>GLOBAL CREDENTIALS</a:t>
            </a:r>
          </a:p>
        </p:txBody>
      </p:sp>
      <p:sp>
        <p:nvSpPr>
          <p:cNvPr id="6" name="Titel 5">
            <a:extLst>
              <a:ext uri="{FF2B5EF4-FFF2-40B4-BE49-F238E27FC236}">
                <a16:creationId xmlns:a16="http://schemas.microsoft.com/office/drawing/2014/main" id="{E7D5C809-6B1E-40F8-9F98-675201C37B4C}"/>
              </a:ext>
            </a:extLst>
          </p:cNvPr>
          <p:cNvSpPr>
            <a:spLocks noGrp="1"/>
          </p:cNvSpPr>
          <p:nvPr>
            <p:ph type="title" hasCustomPrompt="1"/>
          </p:nvPr>
        </p:nvSpPr>
        <p:spPr/>
        <p:txBody>
          <a:bodyPr/>
          <a:lstStyle>
            <a:lvl1pPr>
              <a:defRPr>
                <a:solidFill>
                  <a:schemeClr val="bg1"/>
                </a:solidFill>
              </a:defRPr>
            </a:lvl1pPr>
          </a:lstStyle>
          <a:p>
            <a:r>
              <a:rPr lang="en-US"/>
              <a:t>Headline, Arial Bold, </a:t>
            </a:r>
            <a:br>
              <a:rPr lang="en-US"/>
            </a:br>
            <a:r>
              <a:rPr lang="en-US"/>
              <a:t>24 PT, Max 2 Lines</a:t>
            </a:r>
          </a:p>
        </p:txBody>
      </p:sp>
      <p:sp>
        <p:nvSpPr>
          <p:cNvPr id="19" name="Textplatzhalter 3">
            <a:extLst>
              <a:ext uri="{FF2B5EF4-FFF2-40B4-BE49-F238E27FC236}">
                <a16:creationId xmlns:a16="http://schemas.microsoft.com/office/drawing/2014/main" id="{957C1FB4-F410-44EE-8554-AE8E73C7D9DB}"/>
              </a:ext>
            </a:extLst>
          </p:cNvPr>
          <p:cNvSpPr>
            <a:spLocks noGrp="1"/>
          </p:cNvSpPr>
          <p:nvPr>
            <p:ph type="body" sz="quarter" idx="17"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1"/>
                </a:solidFill>
                <a:latin typeface="+mj-lt"/>
              </a:defRPr>
            </a:lvl1pPr>
            <a:lvl2pPr marL="0" indent="0">
              <a:lnSpc>
                <a:spcPct val="100000"/>
              </a:lnSpc>
              <a:spcBef>
                <a:spcPts val="0"/>
              </a:spcBef>
              <a:buNone/>
              <a:defRPr b="1" cap="all" spc="30" baseline="0">
                <a:solidFill>
                  <a:schemeClr val="bg1"/>
                </a:solidFill>
                <a:latin typeface="+mj-lt"/>
              </a:defRPr>
            </a:lvl2pPr>
            <a:lvl3pPr marL="0" indent="0">
              <a:lnSpc>
                <a:spcPct val="100000"/>
              </a:lnSpc>
              <a:spcBef>
                <a:spcPts val="0"/>
              </a:spcBef>
              <a:buNone/>
              <a:defRPr b="1" cap="all" spc="30" baseline="0">
                <a:solidFill>
                  <a:schemeClr val="bg1"/>
                </a:solidFill>
                <a:latin typeface="+mj-lt"/>
              </a:defRPr>
            </a:lvl3pPr>
            <a:lvl4pPr marL="0" indent="0">
              <a:lnSpc>
                <a:spcPct val="100000"/>
              </a:lnSpc>
              <a:spcBef>
                <a:spcPts val="0"/>
              </a:spcBef>
              <a:buNone/>
              <a:defRPr b="1" cap="all" spc="30" baseline="0">
                <a:solidFill>
                  <a:schemeClr val="bg1"/>
                </a:solidFill>
                <a:latin typeface="+mj-lt"/>
              </a:defRPr>
            </a:lvl4pPr>
            <a:lvl5pPr marL="0" indent="0">
              <a:lnSpc>
                <a:spcPct val="100000"/>
              </a:lnSpc>
              <a:spcBef>
                <a:spcPts val="0"/>
              </a:spcBef>
              <a:buNone/>
              <a:defRPr b="1" cap="all" spc="30" baseline="0">
                <a:solidFill>
                  <a:schemeClr val="bg1"/>
                </a:solidFill>
                <a:latin typeface="+mj-lt"/>
              </a:defRPr>
            </a:lvl5pPr>
            <a:lvl6pPr marL="0" indent="0">
              <a:lnSpc>
                <a:spcPct val="100000"/>
              </a:lnSpc>
              <a:spcBef>
                <a:spcPts val="0"/>
              </a:spcBef>
              <a:buNone/>
              <a:defRPr b="1" cap="all" spc="30" baseline="0">
                <a:solidFill>
                  <a:schemeClr val="bg1"/>
                </a:solidFill>
                <a:latin typeface="+mj-lt"/>
              </a:defRPr>
            </a:lvl6pPr>
            <a:lvl7pPr marL="0" indent="0">
              <a:lnSpc>
                <a:spcPct val="100000"/>
              </a:lnSpc>
              <a:spcBef>
                <a:spcPts val="0"/>
              </a:spcBef>
              <a:buNone/>
              <a:defRPr b="1" cap="all" spc="30" baseline="0">
                <a:solidFill>
                  <a:schemeClr val="bg1"/>
                </a:solidFill>
                <a:latin typeface="+mj-lt"/>
              </a:defRPr>
            </a:lvl7pPr>
            <a:lvl8pPr marL="0" indent="0">
              <a:lnSpc>
                <a:spcPct val="100000"/>
              </a:lnSpc>
              <a:spcBef>
                <a:spcPts val="0"/>
              </a:spcBef>
              <a:buNone/>
              <a:defRPr b="1" cap="all" spc="30" baseline="0">
                <a:solidFill>
                  <a:schemeClr val="bg1"/>
                </a:solidFill>
                <a:latin typeface="+mj-lt"/>
              </a:defRPr>
            </a:lvl8pPr>
            <a:lvl9pPr marL="0" indent="0">
              <a:lnSpc>
                <a:spcPct val="100000"/>
              </a:lnSpc>
              <a:spcBef>
                <a:spcPts val="0"/>
              </a:spcBef>
              <a:buNone/>
              <a:defRPr b="1" cap="all" spc="30" baseline="0">
                <a:solidFill>
                  <a:schemeClr val="bg1"/>
                </a:solidFill>
                <a:latin typeface="+mj-lt"/>
              </a:defRPr>
            </a:lvl9pPr>
          </a:lstStyle>
          <a:p>
            <a:r>
              <a:rPr lang="en-US"/>
              <a:t>Optional Subline, Arial Bold, 14 PT, Max 1 Line</a:t>
            </a:r>
          </a:p>
        </p:txBody>
      </p:sp>
      <p:sp>
        <p:nvSpPr>
          <p:cNvPr id="2" name="Grafik 3">
            <a:extLst>
              <a:ext uri="{FF2B5EF4-FFF2-40B4-BE49-F238E27FC236}">
                <a16:creationId xmlns:a16="http://schemas.microsoft.com/office/drawing/2014/main" id="{82D04E11-31B8-4180-9F2E-E05201026E04}"/>
              </a:ext>
            </a:extLst>
          </p:cNvPr>
          <p:cNvSpPr/>
          <p:nvPr userDrawn="1"/>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7" name="Grafik 3">
            <a:extLst>
              <a:ext uri="{FF2B5EF4-FFF2-40B4-BE49-F238E27FC236}">
                <a16:creationId xmlns:a16="http://schemas.microsoft.com/office/drawing/2014/main" id="{5BE905D9-B8F9-430D-B2F4-E7B5A3A59CD1}"/>
              </a:ext>
            </a:extLst>
          </p:cNvPr>
          <p:cNvSpPr/>
          <p:nvPr userDrawn="1"/>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413367400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9E12C890-0851-45B5-957E-312007C751A2}"/>
              </a:ext>
            </a:extLst>
          </p:cNvPr>
          <p:cNvSpPr>
            <a:spLocks noGrp="1"/>
          </p:cNvSpPr>
          <p:nvPr>
            <p:ph type="dt" sz="half" idx="10"/>
          </p:nvPr>
        </p:nvSpPr>
        <p:spPr bwMode="gray"/>
        <p:txBody>
          <a:bodyPr/>
          <a:lstStyle/>
          <a:p>
            <a:endParaRPr lang="en-US"/>
          </a:p>
        </p:txBody>
      </p:sp>
      <p:sp>
        <p:nvSpPr>
          <p:cNvPr id="8" name="Fußzeilenplatzhalter 7">
            <a:extLst>
              <a:ext uri="{FF2B5EF4-FFF2-40B4-BE49-F238E27FC236}">
                <a16:creationId xmlns:a16="http://schemas.microsoft.com/office/drawing/2014/main" id="{B905894F-990B-4E89-BF9F-44AF6D2249D9}"/>
              </a:ext>
            </a:extLst>
          </p:cNvPr>
          <p:cNvSpPr>
            <a:spLocks noGrp="1"/>
          </p:cNvSpPr>
          <p:nvPr>
            <p:ph type="ftr" sz="quarter" idx="11"/>
          </p:nvPr>
        </p:nvSpPr>
        <p:spPr bwMode="gray"/>
        <p:txBody>
          <a:bodyPr/>
          <a:lstStyle/>
          <a:p>
            <a:r>
              <a:rPr lang="en-US"/>
              <a:t>GLOBAL CREDENTIALS</a:t>
            </a:r>
          </a:p>
        </p:txBody>
      </p:sp>
    </p:spTree>
    <p:extLst>
      <p:ext uri="{BB962C8B-B14F-4D97-AF65-F5344CB8AC3E}">
        <p14:creationId xmlns:p14="http://schemas.microsoft.com/office/powerpoint/2010/main" val="26296328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Blank | black">
    <p:bg>
      <p:bgPr>
        <a:solidFill>
          <a:schemeClr val="tx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56A723A-8C8F-4B48-958B-869A9D0E9F7E}"/>
              </a:ext>
            </a:extLst>
          </p:cNvPr>
          <p:cNvSpPr>
            <a:spLocks noGrp="1"/>
          </p:cNvSpPr>
          <p:nvPr>
            <p:ph type="dt" sz="half" idx="10"/>
          </p:nvPr>
        </p:nvSpPr>
        <p:spPr bwMode="gray"/>
        <p:txBody>
          <a:bodyPr/>
          <a:lstStyle>
            <a:lvl1pPr>
              <a:defRPr>
                <a:solidFill>
                  <a:schemeClr val="bg1"/>
                </a:solidFill>
              </a:defRPr>
            </a:lvl1pPr>
          </a:lstStyle>
          <a:p>
            <a:endParaRPr lang="en-US"/>
          </a:p>
        </p:txBody>
      </p:sp>
      <p:sp>
        <p:nvSpPr>
          <p:cNvPr id="4" name="Fußzeilenplatzhalter 3">
            <a:extLst>
              <a:ext uri="{FF2B5EF4-FFF2-40B4-BE49-F238E27FC236}">
                <a16:creationId xmlns:a16="http://schemas.microsoft.com/office/drawing/2014/main" id="{77DAC12A-825B-46FB-8AB7-F28AA9CA63E7}"/>
              </a:ext>
            </a:extLst>
          </p:cNvPr>
          <p:cNvSpPr>
            <a:spLocks noGrp="1"/>
          </p:cNvSpPr>
          <p:nvPr>
            <p:ph type="ftr" sz="quarter" idx="11"/>
          </p:nvPr>
        </p:nvSpPr>
        <p:spPr bwMode="gray"/>
        <p:txBody>
          <a:bodyPr/>
          <a:lstStyle>
            <a:lvl1pPr>
              <a:defRPr>
                <a:solidFill>
                  <a:schemeClr val="bg1"/>
                </a:solidFill>
              </a:defRPr>
            </a:lvl1pPr>
          </a:lstStyle>
          <a:p>
            <a:r>
              <a:rPr lang="en-US"/>
              <a:t>GLOBAL CREDENTIALS</a:t>
            </a:r>
          </a:p>
        </p:txBody>
      </p:sp>
    </p:spTree>
    <p:extLst>
      <p:ext uri="{BB962C8B-B14F-4D97-AF65-F5344CB8AC3E}">
        <p14:creationId xmlns:p14="http://schemas.microsoft.com/office/powerpoint/2010/main" val="18881746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Blank | color">
    <p:bg>
      <p:bgPr>
        <a:solidFill>
          <a:schemeClr val="bg2"/>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4C5CECE5-B948-481A-AA82-46BD7202A473}"/>
              </a:ext>
            </a:extLst>
          </p:cNvPr>
          <p:cNvSpPr>
            <a:spLocks noGrp="1"/>
          </p:cNvSpPr>
          <p:nvPr>
            <p:ph type="dt" sz="half" idx="10"/>
          </p:nvPr>
        </p:nvSpPr>
        <p:spPr bwMode="gray"/>
        <p:txBody>
          <a:bodyPr/>
          <a:lstStyle>
            <a:lvl1pPr>
              <a:defRPr>
                <a:solidFill>
                  <a:schemeClr val="bg1"/>
                </a:solidFill>
              </a:defRPr>
            </a:lvl1pPr>
          </a:lstStyle>
          <a:p>
            <a:endParaRPr lang="en-US"/>
          </a:p>
        </p:txBody>
      </p:sp>
      <p:sp>
        <p:nvSpPr>
          <p:cNvPr id="4" name="Fußzeilenplatzhalter 3">
            <a:extLst>
              <a:ext uri="{FF2B5EF4-FFF2-40B4-BE49-F238E27FC236}">
                <a16:creationId xmlns:a16="http://schemas.microsoft.com/office/drawing/2014/main" id="{385AC280-20DF-4F2E-9FA4-B1B3A1F935A4}"/>
              </a:ext>
            </a:extLst>
          </p:cNvPr>
          <p:cNvSpPr>
            <a:spLocks noGrp="1"/>
          </p:cNvSpPr>
          <p:nvPr>
            <p:ph type="ftr" sz="quarter" idx="11"/>
          </p:nvPr>
        </p:nvSpPr>
        <p:spPr bwMode="gray"/>
        <p:txBody>
          <a:bodyPr/>
          <a:lstStyle>
            <a:lvl1pPr>
              <a:defRPr>
                <a:solidFill>
                  <a:schemeClr val="bg1"/>
                </a:solidFill>
              </a:defRPr>
            </a:lvl1pPr>
          </a:lstStyle>
          <a:p>
            <a:r>
              <a:rPr lang="en-US"/>
              <a:t>GLOBAL CREDENTIALS</a:t>
            </a:r>
          </a:p>
        </p:txBody>
      </p:sp>
      <p:sp>
        <p:nvSpPr>
          <p:cNvPr id="2" name="Grafik 3">
            <a:extLst>
              <a:ext uri="{FF2B5EF4-FFF2-40B4-BE49-F238E27FC236}">
                <a16:creationId xmlns:a16="http://schemas.microsoft.com/office/drawing/2014/main" id="{82D04E11-31B8-4180-9F2E-E05201026E04}"/>
              </a:ext>
            </a:extLst>
          </p:cNvPr>
          <p:cNvSpPr/>
          <p:nvPr userDrawn="1"/>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7" name="Grafik 3">
            <a:extLst>
              <a:ext uri="{FF2B5EF4-FFF2-40B4-BE49-F238E27FC236}">
                <a16:creationId xmlns:a16="http://schemas.microsoft.com/office/drawing/2014/main" id="{5BE905D9-B8F9-430D-B2F4-E7B5A3A59CD1}"/>
              </a:ext>
            </a:extLst>
          </p:cNvPr>
          <p:cNvSpPr/>
          <p:nvPr userDrawn="1"/>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31695881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all to ac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628800"/>
            <a:ext cx="5371323" cy="1728763"/>
          </a:xfrm>
        </p:spPr>
        <p:txBody>
          <a:bodyPr anchor="b"/>
          <a:lstStyle>
            <a:lvl1pPr>
              <a:defRPr sz="4000"/>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GLOBAL CREDENTIALS</a:t>
            </a:r>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a:xfrm>
            <a:off x="5547963" y="3789040"/>
            <a:ext cx="5372449" cy="2448248"/>
          </a:xfrm>
        </p:spPr>
        <p:txBody>
          <a:body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a:xfrm>
            <a:off x="3143250" y="2636912"/>
            <a:ext cx="2090069" cy="720080"/>
          </a:xfrm>
        </p:spPr>
        <p:txBody>
          <a:bodyPr bIns="72000" anchor="b"/>
          <a:lstStyle>
            <a:lvl1pPr marL="0" indent="0" algn="r">
              <a:lnSpc>
                <a:spcPct val="100000"/>
              </a:lnSpc>
              <a:spcBef>
                <a:spcPts val="0"/>
              </a:spcBef>
              <a:buFont typeface="Arial" panose="020B0604020202020204" pitchFamily="34" charset="0"/>
              <a:buNone/>
              <a:defRPr b="1" cap="all" spc="30" baseline="0">
                <a:solidFill>
                  <a:schemeClr val="bg2"/>
                </a:solidFill>
                <a:latin typeface="+mn-lt"/>
              </a:defRPr>
            </a:lvl1pPr>
            <a:lvl2pPr marL="0" indent="0" algn="r">
              <a:lnSpc>
                <a:spcPct val="100000"/>
              </a:lnSpc>
              <a:spcBef>
                <a:spcPts val="0"/>
              </a:spcBef>
              <a:buNone/>
              <a:defRPr b="1" cap="all" spc="30" baseline="0">
                <a:solidFill>
                  <a:schemeClr val="bg2"/>
                </a:solidFill>
                <a:latin typeface="+mn-lt"/>
              </a:defRPr>
            </a:lvl2pPr>
            <a:lvl3pPr marL="0" indent="0" algn="r">
              <a:lnSpc>
                <a:spcPct val="100000"/>
              </a:lnSpc>
              <a:spcBef>
                <a:spcPts val="0"/>
              </a:spcBef>
              <a:buNone/>
              <a:defRPr b="1" cap="all" spc="30" baseline="0">
                <a:solidFill>
                  <a:schemeClr val="bg2"/>
                </a:solidFill>
                <a:latin typeface="+mn-lt"/>
              </a:defRPr>
            </a:lvl3pPr>
            <a:lvl4pPr marL="0" indent="0" algn="r">
              <a:lnSpc>
                <a:spcPct val="100000"/>
              </a:lnSpc>
              <a:spcBef>
                <a:spcPts val="0"/>
              </a:spcBef>
              <a:buNone/>
              <a:defRPr b="1" cap="all" spc="30" baseline="0">
                <a:solidFill>
                  <a:schemeClr val="bg2"/>
                </a:solidFill>
                <a:latin typeface="+mn-lt"/>
              </a:defRPr>
            </a:lvl4pPr>
            <a:lvl5pPr marL="0" indent="0" algn="r">
              <a:lnSpc>
                <a:spcPct val="100000"/>
              </a:lnSpc>
              <a:spcBef>
                <a:spcPts val="0"/>
              </a:spcBef>
              <a:buNone/>
              <a:defRPr b="1" cap="all" spc="30" baseline="0">
                <a:solidFill>
                  <a:schemeClr val="bg2"/>
                </a:solidFill>
                <a:latin typeface="+mn-lt"/>
              </a:defRPr>
            </a:lvl5pPr>
            <a:lvl6pPr marL="0" indent="0" algn="r">
              <a:lnSpc>
                <a:spcPct val="100000"/>
              </a:lnSpc>
              <a:spcBef>
                <a:spcPts val="0"/>
              </a:spcBef>
              <a:buNone/>
              <a:defRPr b="1" cap="all" spc="30" baseline="0">
                <a:solidFill>
                  <a:schemeClr val="bg2"/>
                </a:solidFill>
                <a:latin typeface="+mn-lt"/>
              </a:defRPr>
            </a:lvl6pPr>
            <a:lvl7pPr marL="0" indent="0" algn="r">
              <a:lnSpc>
                <a:spcPct val="100000"/>
              </a:lnSpc>
              <a:spcBef>
                <a:spcPts val="0"/>
              </a:spcBef>
              <a:buNone/>
              <a:defRPr b="1" cap="all" spc="30" baseline="0">
                <a:solidFill>
                  <a:schemeClr val="bg2"/>
                </a:solidFill>
                <a:latin typeface="+mn-lt"/>
              </a:defRPr>
            </a:lvl7pPr>
            <a:lvl8pPr marL="0" indent="0" algn="r">
              <a:lnSpc>
                <a:spcPct val="100000"/>
              </a:lnSpc>
              <a:spcBef>
                <a:spcPts val="0"/>
              </a:spcBef>
              <a:buNone/>
              <a:defRPr b="1" cap="all" spc="30" baseline="0">
                <a:solidFill>
                  <a:schemeClr val="bg2"/>
                </a:solidFill>
                <a:latin typeface="+mn-lt"/>
              </a:defRPr>
            </a:lvl8pPr>
            <a:lvl9pPr marL="0" indent="0" algn="r">
              <a:lnSpc>
                <a:spcPct val="100000"/>
              </a:lnSpc>
              <a:spcBef>
                <a:spcPts val="0"/>
              </a:spcBef>
              <a:buNone/>
              <a:defRPr b="1" cap="all" spc="30" baseline="0">
                <a:solidFill>
                  <a:schemeClr val="bg2"/>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Tree>
    <p:extLst>
      <p:ext uri="{BB962C8B-B14F-4D97-AF65-F5344CB8AC3E}">
        <p14:creationId xmlns:p14="http://schemas.microsoft.com/office/powerpoint/2010/main" val="8613817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all to action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628800"/>
            <a:ext cx="5371323" cy="1728763"/>
          </a:xfrm>
        </p:spPr>
        <p:txBody>
          <a:bodyPr anchor="b"/>
          <a:lstStyle>
            <a:lvl1pPr>
              <a:defRPr sz="4000">
                <a:solidFill>
                  <a:schemeClr val="bg1"/>
                </a:solidFill>
              </a:defRPr>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lvl1pPr>
              <a:defRPr>
                <a:solidFill>
                  <a:schemeClr val="bg1"/>
                </a:solidFill>
              </a:defRPr>
            </a:lvl1pPr>
          </a:lstStyle>
          <a:p>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lvl1pPr>
              <a:defRPr>
                <a:solidFill>
                  <a:schemeClr val="bg1"/>
                </a:solidFill>
              </a:defRPr>
            </a:lvl1pPr>
          </a:lstStyle>
          <a:p>
            <a:r>
              <a:rPr lang="en-US"/>
              <a:t>GLOBAL CREDENTIALS</a:t>
            </a:r>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bwMode="white">
          <a:xfrm>
            <a:off x="5547963" y="3789040"/>
            <a:ext cx="5372449" cy="244824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bwMode="white">
          <a:xfrm>
            <a:off x="3143250" y="2636912"/>
            <a:ext cx="2090069" cy="720080"/>
          </a:xfrm>
        </p:spPr>
        <p:txBody>
          <a:bodyPr bIns="72000" anchor="b"/>
          <a:lstStyle>
            <a:lvl1pPr marL="0" indent="0" algn="r">
              <a:lnSpc>
                <a:spcPct val="100000"/>
              </a:lnSpc>
              <a:spcBef>
                <a:spcPts val="0"/>
              </a:spcBef>
              <a:buFont typeface="Arial" panose="020B0604020202020204" pitchFamily="34" charset="0"/>
              <a:buNone/>
              <a:defRPr b="1" cap="all" spc="30" baseline="0">
                <a:solidFill>
                  <a:schemeClr val="bg2"/>
                </a:solidFill>
                <a:latin typeface="+mn-lt"/>
              </a:defRPr>
            </a:lvl1pPr>
            <a:lvl2pPr marL="0" indent="0" algn="r">
              <a:lnSpc>
                <a:spcPct val="100000"/>
              </a:lnSpc>
              <a:spcBef>
                <a:spcPts val="0"/>
              </a:spcBef>
              <a:buNone/>
              <a:defRPr b="1" cap="all" spc="30" baseline="0">
                <a:solidFill>
                  <a:schemeClr val="bg2"/>
                </a:solidFill>
                <a:latin typeface="+mn-lt"/>
              </a:defRPr>
            </a:lvl2pPr>
            <a:lvl3pPr marL="0" indent="0" algn="r">
              <a:lnSpc>
                <a:spcPct val="100000"/>
              </a:lnSpc>
              <a:spcBef>
                <a:spcPts val="0"/>
              </a:spcBef>
              <a:buNone/>
              <a:defRPr b="1" cap="all" spc="30" baseline="0">
                <a:solidFill>
                  <a:schemeClr val="bg2"/>
                </a:solidFill>
                <a:latin typeface="+mn-lt"/>
              </a:defRPr>
            </a:lvl3pPr>
            <a:lvl4pPr marL="0" indent="0" algn="r">
              <a:lnSpc>
                <a:spcPct val="100000"/>
              </a:lnSpc>
              <a:spcBef>
                <a:spcPts val="0"/>
              </a:spcBef>
              <a:buNone/>
              <a:defRPr b="1" cap="all" spc="30" baseline="0">
                <a:solidFill>
                  <a:schemeClr val="bg2"/>
                </a:solidFill>
                <a:latin typeface="+mn-lt"/>
              </a:defRPr>
            </a:lvl4pPr>
            <a:lvl5pPr marL="0" indent="0" algn="r">
              <a:lnSpc>
                <a:spcPct val="100000"/>
              </a:lnSpc>
              <a:spcBef>
                <a:spcPts val="0"/>
              </a:spcBef>
              <a:buNone/>
              <a:defRPr b="1" cap="all" spc="30" baseline="0">
                <a:solidFill>
                  <a:schemeClr val="bg2"/>
                </a:solidFill>
                <a:latin typeface="+mn-lt"/>
              </a:defRPr>
            </a:lvl5pPr>
            <a:lvl6pPr marL="0" indent="0" algn="r">
              <a:lnSpc>
                <a:spcPct val="100000"/>
              </a:lnSpc>
              <a:spcBef>
                <a:spcPts val="0"/>
              </a:spcBef>
              <a:buNone/>
              <a:defRPr b="1" cap="all" spc="30" baseline="0">
                <a:solidFill>
                  <a:schemeClr val="bg2"/>
                </a:solidFill>
                <a:latin typeface="+mn-lt"/>
              </a:defRPr>
            </a:lvl6pPr>
            <a:lvl7pPr marL="0" indent="0" algn="r">
              <a:lnSpc>
                <a:spcPct val="100000"/>
              </a:lnSpc>
              <a:spcBef>
                <a:spcPts val="0"/>
              </a:spcBef>
              <a:buNone/>
              <a:defRPr b="1" cap="all" spc="30" baseline="0">
                <a:solidFill>
                  <a:schemeClr val="bg2"/>
                </a:solidFill>
                <a:latin typeface="+mn-lt"/>
              </a:defRPr>
            </a:lvl7pPr>
            <a:lvl8pPr marL="0" indent="0" algn="r">
              <a:lnSpc>
                <a:spcPct val="100000"/>
              </a:lnSpc>
              <a:spcBef>
                <a:spcPts val="0"/>
              </a:spcBef>
              <a:buNone/>
              <a:defRPr b="1" cap="all" spc="30" baseline="0">
                <a:solidFill>
                  <a:schemeClr val="bg2"/>
                </a:solidFill>
                <a:latin typeface="+mn-lt"/>
              </a:defRPr>
            </a:lvl8pPr>
            <a:lvl9pPr marL="0" indent="0" algn="r">
              <a:lnSpc>
                <a:spcPct val="100000"/>
              </a:lnSpc>
              <a:spcBef>
                <a:spcPts val="0"/>
              </a:spcBef>
              <a:buNone/>
              <a:defRPr b="1" cap="all" spc="30" baseline="0">
                <a:solidFill>
                  <a:schemeClr val="bg2"/>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Tree>
    <p:extLst>
      <p:ext uri="{BB962C8B-B14F-4D97-AF65-F5344CB8AC3E}">
        <p14:creationId xmlns:p14="http://schemas.microsoft.com/office/powerpoint/2010/main" val="27512342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all to action | color">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628800"/>
            <a:ext cx="5371323" cy="1728763"/>
          </a:xfrm>
        </p:spPr>
        <p:txBody>
          <a:bodyPr anchor="b"/>
          <a:lstStyle>
            <a:lvl1pPr>
              <a:defRPr sz="4000">
                <a:solidFill>
                  <a:schemeClr val="bg1"/>
                </a:solidFill>
              </a:defRPr>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lvl1pPr>
              <a:defRPr>
                <a:solidFill>
                  <a:schemeClr val="bg1"/>
                </a:solidFill>
              </a:defRPr>
            </a:lvl1pPr>
          </a:lstStyle>
          <a:p>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lvl1pPr>
              <a:defRPr>
                <a:solidFill>
                  <a:schemeClr val="bg1"/>
                </a:solidFill>
              </a:defRPr>
            </a:lvl1pPr>
          </a:lstStyle>
          <a:p>
            <a:r>
              <a:rPr lang="en-US"/>
              <a:t>GLOBAL CREDENTIALS</a:t>
            </a:r>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a:xfrm>
            <a:off x="5547963" y="3789040"/>
            <a:ext cx="5372449" cy="2448248"/>
          </a:xfrm>
        </p:spPr>
        <p:txBody>
          <a:bodyPr/>
          <a:lstStyle>
            <a:lvl1pPr>
              <a:defRPr>
                <a:solidFill>
                  <a:schemeClr val="bg1"/>
                </a:solidFill>
              </a:defRPr>
            </a:lvl1pPr>
            <a:lvl2pPr>
              <a:buClr>
                <a:schemeClr val="bg1"/>
              </a:buClr>
              <a:defRPr>
                <a:solidFill>
                  <a:schemeClr val="bg1"/>
                </a:solidFill>
              </a:defRPr>
            </a:lvl2pPr>
            <a:lvl3pPr>
              <a:buClrTx/>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a:xfrm>
            <a:off x="3143250" y="2636912"/>
            <a:ext cx="2090069" cy="720080"/>
          </a:xfrm>
        </p:spPr>
        <p:txBody>
          <a:bodyPr bIns="72000" anchor="b"/>
          <a:lstStyle>
            <a:lvl1pPr marL="0" indent="0" algn="r">
              <a:lnSpc>
                <a:spcPct val="100000"/>
              </a:lnSpc>
              <a:spcBef>
                <a:spcPts val="0"/>
              </a:spcBef>
              <a:buFont typeface="Arial" panose="020B0604020202020204" pitchFamily="34" charset="0"/>
              <a:buNone/>
              <a:defRPr b="1" cap="all" spc="30" baseline="0">
                <a:solidFill>
                  <a:schemeClr val="bg1"/>
                </a:solidFill>
                <a:latin typeface="+mn-lt"/>
              </a:defRPr>
            </a:lvl1pPr>
            <a:lvl2pPr marL="0" indent="0" algn="r">
              <a:lnSpc>
                <a:spcPct val="100000"/>
              </a:lnSpc>
              <a:spcBef>
                <a:spcPts val="0"/>
              </a:spcBef>
              <a:buNone/>
              <a:defRPr b="1" cap="all" spc="30" baseline="0">
                <a:solidFill>
                  <a:schemeClr val="bg1"/>
                </a:solidFill>
                <a:latin typeface="+mn-lt"/>
              </a:defRPr>
            </a:lvl2pPr>
            <a:lvl3pPr marL="0" indent="0" algn="r">
              <a:lnSpc>
                <a:spcPct val="100000"/>
              </a:lnSpc>
              <a:spcBef>
                <a:spcPts val="0"/>
              </a:spcBef>
              <a:buNone/>
              <a:defRPr b="1" cap="all" spc="30" baseline="0">
                <a:solidFill>
                  <a:schemeClr val="bg1"/>
                </a:solidFill>
                <a:latin typeface="+mn-lt"/>
              </a:defRPr>
            </a:lvl3pPr>
            <a:lvl4pPr marL="0" indent="0" algn="r">
              <a:lnSpc>
                <a:spcPct val="100000"/>
              </a:lnSpc>
              <a:spcBef>
                <a:spcPts val="0"/>
              </a:spcBef>
              <a:buNone/>
              <a:defRPr b="1" cap="all" spc="30" baseline="0">
                <a:solidFill>
                  <a:schemeClr val="bg1"/>
                </a:solidFill>
                <a:latin typeface="+mn-lt"/>
              </a:defRPr>
            </a:lvl4pPr>
            <a:lvl5pPr marL="0" indent="0" algn="r">
              <a:lnSpc>
                <a:spcPct val="100000"/>
              </a:lnSpc>
              <a:spcBef>
                <a:spcPts val="0"/>
              </a:spcBef>
              <a:buNone/>
              <a:defRPr b="1" cap="all" spc="30" baseline="0">
                <a:solidFill>
                  <a:schemeClr val="bg1"/>
                </a:solidFill>
                <a:latin typeface="+mn-lt"/>
              </a:defRPr>
            </a:lvl5pPr>
            <a:lvl6pPr marL="0" indent="0" algn="r">
              <a:lnSpc>
                <a:spcPct val="100000"/>
              </a:lnSpc>
              <a:spcBef>
                <a:spcPts val="0"/>
              </a:spcBef>
              <a:buNone/>
              <a:defRPr b="1" cap="all" spc="30" baseline="0">
                <a:solidFill>
                  <a:schemeClr val="bg1"/>
                </a:solidFill>
                <a:latin typeface="+mn-lt"/>
              </a:defRPr>
            </a:lvl6pPr>
            <a:lvl7pPr marL="0" indent="0" algn="r">
              <a:lnSpc>
                <a:spcPct val="100000"/>
              </a:lnSpc>
              <a:spcBef>
                <a:spcPts val="0"/>
              </a:spcBef>
              <a:buNone/>
              <a:defRPr b="1" cap="all" spc="30" baseline="0">
                <a:solidFill>
                  <a:schemeClr val="bg1"/>
                </a:solidFill>
                <a:latin typeface="+mn-lt"/>
              </a:defRPr>
            </a:lvl7pPr>
            <a:lvl8pPr marL="0" indent="0" algn="r">
              <a:lnSpc>
                <a:spcPct val="100000"/>
              </a:lnSpc>
              <a:spcBef>
                <a:spcPts val="0"/>
              </a:spcBef>
              <a:buNone/>
              <a:defRPr b="1" cap="all" spc="30" baseline="0">
                <a:solidFill>
                  <a:schemeClr val="bg1"/>
                </a:solidFill>
                <a:latin typeface="+mn-lt"/>
              </a:defRPr>
            </a:lvl8pPr>
            <a:lvl9pPr marL="0" indent="0" algn="r">
              <a:lnSpc>
                <a:spcPct val="100000"/>
              </a:lnSpc>
              <a:spcBef>
                <a:spcPts val="0"/>
              </a:spcBef>
              <a:buNone/>
              <a:defRPr b="1" cap="all" spc="30" baseline="0">
                <a:solidFill>
                  <a:schemeClr val="bg1"/>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3" name="Grafik 3">
            <a:extLst>
              <a:ext uri="{FF2B5EF4-FFF2-40B4-BE49-F238E27FC236}">
                <a16:creationId xmlns:a16="http://schemas.microsoft.com/office/drawing/2014/main" id="{63352F63-A4E4-4899-BC82-D60E0A1424EC}"/>
              </a:ext>
            </a:extLst>
          </p:cNvPr>
          <p:cNvSpPr/>
          <p:nvPr userDrawn="1"/>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4" name="Grafik 3">
            <a:extLst>
              <a:ext uri="{FF2B5EF4-FFF2-40B4-BE49-F238E27FC236}">
                <a16:creationId xmlns:a16="http://schemas.microsoft.com/office/drawing/2014/main" id="{B798796C-840F-48CE-B10E-E0FD978ABB72}"/>
              </a:ext>
            </a:extLst>
          </p:cNvPr>
          <p:cNvSpPr/>
          <p:nvPr userDrawn="1"/>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21605566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tx1"/>
        </a:solidFill>
        <a:effectLst/>
      </p:bgPr>
    </p:bg>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6893CD51-BDC9-4F50-A877-03C7876367E7}"/>
              </a:ext>
            </a:extLst>
          </p:cNvPr>
          <p:cNvSpPr>
            <a:spLocks noGrp="1"/>
          </p:cNvSpPr>
          <p:nvPr>
            <p:ph type="body" sz="quarter" idx="10" hasCustomPrompt="1"/>
          </p:nvPr>
        </p:nvSpPr>
        <p:spPr bwMode="black">
          <a:xfrm>
            <a:off x="624416"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10" name="Textplatzhalter 8">
            <a:extLst>
              <a:ext uri="{FF2B5EF4-FFF2-40B4-BE49-F238E27FC236}">
                <a16:creationId xmlns:a16="http://schemas.microsoft.com/office/drawing/2014/main" id="{C74A980F-D8A8-45BF-83FF-FAFDC411F9E4}"/>
              </a:ext>
            </a:extLst>
          </p:cNvPr>
          <p:cNvSpPr>
            <a:spLocks noGrp="1"/>
          </p:cNvSpPr>
          <p:nvPr>
            <p:ph type="body" sz="quarter" idx="11" hasCustomPrompt="1"/>
          </p:nvPr>
        </p:nvSpPr>
        <p:spPr bwMode="black">
          <a:xfrm>
            <a:off x="624416"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grpSp>
        <p:nvGrpSpPr>
          <p:cNvPr id="33" name="Grafik 22">
            <a:extLst>
              <a:ext uri="{FF2B5EF4-FFF2-40B4-BE49-F238E27FC236}">
                <a16:creationId xmlns:a16="http://schemas.microsoft.com/office/drawing/2014/main" id="{8CB68DFB-EF55-4A6D-9897-AD17654515C4}"/>
              </a:ext>
            </a:extLst>
          </p:cNvPr>
          <p:cNvGrpSpPr/>
          <p:nvPr userDrawn="1"/>
        </p:nvGrpSpPr>
        <p:grpSpPr bwMode="invGray">
          <a:xfrm>
            <a:off x="4512000" y="3140968"/>
            <a:ext cx="3168015" cy="579833"/>
            <a:chOff x="4512000" y="3140968"/>
            <a:chExt cx="3168015" cy="579833"/>
          </a:xfrm>
        </p:grpSpPr>
        <p:grpSp>
          <p:nvGrpSpPr>
            <p:cNvPr id="34" name="Grafik 22">
              <a:extLst>
                <a:ext uri="{FF2B5EF4-FFF2-40B4-BE49-F238E27FC236}">
                  <a16:creationId xmlns:a16="http://schemas.microsoft.com/office/drawing/2014/main" id="{202AC135-CF1E-4AC7-9E5C-1FFFD9FCE973}"/>
                </a:ext>
              </a:extLst>
            </p:cNvPr>
            <p:cNvGrpSpPr/>
            <p:nvPr/>
          </p:nvGrpSpPr>
          <p:grpSpPr bwMode="invGray">
            <a:xfrm>
              <a:off x="4512000" y="3140968"/>
              <a:ext cx="3168015" cy="422409"/>
              <a:chOff x="4512000" y="3140968"/>
              <a:chExt cx="3168015" cy="422409"/>
            </a:xfrm>
            <a:solidFill>
              <a:srgbClr val="FFFFFF"/>
            </a:solidFill>
          </p:grpSpPr>
          <p:sp>
            <p:nvSpPr>
              <p:cNvPr id="36" name="Freihandform: Form 35">
                <a:extLst>
                  <a:ext uri="{FF2B5EF4-FFF2-40B4-BE49-F238E27FC236}">
                    <a16:creationId xmlns:a16="http://schemas.microsoft.com/office/drawing/2014/main" id="{32C37C79-E55A-4866-92EE-E02B48F26AC6}"/>
                  </a:ext>
                </a:extLst>
              </p:cNvPr>
              <p:cNvSpPr/>
              <p:nvPr/>
            </p:nvSpPr>
            <p:spPr bwMode="invGray">
              <a:xfrm>
                <a:off x="4512000" y="3140968"/>
                <a:ext cx="352882" cy="422394"/>
              </a:xfrm>
              <a:custGeom>
                <a:avLst/>
                <a:gdLst>
                  <a:gd name="connsiteX0" fmla="*/ 310768 w 352882"/>
                  <a:gd name="connsiteY0" fmla="*/ 198137 h 422394"/>
                  <a:gd name="connsiteX1" fmla="*/ 196368 w 352882"/>
                  <a:gd name="connsiteY1" fmla="*/ 153851 h 422394"/>
                  <a:gd name="connsiteX2" fmla="*/ 178316 w 352882"/>
                  <a:gd name="connsiteY2" fmla="*/ 150456 h 422394"/>
                  <a:gd name="connsiteX3" fmla="*/ 134139 w 352882"/>
                  <a:gd name="connsiteY3" fmla="*/ 135543 h 422394"/>
                  <a:gd name="connsiteX4" fmla="*/ 123764 w 352882"/>
                  <a:gd name="connsiteY4" fmla="*/ 116635 h 422394"/>
                  <a:gd name="connsiteX5" fmla="*/ 132512 w 352882"/>
                  <a:gd name="connsiteY5" fmla="*/ 98030 h 422394"/>
                  <a:gd name="connsiteX6" fmla="*/ 163632 w 352882"/>
                  <a:gd name="connsiteY6" fmla="*/ 90281 h 422394"/>
                  <a:gd name="connsiteX7" fmla="*/ 206758 w 352882"/>
                  <a:gd name="connsiteY7" fmla="*/ 101745 h 422394"/>
                  <a:gd name="connsiteX8" fmla="*/ 230009 w 352882"/>
                  <a:gd name="connsiteY8" fmla="*/ 131306 h 422394"/>
                  <a:gd name="connsiteX9" fmla="*/ 233047 w 352882"/>
                  <a:gd name="connsiteY9" fmla="*/ 139352 h 422394"/>
                  <a:gd name="connsiteX10" fmla="*/ 338455 w 352882"/>
                  <a:gd name="connsiteY10" fmla="*/ 113179 h 422394"/>
                  <a:gd name="connsiteX11" fmla="*/ 334127 w 352882"/>
                  <a:gd name="connsiteY11" fmla="*/ 102782 h 422394"/>
                  <a:gd name="connsiteX12" fmla="*/ 310208 w 352882"/>
                  <a:gd name="connsiteY12" fmla="*/ 62703 h 422394"/>
                  <a:gd name="connsiteX13" fmla="*/ 273949 w 352882"/>
                  <a:gd name="connsiteY13" fmla="*/ 30035 h 422394"/>
                  <a:gd name="connsiteX14" fmla="*/ 225159 w 352882"/>
                  <a:gd name="connsiteY14" fmla="*/ 7974 h 422394"/>
                  <a:gd name="connsiteX15" fmla="*/ 163632 w 352882"/>
                  <a:gd name="connsiteY15" fmla="*/ 0 h 422394"/>
                  <a:gd name="connsiteX16" fmla="*/ 105772 w 352882"/>
                  <a:gd name="connsiteY16" fmla="*/ 7697 h 422394"/>
                  <a:gd name="connsiteX17" fmla="*/ 58860 w 352882"/>
                  <a:gd name="connsiteY17" fmla="*/ 31053 h 422394"/>
                  <a:gd name="connsiteX18" fmla="*/ 27698 w 352882"/>
                  <a:gd name="connsiteY18" fmla="*/ 69622 h 422394"/>
                  <a:gd name="connsiteX19" fmla="*/ 16606 w 352882"/>
                  <a:gd name="connsiteY19" fmla="*/ 121149 h 422394"/>
                  <a:gd name="connsiteX20" fmla="*/ 27173 w 352882"/>
                  <a:gd name="connsiteY20" fmla="*/ 171295 h 422394"/>
                  <a:gd name="connsiteX21" fmla="*/ 58488 w 352882"/>
                  <a:gd name="connsiteY21" fmla="*/ 208256 h 422394"/>
                  <a:gd name="connsiteX22" fmla="*/ 107541 w 352882"/>
                  <a:gd name="connsiteY22" fmla="*/ 233288 h 422394"/>
                  <a:gd name="connsiteX23" fmla="*/ 172557 w 352882"/>
                  <a:gd name="connsiteY23" fmla="*/ 249988 h 422394"/>
                  <a:gd name="connsiteX24" fmla="*/ 190595 w 352882"/>
                  <a:gd name="connsiteY24" fmla="*/ 253357 h 422394"/>
                  <a:gd name="connsiteX25" fmla="*/ 233990 w 352882"/>
                  <a:gd name="connsiteY25" fmla="*/ 270181 h 422394"/>
                  <a:gd name="connsiteX26" fmla="*/ 245158 w 352882"/>
                  <a:gd name="connsiteY26" fmla="*/ 295066 h 422394"/>
                  <a:gd name="connsiteX27" fmla="*/ 233558 w 352882"/>
                  <a:gd name="connsiteY27" fmla="*/ 320969 h 422394"/>
                  <a:gd name="connsiteX28" fmla="*/ 194591 w 352882"/>
                  <a:gd name="connsiteY28" fmla="*/ 332114 h 422394"/>
                  <a:gd name="connsiteX29" fmla="*/ 139127 w 352882"/>
                  <a:gd name="connsiteY29" fmla="*/ 315542 h 422394"/>
                  <a:gd name="connsiteX30" fmla="*/ 107458 w 352882"/>
                  <a:gd name="connsiteY30" fmla="*/ 271034 h 422394"/>
                  <a:gd name="connsiteX31" fmla="*/ 104547 w 352882"/>
                  <a:gd name="connsiteY31" fmla="*/ 262710 h 422394"/>
                  <a:gd name="connsiteX32" fmla="*/ 0 w 352882"/>
                  <a:gd name="connsiteY32" fmla="*/ 288861 h 422394"/>
                  <a:gd name="connsiteX33" fmla="*/ 3666 w 352882"/>
                  <a:gd name="connsiteY33" fmla="*/ 298947 h 422394"/>
                  <a:gd name="connsiteX34" fmla="*/ 30076 w 352882"/>
                  <a:gd name="connsiteY34" fmla="*/ 347601 h 422394"/>
                  <a:gd name="connsiteX35" fmla="*/ 71143 w 352882"/>
                  <a:gd name="connsiteY35" fmla="*/ 386917 h 422394"/>
                  <a:gd name="connsiteX36" fmla="*/ 125871 w 352882"/>
                  <a:gd name="connsiteY36" fmla="*/ 412963 h 422394"/>
                  <a:gd name="connsiteX37" fmla="*/ 194587 w 352882"/>
                  <a:gd name="connsiteY37" fmla="*/ 422395 h 422394"/>
                  <a:gd name="connsiteX38" fmla="*/ 257493 w 352882"/>
                  <a:gd name="connsiteY38" fmla="*/ 413207 h 422394"/>
                  <a:gd name="connsiteX39" fmla="*/ 307590 w 352882"/>
                  <a:gd name="connsiteY39" fmla="*/ 387068 h 422394"/>
                  <a:gd name="connsiteX40" fmla="*/ 340926 w 352882"/>
                  <a:gd name="connsiteY40" fmla="*/ 345482 h 422394"/>
                  <a:gd name="connsiteX41" fmla="*/ 352882 w 352882"/>
                  <a:gd name="connsiteY41" fmla="*/ 290570 h 422394"/>
                  <a:gd name="connsiteX42" fmla="*/ 310768 w 352882"/>
                  <a:gd name="connsiteY42" fmla="*/ 198137 h 42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882" h="422394">
                    <a:moveTo>
                      <a:pt x="310768" y="198137"/>
                    </a:moveTo>
                    <a:cubicBezTo>
                      <a:pt x="284155" y="177992"/>
                      <a:pt x="245676" y="163088"/>
                      <a:pt x="196368" y="153851"/>
                    </a:cubicBezTo>
                    <a:lnTo>
                      <a:pt x="178316" y="150456"/>
                    </a:lnTo>
                    <a:cubicBezTo>
                      <a:pt x="157341" y="146620"/>
                      <a:pt x="142489" y="141591"/>
                      <a:pt x="134139" y="135543"/>
                    </a:cubicBezTo>
                    <a:cubicBezTo>
                      <a:pt x="127152" y="130480"/>
                      <a:pt x="123764" y="124297"/>
                      <a:pt x="123764" y="116635"/>
                    </a:cubicBezTo>
                    <a:cubicBezTo>
                      <a:pt x="123764" y="108795"/>
                      <a:pt x="126626" y="102695"/>
                      <a:pt x="132512" y="98030"/>
                    </a:cubicBezTo>
                    <a:cubicBezTo>
                      <a:pt x="138965" y="92891"/>
                      <a:pt x="149438" y="90281"/>
                      <a:pt x="163632" y="90281"/>
                    </a:cubicBezTo>
                    <a:cubicBezTo>
                      <a:pt x="181399" y="90281"/>
                      <a:pt x="195902" y="94142"/>
                      <a:pt x="206758" y="101745"/>
                    </a:cubicBezTo>
                    <a:cubicBezTo>
                      <a:pt x="217808" y="109509"/>
                      <a:pt x="225422" y="119170"/>
                      <a:pt x="230009" y="131306"/>
                    </a:cubicBezTo>
                    <a:lnTo>
                      <a:pt x="233047" y="139352"/>
                    </a:lnTo>
                    <a:lnTo>
                      <a:pt x="338455" y="113179"/>
                    </a:lnTo>
                    <a:lnTo>
                      <a:pt x="334127" y="102782"/>
                    </a:lnTo>
                    <a:cubicBezTo>
                      <a:pt x="328174" y="88504"/>
                      <a:pt x="320132" y="75023"/>
                      <a:pt x="310208" y="62703"/>
                    </a:cubicBezTo>
                    <a:cubicBezTo>
                      <a:pt x="300243" y="50348"/>
                      <a:pt x="288039" y="39373"/>
                      <a:pt x="273949" y="30035"/>
                    </a:cubicBezTo>
                    <a:cubicBezTo>
                      <a:pt x="259852" y="20712"/>
                      <a:pt x="243422" y="13293"/>
                      <a:pt x="225159" y="7974"/>
                    </a:cubicBezTo>
                    <a:cubicBezTo>
                      <a:pt x="206908" y="2686"/>
                      <a:pt x="186196" y="0"/>
                      <a:pt x="163632" y="0"/>
                    </a:cubicBezTo>
                    <a:cubicBezTo>
                      <a:pt x="142947" y="0"/>
                      <a:pt x="123486" y="2592"/>
                      <a:pt x="105772" y="7697"/>
                    </a:cubicBezTo>
                    <a:cubicBezTo>
                      <a:pt x="87768" y="12914"/>
                      <a:pt x="71977" y="20772"/>
                      <a:pt x="58860" y="31053"/>
                    </a:cubicBezTo>
                    <a:cubicBezTo>
                      <a:pt x="45574" y="41484"/>
                      <a:pt x="35091" y="54458"/>
                      <a:pt x="27698" y="69622"/>
                    </a:cubicBezTo>
                    <a:cubicBezTo>
                      <a:pt x="20347" y="84752"/>
                      <a:pt x="16606" y="102087"/>
                      <a:pt x="16606" y="121149"/>
                    </a:cubicBezTo>
                    <a:cubicBezTo>
                      <a:pt x="16606" y="140201"/>
                      <a:pt x="20163" y="157063"/>
                      <a:pt x="27173" y="171295"/>
                    </a:cubicBezTo>
                    <a:cubicBezTo>
                      <a:pt x="34219" y="185580"/>
                      <a:pt x="44744" y="198009"/>
                      <a:pt x="58488" y="208256"/>
                    </a:cubicBezTo>
                    <a:cubicBezTo>
                      <a:pt x="71793" y="218188"/>
                      <a:pt x="88301" y="226624"/>
                      <a:pt x="107541" y="233288"/>
                    </a:cubicBezTo>
                    <a:cubicBezTo>
                      <a:pt x="126247" y="239790"/>
                      <a:pt x="148127" y="245413"/>
                      <a:pt x="172557" y="249988"/>
                    </a:cubicBezTo>
                    <a:lnTo>
                      <a:pt x="190595" y="253357"/>
                    </a:lnTo>
                    <a:cubicBezTo>
                      <a:pt x="211224" y="257159"/>
                      <a:pt x="225828" y="262816"/>
                      <a:pt x="233990" y="270181"/>
                    </a:cubicBezTo>
                    <a:cubicBezTo>
                      <a:pt x="241484" y="276965"/>
                      <a:pt x="245158" y="285101"/>
                      <a:pt x="245158" y="295066"/>
                    </a:cubicBezTo>
                    <a:cubicBezTo>
                      <a:pt x="245158" y="305144"/>
                      <a:pt x="241349" y="313611"/>
                      <a:pt x="233558" y="320969"/>
                    </a:cubicBezTo>
                    <a:cubicBezTo>
                      <a:pt x="225700" y="328369"/>
                      <a:pt x="212591" y="332114"/>
                      <a:pt x="194591" y="332114"/>
                    </a:cubicBezTo>
                    <a:cubicBezTo>
                      <a:pt x="172118" y="332114"/>
                      <a:pt x="153453" y="326544"/>
                      <a:pt x="139127" y="315542"/>
                    </a:cubicBezTo>
                    <a:cubicBezTo>
                      <a:pt x="124564" y="304363"/>
                      <a:pt x="113926" y="289402"/>
                      <a:pt x="107458" y="271034"/>
                    </a:cubicBezTo>
                    <a:lnTo>
                      <a:pt x="104547" y="262710"/>
                    </a:lnTo>
                    <a:lnTo>
                      <a:pt x="0" y="288861"/>
                    </a:lnTo>
                    <a:lnTo>
                      <a:pt x="3666" y="298947"/>
                    </a:lnTo>
                    <a:cubicBezTo>
                      <a:pt x="9965" y="316248"/>
                      <a:pt x="18849" y="332632"/>
                      <a:pt x="30076" y="347601"/>
                    </a:cubicBezTo>
                    <a:cubicBezTo>
                      <a:pt x="41356" y="362648"/>
                      <a:pt x="55168" y="375859"/>
                      <a:pt x="71143" y="386917"/>
                    </a:cubicBezTo>
                    <a:cubicBezTo>
                      <a:pt x="87103" y="397942"/>
                      <a:pt x="105524" y="406724"/>
                      <a:pt x="125871" y="412963"/>
                    </a:cubicBezTo>
                    <a:cubicBezTo>
                      <a:pt x="146237" y="419221"/>
                      <a:pt x="169353" y="422395"/>
                      <a:pt x="194587" y="422395"/>
                    </a:cubicBezTo>
                    <a:cubicBezTo>
                      <a:pt x="217249" y="422395"/>
                      <a:pt x="238426" y="419304"/>
                      <a:pt x="257493" y="413207"/>
                    </a:cubicBezTo>
                    <a:cubicBezTo>
                      <a:pt x="276714" y="407077"/>
                      <a:pt x="293564" y="398269"/>
                      <a:pt x="307590" y="387068"/>
                    </a:cubicBezTo>
                    <a:cubicBezTo>
                      <a:pt x="321788" y="375705"/>
                      <a:pt x="333001" y="361706"/>
                      <a:pt x="340926" y="345482"/>
                    </a:cubicBezTo>
                    <a:cubicBezTo>
                      <a:pt x="348852" y="329226"/>
                      <a:pt x="352882" y="310749"/>
                      <a:pt x="352882" y="290570"/>
                    </a:cubicBezTo>
                    <a:cubicBezTo>
                      <a:pt x="352886" y="250409"/>
                      <a:pt x="338703" y="219300"/>
                      <a:pt x="310768" y="198137"/>
                    </a:cubicBezTo>
                  </a:path>
                </a:pathLst>
              </a:custGeom>
              <a:solidFill>
                <a:srgbClr val="FFFFFF"/>
              </a:solidFill>
              <a:ln w="375" cap="flat">
                <a:noFill/>
                <a:prstDash val="solid"/>
                <a:miter/>
              </a:ln>
            </p:spPr>
            <p:txBody>
              <a:bodyPr rtlCol="0" anchor="ctr"/>
              <a:lstStyle/>
              <a:p>
                <a:endParaRPr lang="en-US"/>
              </a:p>
            </p:txBody>
          </p:sp>
          <p:sp>
            <p:nvSpPr>
              <p:cNvPr id="37" name="Freihandform: Form 36">
                <a:extLst>
                  <a:ext uri="{FF2B5EF4-FFF2-40B4-BE49-F238E27FC236}">
                    <a16:creationId xmlns:a16="http://schemas.microsoft.com/office/drawing/2014/main" id="{5C586F06-1B1C-4B03-8984-6606163CE0E4}"/>
                  </a:ext>
                </a:extLst>
              </p:cNvPr>
              <p:cNvSpPr/>
              <p:nvPr/>
            </p:nvSpPr>
            <p:spPr bwMode="invGray">
              <a:xfrm>
                <a:off x="5250492" y="3140968"/>
                <a:ext cx="423521" cy="422409"/>
              </a:xfrm>
              <a:custGeom>
                <a:avLst/>
                <a:gdLst>
                  <a:gd name="connsiteX0" fmla="*/ 169545 w 423521"/>
                  <a:gd name="connsiteY0" fmla="*/ 103229 h 422409"/>
                  <a:gd name="connsiteX1" fmla="*/ 211746 w 423521"/>
                  <a:gd name="connsiteY1" fmla="*/ 94803 h 422409"/>
                  <a:gd name="connsiteX2" fmla="*/ 253958 w 423521"/>
                  <a:gd name="connsiteY2" fmla="*/ 103229 h 422409"/>
                  <a:gd name="connsiteX3" fmla="*/ 286052 w 423521"/>
                  <a:gd name="connsiteY3" fmla="*/ 126904 h 422409"/>
                  <a:gd name="connsiteX4" fmla="*/ 306730 w 423521"/>
                  <a:gd name="connsiteY4" fmla="*/ 163670 h 422409"/>
                  <a:gd name="connsiteX5" fmla="*/ 314103 w 423521"/>
                  <a:gd name="connsiteY5" fmla="*/ 211209 h 422409"/>
                  <a:gd name="connsiteX6" fmla="*/ 306730 w 423521"/>
                  <a:gd name="connsiteY6" fmla="*/ 258740 h 422409"/>
                  <a:gd name="connsiteX7" fmla="*/ 286067 w 423521"/>
                  <a:gd name="connsiteY7" fmla="*/ 295491 h 422409"/>
                  <a:gd name="connsiteX8" fmla="*/ 253973 w 423521"/>
                  <a:gd name="connsiteY8" fmla="*/ 319166 h 422409"/>
                  <a:gd name="connsiteX9" fmla="*/ 211746 w 423521"/>
                  <a:gd name="connsiteY9" fmla="*/ 327618 h 422409"/>
                  <a:gd name="connsiteX10" fmla="*/ 169545 w 423521"/>
                  <a:gd name="connsiteY10" fmla="*/ 319166 h 422409"/>
                  <a:gd name="connsiteX11" fmla="*/ 137433 w 423521"/>
                  <a:gd name="connsiteY11" fmla="*/ 295491 h 422409"/>
                  <a:gd name="connsiteX12" fmla="*/ 116781 w 423521"/>
                  <a:gd name="connsiteY12" fmla="*/ 258740 h 422409"/>
                  <a:gd name="connsiteX13" fmla="*/ 109404 w 423521"/>
                  <a:gd name="connsiteY13" fmla="*/ 211209 h 422409"/>
                  <a:gd name="connsiteX14" fmla="*/ 116781 w 423521"/>
                  <a:gd name="connsiteY14" fmla="*/ 163670 h 422409"/>
                  <a:gd name="connsiteX15" fmla="*/ 137433 w 423521"/>
                  <a:gd name="connsiteY15" fmla="*/ 126919 h 422409"/>
                  <a:gd name="connsiteX16" fmla="*/ 169545 w 423521"/>
                  <a:gd name="connsiteY16" fmla="*/ 103229 h 422409"/>
                  <a:gd name="connsiteX17" fmla="*/ 362671 w 423521"/>
                  <a:gd name="connsiteY17" fmla="*/ 58819 h 422409"/>
                  <a:gd name="connsiteX18" fmla="*/ 295529 w 423521"/>
                  <a:gd name="connsiteY18" fmla="*/ 15329 h 422409"/>
                  <a:gd name="connsiteX19" fmla="*/ 211750 w 423521"/>
                  <a:gd name="connsiteY19" fmla="*/ 0 h 422409"/>
                  <a:gd name="connsiteX20" fmla="*/ 127963 w 423521"/>
                  <a:gd name="connsiteY20" fmla="*/ 15325 h 422409"/>
                  <a:gd name="connsiteX21" fmla="*/ 60840 w 423521"/>
                  <a:gd name="connsiteY21" fmla="*/ 58815 h 422409"/>
                  <a:gd name="connsiteX22" fmla="*/ 16223 w 423521"/>
                  <a:gd name="connsiteY22" fmla="*/ 125852 h 422409"/>
                  <a:gd name="connsiteX23" fmla="*/ 0 w 423521"/>
                  <a:gd name="connsiteY23" fmla="*/ 211209 h 422409"/>
                  <a:gd name="connsiteX24" fmla="*/ 16242 w 423521"/>
                  <a:gd name="connsiteY24" fmla="*/ 296851 h 422409"/>
                  <a:gd name="connsiteX25" fmla="*/ 60843 w 423521"/>
                  <a:gd name="connsiteY25" fmla="*/ 363595 h 422409"/>
                  <a:gd name="connsiteX26" fmla="*/ 127967 w 423521"/>
                  <a:gd name="connsiteY26" fmla="*/ 407092 h 422409"/>
                  <a:gd name="connsiteX27" fmla="*/ 211753 w 423521"/>
                  <a:gd name="connsiteY27" fmla="*/ 422410 h 422409"/>
                  <a:gd name="connsiteX28" fmla="*/ 295532 w 423521"/>
                  <a:gd name="connsiteY28" fmla="*/ 407092 h 422409"/>
                  <a:gd name="connsiteX29" fmla="*/ 362675 w 423521"/>
                  <a:gd name="connsiteY29" fmla="*/ 363595 h 422409"/>
                  <a:gd name="connsiteX30" fmla="*/ 407299 w 423521"/>
                  <a:gd name="connsiteY30" fmla="*/ 296851 h 422409"/>
                  <a:gd name="connsiteX31" fmla="*/ 423522 w 423521"/>
                  <a:gd name="connsiteY31" fmla="*/ 211209 h 422409"/>
                  <a:gd name="connsiteX32" fmla="*/ 407299 w 423521"/>
                  <a:gd name="connsiteY32" fmla="*/ 125852 h 422409"/>
                  <a:gd name="connsiteX33" fmla="*/ 362671 w 423521"/>
                  <a:gd name="connsiteY33" fmla="*/ 58819 h 422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3521" h="422409">
                    <a:moveTo>
                      <a:pt x="169545" y="103229"/>
                    </a:moveTo>
                    <a:cubicBezTo>
                      <a:pt x="182102" y="97639"/>
                      <a:pt x="196312" y="94803"/>
                      <a:pt x="211746" y="94803"/>
                    </a:cubicBezTo>
                    <a:cubicBezTo>
                      <a:pt x="227191" y="94803"/>
                      <a:pt x="241382" y="97639"/>
                      <a:pt x="253958" y="103229"/>
                    </a:cubicBezTo>
                    <a:cubicBezTo>
                      <a:pt x="266482" y="108825"/>
                      <a:pt x="277288" y="116804"/>
                      <a:pt x="286052" y="126904"/>
                    </a:cubicBezTo>
                    <a:cubicBezTo>
                      <a:pt x="294950" y="137185"/>
                      <a:pt x="301903" y="149547"/>
                      <a:pt x="306730" y="163670"/>
                    </a:cubicBezTo>
                    <a:cubicBezTo>
                      <a:pt x="311616" y="178007"/>
                      <a:pt x="314103" y="193975"/>
                      <a:pt x="314103" y="211209"/>
                    </a:cubicBezTo>
                    <a:cubicBezTo>
                      <a:pt x="314103" y="228431"/>
                      <a:pt x="311613" y="244429"/>
                      <a:pt x="306730" y="258740"/>
                    </a:cubicBezTo>
                    <a:cubicBezTo>
                      <a:pt x="301903" y="272863"/>
                      <a:pt x="294950" y="285236"/>
                      <a:pt x="286067" y="295491"/>
                    </a:cubicBezTo>
                    <a:cubicBezTo>
                      <a:pt x="277269" y="305625"/>
                      <a:pt x="266482" y="313596"/>
                      <a:pt x="253973" y="319166"/>
                    </a:cubicBezTo>
                    <a:cubicBezTo>
                      <a:pt x="241382" y="324771"/>
                      <a:pt x="227191" y="327618"/>
                      <a:pt x="211746" y="327618"/>
                    </a:cubicBezTo>
                    <a:cubicBezTo>
                      <a:pt x="196308" y="327618"/>
                      <a:pt x="182102" y="324774"/>
                      <a:pt x="169545" y="319166"/>
                    </a:cubicBezTo>
                    <a:cubicBezTo>
                      <a:pt x="157014" y="313577"/>
                      <a:pt x="146215" y="305625"/>
                      <a:pt x="137433" y="295491"/>
                    </a:cubicBezTo>
                    <a:cubicBezTo>
                      <a:pt x="128549" y="285236"/>
                      <a:pt x="121581" y="272882"/>
                      <a:pt x="116781" y="258740"/>
                    </a:cubicBezTo>
                    <a:cubicBezTo>
                      <a:pt x="111887" y="244448"/>
                      <a:pt x="109404" y="228450"/>
                      <a:pt x="109404" y="211209"/>
                    </a:cubicBezTo>
                    <a:cubicBezTo>
                      <a:pt x="109404" y="193960"/>
                      <a:pt x="111887" y="177974"/>
                      <a:pt x="116781" y="163670"/>
                    </a:cubicBezTo>
                    <a:cubicBezTo>
                      <a:pt x="121600" y="149547"/>
                      <a:pt x="128553" y="137181"/>
                      <a:pt x="137433" y="126919"/>
                    </a:cubicBezTo>
                    <a:cubicBezTo>
                      <a:pt x="146215" y="116804"/>
                      <a:pt x="157014" y="108837"/>
                      <a:pt x="169545" y="103229"/>
                    </a:cubicBezTo>
                    <a:moveTo>
                      <a:pt x="362671" y="58819"/>
                    </a:moveTo>
                    <a:cubicBezTo>
                      <a:pt x="343822" y="40173"/>
                      <a:pt x="321221" y="25524"/>
                      <a:pt x="295529" y="15329"/>
                    </a:cubicBezTo>
                    <a:cubicBezTo>
                      <a:pt x="269922" y="5157"/>
                      <a:pt x="241732" y="0"/>
                      <a:pt x="211750" y="0"/>
                    </a:cubicBezTo>
                    <a:cubicBezTo>
                      <a:pt x="181767" y="0"/>
                      <a:pt x="153577" y="5157"/>
                      <a:pt x="127963" y="15325"/>
                    </a:cubicBezTo>
                    <a:cubicBezTo>
                      <a:pt x="102290" y="25520"/>
                      <a:pt x="79707" y="40154"/>
                      <a:pt x="60840" y="58815"/>
                    </a:cubicBezTo>
                    <a:cubicBezTo>
                      <a:pt x="42006" y="77461"/>
                      <a:pt x="26977" y="100009"/>
                      <a:pt x="16223" y="125852"/>
                    </a:cubicBezTo>
                    <a:cubicBezTo>
                      <a:pt x="5443" y="151688"/>
                      <a:pt x="0" y="180393"/>
                      <a:pt x="0" y="211209"/>
                    </a:cubicBezTo>
                    <a:cubicBezTo>
                      <a:pt x="0" y="242430"/>
                      <a:pt x="5462" y="271237"/>
                      <a:pt x="16242" y="296851"/>
                    </a:cubicBezTo>
                    <a:cubicBezTo>
                      <a:pt x="26977" y="322517"/>
                      <a:pt x="42010" y="344964"/>
                      <a:pt x="60843" y="363595"/>
                    </a:cubicBezTo>
                    <a:cubicBezTo>
                      <a:pt x="79726" y="382275"/>
                      <a:pt x="102308" y="396916"/>
                      <a:pt x="127967" y="407092"/>
                    </a:cubicBezTo>
                    <a:cubicBezTo>
                      <a:pt x="153581" y="417245"/>
                      <a:pt x="181771" y="422410"/>
                      <a:pt x="211753" y="422410"/>
                    </a:cubicBezTo>
                    <a:cubicBezTo>
                      <a:pt x="241754" y="422410"/>
                      <a:pt x="269945" y="417245"/>
                      <a:pt x="295532" y="407092"/>
                    </a:cubicBezTo>
                    <a:cubicBezTo>
                      <a:pt x="321225" y="396898"/>
                      <a:pt x="343807" y="382256"/>
                      <a:pt x="362675" y="363595"/>
                    </a:cubicBezTo>
                    <a:cubicBezTo>
                      <a:pt x="381497" y="344983"/>
                      <a:pt x="396503" y="322528"/>
                      <a:pt x="407299" y="296851"/>
                    </a:cubicBezTo>
                    <a:cubicBezTo>
                      <a:pt x="418053" y="271211"/>
                      <a:pt x="423522" y="242393"/>
                      <a:pt x="423522" y="211209"/>
                    </a:cubicBezTo>
                    <a:cubicBezTo>
                      <a:pt x="423522" y="180430"/>
                      <a:pt x="418068" y="151721"/>
                      <a:pt x="407299" y="125852"/>
                    </a:cubicBezTo>
                    <a:cubicBezTo>
                      <a:pt x="396515" y="100013"/>
                      <a:pt x="381508" y="77446"/>
                      <a:pt x="362671" y="58819"/>
                    </a:cubicBezTo>
                  </a:path>
                </a:pathLst>
              </a:custGeom>
              <a:solidFill>
                <a:srgbClr val="FFFFFF"/>
              </a:solidFill>
              <a:ln w="375" cap="flat">
                <a:noFill/>
                <a:prstDash val="solid"/>
                <a:miter/>
              </a:ln>
            </p:spPr>
            <p:txBody>
              <a:bodyPr rtlCol="0" anchor="ctr"/>
              <a:lstStyle/>
              <a:p>
                <a:endParaRPr lang="en-US"/>
              </a:p>
            </p:txBody>
          </p:sp>
          <p:sp>
            <p:nvSpPr>
              <p:cNvPr id="38" name="Freihandform: Form 37">
                <a:extLst>
                  <a:ext uri="{FF2B5EF4-FFF2-40B4-BE49-F238E27FC236}">
                    <a16:creationId xmlns:a16="http://schemas.microsoft.com/office/drawing/2014/main" id="{2AA04382-66CC-4E2B-AE6E-D50EF472CF99}"/>
                  </a:ext>
                </a:extLst>
              </p:cNvPr>
              <p:cNvSpPr/>
              <p:nvPr/>
            </p:nvSpPr>
            <p:spPr bwMode="invGray">
              <a:xfrm>
                <a:off x="5709522" y="3147732"/>
                <a:ext cx="355034" cy="408887"/>
              </a:xfrm>
              <a:custGeom>
                <a:avLst/>
                <a:gdLst>
                  <a:gd name="connsiteX0" fmla="*/ 224036 w 355034"/>
                  <a:gd name="connsiteY0" fmla="*/ 127892 h 408887"/>
                  <a:gd name="connsiteX1" fmla="*/ 214484 w 355034"/>
                  <a:gd name="connsiteY1" fmla="*/ 151440 h 408887"/>
                  <a:gd name="connsiteX2" fmla="*/ 183619 w 355034"/>
                  <a:gd name="connsiteY2" fmla="*/ 160984 h 408887"/>
                  <a:gd name="connsiteX3" fmla="*/ 109408 w 355034"/>
                  <a:gd name="connsiteY3" fmla="*/ 160984 h 408887"/>
                  <a:gd name="connsiteX4" fmla="*/ 109408 w 355034"/>
                  <a:gd name="connsiteY4" fmla="*/ 94800 h 408887"/>
                  <a:gd name="connsiteX5" fmla="*/ 183619 w 355034"/>
                  <a:gd name="connsiteY5" fmla="*/ 94800 h 408887"/>
                  <a:gd name="connsiteX6" fmla="*/ 214484 w 355034"/>
                  <a:gd name="connsiteY6" fmla="*/ 104344 h 408887"/>
                  <a:gd name="connsiteX7" fmla="*/ 224036 w 355034"/>
                  <a:gd name="connsiteY7" fmla="*/ 127892 h 408887"/>
                  <a:gd name="connsiteX8" fmla="*/ 312045 w 355034"/>
                  <a:gd name="connsiteY8" fmla="*/ 193449 h 408887"/>
                  <a:gd name="connsiteX9" fmla="*/ 333451 w 355034"/>
                  <a:gd name="connsiteY9" fmla="*/ 123955 h 408887"/>
                  <a:gd name="connsiteX10" fmla="*/ 323332 w 355034"/>
                  <a:gd name="connsiteY10" fmla="*/ 73851 h 408887"/>
                  <a:gd name="connsiteX11" fmla="*/ 293433 w 355034"/>
                  <a:gd name="connsiteY11" fmla="*/ 34373 h 408887"/>
                  <a:gd name="connsiteX12" fmla="*/ 245961 w 355034"/>
                  <a:gd name="connsiteY12" fmla="*/ 8917 h 408887"/>
                  <a:gd name="connsiteX13" fmla="*/ 183623 w 355034"/>
                  <a:gd name="connsiteY13" fmla="*/ 0 h 408887"/>
                  <a:gd name="connsiteX14" fmla="*/ 0 w 355034"/>
                  <a:gd name="connsiteY14" fmla="*/ 0 h 408887"/>
                  <a:gd name="connsiteX15" fmla="*/ 0 w 355034"/>
                  <a:gd name="connsiteY15" fmla="*/ 408884 h 408887"/>
                  <a:gd name="connsiteX16" fmla="*/ 109411 w 355034"/>
                  <a:gd name="connsiteY16" fmla="*/ 408884 h 408887"/>
                  <a:gd name="connsiteX17" fmla="*/ 109411 w 355034"/>
                  <a:gd name="connsiteY17" fmla="*/ 255773 h 408887"/>
                  <a:gd name="connsiteX18" fmla="*/ 161758 w 355034"/>
                  <a:gd name="connsiteY18" fmla="*/ 255773 h 408887"/>
                  <a:gd name="connsiteX19" fmla="*/ 234944 w 355034"/>
                  <a:gd name="connsiteY19" fmla="*/ 408888 h 408887"/>
                  <a:gd name="connsiteX20" fmla="*/ 355035 w 355034"/>
                  <a:gd name="connsiteY20" fmla="*/ 408888 h 408887"/>
                  <a:gd name="connsiteX21" fmla="*/ 268442 w 355034"/>
                  <a:gd name="connsiteY21" fmla="*/ 231631 h 408887"/>
                  <a:gd name="connsiteX22" fmla="*/ 312045 w 355034"/>
                  <a:gd name="connsiteY22" fmla="*/ 193449 h 40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5034" h="408887">
                    <a:moveTo>
                      <a:pt x="224036" y="127892"/>
                    </a:moveTo>
                    <a:cubicBezTo>
                      <a:pt x="224036" y="137309"/>
                      <a:pt x="220911" y="145024"/>
                      <a:pt x="214484" y="151440"/>
                    </a:cubicBezTo>
                    <a:cubicBezTo>
                      <a:pt x="208132" y="157780"/>
                      <a:pt x="197754" y="160984"/>
                      <a:pt x="183619" y="160984"/>
                    </a:cubicBezTo>
                    <a:lnTo>
                      <a:pt x="109408" y="160984"/>
                    </a:lnTo>
                    <a:lnTo>
                      <a:pt x="109408" y="94800"/>
                    </a:lnTo>
                    <a:lnTo>
                      <a:pt x="183619" y="94800"/>
                    </a:lnTo>
                    <a:cubicBezTo>
                      <a:pt x="197754" y="94800"/>
                      <a:pt x="208132" y="98000"/>
                      <a:pt x="214484" y="104344"/>
                    </a:cubicBezTo>
                    <a:cubicBezTo>
                      <a:pt x="220915" y="110771"/>
                      <a:pt x="224036" y="118475"/>
                      <a:pt x="224036" y="127892"/>
                    </a:cubicBezTo>
                    <a:moveTo>
                      <a:pt x="312045" y="193449"/>
                    </a:moveTo>
                    <a:cubicBezTo>
                      <a:pt x="326262" y="174912"/>
                      <a:pt x="333451" y="151534"/>
                      <a:pt x="333451" y="123955"/>
                    </a:cubicBezTo>
                    <a:cubicBezTo>
                      <a:pt x="333451" y="105775"/>
                      <a:pt x="330056" y="88925"/>
                      <a:pt x="323332" y="73851"/>
                    </a:cubicBezTo>
                    <a:cubicBezTo>
                      <a:pt x="316575" y="58687"/>
                      <a:pt x="306523" y="45398"/>
                      <a:pt x="293433" y="34373"/>
                    </a:cubicBezTo>
                    <a:cubicBezTo>
                      <a:pt x="280496" y="23458"/>
                      <a:pt x="264540" y="14897"/>
                      <a:pt x="245961" y="8917"/>
                    </a:cubicBezTo>
                    <a:cubicBezTo>
                      <a:pt x="227646" y="2997"/>
                      <a:pt x="206664" y="0"/>
                      <a:pt x="183623" y="0"/>
                    </a:cubicBezTo>
                    <a:lnTo>
                      <a:pt x="0" y="0"/>
                    </a:lnTo>
                    <a:lnTo>
                      <a:pt x="0" y="408884"/>
                    </a:lnTo>
                    <a:lnTo>
                      <a:pt x="109411" y="408884"/>
                    </a:lnTo>
                    <a:lnTo>
                      <a:pt x="109411" y="255773"/>
                    </a:lnTo>
                    <a:lnTo>
                      <a:pt x="161758" y="255773"/>
                    </a:lnTo>
                    <a:lnTo>
                      <a:pt x="234944" y="408888"/>
                    </a:lnTo>
                    <a:lnTo>
                      <a:pt x="355035" y="408888"/>
                    </a:lnTo>
                    <a:lnTo>
                      <a:pt x="268442" y="231631"/>
                    </a:lnTo>
                    <a:cubicBezTo>
                      <a:pt x="285522" y="221749"/>
                      <a:pt x="300197" y="208910"/>
                      <a:pt x="312045" y="193449"/>
                    </a:cubicBezTo>
                  </a:path>
                </a:pathLst>
              </a:custGeom>
              <a:solidFill>
                <a:srgbClr val="FFFFFF"/>
              </a:solidFill>
              <a:ln w="375" cap="flat">
                <a:noFill/>
                <a:prstDash val="solid"/>
                <a:miter/>
              </a:ln>
            </p:spPr>
            <p:txBody>
              <a:bodyPr rtlCol="0" anchor="ctr"/>
              <a:lstStyle/>
              <a:p>
                <a:endParaRPr lang="en-US"/>
              </a:p>
            </p:txBody>
          </p:sp>
          <p:sp>
            <p:nvSpPr>
              <p:cNvPr id="39" name="Freihandform: Form 38">
                <a:extLst>
                  <a:ext uri="{FF2B5EF4-FFF2-40B4-BE49-F238E27FC236}">
                    <a16:creationId xmlns:a16="http://schemas.microsoft.com/office/drawing/2014/main" id="{A68E1551-7C9E-486B-93A8-24FB52625A5B}"/>
                  </a:ext>
                </a:extLst>
              </p:cNvPr>
              <p:cNvSpPr/>
              <p:nvPr/>
            </p:nvSpPr>
            <p:spPr bwMode="invGray">
              <a:xfrm>
                <a:off x="6068842" y="3147714"/>
                <a:ext cx="349790" cy="408891"/>
              </a:xfrm>
              <a:custGeom>
                <a:avLst/>
                <a:gdLst>
                  <a:gd name="connsiteX0" fmla="*/ 0 w 349790"/>
                  <a:gd name="connsiteY0" fmla="*/ 94800 h 408891"/>
                  <a:gd name="connsiteX1" fmla="*/ 119884 w 349790"/>
                  <a:gd name="connsiteY1" fmla="*/ 94800 h 408891"/>
                  <a:gd name="connsiteX2" fmla="*/ 119884 w 349790"/>
                  <a:gd name="connsiteY2" fmla="*/ 408891 h 408891"/>
                  <a:gd name="connsiteX3" fmla="*/ 229314 w 349790"/>
                  <a:gd name="connsiteY3" fmla="*/ 408891 h 408891"/>
                  <a:gd name="connsiteX4" fmla="*/ 229314 w 349790"/>
                  <a:gd name="connsiteY4" fmla="*/ 94800 h 408891"/>
                  <a:gd name="connsiteX5" fmla="*/ 349791 w 349790"/>
                  <a:gd name="connsiteY5" fmla="*/ 94800 h 408891"/>
                  <a:gd name="connsiteX6" fmla="*/ 349791 w 349790"/>
                  <a:gd name="connsiteY6" fmla="*/ 0 h 408891"/>
                  <a:gd name="connsiteX7" fmla="*/ 0 w 349790"/>
                  <a:gd name="connsiteY7"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790" h="408891">
                    <a:moveTo>
                      <a:pt x="0" y="94800"/>
                    </a:moveTo>
                    <a:lnTo>
                      <a:pt x="119884" y="94800"/>
                    </a:lnTo>
                    <a:lnTo>
                      <a:pt x="119884" y="408891"/>
                    </a:lnTo>
                    <a:lnTo>
                      <a:pt x="229314" y="408891"/>
                    </a:lnTo>
                    <a:lnTo>
                      <a:pt x="229314" y="94800"/>
                    </a:lnTo>
                    <a:lnTo>
                      <a:pt x="349791" y="94800"/>
                    </a:lnTo>
                    <a:lnTo>
                      <a:pt x="349791" y="0"/>
                    </a:lnTo>
                    <a:lnTo>
                      <a:pt x="0" y="0"/>
                    </a:lnTo>
                    <a:close/>
                  </a:path>
                </a:pathLst>
              </a:custGeom>
              <a:solidFill>
                <a:srgbClr val="FFFFFF"/>
              </a:solidFill>
              <a:ln w="375" cap="flat">
                <a:noFill/>
                <a:prstDash val="solid"/>
                <a:miter/>
              </a:ln>
            </p:spPr>
            <p:txBody>
              <a:bodyPr rtlCol="0" anchor="ctr"/>
              <a:lstStyle/>
              <a:p>
                <a:endParaRPr lang="en-US"/>
              </a:p>
            </p:txBody>
          </p:sp>
          <p:sp>
            <p:nvSpPr>
              <p:cNvPr id="40" name="Freihandform: Form 39">
                <a:extLst>
                  <a:ext uri="{FF2B5EF4-FFF2-40B4-BE49-F238E27FC236}">
                    <a16:creationId xmlns:a16="http://schemas.microsoft.com/office/drawing/2014/main" id="{438C2B55-3745-4001-B3EE-52E14B5115AD}"/>
                  </a:ext>
                </a:extLst>
              </p:cNvPr>
              <p:cNvSpPr/>
              <p:nvPr/>
            </p:nvSpPr>
            <p:spPr bwMode="invGray">
              <a:xfrm>
                <a:off x="6453885" y="3147729"/>
                <a:ext cx="304742" cy="408891"/>
              </a:xfrm>
              <a:custGeom>
                <a:avLst/>
                <a:gdLst>
                  <a:gd name="connsiteX0" fmla="*/ 0 w 304742"/>
                  <a:gd name="connsiteY0" fmla="*/ 408891 h 408891"/>
                  <a:gd name="connsiteX1" fmla="*/ 109411 w 304742"/>
                  <a:gd name="connsiteY1" fmla="*/ 408891 h 408891"/>
                  <a:gd name="connsiteX2" fmla="*/ 109411 w 304742"/>
                  <a:gd name="connsiteY2" fmla="*/ 244523 h 408891"/>
                  <a:gd name="connsiteX3" fmla="*/ 277732 w 304742"/>
                  <a:gd name="connsiteY3" fmla="*/ 244523 h 408891"/>
                  <a:gd name="connsiteX4" fmla="*/ 277732 w 304742"/>
                  <a:gd name="connsiteY4" fmla="*/ 149746 h 408891"/>
                  <a:gd name="connsiteX5" fmla="*/ 109411 w 304742"/>
                  <a:gd name="connsiteY5" fmla="*/ 149746 h 408891"/>
                  <a:gd name="connsiteX6" fmla="*/ 109411 w 304742"/>
                  <a:gd name="connsiteY6" fmla="*/ 94796 h 408891"/>
                  <a:gd name="connsiteX7" fmla="*/ 304743 w 304742"/>
                  <a:gd name="connsiteY7" fmla="*/ 94796 h 408891"/>
                  <a:gd name="connsiteX8" fmla="*/ 304743 w 304742"/>
                  <a:gd name="connsiteY8" fmla="*/ 0 h 408891"/>
                  <a:gd name="connsiteX9" fmla="*/ 0 w 304742"/>
                  <a:gd name="connsiteY9"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42" h="408891">
                    <a:moveTo>
                      <a:pt x="0" y="408891"/>
                    </a:moveTo>
                    <a:lnTo>
                      <a:pt x="109411" y="408891"/>
                    </a:lnTo>
                    <a:lnTo>
                      <a:pt x="109411" y="244523"/>
                    </a:lnTo>
                    <a:lnTo>
                      <a:pt x="277732" y="244523"/>
                    </a:lnTo>
                    <a:lnTo>
                      <a:pt x="277732" y="149746"/>
                    </a:lnTo>
                    <a:lnTo>
                      <a:pt x="109411" y="149746"/>
                    </a:lnTo>
                    <a:lnTo>
                      <a:pt x="109411" y="94796"/>
                    </a:lnTo>
                    <a:lnTo>
                      <a:pt x="304743" y="94796"/>
                    </a:lnTo>
                    <a:lnTo>
                      <a:pt x="304743" y="0"/>
                    </a:lnTo>
                    <a:lnTo>
                      <a:pt x="0" y="0"/>
                    </a:lnTo>
                    <a:close/>
                  </a:path>
                </a:pathLst>
              </a:custGeom>
              <a:solidFill>
                <a:srgbClr val="FFFFFF"/>
              </a:solidFill>
              <a:ln w="375" cap="flat">
                <a:noFill/>
                <a:prstDash val="solid"/>
                <a:miter/>
              </a:ln>
            </p:spPr>
            <p:txBody>
              <a:bodyPr rtlCol="0" anchor="ctr"/>
              <a:lstStyle/>
              <a:p>
                <a:endParaRPr lang="en-US"/>
              </a:p>
            </p:txBody>
          </p:sp>
          <p:sp>
            <p:nvSpPr>
              <p:cNvPr id="41" name="Freihandform: Form 40">
                <a:extLst>
                  <a:ext uri="{FF2B5EF4-FFF2-40B4-BE49-F238E27FC236}">
                    <a16:creationId xmlns:a16="http://schemas.microsoft.com/office/drawing/2014/main" id="{5C8E443E-C61F-4C17-9776-B17A2BFDC29B}"/>
                  </a:ext>
                </a:extLst>
              </p:cNvPr>
              <p:cNvSpPr/>
              <p:nvPr/>
            </p:nvSpPr>
            <p:spPr bwMode="invGray">
              <a:xfrm>
                <a:off x="6794503" y="3147732"/>
                <a:ext cx="109411" cy="408891"/>
              </a:xfrm>
              <a:custGeom>
                <a:avLst/>
                <a:gdLst>
                  <a:gd name="connsiteX0" fmla="*/ 0 w 109411"/>
                  <a:gd name="connsiteY0" fmla="*/ 0 h 408891"/>
                  <a:gd name="connsiteX1" fmla="*/ 109411 w 109411"/>
                  <a:gd name="connsiteY1" fmla="*/ 0 h 408891"/>
                  <a:gd name="connsiteX2" fmla="*/ 109411 w 109411"/>
                  <a:gd name="connsiteY2" fmla="*/ 408891 h 408891"/>
                  <a:gd name="connsiteX3" fmla="*/ 0 w 109411"/>
                  <a:gd name="connsiteY3" fmla="*/ 408891 h 408891"/>
                </a:gdLst>
                <a:ahLst/>
                <a:cxnLst>
                  <a:cxn ang="0">
                    <a:pos x="connsiteX0" y="connsiteY0"/>
                  </a:cxn>
                  <a:cxn ang="0">
                    <a:pos x="connsiteX1" y="connsiteY1"/>
                  </a:cxn>
                  <a:cxn ang="0">
                    <a:pos x="connsiteX2" y="connsiteY2"/>
                  </a:cxn>
                  <a:cxn ang="0">
                    <a:pos x="connsiteX3" y="connsiteY3"/>
                  </a:cxn>
                </a:cxnLst>
                <a:rect l="l" t="t" r="r" b="b"/>
                <a:pathLst>
                  <a:path w="109411" h="408891">
                    <a:moveTo>
                      <a:pt x="0" y="0"/>
                    </a:moveTo>
                    <a:lnTo>
                      <a:pt x="109411" y="0"/>
                    </a:lnTo>
                    <a:lnTo>
                      <a:pt x="109411" y="408891"/>
                    </a:lnTo>
                    <a:lnTo>
                      <a:pt x="0" y="408891"/>
                    </a:lnTo>
                    <a:close/>
                  </a:path>
                </a:pathLst>
              </a:custGeom>
              <a:solidFill>
                <a:srgbClr val="FFFFFF"/>
              </a:solidFill>
              <a:ln w="375" cap="flat">
                <a:noFill/>
                <a:prstDash val="solid"/>
                <a:miter/>
              </a:ln>
            </p:spPr>
            <p:txBody>
              <a:bodyPr rtlCol="0" anchor="ctr"/>
              <a:lstStyle/>
              <a:p>
                <a:endParaRPr lang="en-US"/>
              </a:p>
            </p:txBody>
          </p:sp>
          <p:sp>
            <p:nvSpPr>
              <p:cNvPr id="42" name="Freihandform: Form 41">
                <a:extLst>
                  <a:ext uri="{FF2B5EF4-FFF2-40B4-BE49-F238E27FC236}">
                    <a16:creationId xmlns:a16="http://schemas.microsoft.com/office/drawing/2014/main" id="{1E749FC3-5AAD-455F-B21A-77DE8F5FEF3B}"/>
                  </a:ext>
                </a:extLst>
              </p:cNvPr>
              <p:cNvSpPr/>
              <p:nvPr/>
            </p:nvSpPr>
            <p:spPr bwMode="invGray">
              <a:xfrm>
                <a:off x="6934952" y="3147732"/>
                <a:ext cx="400473" cy="408891"/>
              </a:xfrm>
              <a:custGeom>
                <a:avLst/>
                <a:gdLst>
                  <a:gd name="connsiteX0" fmla="*/ 200237 w 400473"/>
                  <a:gd name="connsiteY0" fmla="*/ 286701 h 408891"/>
                  <a:gd name="connsiteX1" fmla="*/ 117423 w 400473"/>
                  <a:gd name="connsiteY1" fmla="*/ 0 h 408891"/>
                  <a:gd name="connsiteX2" fmla="*/ 0 w 400473"/>
                  <a:gd name="connsiteY2" fmla="*/ 0 h 408891"/>
                  <a:gd name="connsiteX3" fmla="*/ 134713 w 400473"/>
                  <a:gd name="connsiteY3" fmla="*/ 408891 h 408891"/>
                  <a:gd name="connsiteX4" fmla="*/ 265753 w 400473"/>
                  <a:gd name="connsiteY4" fmla="*/ 408891 h 408891"/>
                  <a:gd name="connsiteX5" fmla="*/ 399392 w 400473"/>
                  <a:gd name="connsiteY5" fmla="*/ 3313 h 408891"/>
                  <a:gd name="connsiteX6" fmla="*/ 400474 w 400473"/>
                  <a:gd name="connsiteY6" fmla="*/ 0 h 408891"/>
                  <a:gd name="connsiteX7" fmla="*/ 283035 w 400473"/>
                  <a:gd name="connsiteY7"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0473" h="408891">
                    <a:moveTo>
                      <a:pt x="200237" y="286701"/>
                    </a:moveTo>
                    <a:lnTo>
                      <a:pt x="117423" y="0"/>
                    </a:lnTo>
                    <a:lnTo>
                      <a:pt x="0" y="0"/>
                    </a:lnTo>
                    <a:lnTo>
                      <a:pt x="134713" y="408891"/>
                    </a:lnTo>
                    <a:lnTo>
                      <a:pt x="265753" y="408891"/>
                    </a:lnTo>
                    <a:lnTo>
                      <a:pt x="399392" y="3313"/>
                    </a:lnTo>
                    <a:lnTo>
                      <a:pt x="400474" y="0"/>
                    </a:lnTo>
                    <a:lnTo>
                      <a:pt x="283035" y="0"/>
                    </a:lnTo>
                    <a:close/>
                  </a:path>
                </a:pathLst>
              </a:custGeom>
              <a:solidFill>
                <a:srgbClr val="FFFFFF"/>
              </a:solidFill>
              <a:ln w="375" cap="flat">
                <a:noFill/>
                <a:prstDash val="solid"/>
                <a:miter/>
              </a:ln>
            </p:spPr>
            <p:txBody>
              <a:bodyPr rtlCol="0" anchor="ctr"/>
              <a:lstStyle/>
              <a:p>
                <a:endParaRPr lang="en-US"/>
              </a:p>
            </p:txBody>
          </p:sp>
          <p:sp>
            <p:nvSpPr>
              <p:cNvPr id="43" name="Freihandform: Form 42">
                <a:extLst>
                  <a:ext uri="{FF2B5EF4-FFF2-40B4-BE49-F238E27FC236}">
                    <a16:creationId xmlns:a16="http://schemas.microsoft.com/office/drawing/2014/main" id="{871D8FA2-AEF9-4226-B00D-C6EBCF383F68}"/>
                  </a:ext>
                </a:extLst>
              </p:cNvPr>
              <p:cNvSpPr/>
              <p:nvPr/>
            </p:nvSpPr>
            <p:spPr bwMode="invGray">
              <a:xfrm>
                <a:off x="7366257" y="3147736"/>
                <a:ext cx="313757" cy="408880"/>
              </a:xfrm>
              <a:custGeom>
                <a:avLst/>
                <a:gdLst>
                  <a:gd name="connsiteX0" fmla="*/ 109422 w 313757"/>
                  <a:gd name="connsiteY0" fmla="*/ 314103 h 408880"/>
                  <a:gd name="connsiteX1" fmla="*/ 109422 w 313757"/>
                  <a:gd name="connsiteY1" fmla="*/ 240560 h 408880"/>
                  <a:gd name="connsiteX2" fmla="*/ 284493 w 313757"/>
                  <a:gd name="connsiteY2" fmla="*/ 240560 h 408880"/>
                  <a:gd name="connsiteX3" fmla="*/ 284493 w 313757"/>
                  <a:gd name="connsiteY3" fmla="*/ 145779 h 408880"/>
                  <a:gd name="connsiteX4" fmla="*/ 109422 w 313757"/>
                  <a:gd name="connsiteY4" fmla="*/ 145779 h 408880"/>
                  <a:gd name="connsiteX5" fmla="*/ 109422 w 313757"/>
                  <a:gd name="connsiteY5" fmla="*/ 94796 h 408880"/>
                  <a:gd name="connsiteX6" fmla="*/ 302492 w 313757"/>
                  <a:gd name="connsiteY6" fmla="*/ 94796 h 408880"/>
                  <a:gd name="connsiteX7" fmla="*/ 302492 w 313757"/>
                  <a:gd name="connsiteY7" fmla="*/ 0 h 408880"/>
                  <a:gd name="connsiteX8" fmla="*/ 0 w 313757"/>
                  <a:gd name="connsiteY8" fmla="*/ 0 h 408880"/>
                  <a:gd name="connsiteX9" fmla="*/ 0 w 313757"/>
                  <a:gd name="connsiteY9" fmla="*/ 408880 h 408880"/>
                  <a:gd name="connsiteX10" fmla="*/ 313757 w 313757"/>
                  <a:gd name="connsiteY10" fmla="*/ 408880 h 408880"/>
                  <a:gd name="connsiteX11" fmla="*/ 313757 w 313757"/>
                  <a:gd name="connsiteY11" fmla="*/ 314103 h 40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3757" h="408880">
                    <a:moveTo>
                      <a:pt x="109422" y="314103"/>
                    </a:moveTo>
                    <a:lnTo>
                      <a:pt x="109422" y="240560"/>
                    </a:lnTo>
                    <a:lnTo>
                      <a:pt x="284493" y="240560"/>
                    </a:lnTo>
                    <a:lnTo>
                      <a:pt x="284493" y="145779"/>
                    </a:lnTo>
                    <a:lnTo>
                      <a:pt x="109422" y="145779"/>
                    </a:lnTo>
                    <a:lnTo>
                      <a:pt x="109422" y="94796"/>
                    </a:lnTo>
                    <a:lnTo>
                      <a:pt x="302492" y="94796"/>
                    </a:lnTo>
                    <a:lnTo>
                      <a:pt x="302492" y="0"/>
                    </a:lnTo>
                    <a:lnTo>
                      <a:pt x="0" y="0"/>
                    </a:lnTo>
                    <a:lnTo>
                      <a:pt x="0" y="408880"/>
                    </a:lnTo>
                    <a:lnTo>
                      <a:pt x="313757" y="408880"/>
                    </a:lnTo>
                    <a:lnTo>
                      <a:pt x="313757" y="314103"/>
                    </a:lnTo>
                    <a:close/>
                  </a:path>
                </a:pathLst>
              </a:custGeom>
              <a:solidFill>
                <a:srgbClr val="FFFFFF"/>
              </a:solidFill>
              <a:ln w="375" cap="flat">
                <a:noFill/>
                <a:prstDash val="solid"/>
                <a:miter/>
              </a:ln>
            </p:spPr>
            <p:txBody>
              <a:bodyPr rtlCol="0" anchor="ctr"/>
              <a:lstStyle/>
              <a:p>
                <a:endParaRPr lang="en-US"/>
              </a:p>
            </p:txBody>
          </p:sp>
          <p:sp>
            <p:nvSpPr>
              <p:cNvPr id="44" name="Freihandform: Form 43">
                <a:extLst>
                  <a:ext uri="{FF2B5EF4-FFF2-40B4-BE49-F238E27FC236}">
                    <a16:creationId xmlns:a16="http://schemas.microsoft.com/office/drawing/2014/main" id="{87E31CAB-153B-4B6D-BA96-076B228BE9B2}"/>
                  </a:ext>
                </a:extLst>
              </p:cNvPr>
              <p:cNvSpPr/>
              <p:nvPr/>
            </p:nvSpPr>
            <p:spPr bwMode="invGray">
              <a:xfrm>
                <a:off x="4900825" y="3147714"/>
                <a:ext cx="324458" cy="408891"/>
              </a:xfrm>
              <a:custGeom>
                <a:avLst/>
                <a:gdLst>
                  <a:gd name="connsiteX0" fmla="*/ 212783 w 324458"/>
                  <a:gd name="connsiteY0" fmla="*/ 129597 h 408891"/>
                  <a:gd name="connsiteX1" fmla="*/ 202731 w 324458"/>
                  <a:gd name="connsiteY1" fmla="*/ 155034 h 408891"/>
                  <a:gd name="connsiteX2" fmla="*/ 172925 w 324458"/>
                  <a:gd name="connsiteY2" fmla="*/ 164951 h 408891"/>
                  <a:gd name="connsiteX3" fmla="*/ 109426 w 324458"/>
                  <a:gd name="connsiteY3" fmla="*/ 164951 h 408891"/>
                  <a:gd name="connsiteX4" fmla="*/ 109426 w 324458"/>
                  <a:gd name="connsiteY4" fmla="*/ 94796 h 408891"/>
                  <a:gd name="connsiteX5" fmla="*/ 172925 w 324458"/>
                  <a:gd name="connsiteY5" fmla="*/ 94796 h 408891"/>
                  <a:gd name="connsiteX6" fmla="*/ 202817 w 324458"/>
                  <a:gd name="connsiteY6" fmla="*/ 104498 h 408891"/>
                  <a:gd name="connsiteX7" fmla="*/ 212783 w 324458"/>
                  <a:gd name="connsiteY7" fmla="*/ 129597 h 408891"/>
                  <a:gd name="connsiteX8" fmla="*/ 284286 w 324458"/>
                  <a:gd name="connsiteY8" fmla="*/ 36469 h 408891"/>
                  <a:gd name="connsiteX9" fmla="*/ 236267 w 324458"/>
                  <a:gd name="connsiteY9" fmla="*/ 9526 h 408891"/>
                  <a:gd name="connsiteX10" fmla="*/ 172929 w 324458"/>
                  <a:gd name="connsiteY10" fmla="*/ 0 h 408891"/>
                  <a:gd name="connsiteX11" fmla="*/ 0 w 324458"/>
                  <a:gd name="connsiteY11" fmla="*/ 0 h 408891"/>
                  <a:gd name="connsiteX12" fmla="*/ 0 w 324458"/>
                  <a:gd name="connsiteY12" fmla="*/ 408891 h 408891"/>
                  <a:gd name="connsiteX13" fmla="*/ 109430 w 324458"/>
                  <a:gd name="connsiteY13" fmla="*/ 408891 h 408891"/>
                  <a:gd name="connsiteX14" fmla="*/ 109430 w 324458"/>
                  <a:gd name="connsiteY14" fmla="*/ 259732 h 408891"/>
                  <a:gd name="connsiteX15" fmla="*/ 172929 w 324458"/>
                  <a:gd name="connsiteY15" fmla="*/ 259732 h 408891"/>
                  <a:gd name="connsiteX16" fmla="*/ 236267 w 324458"/>
                  <a:gd name="connsiteY16" fmla="*/ 250206 h 408891"/>
                  <a:gd name="connsiteX17" fmla="*/ 284286 w 324458"/>
                  <a:gd name="connsiteY17" fmla="*/ 223270 h 408891"/>
                  <a:gd name="connsiteX18" fmla="*/ 314415 w 324458"/>
                  <a:gd name="connsiteY18" fmla="*/ 181448 h 408891"/>
                  <a:gd name="connsiteX19" fmla="*/ 324459 w 324458"/>
                  <a:gd name="connsiteY19" fmla="*/ 129601 h 408891"/>
                  <a:gd name="connsiteX20" fmla="*/ 314400 w 324458"/>
                  <a:gd name="connsiteY20" fmla="*/ 77983 h 408891"/>
                  <a:gd name="connsiteX21" fmla="*/ 284286 w 324458"/>
                  <a:gd name="connsiteY21" fmla="*/ 36469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4458" h="408891">
                    <a:moveTo>
                      <a:pt x="212783" y="129597"/>
                    </a:moveTo>
                    <a:cubicBezTo>
                      <a:pt x="212783" y="140107"/>
                      <a:pt x="209496" y="148431"/>
                      <a:pt x="202731" y="155034"/>
                    </a:cubicBezTo>
                    <a:cubicBezTo>
                      <a:pt x="195921" y="161705"/>
                      <a:pt x="186158" y="164951"/>
                      <a:pt x="172925" y="164951"/>
                    </a:cubicBezTo>
                    <a:lnTo>
                      <a:pt x="109426" y="164951"/>
                    </a:lnTo>
                    <a:lnTo>
                      <a:pt x="109426" y="94796"/>
                    </a:lnTo>
                    <a:lnTo>
                      <a:pt x="172925" y="94796"/>
                    </a:lnTo>
                    <a:cubicBezTo>
                      <a:pt x="186023" y="94796"/>
                      <a:pt x="196086" y="98064"/>
                      <a:pt x="202817" y="104498"/>
                    </a:cubicBezTo>
                    <a:cubicBezTo>
                      <a:pt x="209530" y="110918"/>
                      <a:pt x="212783" y="119117"/>
                      <a:pt x="212783" y="129597"/>
                    </a:cubicBezTo>
                    <a:moveTo>
                      <a:pt x="284286" y="36469"/>
                    </a:moveTo>
                    <a:cubicBezTo>
                      <a:pt x="271203" y="24994"/>
                      <a:pt x="255036" y="15934"/>
                      <a:pt x="236267" y="9526"/>
                    </a:cubicBezTo>
                    <a:cubicBezTo>
                      <a:pt x="217673" y="3200"/>
                      <a:pt x="196368" y="0"/>
                      <a:pt x="172929" y="0"/>
                    </a:cubicBezTo>
                    <a:lnTo>
                      <a:pt x="0" y="0"/>
                    </a:lnTo>
                    <a:lnTo>
                      <a:pt x="0" y="408891"/>
                    </a:lnTo>
                    <a:lnTo>
                      <a:pt x="109430" y="408891"/>
                    </a:lnTo>
                    <a:lnTo>
                      <a:pt x="109430" y="259732"/>
                    </a:lnTo>
                    <a:lnTo>
                      <a:pt x="172929" y="259732"/>
                    </a:lnTo>
                    <a:cubicBezTo>
                      <a:pt x="196394" y="259732"/>
                      <a:pt x="217715" y="256531"/>
                      <a:pt x="236267" y="250206"/>
                    </a:cubicBezTo>
                    <a:cubicBezTo>
                      <a:pt x="255021" y="243839"/>
                      <a:pt x="271169" y="234760"/>
                      <a:pt x="284286" y="223270"/>
                    </a:cubicBezTo>
                    <a:cubicBezTo>
                      <a:pt x="297546" y="211637"/>
                      <a:pt x="307684" y="197562"/>
                      <a:pt x="314415" y="181448"/>
                    </a:cubicBezTo>
                    <a:cubicBezTo>
                      <a:pt x="321086" y="165511"/>
                      <a:pt x="324459" y="148067"/>
                      <a:pt x="324459" y="129601"/>
                    </a:cubicBezTo>
                    <a:cubicBezTo>
                      <a:pt x="324459" y="111109"/>
                      <a:pt x="321071" y="93740"/>
                      <a:pt x="314400" y="77983"/>
                    </a:cubicBezTo>
                    <a:cubicBezTo>
                      <a:pt x="307665" y="62060"/>
                      <a:pt x="297527" y="48087"/>
                      <a:pt x="284286" y="36469"/>
                    </a:cubicBezTo>
                  </a:path>
                </a:pathLst>
              </a:custGeom>
              <a:solidFill>
                <a:srgbClr val="FFFFFF"/>
              </a:solidFill>
              <a:ln w="375" cap="flat">
                <a:noFill/>
                <a:prstDash val="solid"/>
                <a:miter/>
              </a:ln>
            </p:spPr>
            <p:txBody>
              <a:bodyPr rtlCol="0" anchor="ctr"/>
              <a:lstStyle/>
              <a:p>
                <a:endParaRPr lang="en-US"/>
              </a:p>
            </p:txBody>
          </p:sp>
        </p:grpSp>
        <p:sp>
          <p:nvSpPr>
            <p:cNvPr id="35" name="Freihandform: Form 34">
              <a:extLst>
                <a:ext uri="{FF2B5EF4-FFF2-40B4-BE49-F238E27FC236}">
                  <a16:creationId xmlns:a16="http://schemas.microsoft.com/office/drawing/2014/main" id="{857AB202-09EE-4D92-B38C-53CD0A17DB39}"/>
                </a:ext>
              </a:extLst>
            </p:cNvPr>
            <p:cNvSpPr/>
            <p:nvPr/>
          </p:nvSpPr>
          <p:spPr bwMode="invGray">
            <a:xfrm>
              <a:off x="6977972" y="3611356"/>
              <a:ext cx="314433" cy="109445"/>
            </a:xfrm>
            <a:custGeom>
              <a:avLst/>
              <a:gdLst>
                <a:gd name="connsiteX0" fmla="*/ 0 w 314433"/>
                <a:gd name="connsiteY0" fmla="*/ 0 h 109445"/>
                <a:gd name="connsiteX1" fmla="*/ 314434 w 314433"/>
                <a:gd name="connsiteY1" fmla="*/ 0 h 109445"/>
                <a:gd name="connsiteX2" fmla="*/ 314434 w 314433"/>
                <a:gd name="connsiteY2" fmla="*/ 109445 h 109445"/>
                <a:gd name="connsiteX3" fmla="*/ 0 w 314433"/>
                <a:gd name="connsiteY3" fmla="*/ 109445 h 109445"/>
              </a:gdLst>
              <a:ahLst/>
              <a:cxnLst>
                <a:cxn ang="0">
                  <a:pos x="connsiteX0" y="connsiteY0"/>
                </a:cxn>
                <a:cxn ang="0">
                  <a:pos x="connsiteX1" y="connsiteY1"/>
                </a:cxn>
                <a:cxn ang="0">
                  <a:pos x="connsiteX2" y="connsiteY2"/>
                </a:cxn>
                <a:cxn ang="0">
                  <a:pos x="connsiteX3" y="connsiteY3"/>
                </a:cxn>
              </a:cxnLst>
              <a:rect l="l" t="t" r="r" b="b"/>
              <a:pathLst>
                <a:path w="314433" h="109445">
                  <a:moveTo>
                    <a:pt x="0" y="0"/>
                  </a:moveTo>
                  <a:lnTo>
                    <a:pt x="314434" y="0"/>
                  </a:lnTo>
                  <a:lnTo>
                    <a:pt x="314434" y="109445"/>
                  </a:lnTo>
                  <a:lnTo>
                    <a:pt x="0" y="109445"/>
                  </a:lnTo>
                  <a:close/>
                </a:path>
              </a:pathLst>
            </a:custGeom>
            <a:solidFill>
              <a:schemeClr val="bg2"/>
            </a:solidFill>
            <a:ln w="375" cap="flat">
              <a:noFill/>
              <a:prstDash val="solid"/>
              <a:miter/>
            </a:ln>
          </p:spPr>
          <p:txBody>
            <a:bodyPr rtlCol="0" anchor="ctr"/>
            <a:lstStyle/>
            <a:p>
              <a:endParaRPr lang="en-US"/>
            </a:p>
          </p:txBody>
        </p:sp>
      </p:grpSp>
      <p:sp>
        <p:nvSpPr>
          <p:cNvPr id="45" name="Textplatzhalter 8">
            <a:extLst>
              <a:ext uri="{FF2B5EF4-FFF2-40B4-BE49-F238E27FC236}">
                <a16:creationId xmlns:a16="http://schemas.microsoft.com/office/drawing/2014/main" id="{7048F146-31C6-4C40-9CD2-081E8E97B508}"/>
              </a:ext>
            </a:extLst>
          </p:cNvPr>
          <p:cNvSpPr>
            <a:spLocks noGrp="1"/>
          </p:cNvSpPr>
          <p:nvPr>
            <p:ph type="body" sz="quarter" idx="12" hasCustomPrompt="1"/>
          </p:nvPr>
        </p:nvSpPr>
        <p:spPr bwMode="black">
          <a:xfrm>
            <a:off x="3431984"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46" name="Textplatzhalter 8">
            <a:extLst>
              <a:ext uri="{FF2B5EF4-FFF2-40B4-BE49-F238E27FC236}">
                <a16:creationId xmlns:a16="http://schemas.microsoft.com/office/drawing/2014/main" id="{703277B6-8F80-4D8B-8F4B-8050CF8E3F6B}"/>
              </a:ext>
            </a:extLst>
          </p:cNvPr>
          <p:cNvSpPr>
            <a:spLocks noGrp="1"/>
          </p:cNvSpPr>
          <p:nvPr>
            <p:ph type="body" sz="quarter" idx="13" hasCustomPrompt="1"/>
          </p:nvPr>
        </p:nvSpPr>
        <p:spPr bwMode="black">
          <a:xfrm>
            <a:off x="3431984"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
        <p:nvSpPr>
          <p:cNvPr id="47" name="Textplatzhalter 8">
            <a:extLst>
              <a:ext uri="{FF2B5EF4-FFF2-40B4-BE49-F238E27FC236}">
                <a16:creationId xmlns:a16="http://schemas.microsoft.com/office/drawing/2014/main" id="{54AB44A6-B61F-4B99-9715-C185EB0F59AA}"/>
              </a:ext>
            </a:extLst>
          </p:cNvPr>
          <p:cNvSpPr>
            <a:spLocks noGrp="1"/>
          </p:cNvSpPr>
          <p:nvPr>
            <p:ph type="body" sz="quarter" idx="14" hasCustomPrompt="1"/>
          </p:nvPr>
        </p:nvSpPr>
        <p:spPr bwMode="black">
          <a:xfrm>
            <a:off x="6240296"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48" name="Textplatzhalter 8">
            <a:extLst>
              <a:ext uri="{FF2B5EF4-FFF2-40B4-BE49-F238E27FC236}">
                <a16:creationId xmlns:a16="http://schemas.microsoft.com/office/drawing/2014/main" id="{5FFBC0EB-C3F4-4BBB-AFAA-DF8F27DE6F74}"/>
              </a:ext>
            </a:extLst>
          </p:cNvPr>
          <p:cNvSpPr>
            <a:spLocks noGrp="1"/>
          </p:cNvSpPr>
          <p:nvPr>
            <p:ph type="body" sz="quarter" idx="15" hasCustomPrompt="1"/>
          </p:nvPr>
        </p:nvSpPr>
        <p:spPr bwMode="black">
          <a:xfrm>
            <a:off x="6240296"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
        <p:nvSpPr>
          <p:cNvPr id="49" name="Textplatzhalter 8">
            <a:extLst>
              <a:ext uri="{FF2B5EF4-FFF2-40B4-BE49-F238E27FC236}">
                <a16:creationId xmlns:a16="http://schemas.microsoft.com/office/drawing/2014/main" id="{96811929-4004-4013-A01C-E6C4502FE51B}"/>
              </a:ext>
            </a:extLst>
          </p:cNvPr>
          <p:cNvSpPr>
            <a:spLocks noGrp="1"/>
          </p:cNvSpPr>
          <p:nvPr>
            <p:ph type="body" sz="quarter" idx="16" hasCustomPrompt="1"/>
          </p:nvPr>
        </p:nvSpPr>
        <p:spPr bwMode="black">
          <a:xfrm>
            <a:off x="9048608"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50" name="Textplatzhalter 8">
            <a:extLst>
              <a:ext uri="{FF2B5EF4-FFF2-40B4-BE49-F238E27FC236}">
                <a16:creationId xmlns:a16="http://schemas.microsoft.com/office/drawing/2014/main" id="{8C52A45D-A4A4-427B-A37B-39BBD54F07ED}"/>
              </a:ext>
            </a:extLst>
          </p:cNvPr>
          <p:cNvSpPr>
            <a:spLocks noGrp="1"/>
          </p:cNvSpPr>
          <p:nvPr>
            <p:ph type="body" sz="quarter" idx="17" hasCustomPrompt="1"/>
          </p:nvPr>
        </p:nvSpPr>
        <p:spPr bwMode="black">
          <a:xfrm>
            <a:off x="9048608"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Tree>
    <p:extLst>
      <p:ext uri="{BB962C8B-B14F-4D97-AF65-F5344CB8AC3E}">
        <p14:creationId xmlns:p14="http://schemas.microsoft.com/office/powerpoint/2010/main" val="37893051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pyright | black">
    <p:bg>
      <p:bgPr>
        <a:solidFill>
          <a:schemeClr val="tx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6C108C6-7FF3-4791-838E-D6A33A4BFF6E}"/>
              </a:ext>
            </a:extLst>
          </p:cNvPr>
          <p:cNvSpPr/>
          <p:nvPr userDrawn="1"/>
        </p:nvSpPr>
        <p:spPr>
          <a:xfrm>
            <a:off x="623888" y="3717032"/>
            <a:ext cx="10944225" cy="1440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rtl="0" eaLnBrk="1" fontAlgn="auto" hangingPunct="1">
              <a:lnSpc>
                <a:spcPct val="110000"/>
              </a:lnSpc>
              <a:spcBef>
                <a:spcPts val="0"/>
              </a:spcBef>
              <a:spcAft>
                <a:spcPts val="0"/>
              </a:spcAft>
            </a:pPr>
            <a:r>
              <a:rPr lang="en-GB" sz="900" b="1" i="0" u="none" baseline="0" noProof="0">
                <a:solidFill>
                  <a:srgbClr val="FFFFFF"/>
                </a:solidFill>
                <a:latin typeface="Arial" panose="020B0604020202020204" pitchFamily="34" charset="0"/>
              </a:rPr>
              <a:t>Copyright</a:t>
            </a:r>
          </a:p>
          <a:p>
            <a:pPr algn="l" rtl="0" eaLnBrk="1" fontAlgn="auto" hangingPunct="1">
              <a:lnSpc>
                <a:spcPct val="110000"/>
              </a:lnSpc>
              <a:spcBef>
                <a:spcPts val="0"/>
              </a:spcBef>
              <a:spcAft>
                <a:spcPts val="0"/>
              </a:spcAft>
            </a:pPr>
            <a:r>
              <a:rPr lang="en-GB" sz="900" b="0" i="0" u="none" baseline="0" noProof="0">
                <a:solidFill>
                  <a:srgbClr val="FFFFFF"/>
                </a:solidFill>
                <a:latin typeface="Arial" panose="020B0604020202020204" pitchFamily="34" charset="0"/>
              </a:rPr>
              <a:t>All pictures, images and other illustrations as well as all thoughts, ideas, concepts and advertising materials listed in this document are protected by applicable copyright regulations, e.g. the Act on Copyright and Related Rights („Copyright Act“). Owner of the intellectual property is SPORTFI</a:t>
            </a:r>
            <a:r>
              <a:rPr lang="en-GB" sz="900" b="0" i="0" u="sng" baseline="0" noProof="0">
                <a:solidFill>
                  <a:srgbClr val="FFFFFF"/>
                </a:solidFill>
                <a:latin typeface="Arial" panose="020B0604020202020204" pitchFamily="34" charset="0"/>
              </a:rPr>
              <a:t>V</a:t>
            </a:r>
            <a:r>
              <a:rPr lang="en-GB" sz="900" b="0" i="0" u="none" baseline="0" noProof="0">
                <a:solidFill>
                  <a:srgbClr val="FFFFFF"/>
                </a:solidFill>
                <a:latin typeface="Arial" panose="020B0604020202020204" pitchFamily="34" charset="0"/>
              </a:rPr>
              <a:t>E Germany GmbH respectively the Club represented by SPORTFI</a:t>
            </a:r>
            <a:r>
              <a:rPr lang="en-GB" sz="900" b="0" i="0" u="sng" baseline="0" noProof="0">
                <a:solidFill>
                  <a:srgbClr val="FFFFFF"/>
                </a:solidFill>
                <a:latin typeface="Arial" panose="020B0604020202020204" pitchFamily="34" charset="0"/>
              </a:rPr>
              <a:t>V</a:t>
            </a:r>
            <a:r>
              <a:rPr lang="en-GB" sz="900" b="0" i="0" u="none" baseline="0" noProof="0">
                <a:solidFill>
                  <a:srgbClr val="FFFFFF"/>
                </a:solidFill>
                <a:latin typeface="Arial" panose="020B0604020202020204" pitchFamily="34" charset="0"/>
              </a:rPr>
              <a:t>E Germany GmbH („Rights-Holder“) save as expressly otherwise marked in the document. Any use of the aforementioned protected works, e.g. any adaptations and transformations, the partial or fully reproduction, distribution as well as any transfer to third parties or any other respective use protected under the Copyright Act is strictly forbidden without prior written approval by the respective Rights-holder.</a:t>
            </a:r>
          </a:p>
          <a:p>
            <a:pPr algn="l" rtl="0" eaLnBrk="1" fontAlgn="auto" hangingPunct="1">
              <a:lnSpc>
                <a:spcPct val="110000"/>
              </a:lnSpc>
              <a:spcBef>
                <a:spcPts val="0"/>
              </a:spcBef>
              <a:spcAft>
                <a:spcPts val="0"/>
              </a:spcAft>
            </a:pPr>
            <a:r>
              <a:rPr lang="en-GB" sz="900" b="0" i="0" u="none" baseline="0" noProof="0">
                <a:solidFill>
                  <a:srgbClr val="FFFFFF"/>
                </a:solidFill>
                <a:latin typeface="Arial" panose="020B0604020202020204" pitchFamily="34" charset="0"/>
              </a:rPr>
              <a:t>By receiving the document, the recipient confirms that it will maintain absolute confidentiality and non-disclosure about the ideas and proposals contained herein. Any Violation of the Copyright Act (e.g. unauthorized use of contents of the draft) can constitute a criminal offence according to § 106 ff. Copyright Act (</a:t>
            </a:r>
            <a:r>
              <a:rPr lang="en-GB" sz="900" b="0" i="0" u="none" baseline="0" noProof="0" err="1">
                <a:solidFill>
                  <a:srgbClr val="FFFFFF"/>
                </a:solidFill>
                <a:latin typeface="Arial" panose="020B0604020202020204" pitchFamily="34" charset="0"/>
              </a:rPr>
              <a:t>UrhG</a:t>
            </a:r>
            <a:r>
              <a:rPr lang="en-GB" sz="900" b="0" i="0" u="none" baseline="0" noProof="0">
                <a:solidFill>
                  <a:srgbClr val="FFFFFF"/>
                </a:solidFill>
                <a:latin typeface="Arial" panose="020B0604020202020204" pitchFamily="34" charset="0"/>
              </a:rPr>
              <a:t>). Additionally, the person conducting offence can be warned subject to a charge and also be condemned to financial damages and/or injunction. This is without prejudice to the Rights-Holders’ other statutory claims and rights.</a:t>
            </a:r>
          </a:p>
          <a:p>
            <a:pPr algn="l" rtl="0" eaLnBrk="1" fontAlgn="auto" hangingPunct="1">
              <a:lnSpc>
                <a:spcPct val="110000"/>
              </a:lnSpc>
              <a:spcBef>
                <a:spcPts val="0"/>
              </a:spcBef>
              <a:spcAft>
                <a:spcPts val="0"/>
              </a:spcAft>
            </a:pPr>
            <a:endParaRPr lang="en-GB" sz="900" b="0" i="0" u="none" baseline="0" noProof="0">
              <a:solidFill>
                <a:srgbClr val="FFFFFF"/>
              </a:solidFill>
              <a:latin typeface="Arial" panose="020B0604020202020204" pitchFamily="34" charset="0"/>
            </a:endParaRPr>
          </a:p>
          <a:p>
            <a:pPr algn="l" rtl="0" eaLnBrk="1" fontAlgn="auto" hangingPunct="1">
              <a:lnSpc>
                <a:spcPct val="110000"/>
              </a:lnSpc>
              <a:spcBef>
                <a:spcPts val="0"/>
              </a:spcBef>
              <a:spcAft>
                <a:spcPts val="0"/>
              </a:spcAft>
            </a:pPr>
            <a:r>
              <a:rPr lang="en-GB" sz="900" b="0" i="0" u="none" baseline="0" noProof="0">
                <a:solidFill>
                  <a:srgbClr val="FFFFFF"/>
                </a:solidFill>
                <a:latin typeface="Arial" panose="020B0604020202020204" pitchFamily="34" charset="0"/>
              </a:rPr>
              <a:t>The exclusive place of jurisdiction with regard to all disputes arising out of or in connection with a violation of the copyright laws shall be Hamburg, Germany.</a:t>
            </a:r>
          </a:p>
        </p:txBody>
      </p:sp>
      <p:grpSp>
        <p:nvGrpSpPr>
          <p:cNvPr id="7" name="Grafik 11">
            <a:extLst>
              <a:ext uri="{FF2B5EF4-FFF2-40B4-BE49-F238E27FC236}">
                <a16:creationId xmlns:a16="http://schemas.microsoft.com/office/drawing/2014/main" id="{296A2E6B-4063-4767-B030-F0DBA97BF774}"/>
              </a:ext>
            </a:extLst>
          </p:cNvPr>
          <p:cNvGrpSpPr/>
          <p:nvPr userDrawn="1"/>
        </p:nvGrpSpPr>
        <p:grpSpPr bwMode="gray">
          <a:xfrm>
            <a:off x="4513952" y="1930400"/>
            <a:ext cx="3166223" cy="579504"/>
            <a:chOff x="2963711" y="6039598"/>
            <a:chExt cx="1080005" cy="197670"/>
          </a:xfrm>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solidFill>
              <a:srgbClr val="FFFFFF"/>
            </a:solid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888" y="5661248"/>
            <a:ext cx="11017250" cy="576262"/>
          </a:xfrm>
        </p:spPr>
        <p:txBody>
          <a:bodyPr/>
          <a:lstStyle>
            <a:lvl1pPr marL="0" indent="0">
              <a:buFont typeface="Arial" panose="020B0604020202020204" pitchFamily="34" charset="0"/>
              <a:buNone/>
              <a:defRPr sz="1100" b="1">
                <a:solidFill>
                  <a:schemeClr val="bg1"/>
                </a:solidFill>
              </a:defRPr>
            </a:lvl1pPr>
            <a:lvl2pPr marL="0" indent="0">
              <a:buNone/>
              <a:defRPr sz="900">
                <a:solidFill>
                  <a:schemeClr val="bg1"/>
                </a:solidFill>
              </a:defRPr>
            </a:lvl2pPr>
            <a:lvl3pPr marL="0" indent="0">
              <a:buNone/>
              <a:defRPr sz="900">
                <a:solidFill>
                  <a:schemeClr val="bg1"/>
                </a:solidFill>
              </a:defRPr>
            </a:lvl3pPr>
            <a:lvl4pPr marL="0" indent="0">
              <a:buNone/>
              <a:defRPr sz="900">
                <a:solidFill>
                  <a:schemeClr val="bg1"/>
                </a:solidFill>
              </a:defRPr>
            </a:lvl4pPr>
            <a:lvl5pPr marL="0" indent="0">
              <a:buNone/>
              <a:defRPr sz="900">
                <a:solidFill>
                  <a:schemeClr val="bg1"/>
                </a:solidFill>
              </a:defRPr>
            </a:lvl5pPr>
            <a:lvl6pPr marL="0" indent="0">
              <a:buNone/>
              <a:defRPr sz="900">
                <a:solidFill>
                  <a:schemeClr val="bg1"/>
                </a:solidFill>
              </a:defRPr>
            </a:lvl6pPr>
            <a:lvl7pPr marL="0" indent="0">
              <a:buNone/>
              <a:defRPr sz="900">
                <a:solidFill>
                  <a:schemeClr val="bg1"/>
                </a:solidFill>
              </a:defRPr>
            </a:lvl7pPr>
            <a:lvl8pPr marL="0" indent="0">
              <a:buNone/>
              <a:defRPr sz="900">
                <a:solidFill>
                  <a:schemeClr val="bg1"/>
                </a:solidFill>
              </a:defRPr>
            </a:lvl8pPr>
            <a:lvl9pPr marL="0" indent="0">
              <a:buNone/>
              <a:defRPr sz="900">
                <a:solidFill>
                  <a:schemeClr val="bg1"/>
                </a:solidFill>
              </a:defRPr>
            </a:lvl9pPr>
          </a:lstStyle>
          <a:p>
            <a:pPr lvl="0"/>
            <a:r>
              <a:rPr lang="en-US"/>
              <a:t>Address</a:t>
            </a:r>
          </a:p>
        </p:txBody>
      </p:sp>
    </p:spTree>
    <p:extLst>
      <p:ext uri="{BB962C8B-B14F-4D97-AF65-F5344CB8AC3E}">
        <p14:creationId xmlns:p14="http://schemas.microsoft.com/office/powerpoint/2010/main" val="14691626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6C108C6-7FF3-4791-838E-D6A33A4BFF6E}"/>
              </a:ext>
            </a:extLst>
          </p:cNvPr>
          <p:cNvSpPr/>
          <p:nvPr userDrawn="1"/>
        </p:nvSpPr>
        <p:spPr>
          <a:xfrm>
            <a:off x="623888" y="3717032"/>
            <a:ext cx="10944225" cy="1440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rtl="0" eaLnBrk="1" fontAlgn="auto" hangingPunct="1">
              <a:lnSpc>
                <a:spcPct val="110000"/>
              </a:lnSpc>
              <a:spcBef>
                <a:spcPts val="0"/>
              </a:spcBef>
              <a:spcAft>
                <a:spcPts val="0"/>
              </a:spcAft>
            </a:pPr>
            <a:r>
              <a:rPr lang="en-GB" sz="900" b="1" i="0" u="none" baseline="0" noProof="0">
                <a:solidFill>
                  <a:schemeClr val="tx1"/>
                </a:solidFill>
                <a:latin typeface="Arial" panose="020B0604020202020204" pitchFamily="34" charset="0"/>
              </a:rPr>
              <a:t>Copyright</a:t>
            </a:r>
          </a:p>
          <a:p>
            <a:pPr algn="l" rtl="0" eaLnBrk="1" fontAlgn="auto" hangingPunct="1">
              <a:lnSpc>
                <a:spcPct val="110000"/>
              </a:lnSpc>
              <a:spcBef>
                <a:spcPts val="0"/>
              </a:spcBef>
              <a:spcAft>
                <a:spcPts val="0"/>
              </a:spcAft>
            </a:pPr>
            <a:r>
              <a:rPr lang="en-GB" sz="900" b="0" i="0" u="none" baseline="0" noProof="0">
                <a:solidFill>
                  <a:schemeClr val="tx1"/>
                </a:solidFill>
                <a:latin typeface="Arial" panose="020B0604020202020204" pitchFamily="34" charset="0"/>
              </a:rPr>
              <a:t>All pictures, images and other illustrations as well as all thoughts, ideas, concepts and advertising materials listed in this document are protected by applicable copyright regulations, e.g. the Act on Copyright and Related Rights („Copyright Act“). Owner of the intellectual property is SPORTFI</a:t>
            </a:r>
            <a:r>
              <a:rPr lang="en-GB" sz="900" b="0" i="0" u="sng" baseline="0" noProof="0">
                <a:solidFill>
                  <a:schemeClr val="tx1"/>
                </a:solidFill>
                <a:latin typeface="Arial" panose="020B0604020202020204" pitchFamily="34" charset="0"/>
              </a:rPr>
              <a:t>V</a:t>
            </a:r>
            <a:r>
              <a:rPr lang="en-GB" sz="900" b="0" i="0" u="none" baseline="0" noProof="0">
                <a:solidFill>
                  <a:schemeClr val="tx1"/>
                </a:solidFill>
                <a:latin typeface="Arial" panose="020B0604020202020204" pitchFamily="34" charset="0"/>
              </a:rPr>
              <a:t>E Germany GmbH respectively the Club represented by SPORTFI</a:t>
            </a:r>
            <a:r>
              <a:rPr lang="en-GB" sz="900" b="0" i="0" u="sng" baseline="0" noProof="0">
                <a:solidFill>
                  <a:schemeClr val="tx1"/>
                </a:solidFill>
                <a:latin typeface="Arial" panose="020B0604020202020204" pitchFamily="34" charset="0"/>
              </a:rPr>
              <a:t>V</a:t>
            </a:r>
            <a:r>
              <a:rPr lang="en-GB" sz="900" b="0" i="0" u="none" baseline="0" noProof="0">
                <a:solidFill>
                  <a:schemeClr val="tx1"/>
                </a:solidFill>
                <a:latin typeface="Arial" panose="020B0604020202020204" pitchFamily="34" charset="0"/>
              </a:rPr>
              <a:t>E Germany GmbH („Rights-Holder“) save as expressly otherwise marked in the document. Any use of the aforementioned protected works, e.g. any adaptations and transformations, the partial or fully reproduction, distribution as well as any transfer to third parties or any other respective use protected under the Copyright Act is strictly forbidden without prior written approval by the respective Rights-holder.</a:t>
            </a:r>
          </a:p>
          <a:p>
            <a:pPr algn="l" rtl="0" eaLnBrk="1" fontAlgn="auto" hangingPunct="1">
              <a:lnSpc>
                <a:spcPct val="110000"/>
              </a:lnSpc>
              <a:spcBef>
                <a:spcPts val="0"/>
              </a:spcBef>
              <a:spcAft>
                <a:spcPts val="0"/>
              </a:spcAft>
            </a:pPr>
            <a:r>
              <a:rPr lang="en-GB" sz="900" b="0" i="0" u="none" baseline="0" noProof="0">
                <a:solidFill>
                  <a:schemeClr val="tx1"/>
                </a:solidFill>
                <a:latin typeface="Arial" panose="020B0604020202020204" pitchFamily="34" charset="0"/>
              </a:rPr>
              <a:t>By receiving the document, the recipient confirms that it will maintain absolute confidentiality and non-disclosure about the ideas and proposals contained herein. Any Violation of the Copyright Act (e.g. unauthorized use of contents of the draft) can constitute a criminal offence according to § 106 ff. Copyright Act (</a:t>
            </a:r>
            <a:r>
              <a:rPr lang="en-GB" sz="900" b="0" i="0" u="none" baseline="0" noProof="0" err="1">
                <a:solidFill>
                  <a:schemeClr val="tx1"/>
                </a:solidFill>
                <a:latin typeface="Arial" panose="020B0604020202020204" pitchFamily="34" charset="0"/>
              </a:rPr>
              <a:t>UrhG</a:t>
            </a:r>
            <a:r>
              <a:rPr lang="en-GB" sz="900" b="0" i="0" u="none" baseline="0" noProof="0">
                <a:solidFill>
                  <a:schemeClr val="tx1"/>
                </a:solidFill>
                <a:latin typeface="Arial" panose="020B0604020202020204" pitchFamily="34" charset="0"/>
              </a:rPr>
              <a:t>). Additionally, the person conducting offence can be warned subject to a charge and also be condemned to financial damages and/or injunction. This is without prejudice to the Rights-Holders’ other statutory claims and rights.</a:t>
            </a:r>
          </a:p>
          <a:p>
            <a:pPr algn="l" rtl="0" eaLnBrk="1" fontAlgn="auto" hangingPunct="1">
              <a:lnSpc>
                <a:spcPct val="110000"/>
              </a:lnSpc>
              <a:spcBef>
                <a:spcPts val="0"/>
              </a:spcBef>
              <a:spcAft>
                <a:spcPts val="0"/>
              </a:spcAft>
            </a:pPr>
            <a:endParaRPr lang="en-GB" sz="900" b="0" i="0" u="none" baseline="0" noProof="0">
              <a:solidFill>
                <a:schemeClr val="tx1"/>
              </a:solidFill>
              <a:latin typeface="Arial" panose="020B0604020202020204" pitchFamily="34" charset="0"/>
            </a:endParaRPr>
          </a:p>
          <a:p>
            <a:pPr algn="l" rtl="0" eaLnBrk="1" fontAlgn="auto" hangingPunct="1">
              <a:lnSpc>
                <a:spcPct val="110000"/>
              </a:lnSpc>
              <a:spcBef>
                <a:spcPts val="0"/>
              </a:spcBef>
              <a:spcAft>
                <a:spcPts val="0"/>
              </a:spcAft>
            </a:pPr>
            <a:r>
              <a:rPr lang="en-GB" sz="900" b="0" i="0" u="none" baseline="0" noProof="0">
                <a:solidFill>
                  <a:schemeClr val="tx1"/>
                </a:solidFill>
                <a:latin typeface="Arial" panose="020B0604020202020204" pitchFamily="34" charset="0"/>
              </a:rPr>
              <a:t>The exclusive place of jurisdiction with regard to all disputes arising out of or in connection with a violation of the copyright laws shall be Hamburg, Germany.</a:t>
            </a:r>
          </a:p>
        </p:txBody>
      </p:sp>
      <p:grpSp>
        <p:nvGrpSpPr>
          <p:cNvPr id="7" name="Grafik 11">
            <a:extLst>
              <a:ext uri="{FF2B5EF4-FFF2-40B4-BE49-F238E27FC236}">
                <a16:creationId xmlns:a16="http://schemas.microsoft.com/office/drawing/2014/main" id="{296A2E6B-4063-4767-B030-F0DBA97BF774}"/>
              </a:ext>
            </a:extLst>
          </p:cNvPr>
          <p:cNvGrpSpPr/>
          <p:nvPr userDrawn="1"/>
        </p:nvGrpSpPr>
        <p:grpSpPr bwMode="gray">
          <a:xfrm>
            <a:off x="4513952" y="1930400"/>
            <a:ext cx="3166223" cy="579504"/>
            <a:chOff x="2963711" y="6039598"/>
            <a:chExt cx="1080005" cy="197670"/>
          </a:xfrm>
          <a:solidFill>
            <a:schemeClr val="tx1"/>
          </a:solidFill>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grp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grpFill/>
              <a:ln w="1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grpFill/>
              <a:ln w="128"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grp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grp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grp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grp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grp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grp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grpFill/>
              <a:ln w="128" cap="flat">
                <a:noFill/>
                <a:prstDash val="solid"/>
                <a:miter/>
              </a:ln>
            </p:spPr>
            <p:txBody>
              <a:bodyPr rtlCol="0" anchor="ctr"/>
              <a:lstStyle/>
              <a:p>
                <a:endParaRPr lang="en-US"/>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888" y="5661248"/>
            <a:ext cx="10944225" cy="576262"/>
          </a:xfrm>
        </p:spPr>
        <p:txBody>
          <a:bodyPr/>
          <a:lstStyle>
            <a:lvl1pPr marL="0" indent="0">
              <a:buFont typeface="Arial" panose="020B0604020202020204" pitchFamily="34" charset="0"/>
              <a:buNone/>
              <a:defRPr sz="1100" b="1">
                <a:solidFill>
                  <a:schemeClr val="tx1"/>
                </a:solidFill>
              </a:defRPr>
            </a:lvl1pPr>
            <a:lvl2pPr marL="0" indent="0">
              <a:buNone/>
              <a:defRPr sz="900">
                <a:solidFill>
                  <a:schemeClr val="tx1"/>
                </a:solidFill>
              </a:defRPr>
            </a:lvl2pPr>
            <a:lvl3pPr marL="0" indent="0">
              <a:buNone/>
              <a:defRPr sz="900">
                <a:solidFill>
                  <a:schemeClr val="tx1"/>
                </a:solidFill>
              </a:defRPr>
            </a:lvl3pPr>
            <a:lvl4pPr marL="0" indent="0">
              <a:buNone/>
              <a:defRPr sz="900">
                <a:solidFill>
                  <a:schemeClr val="tx1"/>
                </a:solidFill>
              </a:defRPr>
            </a:lvl4pPr>
            <a:lvl5pPr marL="0" indent="0">
              <a:buNone/>
              <a:defRPr sz="900">
                <a:solidFill>
                  <a:schemeClr val="tx1"/>
                </a:solidFill>
              </a:defRPr>
            </a:lvl5pPr>
            <a:lvl6pPr marL="0" indent="0">
              <a:buNone/>
              <a:defRPr sz="900">
                <a:solidFill>
                  <a:schemeClr val="tx1"/>
                </a:solidFill>
              </a:defRPr>
            </a:lvl6pPr>
            <a:lvl7pPr marL="0" indent="0">
              <a:buNone/>
              <a:defRPr sz="900">
                <a:solidFill>
                  <a:schemeClr val="tx1"/>
                </a:solidFill>
              </a:defRPr>
            </a:lvl7pPr>
            <a:lvl8pPr marL="0" indent="0">
              <a:buNone/>
              <a:defRPr sz="900">
                <a:solidFill>
                  <a:schemeClr val="tx1"/>
                </a:solidFill>
              </a:defRPr>
            </a:lvl8pPr>
            <a:lvl9pPr marL="0" indent="0">
              <a:buNone/>
              <a:defRPr sz="900">
                <a:solidFill>
                  <a:schemeClr val="tx1"/>
                </a:solidFill>
              </a:defRPr>
            </a:lvl9pPr>
          </a:lstStyle>
          <a:p>
            <a:pPr lvl="0"/>
            <a:r>
              <a:rPr lang="en-US"/>
              <a:t>Address</a:t>
            </a:r>
          </a:p>
        </p:txBody>
      </p:sp>
    </p:spTree>
    <p:extLst>
      <p:ext uri="{BB962C8B-B14F-4D97-AF65-F5344CB8AC3E}">
        <p14:creationId xmlns:p14="http://schemas.microsoft.com/office/powerpoint/2010/main" val="37470581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813187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le slide | pictur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A435972B-A22C-49C4-B6CB-828A781ADE58}"/>
              </a:ext>
            </a:extLst>
          </p:cNvPr>
          <p:cNvSpPr>
            <a:spLocks noGrp="1"/>
          </p:cNvSpPr>
          <p:nvPr>
            <p:ph type="pic" sz="quarter" idx="13" hasCustomPrompt="1"/>
          </p:nvPr>
        </p:nvSpPr>
        <p:spPr bwMode="gray">
          <a:xfrm>
            <a:off x="0" y="0"/>
            <a:ext cx="12192000" cy="6858000"/>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4" name="Textplatzhalter 3">
            <a:extLst>
              <a:ext uri="{FF2B5EF4-FFF2-40B4-BE49-F238E27FC236}">
                <a16:creationId xmlns:a16="http://schemas.microsoft.com/office/drawing/2014/main" id="{15BBCA0F-B749-4874-9106-A69BB3A2803D}"/>
              </a:ext>
            </a:extLst>
          </p:cNvPr>
          <p:cNvSpPr>
            <a:spLocks noGrp="1"/>
          </p:cNvSpPr>
          <p:nvPr>
            <p:ph type="body" sz="quarter" idx="17" hasCustomPrompt="1"/>
          </p:nvPr>
        </p:nvSpPr>
        <p:spPr>
          <a:xfrm>
            <a:off x="0" y="0"/>
            <a:ext cx="12192000" cy="6858000"/>
          </a:xfr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8" name="Textplatzhalter 3">
            <a:extLst>
              <a:ext uri="{FF2B5EF4-FFF2-40B4-BE49-F238E27FC236}">
                <a16:creationId xmlns:a16="http://schemas.microsoft.com/office/drawing/2014/main" id="{098A6F93-D52E-4D91-BD00-B536DB2F61DC}"/>
              </a:ext>
            </a:extLst>
          </p:cNvPr>
          <p:cNvSpPr>
            <a:spLocks noGrp="1" noChangeAspect="1"/>
          </p:cNvSpPr>
          <p:nvPr>
            <p:ph type="body" sz="quarter" idx="16" hasCustomPrompt="1"/>
          </p:nvPr>
        </p:nvSpPr>
        <p:spPr bwMode="gray">
          <a:xfrm>
            <a:off x="9084144" y="6039312"/>
            <a:ext cx="1080000" cy="143836"/>
          </a:xfrm>
          <a:blipFill>
            <a:blip r:embed="rId2"/>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7680177" y="2780928"/>
            <a:ext cx="3887936" cy="1872208"/>
          </a:xfrm>
        </p:spPr>
        <p:txBody>
          <a:bodyPr anchor="b"/>
          <a:lstStyle>
            <a:lvl1pPr algn="ctr">
              <a:defRPr sz="3200" baseline="0">
                <a:solidFill>
                  <a:schemeClr val="bg1"/>
                </a:solidFill>
                <a:latin typeface="+mj-lt"/>
              </a:defRPr>
            </a:lvl1pPr>
          </a:lstStyle>
          <a:p>
            <a:r>
              <a:rPr lang="en-US"/>
              <a:t>Title </a:t>
            </a:r>
            <a:br>
              <a:rPr lang="en-US"/>
            </a:br>
            <a:r>
              <a:rPr lang="en-US"/>
              <a:t>Arial Bold </a:t>
            </a:r>
            <a:br>
              <a:rPr lang="en-US"/>
            </a:br>
            <a:r>
              <a:rPr lang="en-US"/>
              <a:t>32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7680176" y="4725144"/>
            <a:ext cx="3887937"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sp>
        <p:nvSpPr>
          <p:cNvPr id="23" name="Textplatzhalter 33">
            <a:extLst>
              <a:ext uri="{FF2B5EF4-FFF2-40B4-BE49-F238E27FC236}">
                <a16:creationId xmlns:a16="http://schemas.microsoft.com/office/drawing/2014/main" id="{812841DD-202A-472D-9F4E-C34299C19B8F}"/>
              </a:ext>
            </a:extLst>
          </p:cNvPr>
          <p:cNvSpPr>
            <a:spLocks noGrp="1"/>
          </p:cNvSpPr>
          <p:nvPr>
            <p:ph type="body" sz="quarter" idx="15" hasCustomPrompt="1"/>
          </p:nvPr>
        </p:nvSpPr>
        <p:spPr bwMode="gray">
          <a:xfrm>
            <a:off x="9924009" y="6199957"/>
            <a:ext cx="108000" cy="360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138078463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itle slide | partner | white">
    <p:spTree>
      <p:nvGrpSpPr>
        <p:cNvPr id="1" name=""/>
        <p:cNvGrpSpPr/>
        <p:nvPr/>
      </p:nvGrpSpPr>
      <p:grpSpPr>
        <a:xfrm>
          <a:off x="0" y="0"/>
          <a:ext cx="0" cy="0"/>
          <a:chOff x="0" y="0"/>
          <a:chExt cx="0" cy="0"/>
        </a:xfrm>
      </p:grpSpPr>
      <p:grpSp>
        <p:nvGrpSpPr>
          <p:cNvPr id="5" name="Grafik 3">
            <a:extLst>
              <a:ext uri="{FF2B5EF4-FFF2-40B4-BE49-F238E27FC236}">
                <a16:creationId xmlns:a16="http://schemas.microsoft.com/office/drawing/2014/main" id="{ABACB422-81E3-4CAA-BA55-C6BF2827B5CE}"/>
              </a:ext>
            </a:extLst>
          </p:cNvPr>
          <p:cNvGrpSpPr>
            <a:grpSpLocks noChangeAspect="1"/>
          </p:cNvGrpSpPr>
          <p:nvPr/>
        </p:nvGrpSpPr>
        <p:grpSpPr bwMode="black">
          <a:xfrm>
            <a:off x="5852418" y="1601192"/>
            <a:ext cx="2160000" cy="1429668"/>
            <a:chOff x="8406938" y="1412776"/>
            <a:chExt cx="3126953" cy="2069679"/>
          </a:xfrm>
        </p:grpSpPr>
        <p:sp>
          <p:nvSpPr>
            <p:cNvPr id="6" name="Freihandform: Form 5">
              <a:extLst>
                <a:ext uri="{FF2B5EF4-FFF2-40B4-BE49-F238E27FC236}">
                  <a16:creationId xmlns:a16="http://schemas.microsoft.com/office/drawing/2014/main" id="{44CE8B2F-2260-421B-A021-37A714FFE9EC}"/>
                </a:ext>
              </a:extLst>
            </p:cNvPr>
            <p:cNvSpPr/>
            <p:nvPr/>
          </p:nvSpPr>
          <p:spPr bwMode="black">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rgbClr val="020203"/>
            </a:solidFill>
            <a:ln w="544" cap="flat">
              <a:noFill/>
              <a:prstDash val="solid"/>
              <a:miter/>
            </a:ln>
          </p:spPr>
          <p:txBody>
            <a:bodyPr rtlCol="0" anchor="ctr"/>
            <a:lstStyle/>
            <a:p>
              <a:endParaRPr lang="en-US"/>
            </a:p>
          </p:txBody>
        </p:sp>
        <p:sp>
          <p:nvSpPr>
            <p:cNvPr id="10" name="Freihandform: Form 9">
              <a:extLst>
                <a:ext uri="{FF2B5EF4-FFF2-40B4-BE49-F238E27FC236}">
                  <a16:creationId xmlns:a16="http://schemas.microsoft.com/office/drawing/2014/main" id="{69D2A442-B77D-44E3-A911-9B730E689972}"/>
                </a:ext>
              </a:extLst>
            </p:cNvPr>
            <p:cNvSpPr/>
            <p:nvPr/>
          </p:nvSpPr>
          <p:spPr bwMode="black">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rgbClr val="020203"/>
            </a:solidFill>
            <a:ln w="544"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0E63A576-795F-4334-B7DA-49729FB3DDF5}"/>
                </a:ext>
              </a:extLst>
            </p:cNvPr>
            <p:cNvSpPr/>
            <p:nvPr/>
          </p:nvSpPr>
          <p:spPr bwMode="black">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rgbClr val="020203"/>
            </a:solidFill>
            <a:ln w="544"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8D168BB0-8396-4367-9999-53BF98AE3393}"/>
                </a:ext>
              </a:extLst>
            </p:cNvPr>
            <p:cNvSpPr/>
            <p:nvPr/>
          </p:nvSpPr>
          <p:spPr bwMode="black">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rgbClr val="020203"/>
            </a:solidFill>
            <a:ln w="544" cap="flat">
              <a:noFill/>
              <a:prstDash val="solid"/>
              <a:miter/>
            </a:ln>
          </p:spPr>
          <p:txBody>
            <a:bodyPr rtlCol="0" anchor="ctr"/>
            <a:lstStyle/>
            <a:p>
              <a:endParaRPr lang="en-US"/>
            </a:p>
          </p:txBody>
        </p:sp>
        <p:grpSp>
          <p:nvGrpSpPr>
            <p:cNvPr id="16" name="Grafik 3">
              <a:extLst>
                <a:ext uri="{FF2B5EF4-FFF2-40B4-BE49-F238E27FC236}">
                  <a16:creationId xmlns:a16="http://schemas.microsoft.com/office/drawing/2014/main" id="{ABACB422-81E3-4CAA-BA55-C6BF2827B5CE}"/>
                </a:ext>
              </a:extLst>
            </p:cNvPr>
            <p:cNvGrpSpPr/>
            <p:nvPr/>
          </p:nvGrpSpPr>
          <p:grpSpPr bwMode="black">
            <a:xfrm>
              <a:off x="8406938" y="1412776"/>
              <a:ext cx="3126953" cy="2069679"/>
              <a:chOff x="8406938" y="1412776"/>
              <a:chExt cx="3126953" cy="2069679"/>
            </a:xfrm>
            <a:solidFill>
              <a:srgbClr val="020203"/>
            </a:solidFill>
          </p:grpSpPr>
          <p:sp>
            <p:nvSpPr>
              <p:cNvPr id="17" name="Freihandform: Form 16">
                <a:extLst>
                  <a:ext uri="{FF2B5EF4-FFF2-40B4-BE49-F238E27FC236}">
                    <a16:creationId xmlns:a16="http://schemas.microsoft.com/office/drawing/2014/main" id="{B979E074-D278-4C4E-9947-CEAC083E9DAF}"/>
                  </a:ext>
                </a:extLst>
              </p:cNvPr>
              <p:cNvSpPr/>
              <p:nvPr/>
            </p:nvSpPr>
            <p:spPr bwMode="black">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rgbClr val="020203"/>
              </a:solidFill>
              <a:ln w="544"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1130F08E-2A7B-40BC-B58B-D5683F8D2CA4}"/>
                  </a:ext>
                </a:extLst>
              </p:cNvPr>
              <p:cNvSpPr/>
              <p:nvPr/>
            </p:nvSpPr>
            <p:spPr bwMode="black">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rgbClr val="020203"/>
              </a:solidFill>
              <a:ln w="544" cap="flat">
                <a:noFill/>
                <a:prstDash val="solid"/>
                <a:miter/>
              </a:ln>
            </p:spPr>
            <p:txBody>
              <a:bodyPr rtlCol="0" anchor="ctr"/>
              <a:lstStyle/>
              <a:p>
                <a:endParaRPr lang="en-US"/>
              </a:p>
            </p:txBody>
          </p:sp>
          <p:sp>
            <p:nvSpPr>
              <p:cNvPr id="19" name="Freihandform: Form 18">
                <a:extLst>
                  <a:ext uri="{FF2B5EF4-FFF2-40B4-BE49-F238E27FC236}">
                    <a16:creationId xmlns:a16="http://schemas.microsoft.com/office/drawing/2014/main" id="{95F5BDA4-1C10-4772-8B98-A686A1052CA6}"/>
                  </a:ext>
                </a:extLst>
              </p:cNvPr>
              <p:cNvSpPr/>
              <p:nvPr/>
            </p:nvSpPr>
            <p:spPr bwMode="black">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rgbClr val="020203"/>
              </a:solidFill>
              <a:ln w="544" cap="flat">
                <a:noFill/>
                <a:prstDash val="solid"/>
                <a:miter/>
              </a:ln>
            </p:spPr>
            <p:txBody>
              <a:bodyPr rtlCol="0" anchor="ctr"/>
              <a:lstStyle/>
              <a:p>
                <a:endParaRPr lang="en-US"/>
              </a:p>
            </p:txBody>
          </p:sp>
          <p:sp>
            <p:nvSpPr>
              <p:cNvPr id="20" name="Freihandform: Form 19">
                <a:extLst>
                  <a:ext uri="{FF2B5EF4-FFF2-40B4-BE49-F238E27FC236}">
                    <a16:creationId xmlns:a16="http://schemas.microsoft.com/office/drawing/2014/main" id="{0D7DAD39-6282-4458-BF0A-3B03B701EC08}"/>
                  </a:ext>
                </a:extLst>
              </p:cNvPr>
              <p:cNvSpPr/>
              <p:nvPr/>
            </p:nvSpPr>
            <p:spPr bwMode="black">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rgbClr val="020203"/>
              </a:solidFill>
              <a:ln w="544" cap="flat">
                <a:noFill/>
                <a:prstDash val="solid"/>
                <a:miter/>
              </a:ln>
            </p:spPr>
            <p:txBody>
              <a:bodyPr rtlCol="0" anchor="ctr"/>
              <a:lstStyle/>
              <a:p>
                <a:endParaRPr lang="en-US"/>
              </a:p>
            </p:txBody>
          </p:sp>
          <p:sp>
            <p:nvSpPr>
              <p:cNvPr id="21" name="Freihandform: Form 20">
                <a:extLst>
                  <a:ext uri="{FF2B5EF4-FFF2-40B4-BE49-F238E27FC236}">
                    <a16:creationId xmlns:a16="http://schemas.microsoft.com/office/drawing/2014/main" id="{A289F4F2-BF6D-4CA5-A582-869B5C80B9A1}"/>
                  </a:ext>
                </a:extLst>
              </p:cNvPr>
              <p:cNvSpPr/>
              <p:nvPr/>
            </p:nvSpPr>
            <p:spPr bwMode="black">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rgbClr val="020203"/>
              </a:solidFill>
              <a:ln w="544" cap="flat">
                <a:noFill/>
                <a:prstDash val="solid"/>
                <a:miter/>
              </a:ln>
            </p:spPr>
            <p:txBody>
              <a:bodyPr rtlCol="0" anchor="ctr"/>
              <a:lstStyle/>
              <a:p>
                <a:endParaRPr lang="en-US"/>
              </a:p>
            </p:txBody>
          </p:sp>
          <p:sp>
            <p:nvSpPr>
              <p:cNvPr id="22" name="Freihandform: Form 21">
                <a:extLst>
                  <a:ext uri="{FF2B5EF4-FFF2-40B4-BE49-F238E27FC236}">
                    <a16:creationId xmlns:a16="http://schemas.microsoft.com/office/drawing/2014/main" id="{665DAFDF-7457-4F7E-A3A3-445946AD75A8}"/>
                  </a:ext>
                </a:extLst>
              </p:cNvPr>
              <p:cNvSpPr/>
              <p:nvPr/>
            </p:nvSpPr>
            <p:spPr bwMode="black">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rgbClr val="020203"/>
              </a:solidFill>
              <a:ln w="544" cap="flat">
                <a:noFill/>
                <a:prstDash val="solid"/>
                <a:miter/>
              </a:ln>
            </p:spPr>
            <p:txBody>
              <a:bodyPr rtlCol="0" anchor="ctr"/>
              <a:lstStyle/>
              <a:p>
                <a:endParaRPr lang="en-US"/>
              </a:p>
            </p:txBody>
          </p:sp>
        </p:grpSp>
        <p:sp>
          <p:nvSpPr>
            <p:cNvPr id="23" name="Freihandform: Form 22">
              <a:extLst>
                <a:ext uri="{FF2B5EF4-FFF2-40B4-BE49-F238E27FC236}">
                  <a16:creationId xmlns:a16="http://schemas.microsoft.com/office/drawing/2014/main" id="{E04A5F4A-7289-42E8-B639-FEF076A7CE28}"/>
                </a:ext>
              </a:extLst>
            </p:cNvPr>
            <p:cNvSpPr/>
            <p:nvPr/>
          </p:nvSpPr>
          <p:spPr bwMode="black">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a:p>
          </p:txBody>
        </p:sp>
      </p:gr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496" y="3717032"/>
            <a:ext cx="9289032" cy="1008112"/>
          </a:xfrm>
        </p:spPr>
        <p:txBody>
          <a:bodyPr anchor="b"/>
          <a:lstStyle>
            <a:lvl1pPr algn="ctr">
              <a:defRPr sz="3200" baseline="0">
                <a:solidFill>
                  <a:schemeClr val="tx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gray">
          <a:xfrm>
            <a:off x="1559495" y="4797152"/>
            <a:ext cx="9289033"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sp>
        <p:nvSpPr>
          <p:cNvPr id="12" name="Rechteck 11">
            <a:extLst>
              <a:ext uri="{FF2B5EF4-FFF2-40B4-BE49-F238E27FC236}">
                <a16:creationId xmlns:a16="http://schemas.microsoft.com/office/drawing/2014/main" id="{0AC8B0BB-FF28-47AC-A257-20455D931719}"/>
              </a:ext>
            </a:extLst>
          </p:cNvPr>
          <p:cNvSpPr/>
          <p:nvPr userDrawn="1"/>
        </p:nvSpPr>
        <p:spPr bwMode="gray">
          <a:xfrm>
            <a:off x="0" y="0"/>
            <a:ext cx="33496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1800" b="0" i="0" u="none" baseline="0">
              <a:solidFill>
                <a:srgbClr val="FFFFFF"/>
              </a:solidFill>
              <a:latin typeface="Arial" panose="020B0604020202020204" pitchFamily="34" charset="0"/>
            </a:endParaRPr>
          </a:p>
        </p:txBody>
      </p:sp>
      <p:sp>
        <p:nvSpPr>
          <p:cNvPr id="13" name="Rechteck 12">
            <a:extLst>
              <a:ext uri="{FF2B5EF4-FFF2-40B4-BE49-F238E27FC236}">
                <a16:creationId xmlns:a16="http://schemas.microsoft.com/office/drawing/2014/main" id="{407230F5-57F3-4F2A-BE73-A810F1592345}"/>
              </a:ext>
            </a:extLst>
          </p:cNvPr>
          <p:cNvSpPr/>
          <p:nvPr userDrawn="1"/>
        </p:nvSpPr>
        <p:spPr bwMode="gray">
          <a:xfrm>
            <a:off x="11857038" y="0"/>
            <a:ext cx="33496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1800" b="0" i="0" u="none" baseline="0">
              <a:solidFill>
                <a:srgbClr val="FFFFFF"/>
              </a:solidFill>
              <a:latin typeface="Arial" panose="020B0604020202020204" pitchFamily="34" charset="0"/>
            </a:endParaRPr>
          </a:p>
        </p:txBody>
      </p:sp>
      <p:sp>
        <p:nvSpPr>
          <p:cNvPr id="25" name="Textfeld 24">
            <a:extLst>
              <a:ext uri="{FF2B5EF4-FFF2-40B4-BE49-F238E27FC236}">
                <a16:creationId xmlns:a16="http://schemas.microsoft.com/office/drawing/2014/main" id="{1A3531AF-9623-44F5-B29D-93C066A6F8DF}"/>
              </a:ext>
            </a:extLst>
          </p:cNvPr>
          <p:cNvSpPr txBox="1"/>
          <p:nvPr userDrawn="1"/>
        </p:nvSpPr>
        <p:spPr>
          <a:xfrm>
            <a:off x="3143250" y="-459432"/>
            <a:ext cx="2520950" cy="432000"/>
          </a:xfrm>
          <a:prstGeom prst="rect">
            <a:avLst/>
          </a:prstGeom>
          <a:solidFill>
            <a:schemeClr val="accent5"/>
          </a:solidFill>
        </p:spPr>
        <p:txBody>
          <a:bodyPr vert="horz" wrap="square" lIns="72000" tIns="0" rIns="720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700" b="0" i="0" u="none" baseline="0">
                <a:solidFill>
                  <a:schemeClr val="bg1"/>
                </a:solidFill>
                <a:latin typeface="Arial" panose="020B0604020202020204" pitchFamily="34" charset="0"/>
              </a:rPr>
              <a:t>To insert a partner logo, please use the area marked by guidelines to the left of the SPORTFI</a:t>
            </a:r>
            <a:r>
              <a:rPr lang="en-US" sz="700" b="0" i="0" u="sng" baseline="0">
                <a:solidFill>
                  <a:schemeClr val="bg1"/>
                </a:solidFill>
                <a:latin typeface="Arial" panose="020B0604020202020204" pitchFamily="34" charset="0"/>
              </a:rPr>
              <a:t>V</a:t>
            </a:r>
            <a:r>
              <a:rPr lang="en-US" sz="700"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349620444"/>
      </p:ext>
    </p:extLst>
  </p:cSld>
  <p:clrMapOvr>
    <a:masterClrMapping/>
  </p:clrMapOvr>
  <p:extLst>
    <p:ext uri="{DCECCB84-F9BA-43D5-87BE-67443E8EF086}">
      <p15:sldGuideLst xmlns:p15="http://schemas.microsoft.com/office/powerpoint/2012/main">
        <p15:guide id="1" pos="3568">
          <p15:clr>
            <a:srgbClr val="000000"/>
          </p15:clr>
        </p15:guide>
        <p15:guide id="2" pos="1980">
          <p15:clr>
            <a:srgbClr val="000000"/>
          </p15:clr>
        </p15:guide>
        <p15:guide id="3" orient="horz" pos="1207">
          <p15:clr>
            <a:srgbClr val="000000"/>
          </p15:clr>
        </p15:guide>
        <p15:guide id="4" orient="horz" pos="1797">
          <p15:clr>
            <a:srgbClr val="00000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Divider | picture">
    <p:bg>
      <p:bgPr>
        <a:solidFill>
          <a:schemeClr val="bg2"/>
        </a:solidFill>
        <a:effectLst/>
      </p:bgPr>
    </p:bg>
    <p:spTree>
      <p:nvGrpSpPr>
        <p:cNvPr id="1" name=""/>
        <p:cNvGrpSpPr/>
        <p:nvPr/>
      </p:nvGrpSpPr>
      <p:grpSpPr>
        <a:xfrm>
          <a:off x="0" y="0"/>
          <a:ext cx="0" cy="0"/>
          <a:chOff x="0" y="0"/>
          <a:chExt cx="0" cy="0"/>
        </a:xfrm>
      </p:grpSpPr>
      <p:sp>
        <p:nvSpPr>
          <p:cNvPr id="34" name="Bildplatzhalter 33">
            <a:extLst>
              <a:ext uri="{FF2B5EF4-FFF2-40B4-BE49-F238E27FC236}">
                <a16:creationId xmlns:a16="http://schemas.microsoft.com/office/drawing/2014/main" id="{4AE6AD9E-A42C-4097-BA1A-CF086631D339}"/>
              </a:ext>
            </a:extLst>
          </p:cNvPr>
          <p:cNvSpPr>
            <a:spLocks noGrp="1"/>
          </p:cNvSpPr>
          <p:nvPr>
            <p:ph type="pic" sz="quarter" idx="17" hasCustomPrompt="1"/>
          </p:nvPr>
        </p:nvSpPr>
        <p:spPr bwMode="ltGray">
          <a:xfrm>
            <a:off x="2" y="0"/>
            <a:ext cx="12191999" cy="6858000"/>
          </a:xfrm>
          <a:custGeom>
            <a:avLst/>
            <a:gdLst>
              <a:gd name="connsiteX0" fmla="*/ 0 w 12191999"/>
              <a:gd name="connsiteY0" fmla="*/ 0 h 6858000"/>
              <a:gd name="connsiteX1" fmla="*/ 610009 w 12191999"/>
              <a:gd name="connsiteY1" fmla="*/ 0 h 6858000"/>
              <a:gd name="connsiteX2" fmla="*/ 11581986 w 12191999"/>
              <a:gd name="connsiteY2" fmla="*/ 0 h 6858000"/>
              <a:gd name="connsiteX3" fmla="*/ 12191999 w 12191999"/>
              <a:gd name="connsiteY3" fmla="*/ 0 h 6858000"/>
              <a:gd name="connsiteX4" fmla="*/ 12191999 w 12191999"/>
              <a:gd name="connsiteY4" fmla="*/ 6858000 h 6858000"/>
              <a:gd name="connsiteX5" fmla="*/ 11581986 w 12191999"/>
              <a:gd name="connsiteY5" fmla="*/ 6858000 h 6858000"/>
              <a:gd name="connsiteX6" fmla="*/ 6623719 w 12191999"/>
              <a:gd name="connsiteY6" fmla="*/ 6858000 h 6858000"/>
              <a:gd name="connsiteX7" fmla="*/ 5568279 w 12191999"/>
              <a:gd name="connsiteY7" fmla="*/ 6858000 h 6858000"/>
              <a:gd name="connsiteX8" fmla="*/ 610009 w 12191999"/>
              <a:gd name="connsiteY8" fmla="*/ 6858000 h 6858000"/>
              <a:gd name="connsiteX9" fmla="*/ 0 w 12191999"/>
              <a:gd name="connsiteY9" fmla="*/ 6858000 h 6858000"/>
              <a:gd name="connsiteX10" fmla="*/ 0 w 12191999"/>
              <a:gd name="connsiteY10" fmla="*/ 6237312 h 6858000"/>
              <a:gd name="connsiteX11" fmla="*/ 367435 w 12191999"/>
              <a:gd name="connsiteY11" fmla="*/ 6237312 h 6858000"/>
              <a:gd name="connsiteX12" fmla="*/ 367435 w 12191999"/>
              <a:gd name="connsiteY12" fmla="*/ 5181872 h 6858000"/>
              <a:gd name="connsiteX13" fmla="*/ 0 w 12191999"/>
              <a:gd name="connsiteY13" fmla="*/ 51818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858000">
                <a:moveTo>
                  <a:pt x="0" y="0"/>
                </a:moveTo>
                <a:lnTo>
                  <a:pt x="610009" y="0"/>
                </a:lnTo>
                <a:lnTo>
                  <a:pt x="11581986" y="0"/>
                </a:lnTo>
                <a:lnTo>
                  <a:pt x="12191999" y="0"/>
                </a:lnTo>
                <a:lnTo>
                  <a:pt x="12191999" y="6858000"/>
                </a:lnTo>
                <a:lnTo>
                  <a:pt x="11581986" y="6858000"/>
                </a:lnTo>
                <a:lnTo>
                  <a:pt x="6623719" y="6858000"/>
                </a:lnTo>
                <a:lnTo>
                  <a:pt x="5568279" y="6858000"/>
                </a:lnTo>
                <a:lnTo>
                  <a:pt x="610009" y="6858000"/>
                </a:lnTo>
                <a:lnTo>
                  <a:pt x="0" y="6858000"/>
                </a:lnTo>
                <a:lnTo>
                  <a:pt x="0" y="6237312"/>
                </a:lnTo>
                <a:lnTo>
                  <a:pt x="367435" y="6237312"/>
                </a:lnTo>
                <a:lnTo>
                  <a:pt x="367435" y="5181872"/>
                </a:lnTo>
                <a:lnTo>
                  <a:pt x="0" y="5181872"/>
                </a:lnTo>
                <a:close/>
              </a:path>
            </a:pathLst>
          </a:custGeom>
          <a:solidFill>
            <a:schemeClr val="tx1"/>
          </a:solidFill>
        </p:spPr>
        <p:txBody>
          <a:bodyPr wrap="square" anchor="ctr">
            <a:noAutofit/>
          </a:bodyPr>
          <a:lstStyle>
            <a:lvl1pPr algn="ctr">
              <a:defRPr b="0">
                <a:solidFill>
                  <a:schemeClr val="bg1"/>
                </a:solidFill>
                <a:latin typeface="+mn-lt"/>
              </a:defRPr>
            </a:lvl1pPr>
          </a:lstStyle>
          <a:p>
            <a:r>
              <a:rPr lang="en-US"/>
              <a:t> </a:t>
            </a:r>
          </a:p>
        </p:txBody>
      </p:sp>
      <p:sp>
        <p:nvSpPr>
          <p:cNvPr id="20" name="Textplatzhalter 19">
            <a:extLst>
              <a:ext uri="{FF2B5EF4-FFF2-40B4-BE49-F238E27FC236}">
                <a16:creationId xmlns:a16="http://schemas.microsoft.com/office/drawing/2014/main" id="{A419FA91-E2B6-456E-9C31-2328CBB43A92}"/>
              </a:ext>
            </a:extLst>
          </p:cNvPr>
          <p:cNvSpPr>
            <a:spLocks noGrp="1"/>
          </p:cNvSpPr>
          <p:nvPr>
            <p:ph type="body" sz="quarter" idx="20" hasCustomPrompt="1"/>
          </p:nvPr>
        </p:nvSpPr>
        <p:spPr bwMode="gray">
          <a:xfrm>
            <a:off x="0" y="0"/>
            <a:ext cx="12192000" cy="6858000"/>
          </a:xfrm>
          <a:custGeom>
            <a:avLst/>
            <a:gdLst>
              <a:gd name="connsiteX0" fmla="*/ 3 w 12192000"/>
              <a:gd name="connsiteY0" fmla="*/ 5181849 h 6858000"/>
              <a:gd name="connsiteX1" fmla="*/ 3 w 12192000"/>
              <a:gd name="connsiteY1" fmla="*/ 6237289 h 6858000"/>
              <a:gd name="connsiteX2" fmla="*/ 367436 w 12192000"/>
              <a:gd name="connsiteY2" fmla="*/ 6237289 h 6858000"/>
              <a:gd name="connsiteX3" fmla="*/ 367436 w 12192000"/>
              <a:gd name="connsiteY3" fmla="*/ 518184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 y="5181849"/>
                </a:moveTo>
                <a:lnTo>
                  <a:pt x="3" y="6237289"/>
                </a:lnTo>
                <a:lnTo>
                  <a:pt x="367436" y="6237289"/>
                </a:lnTo>
                <a:lnTo>
                  <a:pt x="367436" y="5181849"/>
                </a:lnTo>
                <a:close/>
                <a:moveTo>
                  <a:pt x="0" y="0"/>
                </a:moveTo>
                <a:lnTo>
                  <a:pt x="12192000" y="0"/>
                </a:lnTo>
                <a:lnTo>
                  <a:pt x="12192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2" name="Titel 1">
            <a:extLst>
              <a:ext uri="{FF2B5EF4-FFF2-40B4-BE49-F238E27FC236}">
                <a16:creationId xmlns:a16="http://schemas.microsoft.com/office/drawing/2014/main" id="{11BC60E2-A177-45EB-93BA-786D5EF40FF4}"/>
              </a:ext>
            </a:extLst>
          </p:cNvPr>
          <p:cNvSpPr>
            <a:spLocks noGrp="1"/>
          </p:cNvSpPr>
          <p:nvPr>
            <p:ph type="title" hasCustomPrompt="1"/>
          </p:nvPr>
        </p:nvSpPr>
        <p:spPr bwMode="gray">
          <a:xfrm>
            <a:off x="623393" y="5229312"/>
            <a:ext cx="5328145" cy="1008000"/>
          </a:xfrm>
        </p:spPr>
        <p:txBody>
          <a:bodyPr rIns="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3392" y="4509120"/>
            <a:ext cx="1440000" cy="648000"/>
          </a:xfrm>
        </p:spPr>
        <p:txBody>
          <a:bodyPr anchor="ctr"/>
          <a:lstStyle>
            <a:lvl1pPr marL="0" indent="0" algn="l">
              <a:lnSpc>
                <a:spcPct val="100000"/>
              </a:lnSpc>
              <a:spcAft>
                <a:spcPts val="0"/>
              </a:spcAft>
              <a:buFont typeface="Arial" panose="020B0604020202020204" pitchFamily="34" charset="0"/>
              <a:buNone/>
              <a:defRPr sz="4000" b="1">
                <a:solidFill>
                  <a:schemeClr val="bg2"/>
                </a:solidFill>
                <a:latin typeface="+mn-lt"/>
              </a:defRPr>
            </a:lvl1pPr>
            <a:lvl2pPr marL="0" indent="0" algn="l">
              <a:lnSpc>
                <a:spcPct val="100000"/>
              </a:lnSpc>
              <a:spcAft>
                <a:spcPts val="0"/>
              </a:spcAft>
              <a:buFont typeface="Arial" panose="020B0604020202020204" pitchFamily="34" charset="0"/>
              <a:buNone/>
              <a:defRPr sz="4000" b="1">
                <a:solidFill>
                  <a:schemeClr val="bg2"/>
                </a:solidFill>
                <a:latin typeface="+mn-lt"/>
              </a:defRPr>
            </a:lvl2pPr>
            <a:lvl3pPr marL="0" indent="0" algn="l">
              <a:lnSpc>
                <a:spcPct val="100000"/>
              </a:lnSpc>
              <a:spcAft>
                <a:spcPts val="0"/>
              </a:spcAft>
              <a:buFont typeface="Arial" panose="020B0604020202020204" pitchFamily="34" charset="0"/>
              <a:buNone/>
              <a:defRPr sz="4000" b="1">
                <a:solidFill>
                  <a:schemeClr val="bg2"/>
                </a:solidFill>
                <a:latin typeface="+mn-lt"/>
              </a:defRPr>
            </a:lvl3pPr>
            <a:lvl4pPr marL="0" indent="0" algn="l">
              <a:lnSpc>
                <a:spcPct val="100000"/>
              </a:lnSpc>
              <a:spcAft>
                <a:spcPts val="0"/>
              </a:spcAft>
              <a:buNone/>
              <a:defRPr sz="4000" b="1">
                <a:solidFill>
                  <a:schemeClr val="bg2"/>
                </a:solidFill>
                <a:latin typeface="+mn-lt"/>
              </a:defRPr>
            </a:lvl4pPr>
            <a:lvl5pPr marL="0" indent="0" algn="l">
              <a:lnSpc>
                <a:spcPct val="100000"/>
              </a:lnSpc>
              <a:spcAft>
                <a:spcPts val="0"/>
              </a:spcAft>
              <a:buNone/>
              <a:defRPr sz="4000" b="1">
                <a:solidFill>
                  <a:schemeClr val="bg2"/>
                </a:solidFill>
                <a:latin typeface="+mn-lt"/>
              </a:defRPr>
            </a:lvl5pPr>
            <a:lvl6pPr marL="0" indent="0" algn="l">
              <a:lnSpc>
                <a:spcPct val="100000"/>
              </a:lnSpc>
              <a:spcAft>
                <a:spcPts val="0"/>
              </a:spcAft>
              <a:buNone/>
              <a:defRPr sz="4000" b="1">
                <a:solidFill>
                  <a:schemeClr val="bg2"/>
                </a:solidFill>
                <a:latin typeface="+mn-lt"/>
              </a:defRPr>
            </a:lvl6pPr>
            <a:lvl7pPr marL="0" indent="0" algn="l">
              <a:lnSpc>
                <a:spcPct val="100000"/>
              </a:lnSpc>
              <a:spcAft>
                <a:spcPts val="0"/>
              </a:spcAft>
              <a:buNone/>
              <a:defRPr sz="4000" b="1">
                <a:solidFill>
                  <a:schemeClr val="bg2"/>
                </a:solidFill>
                <a:latin typeface="+mn-lt"/>
              </a:defRPr>
            </a:lvl7pPr>
            <a:lvl8pPr marL="0" indent="0" algn="l">
              <a:lnSpc>
                <a:spcPct val="100000"/>
              </a:lnSpc>
              <a:spcAft>
                <a:spcPts val="0"/>
              </a:spcAft>
              <a:buNone/>
              <a:defRPr sz="4000" b="1">
                <a:solidFill>
                  <a:schemeClr val="bg2"/>
                </a:solidFill>
                <a:latin typeface="+mn-lt"/>
              </a:defRPr>
            </a:lvl8pPr>
            <a:lvl9pPr marL="0" indent="0" algn="l">
              <a:lnSpc>
                <a:spcPct val="100000"/>
              </a:lnSpc>
              <a:spcAft>
                <a:spcPts val="0"/>
              </a:spcAft>
              <a:buNone/>
              <a:defRPr sz="4000" b="1">
                <a:solidFill>
                  <a:schemeClr val="bg2"/>
                </a:solidFill>
                <a:latin typeface="+mn-lt"/>
              </a:defRPr>
            </a:lvl9pPr>
          </a:lstStyle>
          <a:p>
            <a:pPr lvl="0"/>
            <a:r>
              <a:rPr lang="en-US"/>
              <a:t>00</a:t>
            </a:r>
          </a:p>
        </p:txBody>
      </p:sp>
      <p:sp>
        <p:nvSpPr>
          <p:cNvPr id="6" name="Datumsplatzhalter 5">
            <a:extLst>
              <a:ext uri="{FF2B5EF4-FFF2-40B4-BE49-F238E27FC236}">
                <a16:creationId xmlns:a16="http://schemas.microsoft.com/office/drawing/2014/main" id="{C2FE6DEE-F08E-49D1-8BBE-7D98F0306A3B}"/>
              </a:ext>
            </a:extLst>
          </p:cNvPr>
          <p:cNvSpPr>
            <a:spLocks noGrp="1"/>
          </p:cNvSpPr>
          <p:nvPr>
            <p:ph type="dt" sz="half" idx="14"/>
          </p:nvPr>
        </p:nvSpPr>
        <p:spPr bwMode="gray"/>
        <p:txBody>
          <a:bodyPr/>
          <a:lstStyle>
            <a:lvl1pPr>
              <a:defRPr>
                <a:solidFill>
                  <a:schemeClr val="bg1"/>
                </a:solidFill>
              </a:defRPr>
            </a:lvl1pPr>
          </a:lstStyle>
          <a:p>
            <a:endParaRPr lang="en-US"/>
          </a:p>
        </p:txBody>
      </p:sp>
      <p:sp>
        <p:nvSpPr>
          <p:cNvPr id="22" name="Fußzeilenplatzhalter 21">
            <a:extLst>
              <a:ext uri="{FF2B5EF4-FFF2-40B4-BE49-F238E27FC236}">
                <a16:creationId xmlns:a16="http://schemas.microsoft.com/office/drawing/2014/main" id="{E0B3631B-C641-42E6-AFD5-B95921B9B174}"/>
              </a:ext>
            </a:extLst>
          </p:cNvPr>
          <p:cNvSpPr>
            <a:spLocks noGrp="1"/>
          </p:cNvSpPr>
          <p:nvPr>
            <p:ph type="ftr" sz="quarter" idx="15"/>
          </p:nvPr>
        </p:nvSpPr>
        <p:spPr bwMode="gray"/>
        <p:txBody>
          <a:bodyPr/>
          <a:lstStyle>
            <a:lvl1pPr>
              <a:defRPr>
                <a:solidFill>
                  <a:schemeClr val="bg1"/>
                </a:solidFill>
              </a:defRPr>
            </a:lvl1pPr>
          </a:lstStyle>
          <a:p>
            <a:r>
              <a:rPr lang="en-US"/>
              <a:t>GLOBAL CREDENTIALS</a:t>
            </a:r>
          </a:p>
        </p:txBody>
      </p:sp>
      <p:sp>
        <p:nvSpPr>
          <p:cNvPr id="12" name="Textplatzhalter 3">
            <a:extLst>
              <a:ext uri="{FF2B5EF4-FFF2-40B4-BE49-F238E27FC236}">
                <a16:creationId xmlns:a16="http://schemas.microsoft.com/office/drawing/2014/main" id="{D9022AB6-A86E-47B3-84F9-293E4B4D4AB4}"/>
              </a:ext>
            </a:extLst>
          </p:cNvPr>
          <p:cNvSpPr>
            <a:spLocks noGrp="1" noChangeAspect="1"/>
          </p:cNvSpPr>
          <p:nvPr>
            <p:ph type="body" sz="quarter" idx="18" hasCustomPrompt="1"/>
          </p:nvPr>
        </p:nvSpPr>
        <p:spPr bwMode="gray">
          <a:xfrm>
            <a:off x="9084144" y="6039312"/>
            <a:ext cx="1080000" cy="143836"/>
          </a:xfrm>
          <a:blipFill>
            <a:blip r:embed="rId2"/>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13" name="Textplatzhalter 33">
            <a:extLst>
              <a:ext uri="{FF2B5EF4-FFF2-40B4-BE49-F238E27FC236}">
                <a16:creationId xmlns:a16="http://schemas.microsoft.com/office/drawing/2014/main" id="{8790B95C-5F7D-4BA2-94B8-3EAC426B793A}"/>
              </a:ext>
            </a:extLst>
          </p:cNvPr>
          <p:cNvSpPr>
            <a:spLocks noGrp="1"/>
          </p:cNvSpPr>
          <p:nvPr>
            <p:ph type="body" sz="quarter" idx="19" hasCustomPrompt="1"/>
          </p:nvPr>
        </p:nvSpPr>
        <p:spPr bwMode="gray">
          <a:xfrm>
            <a:off x="9924009" y="6199957"/>
            <a:ext cx="108000" cy="360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18969701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Copyright | black">
    <p:bg>
      <p:bgPr>
        <a:solidFill>
          <a:schemeClr val="tx1"/>
        </a:solidFill>
        <a:effectLst/>
      </p:bgPr>
    </p:bg>
    <p:spTree>
      <p:nvGrpSpPr>
        <p:cNvPr id="1" name=""/>
        <p:cNvGrpSpPr/>
        <p:nvPr/>
      </p:nvGrpSpPr>
      <p:grpSpPr>
        <a:xfrm>
          <a:off x="0" y="0"/>
          <a:ext cx="0" cy="0"/>
          <a:chOff x="0" y="0"/>
          <a:chExt cx="0" cy="0"/>
        </a:xfrm>
      </p:grpSpPr>
      <p:grpSp>
        <p:nvGrpSpPr>
          <p:cNvPr id="7" name="Grafik 11">
            <a:extLst>
              <a:ext uri="{FF2B5EF4-FFF2-40B4-BE49-F238E27FC236}">
                <a16:creationId xmlns:a16="http://schemas.microsoft.com/office/drawing/2014/main" id="{296A2E6B-4063-4767-B030-F0DBA97BF774}"/>
              </a:ext>
            </a:extLst>
          </p:cNvPr>
          <p:cNvGrpSpPr/>
          <p:nvPr userDrawn="1"/>
        </p:nvGrpSpPr>
        <p:grpSpPr bwMode="gray">
          <a:xfrm>
            <a:off x="4513952" y="1930400"/>
            <a:ext cx="3166223" cy="579504"/>
            <a:chOff x="2963711" y="6039598"/>
            <a:chExt cx="1080005" cy="197670"/>
          </a:xfrm>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solidFill>
              <a:srgbClr val="FFFFFF"/>
            </a:solid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888" y="5661248"/>
            <a:ext cx="11017250" cy="576262"/>
          </a:xfrm>
        </p:spPr>
        <p:txBody>
          <a:bodyPr/>
          <a:lstStyle>
            <a:lvl1pPr marL="0" indent="0">
              <a:buFont typeface="Arial" panose="020B0604020202020204" pitchFamily="34" charset="0"/>
              <a:buNone/>
              <a:defRPr sz="1100" b="1">
                <a:solidFill>
                  <a:schemeClr val="bg1"/>
                </a:solidFill>
              </a:defRPr>
            </a:lvl1pPr>
            <a:lvl2pPr marL="0" indent="0">
              <a:buNone/>
              <a:defRPr sz="900">
                <a:solidFill>
                  <a:schemeClr val="bg1"/>
                </a:solidFill>
              </a:defRPr>
            </a:lvl2pPr>
            <a:lvl3pPr marL="0" indent="0">
              <a:buNone/>
              <a:defRPr sz="900">
                <a:solidFill>
                  <a:schemeClr val="bg1"/>
                </a:solidFill>
              </a:defRPr>
            </a:lvl3pPr>
            <a:lvl4pPr marL="0" indent="0">
              <a:buNone/>
              <a:defRPr sz="900">
                <a:solidFill>
                  <a:schemeClr val="bg1"/>
                </a:solidFill>
              </a:defRPr>
            </a:lvl4pPr>
            <a:lvl5pPr marL="0" indent="0">
              <a:buNone/>
              <a:defRPr sz="900">
                <a:solidFill>
                  <a:schemeClr val="bg1"/>
                </a:solidFill>
              </a:defRPr>
            </a:lvl5pPr>
            <a:lvl6pPr marL="0" indent="0">
              <a:buNone/>
              <a:defRPr sz="900">
                <a:solidFill>
                  <a:schemeClr val="bg1"/>
                </a:solidFill>
              </a:defRPr>
            </a:lvl6pPr>
            <a:lvl7pPr marL="0" indent="0">
              <a:buNone/>
              <a:defRPr sz="900">
                <a:solidFill>
                  <a:schemeClr val="bg1"/>
                </a:solidFill>
              </a:defRPr>
            </a:lvl7pPr>
            <a:lvl8pPr marL="0" indent="0">
              <a:buNone/>
              <a:defRPr sz="900">
                <a:solidFill>
                  <a:schemeClr val="bg1"/>
                </a:solidFill>
              </a:defRPr>
            </a:lvl8pPr>
            <a:lvl9pPr marL="0" indent="0">
              <a:buNone/>
              <a:defRPr sz="900">
                <a:solidFill>
                  <a:schemeClr val="bg1"/>
                </a:solidFill>
              </a:defRPr>
            </a:lvl9pPr>
          </a:lstStyle>
          <a:p>
            <a:pPr lvl="0"/>
            <a:r>
              <a:rPr lang="en-US"/>
              <a:t>Address</a:t>
            </a:r>
          </a:p>
        </p:txBody>
      </p:sp>
    </p:spTree>
    <p:extLst>
      <p:ext uri="{BB962C8B-B14F-4D97-AF65-F5344CB8AC3E}">
        <p14:creationId xmlns:p14="http://schemas.microsoft.com/office/powerpoint/2010/main" val="37452132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opyright">
    <p:spTree>
      <p:nvGrpSpPr>
        <p:cNvPr id="1" name=""/>
        <p:cNvGrpSpPr/>
        <p:nvPr/>
      </p:nvGrpSpPr>
      <p:grpSpPr>
        <a:xfrm>
          <a:off x="0" y="0"/>
          <a:ext cx="0" cy="0"/>
          <a:chOff x="0" y="0"/>
          <a:chExt cx="0" cy="0"/>
        </a:xfrm>
      </p:grpSpPr>
      <p:grpSp>
        <p:nvGrpSpPr>
          <p:cNvPr id="7" name="Grafik 11">
            <a:extLst>
              <a:ext uri="{FF2B5EF4-FFF2-40B4-BE49-F238E27FC236}">
                <a16:creationId xmlns:a16="http://schemas.microsoft.com/office/drawing/2014/main" id="{296A2E6B-4063-4767-B030-F0DBA97BF774}"/>
              </a:ext>
            </a:extLst>
          </p:cNvPr>
          <p:cNvGrpSpPr/>
          <p:nvPr userDrawn="1"/>
        </p:nvGrpSpPr>
        <p:grpSpPr bwMode="gray">
          <a:xfrm>
            <a:off x="4513952" y="1930400"/>
            <a:ext cx="3166223" cy="579504"/>
            <a:chOff x="2963711" y="6039598"/>
            <a:chExt cx="1080005" cy="197670"/>
          </a:xfrm>
          <a:solidFill>
            <a:schemeClr val="tx1"/>
          </a:solidFill>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grp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grpFill/>
              <a:ln w="1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grpFill/>
              <a:ln w="128"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grp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grp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grp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grp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grp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grp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grpFill/>
              <a:ln w="128" cap="flat">
                <a:noFill/>
                <a:prstDash val="solid"/>
                <a:miter/>
              </a:ln>
            </p:spPr>
            <p:txBody>
              <a:bodyPr rtlCol="0" anchor="ctr"/>
              <a:lstStyle/>
              <a:p>
                <a:endParaRPr lang="en-US"/>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888" y="5661248"/>
            <a:ext cx="10944225" cy="576262"/>
          </a:xfrm>
        </p:spPr>
        <p:txBody>
          <a:bodyPr/>
          <a:lstStyle>
            <a:lvl1pPr marL="0" indent="0">
              <a:buFont typeface="Arial" panose="020B0604020202020204" pitchFamily="34" charset="0"/>
              <a:buNone/>
              <a:defRPr sz="1100" b="1">
                <a:solidFill>
                  <a:schemeClr val="tx1"/>
                </a:solidFill>
              </a:defRPr>
            </a:lvl1pPr>
            <a:lvl2pPr marL="0" indent="0">
              <a:buNone/>
              <a:defRPr sz="900">
                <a:solidFill>
                  <a:schemeClr val="tx1"/>
                </a:solidFill>
              </a:defRPr>
            </a:lvl2pPr>
            <a:lvl3pPr marL="0" indent="0">
              <a:buNone/>
              <a:defRPr sz="900">
                <a:solidFill>
                  <a:schemeClr val="tx1"/>
                </a:solidFill>
              </a:defRPr>
            </a:lvl3pPr>
            <a:lvl4pPr marL="0" indent="0">
              <a:buNone/>
              <a:defRPr sz="900">
                <a:solidFill>
                  <a:schemeClr val="tx1"/>
                </a:solidFill>
              </a:defRPr>
            </a:lvl4pPr>
            <a:lvl5pPr marL="0" indent="0">
              <a:buNone/>
              <a:defRPr sz="900">
                <a:solidFill>
                  <a:schemeClr val="tx1"/>
                </a:solidFill>
              </a:defRPr>
            </a:lvl5pPr>
            <a:lvl6pPr marL="0" indent="0">
              <a:buNone/>
              <a:defRPr sz="900">
                <a:solidFill>
                  <a:schemeClr val="tx1"/>
                </a:solidFill>
              </a:defRPr>
            </a:lvl6pPr>
            <a:lvl7pPr marL="0" indent="0">
              <a:buNone/>
              <a:defRPr sz="900">
                <a:solidFill>
                  <a:schemeClr val="tx1"/>
                </a:solidFill>
              </a:defRPr>
            </a:lvl7pPr>
            <a:lvl8pPr marL="0" indent="0">
              <a:buNone/>
              <a:defRPr sz="900">
                <a:solidFill>
                  <a:schemeClr val="tx1"/>
                </a:solidFill>
              </a:defRPr>
            </a:lvl8pPr>
            <a:lvl9pPr marL="0" indent="0">
              <a:buNone/>
              <a:defRPr sz="900">
                <a:solidFill>
                  <a:schemeClr val="tx1"/>
                </a:solidFill>
              </a:defRPr>
            </a:lvl9pPr>
          </a:lstStyle>
          <a:p>
            <a:pPr lvl="0"/>
            <a:r>
              <a:rPr lang="en-US"/>
              <a:t>Address</a:t>
            </a:r>
          </a:p>
        </p:txBody>
      </p:sp>
    </p:spTree>
    <p:extLst>
      <p:ext uri="{BB962C8B-B14F-4D97-AF65-F5344CB8AC3E}">
        <p14:creationId xmlns:p14="http://schemas.microsoft.com/office/powerpoint/2010/main" val="361625023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Fullscreen_Video">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E95215D3-DC5D-EE4F-A9E5-E60E02B752EF}"/>
              </a:ext>
            </a:extLst>
          </p:cNvPr>
          <p:cNvSpPr/>
          <p:nvPr userDrawn="1"/>
        </p:nvSpPr>
        <p:spPr>
          <a:xfrm>
            <a:off x="5519936" y="0"/>
            <a:ext cx="1224136" cy="404664"/>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algn="ctr" rtl="0" eaLnBrk="1" fontAlgn="auto" hangingPunct="1">
              <a:lnSpc>
                <a:spcPct val="110000"/>
              </a:lnSpc>
              <a:spcBef>
                <a:spcPts val="0"/>
              </a:spcBef>
              <a:spcAft>
                <a:spcPts val="0"/>
              </a:spcAft>
            </a:pPr>
            <a:endParaRPr lang="en-AU" sz="1400" b="0" i="0" u="none" baseline="0">
              <a:solidFill>
                <a:sysClr val="windowText" lastClr="000000"/>
              </a:solidFill>
              <a:latin typeface="Arial" panose="020B0604020202020204" pitchFamily="34" charset="0"/>
            </a:endParaRPr>
          </a:p>
        </p:txBody>
      </p:sp>
      <p:sp>
        <p:nvSpPr>
          <p:cNvPr id="20" name="Rechteck 19">
            <a:extLst>
              <a:ext uri="{FF2B5EF4-FFF2-40B4-BE49-F238E27FC236}">
                <a16:creationId xmlns:a16="http://schemas.microsoft.com/office/drawing/2014/main" id="{88C2677B-99FA-844C-9733-A27368073825}"/>
              </a:ext>
            </a:extLst>
          </p:cNvPr>
          <p:cNvSpPr/>
          <p:nvPr userDrawn="1"/>
        </p:nvSpPr>
        <p:spPr>
          <a:xfrm>
            <a:off x="5461879" y="6453336"/>
            <a:ext cx="1224136" cy="404664"/>
          </a:xfrm>
          <a:prstGeom prst="rect">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algn="ctr" rtl="0" eaLnBrk="1" fontAlgn="auto" hangingPunct="1">
              <a:lnSpc>
                <a:spcPct val="110000"/>
              </a:lnSpc>
              <a:spcBef>
                <a:spcPts val="0"/>
              </a:spcBef>
              <a:spcAft>
                <a:spcPts val="0"/>
              </a:spcAft>
            </a:pPr>
            <a:endParaRPr lang="en-AU" sz="1400" b="0" i="0" u="none" baseline="0">
              <a:solidFill>
                <a:sysClr val="windowText" lastClr="000000"/>
              </a:solidFill>
              <a:latin typeface="Arial" panose="020B0604020202020204" pitchFamily="34" charset="0"/>
            </a:endParaRPr>
          </a:p>
        </p:txBody>
      </p:sp>
    </p:spTree>
    <p:extLst>
      <p:ext uri="{BB962C8B-B14F-4D97-AF65-F5344CB8AC3E}">
        <p14:creationId xmlns:p14="http://schemas.microsoft.com/office/powerpoint/2010/main" val="20374336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Contact">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304E24B7-16B6-48B3-8D52-C4B9616DF814}"/>
              </a:ext>
            </a:extLst>
          </p:cNvPr>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de-DE" sz="2400" b="0" i="0" u="none" baseline="0">
              <a:solidFill>
                <a:srgbClr val="FFFFFF"/>
              </a:solidFill>
              <a:latin typeface="Arial" panose="020B0604020202020204" pitchFamily="34" charset="0"/>
            </a:endParaRPr>
          </a:p>
        </p:txBody>
      </p:sp>
      <p:pic>
        <p:nvPicPr>
          <p:cNvPr id="6" name="Grafik 5">
            <a:extLst>
              <a:ext uri="{FF2B5EF4-FFF2-40B4-BE49-F238E27FC236}">
                <a16:creationId xmlns:a16="http://schemas.microsoft.com/office/drawing/2014/main" id="{86B192AB-2361-44DE-A46E-166CA472E7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21193" y="3140626"/>
            <a:ext cx="3149617" cy="576749"/>
          </a:xfrm>
          <a:prstGeom prst="rect">
            <a:avLst/>
          </a:prstGeom>
        </p:spPr>
      </p:pic>
      <p:sp>
        <p:nvSpPr>
          <p:cNvPr id="9" name="Textplatzhalter 8">
            <a:extLst>
              <a:ext uri="{FF2B5EF4-FFF2-40B4-BE49-F238E27FC236}">
                <a16:creationId xmlns:a16="http://schemas.microsoft.com/office/drawing/2014/main" id="{6893CD51-BDC9-4F50-A877-03C7876367E7}"/>
              </a:ext>
            </a:extLst>
          </p:cNvPr>
          <p:cNvSpPr>
            <a:spLocks noGrp="1"/>
          </p:cNvSpPr>
          <p:nvPr>
            <p:ph type="body" sz="quarter" idx="10" hasCustomPrompt="1"/>
          </p:nvPr>
        </p:nvSpPr>
        <p:spPr>
          <a:xfrm>
            <a:off x="624416" y="3909053"/>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0" name="Textplatzhalter 8">
            <a:extLst>
              <a:ext uri="{FF2B5EF4-FFF2-40B4-BE49-F238E27FC236}">
                <a16:creationId xmlns:a16="http://schemas.microsoft.com/office/drawing/2014/main" id="{C74A980F-D8A8-45BF-83FF-FAFDC411F9E4}"/>
              </a:ext>
            </a:extLst>
          </p:cNvPr>
          <p:cNvSpPr>
            <a:spLocks noGrp="1"/>
          </p:cNvSpPr>
          <p:nvPr>
            <p:ph type="body" sz="quarter" idx="11" hasCustomPrompt="1"/>
          </p:nvPr>
        </p:nvSpPr>
        <p:spPr>
          <a:xfrm>
            <a:off x="623391" y="5060520"/>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
        <p:nvSpPr>
          <p:cNvPr id="11" name="Textplatzhalter 10">
            <a:extLst>
              <a:ext uri="{FF2B5EF4-FFF2-40B4-BE49-F238E27FC236}">
                <a16:creationId xmlns:a16="http://schemas.microsoft.com/office/drawing/2014/main" id="{FD3A351C-B054-488A-96DA-3D864DDEFE98}"/>
              </a:ext>
            </a:extLst>
          </p:cNvPr>
          <p:cNvSpPr>
            <a:spLocks noGrp="1"/>
          </p:cNvSpPr>
          <p:nvPr>
            <p:ph type="body" sz="quarter" idx="16" hasCustomPrompt="1"/>
          </p:nvPr>
        </p:nvSpPr>
        <p:spPr>
          <a:xfrm>
            <a:off x="5568107" y="0"/>
            <a:ext cx="1055787" cy="384000"/>
          </a:xfrm>
          <a:blipFill>
            <a:blip r:embed="rId3"/>
            <a:stretch>
              <a:fillRect l="-27170" t="-282" r="-6472" b="-206"/>
            </a:stretch>
          </a:blipFill>
        </p:spPr>
        <p:txBody>
          <a:bodyPr/>
          <a:lstStyle>
            <a:lvl1pPr>
              <a:defRPr/>
            </a:lvl1pPr>
          </a:lstStyle>
          <a:p>
            <a:pPr lvl="0"/>
            <a:r>
              <a:rPr lang="de-DE"/>
              <a:t> </a:t>
            </a:r>
          </a:p>
        </p:txBody>
      </p:sp>
      <p:sp>
        <p:nvSpPr>
          <p:cNvPr id="12" name="Textplatzhalter 10">
            <a:extLst>
              <a:ext uri="{FF2B5EF4-FFF2-40B4-BE49-F238E27FC236}">
                <a16:creationId xmlns:a16="http://schemas.microsoft.com/office/drawing/2014/main" id="{CE9C6B95-632F-4A19-995A-4C35860E9490}"/>
              </a:ext>
            </a:extLst>
          </p:cNvPr>
          <p:cNvSpPr>
            <a:spLocks noGrp="1"/>
          </p:cNvSpPr>
          <p:nvPr>
            <p:ph type="body" sz="quarter" idx="17" hasCustomPrompt="1"/>
          </p:nvPr>
        </p:nvSpPr>
        <p:spPr>
          <a:xfrm>
            <a:off x="5568107" y="6474000"/>
            <a:ext cx="1055787" cy="384000"/>
          </a:xfrm>
          <a:blipFill>
            <a:blip r:embed="rId3"/>
            <a:stretch>
              <a:fillRect l="-27170" t="-282" r="-6472" b="-206"/>
            </a:stretch>
          </a:blipFill>
        </p:spPr>
        <p:txBody>
          <a:bodyPr/>
          <a:lstStyle>
            <a:lvl1pPr>
              <a:defRPr/>
            </a:lvl1pPr>
          </a:lstStyle>
          <a:p>
            <a:pPr lvl="0"/>
            <a:r>
              <a:rPr lang="de-DE"/>
              <a:t> </a:t>
            </a:r>
          </a:p>
        </p:txBody>
      </p:sp>
      <p:sp>
        <p:nvSpPr>
          <p:cNvPr id="13" name="Textplatzhalter 8">
            <a:extLst>
              <a:ext uri="{FF2B5EF4-FFF2-40B4-BE49-F238E27FC236}">
                <a16:creationId xmlns:a16="http://schemas.microsoft.com/office/drawing/2014/main" id="{AADD44CD-2753-482D-A965-16E8C883C125}"/>
              </a:ext>
            </a:extLst>
          </p:cNvPr>
          <p:cNvSpPr>
            <a:spLocks noGrp="1"/>
          </p:cNvSpPr>
          <p:nvPr>
            <p:ph type="body" sz="quarter" idx="18" hasCustomPrompt="1"/>
          </p:nvPr>
        </p:nvSpPr>
        <p:spPr>
          <a:xfrm>
            <a:off x="3376480" y="3909713"/>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4" name="Textplatzhalter 8">
            <a:extLst>
              <a:ext uri="{FF2B5EF4-FFF2-40B4-BE49-F238E27FC236}">
                <a16:creationId xmlns:a16="http://schemas.microsoft.com/office/drawing/2014/main" id="{C94F3636-305D-456D-A0E2-A24C577076DB}"/>
              </a:ext>
            </a:extLst>
          </p:cNvPr>
          <p:cNvSpPr>
            <a:spLocks noGrp="1"/>
          </p:cNvSpPr>
          <p:nvPr>
            <p:ph type="body" sz="quarter" idx="19" hasCustomPrompt="1"/>
          </p:nvPr>
        </p:nvSpPr>
        <p:spPr>
          <a:xfrm>
            <a:off x="3375455" y="5061180"/>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
        <p:nvSpPr>
          <p:cNvPr id="15" name="Textplatzhalter 8">
            <a:extLst>
              <a:ext uri="{FF2B5EF4-FFF2-40B4-BE49-F238E27FC236}">
                <a16:creationId xmlns:a16="http://schemas.microsoft.com/office/drawing/2014/main" id="{96E18DD2-B380-4D17-A06E-2546AAFA4D0C}"/>
              </a:ext>
            </a:extLst>
          </p:cNvPr>
          <p:cNvSpPr>
            <a:spLocks noGrp="1"/>
          </p:cNvSpPr>
          <p:nvPr>
            <p:ph type="body" sz="quarter" idx="20" hasCustomPrompt="1"/>
          </p:nvPr>
        </p:nvSpPr>
        <p:spPr>
          <a:xfrm>
            <a:off x="6128544" y="3916629"/>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6" name="Textplatzhalter 8">
            <a:extLst>
              <a:ext uri="{FF2B5EF4-FFF2-40B4-BE49-F238E27FC236}">
                <a16:creationId xmlns:a16="http://schemas.microsoft.com/office/drawing/2014/main" id="{EBB98A29-42B7-4665-B7EB-76508B202365}"/>
              </a:ext>
            </a:extLst>
          </p:cNvPr>
          <p:cNvSpPr>
            <a:spLocks noGrp="1"/>
          </p:cNvSpPr>
          <p:nvPr>
            <p:ph type="body" sz="quarter" idx="21" hasCustomPrompt="1"/>
          </p:nvPr>
        </p:nvSpPr>
        <p:spPr>
          <a:xfrm>
            <a:off x="6127519" y="5068096"/>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
        <p:nvSpPr>
          <p:cNvPr id="17" name="Textplatzhalter 8">
            <a:extLst>
              <a:ext uri="{FF2B5EF4-FFF2-40B4-BE49-F238E27FC236}">
                <a16:creationId xmlns:a16="http://schemas.microsoft.com/office/drawing/2014/main" id="{C27B1F27-00CE-4319-86FC-8725236426E4}"/>
              </a:ext>
            </a:extLst>
          </p:cNvPr>
          <p:cNvSpPr>
            <a:spLocks noGrp="1"/>
          </p:cNvSpPr>
          <p:nvPr>
            <p:ph type="body" sz="quarter" idx="22" hasCustomPrompt="1"/>
          </p:nvPr>
        </p:nvSpPr>
        <p:spPr>
          <a:xfrm>
            <a:off x="8880608" y="3917289"/>
            <a:ext cx="2688000" cy="1152000"/>
          </a:xfrm>
        </p:spPr>
        <p:txBody>
          <a:bodyPr anchor="b"/>
          <a:lstStyle>
            <a:lvl1pPr algn="ctr">
              <a:defRPr>
                <a:solidFill>
                  <a:schemeClr val="bg1"/>
                </a:solidFill>
                <a:latin typeface="+mn-lt"/>
              </a:defRPr>
            </a:lvl1pPr>
            <a:lvl2pPr algn="ctr">
              <a:defRPr>
                <a:solidFill>
                  <a:schemeClr val="bg2"/>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Name, </a:t>
            </a:r>
            <a:r>
              <a:rPr lang="de-DE" err="1"/>
              <a:t>Surname</a:t>
            </a:r>
            <a:endParaRPr lang="de-DE"/>
          </a:p>
          <a:p>
            <a:pPr lvl="1"/>
            <a:r>
              <a:rPr lang="de-DE"/>
              <a:t>Job Title</a:t>
            </a:r>
          </a:p>
        </p:txBody>
      </p:sp>
      <p:sp>
        <p:nvSpPr>
          <p:cNvPr id="18" name="Textplatzhalter 8">
            <a:extLst>
              <a:ext uri="{FF2B5EF4-FFF2-40B4-BE49-F238E27FC236}">
                <a16:creationId xmlns:a16="http://schemas.microsoft.com/office/drawing/2014/main" id="{8C69BFBD-90EB-4EB7-A441-7C5C03B5E3FB}"/>
              </a:ext>
            </a:extLst>
          </p:cNvPr>
          <p:cNvSpPr>
            <a:spLocks noGrp="1"/>
          </p:cNvSpPr>
          <p:nvPr>
            <p:ph type="body" sz="quarter" idx="23" hasCustomPrompt="1"/>
          </p:nvPr>
        </p:nvSpPr>
        <p:spPr>
          <a:xfrm>
            <a:off x="8879583" y="5068756"/>
            <a:ext cx="2688000" cy="1152000"/>
          </a:xfrm>
        </p:spPr>
        <p:txBody>
          <a:bodyPr/>
          <a:lstStyle>
            <a:lvl1pPr algn="ctr">
              <a:defRPr>
                <a:solidFill>
                  <a:schemeClr val="bg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de-DE"/>
              <a:t>E: name@sportfive.com</a:t>
            </a:r>
            <a:br>
              <a:rPr lang="de-DE"/>
            </a:br>
            <a:r>
              <a:rPr lang="de-DE"/>
              <a:t>T: +01 234 567 89</a:t>
            </a:r>
          </a:p>
        </p:txBody>
      </p:sp>
    </p:spTree>
    <p:extLst>
      <p:ext uri="{BB962C8B-B14F-4D97-AF65-F5344CB8AC3E}">
        <p14:creationId xmlns:p14="http://schemas.microsoft.com/office/powerpoint/2010/main" val="143953916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Inhalt mit Überschrift">
    <p:spTree>
      <p:nvGrpSpPr>
        <p:cNvPr id="1" name=""/>
        <p:cNvGrpSpPr/>
        <p:nvPr/>
      </p:nvGrpSpPr>
      <p:grpSpPr>
        <a:xfrm>
          <a:off x="0" y="0"/>
          <a:ext cx="0" cy="0"/>
          <a:chOff x="0" y="0"/>
          <a:chExt cx="0" cy="0"/>
        </a:xfrm>
      </p:grpSpPr>
      <p:sp>
        <p:nvSpPr>
          <p:cNvPr id="3" name="Inhaltsplatzhalter 2"/>
          <p:cNvSpPr>
            <a:spLocks noGrp="1"/>
          </p:cNvSpPr>
          <p:nvPr>
            <p:ph idx="1"/>
          </p:nvPr>
        </p:nvSpPr>
        <p:spPr>
          <a:xfrm>
            <a:off x="6096000" y="0"/>
            <a:ext cx="6096000" cy="6857999"/>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656401"/>
            <a:ext cx="3932237" cy="3811588"/>
          </a:xfrm>
          <a:prstGeom prst="rect">
            <a:avLst/>
          </a:prstGeom>
        </p:spPr>
        <p:txBody>
          <a:bodyPr/>
          <a:lstStyle>
            <a:lvl1pPr marL="0" indent="0">
              <a:buNone/>
              <a:defRPr sz="1600" b="0" i="0">
                <a:latin typeface="MB Corpo S Text Office Light" panose="020B0404050000000004" pitchFamily="34" charset="77"/>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Textmasterformat bearbeiten</a:t>
            </a:r>
          </a:p>
        </p:txBody>
      </p:sp>
      <p:sp>
        <p:nvSpPr>
          <p:cNvPr id="11" name="Titel 10">
            <a:extLst>
              <a:ext uri="{FF2B5EF4-FFF2-40B4-BE49-F238E27FC236}">
                <a16:creationId xmlns:a16="http://schemas.microsoft.com/office/drawing/2014/main" id="{F9AE6A70-BDBE-9F61-D3EA-EE632CE91BE5}"/>
              </a:ext>
            </a:extLst>
          </p:cNvPr>
          <p:cNvSpPr>
            <a:spLocks noGrp="1"/>
          </p:cNvSpPr>
          <p:nvPr>
            <p:ph type="title" hasCustomPrompt="1"/>
          </p:nvPr>
        </p:nvSpPr>
        <p:spPr>
          <a:xfrm>
            <a:off x="838200" y="1077820"/>
            <a:ext cx="4890247" cy="1325563"/>
          </a:xfrm>
          <a:prstGeom prst="rect">
            <a:avLst/>
          </a:prstGeom>
        </p:spPr>
        <p:txBody>
          <a:bodyPr/>
          <a:lstStyle/>
          <a:p>
            <a:r>
              <a:rPr lang="de-DE"/>
              <a:t>MASTERTITELFORMAT BEARBEITEN</a:t>
            </a:r>
          </a:p>
        </p:txBody>
      </p:sp>
    </p:spTree>
    <p:extLst>
      <p:ext uri="{BB962C8B-B14F-4D97-AF65-F5344CB8AC3E}">
        <p14:creationId xmlns:p14="http://schemas.microsoft.com/office/powerpoint/2010/main" val="399640677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Intro">
    <p:spTree>
      <p:nvGrpSpPr>
        <p:cNvPr id="1" name=""/>
        <p:cNvGrpSpPr/>
        <p:nvPr/>
      </p:nvGrpSpPr>
      <p:grpSpPr>
        <a:xfrm>
          <a:off x="0" y="0"/>
          <a:ext cx="0" cy="0"/>
          <a:chOff x="0" y="0"/>
          <a:chExt cx="0" cy="0"/>
        </a:xfrm>
      </p:grpSpPr>
      <p:sp>
        <p:nvSpPr>
          <p:cNvPr id="49" name="Rechteck 48">
            <a:extLst>
              <a:ext uri="{FF2B5EF4-FFF2-40B4-BE49-F238E27FC236}">
                <a16:creationId xmlns:a16="http://schemas.microsoft.com/office/drawing/2014/main" id="{BBA6631A-1ECA-4AF8-8247-29BDB61A882D}"/>
              </a:ext>
            </a:extLst>
          </p:cNvPr>
          <p:cNvSpPr/>
          <p:nvPr/>
        </p:nvSpPr>
        <p:spPr>
          <a:xfrm>
            <a:off x="8184232" y="3861048"/>
            <a:ext cx="1008112" cy="5040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algn="ctr" rtl="0" eaLnBrk="1" fontAlgn="auto" hangingPunct="1">
              <a:lnSpc>
                <a:spcPct val="110000"/>
              </a:lnSpc>
              <a:spcBef>
                <a:spcPts val="0"/>
              </a:spcBef>
              <a:spcAft>
                <a:spcPts val="0"/>
              </a:spcAft>
            </a:pPr>
            <a:endParaRPr lang="de-DE" sz="1400" b="0" i="0" u="none" baseline="0" err="1">
              <a:solidFill>
                <a:srgbClr val="FFFFFF"/>
              </a:solidFill>
              <a:latin typeface="Arial" panose="020B0604020202020204" pitchFamily="34" charset="0"/>
            </a:endParaRPr>
          </a:p>
        </p:txBody>
      </p:sp>
      <p:sp>
        <p:nvSpPr>
          <p:cNvPr id="50" name="Bildplatzhalter 49">
            <a:extLst>
              <a:ext uri="{FF2B5EF4-FFF2-40B4-BE49-F238E27FC236}">
                <a16:creationId xmlns:a16="http://schemas.microsoft.com/office/drawing/2014/main" id="{B16CA78A-F06F-4470-BC76-C10558AED95E}"/>
              </a:ext>
            </a:extLst>
          </p:cNvPr>
          <p:cNvSpPr>
            <a:spLocks noGrp="1"/>
          </p:cNvSpPr>
          <p:nvPr>
            <p:ph type="pic" sz="quarter" idx="19" hasCustomPrompt="1"/>
          </p:nvPr>
        </p:nvSpPr>
        <p:spPr bwMode="gray">
          <a:xfrm>
            <a:off x="1" y="0"/>
            <a:ext cx="12192000" cy="6858000"/>
          </a:xfrm>
          <a:custGeom>
            <a:avLst/>
            <a:gdLst>
              <a:gd name="connsiteX0" fmla="*/ 8301144 w 12192000"/>
              <a:gd name="connsiteY0" fmla="*/ 3923111 h 6858000"/>
              <a:gd name="connsiteX1" fmla="*/ 8301144 w 12192000"/>
              <a:gd name="connsiteY1" fmla="*/ 4196755 h 6858000"/>
              <a:gd name="connsiteX2" fmla="*/ 9087310 w 12192000"/>
              <a:gd name="connsiteY2" fmla="*/ 4196755 h 6858000"/>
              <a:gd name="connsiteX3" fmla="*/ 9087310 w 12192000"/>
              <a:gd name="connsiteY3" fmla="*/ 3923111 h 6858000"/>
              <a:gd name="connsiteX4" fmla="*/ 5403231 w 12192000"/>
              <a:gd name="connsiteY4" fmla="*/ 3000956 h 6858000"/>
              <a:gd name="connsiteX5" fmla="*/ 5588778 w 12192000"/>
              <a:gd name="connsiteY5" fmla="*/ 3000956 h 6858000"/>
              <a:gd name="connsiteX6" fmla="*/ 5665954 w 12192000"/>
              <a:gd name="connsiteY6" fmla="*/ 3024821 h 6858000"/>
              <a:gd name="connsiteX7" fmla="*/ 5689833 w 12192000"/>
              <a:gd name="connsiteY7" fmla="*/ 3083699 h 6858000"/>
              <a:gd name="connsiteX8" fmla="*/ 5665954 w 12192000"/>
              <a:gd name="connsiteY8" fmla="*/ 3142570 h 6858000"/>
              <a:gd name="connsiteX9" fmla="*/ 5588778 w 12192000"/>
              <a:gd name="connsiteY9" fmla="*/ 3166436 h 6858000"/>
              <a:gd name="connsiteX10" fmla="*/ 5403231 w 12192000"/>
              <a:gd name="connsiteY10" fmla="*/ 3166436 h 6858000"/>
              <a:gd name="connsiteX11" fmla="*/ 3381319 w 12192000"/>
              <a:gd name="connsiteY11" fmla="*/ 3000898 h 6858000"/>
              <a:gd name="connsiteX12" fmla="*/ 3540088 w 12192000"/>
              <a:gd name="connsiteY12" fmla="*/ 3000898 h 6858000"/>
              <a:gd name="connsiteX13" fmla="*/ 3614823 w 12192000"/>
              <a:gd name="connsiteY13" fmla="*/ 3025151 h 6858000"/>
              <a:gd name="connsiteX14" fmla="*/ 3639744 w 12192000"/>
              <a:gd name="connsiteY14" fmla="*/ 3087909 h 6858000"/>
              <a:gd name="connsiteX15" fmla="*/ 3614610 w 12192000"/>
              <a:gd name="connsiteY15" fmla="*/ 3151511 h 6858000"/>
              <a:gd name="connsiteX16" fmla="*/ 3540088 w 12192000"/>
              <a:gd name="connsiteY16" fmla="*/ 3176300 h 6858000"/>
              <a:gd name="connsiteX17" fmla="*/ 3381319 w 12192000"/>
              <a:gd name="connsiteY17" fmla="*/ 3176300 h 6858000"/>
              <a:gd name="connsiteX18" fmla="*/ 4511404 w 12192000"/>
              <a:gd name="connsiteY18" fmla="*/ 2984052 h 6858000"/>
              <a:gd name="connsiteX19" fmla="*/ 4616949 w 12192000"/>
              <a:gd name="connsiteY19" fmla="*/ 3005123 h 6858000"/>
              <a:gd name="connsiteX20" fmla="*/ 4697191 w 12192000"/>
              <a:gd name="connsiteY20" fmla="*/ 3064317 h 6858000"/>
              <a:gd name="connsiteX21" fmla="*/ 4748889 w 12192000"/>
              <a:gd name="connsiteY21" fmla="*/ 3156243 h 6858000"/>
              <a:gd name="connsiteX22" fmla="*/ 4767327 w 12192000"/>
              <a:gd name="connsiteY22" fmla="*/ 3275099 h 6858000"/>
              <a:gd name="connsiteX23" fmla="*/ 4748889 w 12192000"/>
              <a:gd name="connsiteY23" fmla="*/ 3393941 h 6858000"/>
              <a:gd name="connsiteX24" fmla="*/ 4697228 w 12192000"/>
              <a:gd name="connsiteY24" fmla="*/ 3485830 h 6858000"/>
              <a:gd name="connsiteX25" fmla="*/ 4616986 w 12192000"/>
              <a:gd name="connsiteY25" fmla="*/ 3545024 h 6858000"/>
              <a:gd name="connsiteX26" fmla="*/ 4511404 w 12192000"/>
              <a:gd name="connsiteY26" fmla="*/ 3566153 h 6858000"/>
              <a:gd name="connsiteX27" fmla="*/ 4405888 w 12192000"/>
              <a:gd name="connsiteY27" fmla="*/ 3545024 h 6858000"/>
              <a:gd name="connsiteX28" fmla="*/ 4325601 w 12192000"/>
              <a:gd name="connsiteY28" fmla="*/ 3485830 h 6858000"/>
              <a:gd name="connsiteX29" fmla="*/ 4273969 w 12192000"/>
              <a:gd name="connsiteY29" fmla="*/ 3393941 h 6858000"/>
              <a:gd name="connsiteX30" fmla="*/ 4255525 w 12192000"/>
              <a:gd name="connsiteY30" fmla="*/ 3275099 h 6858000"/>
              <a:gd name="connsiteX31" fmla="*/ 4273969 w 12192000"/>
              <a:gd name="connsiteY31" fmla="*/ 3156243 h 6858000"/>
              <a:gd name="connsiteX32" fmla="*/ 4325601 w 12192000"/>
              <a:gd name="connsiteY32" fmla="*/ 3064353 h 6858000"/>
              <a:gd name="connsiteX33" fmla="*/ 4405888 w 12192000"/>
              <a:gd name="connsiteY33" fmla="*/ 3005123 h 6858000"/>
              <a:gd name="connsiteX34" fmla="*/ 4511404 w 12192000"/>
              <a:gd name="connsiteY34" fmla="*/ 2984052 h 6858000"/>
              <a:gd name="connsiteX35" fmla="*/ 9271961 w 12192000"/>
              <a:gd name="connsiteY35" fmla="*/ 2763940 h 6858000"/>
              <a:gd name="connsiteX36" fmla="*/ 9271961 w 12192000"/>
              <a:gd name="connsiteY36" fmla="*/ 3786249 h 6858000"/>
              <a:gd name="connsiteX37" fmla="*/ 10056440 w 12192000"/>
              <a:gd name="connsiteY37" fmla="*/ 3786249 h 6858000"/>
              <a:gd name="connsiteX38" fmla="*/ 10056440 w 12192000"/>
              <a:gd name="connsiteY38" fmla="*/ 3549284 h 6858000"/>
              <a:gd name="connsiteX39" fmla="*/ 9545546 w 12192000"/>
              <a:gd name="connsiteY39" fmla="*/ 3549284 h 6858000"/>
              <a:gd name="connsiteX40" fmla="*/ 9545546 w 12192000"/>
              <a:gd name="connsiteY40" fmla="*/ 3365403 h 6858000"/>
              <a:gd name="connsiteX41" fmla="*/ 9983268 w 12192000"/>
              <a:gd name="connsiteY41" fmla="*/ 3365403 h 6858000"/>
              <a:gd name="connsiteX42" fmla="*/ 9983268 w 12192000"/>
              <a:gd name="connsiteY42" fmla="*/ 3128424 h 6858000"/>
              <a:gd name="connsiteX43" fmla="*/ 9545546 w 12192000"/>
              <a:gd name="connsiteY43" fmla="*/ 3128424 h 6858000"/>
              <a:gd name="connsiteX44" fmla="*/ 9545546 w 12192000"/>
              <a:gd name="connsiteY44" fmla="*/ 3000957 h 6858000"/>
              <a:gd name="connsiteX45" fmla="*/ 10028270 w 12192000"/>
              <a:gd name="connsiteY45" fmla="*/ 3000957 h 6858000"/>
              <a:gd name="connsiteX46" fmla="*/ 10028270 w 12192000"/>
              <a:gd name="connsiteY46" fmla="*/ 2763940 h 6858000"/>
              <a:gd name="connsiteX47" fmla="*/ 8193582 w 12192000"/>
              <a:gd name="connsiteY47" fmla="*/ 2763932 h 6858000"/>
              <a:gd name="connsiteX48" fmla="*/ 8530401 w 12192000"/>
              <a:gd name="connsiteY48" fmla="*/ 3786270 h 6858000"/>
              <a:gd name="connsiteX49" fmla="*/ 8858038 w 12192000"/>
              <a:gd name="connsiteY49" fmla="*/ 3786270 h 6858000"/>
              <a:gd name="connsiteX50" fmla="*/ 9192166 w 12192000"/>
              <a:gd name="connsiteY50" fmla="*/ 2772212 h 6858000"/>
              <a:gd name="connsiteX51" fmla="*/ 9194872 w 12192000"/>
              <a:gd name="connsiteY51" fmla="*/ 2763932 h 6858000"/>
              <a:gd name="connsiteX52" fmla="*/ 8901243 w 12192000"/>
              <a:gd name="connsiteY52" fmla="*/ 2763932 h 6858000"/>
              <a:gd name="connsiteX53" fmla="*/ 8694231 w 12192000"/>
              <a:gd name="connsiteY53" fmla="*/ 3480761 h 6858000"/>
              <a:gd name="connsiteX54" fmla="*/ 8487174 w 12192000"/>
              <a:gd name="connsiteY54" fmla="*/ 2763932 h 6858000"/>
              <a:gd name="connsiteX55" fmla="*/ 7842425 w 12192000"/>
              <a:gd name="connsiteY55" fmla="*/ 2763932 h 6858000"/>
              <a:gd name="connsiteX56" fmla="*/ 7842425 w 12192000"/>
              <a:gd name="connsiteY56" fmla="*/ 3786270 h 6858000"/>
              <a:gd name="connsiteX57" fmla="*/ 8115980 w 12192000"/>
              <a:gd name="connsiteY57" fmla="*/ 3786270 h 6858000"/>
              <a:gd name="connsiteX58" fmla="*/ 8115980 w 12192000"/>
              <a:gd name="connsiteY58" fmla="*/ 2763932 h 6858000"/>
              <a:gd name="connsiteX59" fmla="*/ 5129684 w 12192000"/>
              <a:gd name="connsiteY59" fmla="*/ 2763932 h 6858000"/>
              <a:gd name="connsiteX60" fmla="*/ 5129684 w 12192000"/>
              <a:gd name="connsiteY60" fmla="*/ 3786249 h 6858000"/>
              <a:gd name="connsiteX61" fmla="*/ 5403238 w 12192000"/>
              <a:gd name="connsiteY61" fmla="*/ 3786249 h 6858000"/>
              <a:gd name="connsiteX62" fmla="*/ 5403238 w 12192000"/>
              <a:gd name="connsiteY62" fmla="*/ 3403430 h 6858000"/>
              <a:gd name="connsiteX63" fmla="*/ 5534123 w 12192000"/>
              <a:gd name="connsiteY63" fmla="*/ 3403430 h 6858000"/>
              <a:gd name="connsiteX64" fmla="*/ 5717109 w 12192000"/>
              <a:gd name="connsiteY64" fmla="*/ 3786256 h 6858000"/>
              <a:gd name="connsiteX65" fmla="*/ 6017368 w 12192000"/>
              <a:gd name="connsiteY65" fmla="*/ 3786256 h 6858000"/>
              <a:gd name="connsiteX66" fmla="*/ 5800857 w 12192000"/>
              <a:gd name="connsiteY66" fmla="*/ 3343070 h 6858000"/>
              <a:gd name="connsiteX67" fmla="*/ 5909879 w 12192000"/>
              <a:gd name="connsiteY67" fmla="*/ 3247610 h 6858000"/>
              <a:gd name="connsiteX68" fmla="*/ 5963404 w 12192000"/>
              <a:gd name="connsiteY68" fmla="*/ 3073857 h 6858000"/>
              <a:gd name="connsiteX69" fmla="*/ 5938100 w 12192000"/>
              <a:gd name="connsiteY69" fmla="*/ 2948583 h 6858000"/>
              <a:gd name="connsiteX70" fmla="*/ 5863344 w 12192000"/>
              <a:gd name="connsiteY70" fmla="*/ 2849873 h 6858000"/>
              <a:gd name="connsiteX71" fmla="*/ 5744649 w 12192000"/>
              <a:gd name="connsiteY71" fmla="*/ 2786228 h 6858000"/>
              <a:gd name="connsiteX72" fmla="*/ 5588792 w 12192000"/>
              <a:gd name="connsiteY72" fmla="*/ 2763932 h 6858000"/>
              <a:gd name="connsiteX73" fmla="*/ 6990788 w 12192000"/>
              <a:gd name="connsiteY73" fmla="*/ 2763918 h 6858000"/>
              <a:gd name="connsiteX74" fmla="*/ 6990788 w 12192000"/>
              <a:gd name="connsiteY74" fmla="*/ 3786256 h 6858000"/>
              <a:gd name="connsiteX75" fmla="*/ 7264343 w 12192000"/>
              <a:gd name="connsiteY75" fmla="*/ 3786256 h 6858000"/>
              <a:gd name="connsiteX76" fmla="*/ 7264343 w 12192000"/>
              <a:gd name="connsiteY76" fmla="*/ 3375290 h 6858000"/>
              <a:gd name="connsiteX77" fmla="*/ 7685190 w 12192000"/>
              <a:gd name="connsiteY77" fmla="*/ 3375290 h 6858000"/>
              <a:gd name="connsiteX78" fmla="*/ 7685190 w 12192000"/>
              <a:gd name="connsiteY78" fmla="*/ 3138324 h 6858000"/>
              <a:gd name="connsiteX79" fmla="*/ 7264343 w 12192000"/>
              <a:gd name="connsiteY79" fmla="*/ 3138324 h 6858000"/>
              <a:gd name="connsiteX80" fmla="*/ 7264343 w 12192000"/>
              <a:gd name="connsiteY80" fmla="*/ 3000935 h 6858000"/>
              <a:gd name="connsiteX81" fmla="*/ 7752730 w 12192000"/>
              <a:gd name="connsiteY81" fmla="*/ 3000935 h 6858000"/>
              <a:gd name="connsiteX82" fmla="*/ 7752730 w 12192000"/>
              <a:gd name="connsiteY82" fmla="*/ 2763918 h 6858000"/>
              <a:gd name="connsiteX83" fmla="*/ 6028075 w 12192000"/>
              <a:gd name="connsiteY83" fmla="*/ 2763881 h 6858000"/>
              <a:gd name="connsiteX84" fmla="*/ 6028075 w 12192000"/>
              <a:gd name="connsiteY84" fmla="*/ 3000905 h 6858000"/>
              <a:gd name="connsiteX85" fmla="*/ 6327813 w 12192000"/>
              <a:gd name="connsiteY85" fmla="*/ 3000905 h 6858000"/>
              <a:gd name="connsiteX86" fmla="*/ 6327813 w 12192000"/>
              <a:gd name="connsiteY86" fmla="*/ 3786219 h 6858000"/>
              <a:gd name="connsiteX87" fmla="*/ 6601420 w 12192000"/>
              <a:gd name="connsiteY87" fmla="*/ 3786219 h 6858000"/>
              <a:gd name="connsiteX88" fmla="*/ 6601420 w 12192000"/>
              <a:gd name="connsiteY88" fmla="*/ 3000905 h 6858000"/>
              <a:gd name="connsiteX89" fmla="*/ 6902647 w 12192000"/>
              <a:gd name="connsiteY89" fmla="*/ 3000905 h 6858000"/>
              <a:gd name="connsiteX90" fmla="*/ 6902647 w 12192000"/>
              <a:gd name="connsiteY90" fmla="*/ 2763881 h 6858000"/>
              <a:gd name="connsiteX91" fmla="*/ 3107727 w 12192000"/>
              <a:gd name="connsiteY91" fmla="*/ 2763881 h 6858000"/>
              <a:gd name="connsiteX92" fmla="*/ 3107727 w 12192000"/>
              <a:gd name="connsiteY92" fmla="*/ 3786219 h 6858000"/>
              <a:gd name="connsiteX93" fmla="*/ 3381332 w 12192000"/>
              <a:gd name="connsiteY93" fmla="*/ 3786219 h 6858000"/>
              <a:gd name="connsiteX94" fmla="*/ 3381332 w 12192000"/>
              <a:gd name="connsiteY94" fmla="*/ 3413280 h 6858000"/>
              <a:gd name="connsiteX95" fmla="*/ 3540094 w 12192000"/>
              <a:gd name="connsiteY95" fmla="*/ 3413280 h 6858000"/>
              <a:gd name="connsiteX96" fmla="*/ 3698452 w 12192000"/>
              <a:gd name="connsiteY96" fmla="*/ 3389459 h 6858000"/>
              <a:gd name="connsiteX97" fmla="*/ 3818519 w 12192000"/>
              <a:gd name="connsiteY97" fmla="*/ 3322117 h 6858000"/>
              <a:gd name="connsiteX98" fmla="*/ 3893848 w 12192000"/>
              <a:gd name="connsiteY98" fmla="*/ 3217547 h 6858000"/>
              <a:gd name="connsiteX99" fmla="*/ 3918960 w 12192000"/>
              <a:gd name="connsiteY99" fmla="*/ 3087917 h 6858000"/>
              <a:gd name="connsiteX100" fmla="*/ 3893811 w 12192000"/>
              <a:gd name="connsiteY100" fmla="*/ 2958858 h 6858000"/>
              <a:gd name="connsiteX101" fmla="*/ 3818519 w 12192000"/>
              <a:gd name="connsiteY101" fmla="*/ 2855066 h 6858000"/>
              <a:gd name="connsiteX102" fmla="*/ 3698452 w 12192000"/>
              <a:gd name="connsiteY102" fmla="*/ 2787695 h 6858000"/>
              <a:gd name="connsiteX103" fmla="*/ 3540094 w 12192000"/>
              <a:gd name="connsiteY103" fmla="*/ 2763881 h 6858000"/>
              <a:gd name="connsiteX104" fmla="*/ 4511410 w 12192000"/>
              <a:gd name="connsiteY104" fmla="*/ 2747020 h 6858000"/>
              <a:gd name="connsiteX105" fmla="*/ 4301927 w 12192000"/>
              <a:gd name="connsiteY105" fmla="*/ 2785341 h 6858000"/>
              <a:gd name="connsiteX106" fmla="*/ 4134099 w 12192000"/>
              <a:gd name="connsiteY106" fmla="*/ 2894076 h 6858000"/>
              <a:gd name="connsiteX107" fmla="*/ 4022547 w 12192000"/>
              <a:gd name="connsiteY107" fmla="*/ 3061683 h 6858000"/>
              <a:gd name="connsiteX108" fmla="*/ 3981983 w 12192000"/>
              <a:gd name="connsiteY108" fmla="*/ 3275098 h 6858000"/>
              <a:gd name="connsiteX109" fmla="*/ 4022591 w 12192000"/>
              <a:gd name="connsiteY109" fmla="*/ 3489225 h 6858000"/>
              <a:gd name="connsiteX110" fmla="*/ 4134107 w 12192000"/>
              <a:gd name="connsiteY110" fmla="*/ 3656105 h 6858000"/>
              <a:gd name="connsiteX111" fmla="*/ 4301934 w 12192000"/>
              <a:gd name="connsiteY111" fmla="*/ 3764855 h 6858000"/>
              <a:gd name="connsiteX112" fmla="*/ 4511426 w 12192000"/>
              <a:gd name="connsiteY112" fmla="*/ 3803154 h 6858000"/>
              <a:gd name="connsiteX113" fmla="*/ 4720896 w 12192000"/>
              <a:gd name="connsiteY113" fmla="*/ 3764855 h 6858000"/>
              <a:gd name="connsiteX114" fmla="*/ 4888765 w 12192000"/>
              <a:gd name="connsiteY114" fmla="*/ 3656105 h 6858000"/>
              <a:gd name="connsiteX115" fmla="*/ 5000339 w 12192000"/>
              <a:gd name="connsiteY115" fmla="*/ 3489225 h 6858000"/>
              <a:gd name="connsiteX116" fmla="*/ 5040896 w 12192000"/>
              <a:gd name="connsiteY116" fmla="*/ 3275098 h 6858000"/>
              <a:gd name="connsiteX117" fmla="*/ 5000339 w 12192000"/>
              <a:gd name="connsiteY117" fmla="*/ 3061683 h 6858000"/>
              <a:gd name="connsiteX118" fmla="*/ 4888757 w 12192000"/>
              <a:gd name="connsiteY118" fmla="*/ 2894084 h 6858000"/>
              <a:gd name="connsiteX119" fmla="*/ 4720881 w 12192000"/>
              <a:gd name="connsiteY119" fmla="*/ 2785348 h 6858000"/>
              <a:gd name="connsiteX120" fmla="*/ 4511410 w 12192000"/>
              <a:gd name="connsiteY120" fmla="*/ 2747020 h 6858000"/>
              <a:gd name="connsiteX121" fmla="*/ 2544687 w 12192000"/>
              <a:gd name="connsiteY121" fmla="*/ 2747020 h 6858000"/>
              <a:gd name="connsiteX122" fmla="*/ 2400014 w 12192000"/>
              <a:gd name="connsiteY122" fmla="*/ 2766265 h 6858000"/>
              <a:gd name="connsiteX123" fmla="*/ 2282727 w 12192000"/>
              <a:gd name="connsiteY123" fmla="*/ 2824659 h 6858000"/>
              <a:gd name="connsiteX124" fmla="*/ 2204817 w 12192000"/>
              <a:gd name="connsiteY124" fmla="*/ 2921095 h 6858000"/>
              <a:gd name="connsiteX125" fmla="*/ 2177079 w 12192000"/>
              <a:gd name="connsiteY125" fmla="*/ 3049926 h 6858000"/>
              <a:gd name="connsiteX126" fmla="*/ 2203496 w 12192000"/>
              <a:gd name="connsiteY126" fmla="*/ 3175303 h 6858000"/>
              <a:gd name="connsiteX127" fmla="*/ 2281796 w 12192000"/>
              <a:gd name="connsiteY127" fmla="*/ 3267713 h 6858000"/>
              <a:gd name="connsiteX128" fmla="*/ 2404444 w 12192000"/>
              <a:gd name="connsiteY128" fmla="*/ 3330302 h 6858000"/>
              <a:gd name="connsiteX129" fmla="*/ 2566997 w 12192000"/>
              <a:gd name="connsiteY129" fmla="*/ 3372055 h 6858000"/>
              <a:gd name="connsiteX130" fmla="*/ 2612094 w 12192000"/>
              <a:gd name="connsiteY130" fmla="*/ 3380482 h 6858000"/>
              <a:gd name="connsiteX131" fmla="*/ 2720595 w 12192000"/>
              <a:gd name="connsiteY131" fmla="*/ 3422543 h 6858000"/>
              <a:gd name="connsiteX132" fmla="*/ 2748517 w 12192000"/>
              <a:gd name="connsiteY132" fmla="*/ 3484765 h 6858000"/>
              <a:gd name="connsiteX133" fmla="*/ 2719518 w 12192000"/>
              <a:gd name="connsiteY133" fmla="*/ 3549526 h 6858000"/>
              <a:gd name="connsiteX134" fmla="*/ 2622091 w 12192000"/>
              <a:gd name="connsiteY134" fmla="*/ 3577395 h 6858000"/>
              <a:gd name="connsiteX135" fmla="*/ 2483417 w 12192000"/>
              <a:gd name="connsiteY135" fmla="*/ 3535958 h 6858000"/>
              <a:gd name="connsiteX136" fmla="*/ 2404231 w 12192000"/>
              <a:gd name="connsiteY136" fmla="*/ 3424677 h 6858000"/>
              <a:gd name="connsiteX137" fmla="*/ 2396956 w 12192000"/>
              <a:gd name="connsiteY137" fmla="*/ 3403863 h 6858000"/>
              <a:gd name="connsiteX138" fmla="*/ 2135560 w 12192000"/>
              <a:gd name="connsiteY138" fmla="*/ 3469247 h 6858000"/>
              <a:gd name="connsiteX139" fmla="*/ 2144728 w 12192000"/>
              <a:gd name="connsiteY139" fmla="*/ 3494469 h 6858000"/>
              <a:gd name="connsiteX140" fmla="*/ 2210757 w 12192000"/>
              <a:gd name="connsiteY140" fmla="*/ 3616112 h 6858000"/>
              <a:gd name="connsiteX141" fmla="*/ 2313435 w 12192000"/>
              <a:gd name="connsiteY141" fmla="*/ 3714418 h 6858000"/>
              <a:gd name="connsiteX142" fmla="*/ 2450275 w 12192000"/>
              <a:gd name="connsiteY142" fmla="*/ 3779538 h 6858000"/>
              <a:gd name="connsiteX143" fmla="*/ 2622084 w 12192000"/>
              <a:gd name="connsiteY143" fmla="*/ 3803117 h 6858000"/>
              <a:gd name="connsiteX144" fmla="*/ 2779364 w 12192000"/>
              <a:gd name="connsiteY144" fmla="*/ 3780147 h 6858000"/>
              <a:gd name="connsiteX145" fmla="*/ 2904616 w 12192000"/>
              <a:gd name="connsiteY145" fmla="*/ 3714792 h 6858000"/>
              <a:gd name="connsiteX146" fmla="*/ 2987968 w 12192000"/>
              <a:gd name="connsiteY146" fmla="*/ 3610817 h 6858000"/>
              <a:gd name="connsiteX147" fmla="*/ 3017862 w 12192000"/>
              <a:gd name="connsiteY147" fmla="*/ 3473522 h 6858000"/>
              <a:gd name="connsiteX148" fmla="*/ 2912559 w 12192000"/>
              <a:gd name="connsiteY148" fmla="*/ 3242417 h 6858000"/>
              <a:gd name="connsiteX149" fmla="*/ 2626535 w 12192000"/>
              <a:gd name="connsiteY149" fmla="*/ 3131687 h 6858000"/>
              <a:gd name="connsiteX150" fmla="*/ 2581394 w 12192000"/>
              <a:gd name="connsiteY150" fmla="*/ 3123201 h 6858000"/>
              <a:gd name="connsiteX151" fmla="*/ 2470943 w 12192000"/>
              <a:gd name="connsiteY151" fmla="*/ 3085915 h 6858000"/>
              <a:gd name="connsiteX152" fmla="*/ 2445001 w 12192000"/>
              <a:gd name="connsiteY152" fmla="*/ 3038639 h 6858000"/>
              <a:gd name="connsiteX153" fmla="*/ 2466879 w 12192000"/>
              <a:gd name="connsiteY153" fmla="*/ 2992119 h 6858000"/>
              <a:gd name="connsiteX154" fmla="*/ 2544687 w 12192000"/>
              <a:gd name="connsiteY154" fmla="*/ 2972749 h 6858000"/>
              <a:gd name="connsiteX155" fmla="*/ 2652513 w 12192000"/>
              <a:gd name="connsiteY155" fmla="*/ 3001411 h 6858000"/>
              <a:gd name="connsiteX156" fmla="*/ 2710643 w 12192000"/>
              <a:gd name="connsiteY156" fmla="*/ 3075324 h 6858000"/>
              <a:gd name="connsiteX157" fmla="*/ 2718241 w 12192000"/>
              <a:gd name="connsiteY157" fmla="*/ 3095434 h 6858000"/>
              <a:gd name="connsiteX158" fmla="*/ 2981785 w 12192000"/>
              <a:gd name="connsiteY158" fmla="*/ 3029999 h 6858000"/>
              <a:gd name="connsiteX159" fmla="*/ 2970968 w 12192000"/>
              <a:gd name="connsiteY159" fmla="*/ 3004000 h 6858000"/>
              <a:gd name="connsiteX160" fmla="*/ 2911165 w 12192000"/>
              <a:gd name="connsiteY160" fmla="*/ 2903794 h 6858000"/>
              <a:gd name="connsiteX161" fmla="*/ 2820508 w 12192000"/>
              <a:gd name="connsiteY161" fmla="*/ 2822114 h 6858000"/>
              <a:gd name="connsiteX162" fmla="*/ 2698520 w 12192000"/>
              <a:gd name="connsiteY162" fmla="*/ 2766962 h 6858000"/>
              <a:gd name="connsiteX163" fmla="*/ 2544687 w 12192000"/>
              <a:gd name="connsiteY163" fmla="*/ 2747020 h 6858000"/>
              <a:gd name="connsiteX164" fmla="*/ 0 w 12192000"/>
              <a:gd name="connsiteY164" fmla="*/ 0 h 6858000"/>
              <a:gd name="connsiteX165" fmla="*/ 12192000 w 12192000"/>
              <a:gd name="connsiteY165" fmla="*/ 0 h 6858000"/>
              <a:gd name="connsiteX166" fmla="*/ 12192000 w 12192000"/>
              <a:gd name="connsiteY166" fmla="*/ 6858000 h 6858000"/>
              <a:gd name="connsiteX167" fmla="*/ 0 w 12192000"/>
              <a:gd name="connsiteY16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2000" h="6858000">
                <a:moveTo>
                  <a:pt x="8301144" y="3923111"/>
                </a:moveTo>
                <a:lnTo>
                  <a:pt x="8301144" y="4196755"/>
                </a:lnTo>
                <a:lnTo>
                  <a:pt x="9087310" y="4196755"/>
                </a:lnTo>
                <a:lnTo>
                  <a:pt x="9087310" y="3923111"/>
                </a:lnTo>
                <a:close/>
                <a:moveTo>
                  <a:pt x="5403231" y="3000956"/>
                </a:moveTo>
                <a:lnTo>
                  <a:pt x="5588778" y="3000956"/>
                </a:lnTo>
                <a:cubicBezTo>
                  <a:pt x="5624121" y="3000956"/>
                  <a:pt x="5650068" y="3008958"/>
                  <a:pt x="5665954" y="3024821"/>
                </a:cubicBezTo>
                <a:cubicBezTo>
                  <a:pt x="5682030" y="3040890"/>
                  <a:pt x="5689833" y="3060150"/>
                  <a:pt x="5689833" y="3083699"/>
                </a:cubicBezTo>
                <a:cubicBezTo>
                  <a:pt x="5689833" y="3107242"/>
                  <a:pt x="5682024" y="3126531"/>
                  <a:pt x="5665954" y="3142570"/>
                </a:cubicBezTo>
                <a:cubicBezTo>
                  <a:pt x="5650068" y="3158427"/>
                  <a:pt x="5624121" y="3166436"/>
                  <a:pt x="5588778" y="3166436"/>
                </a:cubicBezTo>
                <a:lnTo>
                  <a:pt x="5403231" y="3166436"/>
                </a:lnTo>
                <a:close/>
                <a:moveTo>
                  <a:pt x="3381319" y="3000898"/>
                </a:moveTo>
                <a:lnTo>
                  <a:pt x="3540088" y="3000898"/>
                </a:lnTo>
                <a:cubicBezTo>
                  <a:pt x="3572835" y="3000898"/>
                  <a:pt x="3597998" y="3009068"/>
                  <a:pt x="3614823" y="3025151"/>
                </a:cubicBezTo>
                <a:cubicBezTo>
                  <a:pt x="3631610" y="3041206"/>
                  <a:pt x="3639744" y="3061705"/>
                  <a:pt x="3639744" y="3087909"/>
                </a:cubicBezTo>
                <a:cubicBezTo>
                  <a:pt x="3639744" y="3114188"/>
                  <a:pt x="3631523" y="3134994"/>
                  <a:pt x="3614610" y="3151511"/>
                </a:cubicBezTo>
                <a:cubicBezTo>
                  <a:pt x="3597580" y="3168189"/>
                  <a:pt x="3573172" y="3176300"/>
                  <a:pt x="3540088" y="3176300"/>
                </a:cubicBezTo>
                <a:lnTo>
                  <a:pt x="3381319" y="3176300"/>
                </a:lnTo>
                <a:close/>
                <a:moveTo>
                  <a:pt x="4511404" y="2984052"/>
                </a:moveTo>
                <a:cubicBezTo>
                  <a:pt x="4550026" y="2984052"/>
                  <a:pt x="4585501" y="2991144"/>
                  <a:pt x="4616949" y="3005123"/>
                </a:cubicBezTo>
                <a:cubicBezTo>
                  <a:pt x="4648259" y="3019117"/>
                  <a:pt x="4675277" y="3039058"/>
                  <a:pt x="4697191" y="3064317"/>
                </a:cubicBezTo>
                <a:cubicBezTo>
                  <a:pt x="4719436" y="3090023"/>
                  <a:pt x="4736818" y="3120929"/>
                  <a:pt x="4748889" y="3156243"/>
                </a:cubicBezTo>
                <a:cubicBezTo>
                  <a:pt x="4761108" y="3192084"/>
                  <a:pt x="4767327" y="3232011"/>
                  <a:pt x="4767327" y="3275099"/>
                </a:cubicBezTo>
                <a:cubicBezTo>
                  <a:pt x="4767327" y="3318158"/>
                  <a:pt x="4761101" y="3358158"/>
                  <a:pt x="4748889" y="3393941"/>
                </a:cubicBezTo>
                <a:cubicBezTo>
                  <a:pt x="4736818" y="3429255"/>
                  <a:pt x="4719436" y="3460190"/>
                  <a:pt x="4697228" y="3485830"/>
                </a:cubicBezTo>
                <a:cubicBezTo>
                  <a:pt x="4675233" y="3511162"/>
                  <a:pt x="4648259" y="3531096"/>
                  <a:pt x="4616986" y="3545024"/>
                </a:cubicBezTo>
                <a:cubicBezTo>
                  <a:pt x="4585501" y="3559032"/>
                  <a:pt x="4550026" y="3566153"/>
                  <a:pt x="4511404" y="3566153"/>
                </a:cubicBezTo>
                <a:cubicBezTo>
                  <a:pt x="4472804" y="3566153"/>
                  <a:pt x="4437285" y="3559047"/>
                  <a:pt x="4405888" y="3545024"/>
                </a:cubicBezTo>
                <a:cubicBezTo>
                  <a:pt x="4374556" y="3531045"/>
                  <a:pt x="4347559" y="3511162"/>
                  <a:pt x="4325601" y="3485830"/>
                </a:cubicBezTo>
                <a:cubicBezTo>
                  <a:pt x="4303393" y="3460190"/>
                  <a:pt x="4285968" y="3429299"/>
                  <a:pt x="4273969" y="3393941"/>
                </a:cubicBezTo>
                <a:cubicBezTo>
                  <a:pt x="4261728" y="3358202"/>
                  <a:pt x="4255525" y="3318209"/>
                  <a:pt x="4255525" y="3275099"/>
                </a:cubicBezTo>
                <a:cubicBezTo>
                  <a:pt x="4255525" y="3231975"/>
                  <a:pt x="4261728" y="3192004"/>
                  <a:pt x="4273969" y="3156243"/>
                </a:cubicBezTo>
                <a:cubicBezTo>
                  <a:pt x="4286019" y="3120929"/>
                  <a:pt x="4303401" y="3090008"/>
                  <a:pt x="4325601" y="3064353"/>
                </a:cubicBezTo>
                <a:cubicBezTo>
                  <a:pt x="4347559" y="3039058"/>
                  <a:pt x="4374556" y="3019139"/>
                  <a:pt x="4405888" y="3005123"/>
                </a:cubicBezTo>
                <a:cubicBezTo>
                  <a:pt x="4437285" y="2991144"/>
                  <a:pt x="4472812" y="2984052"/>
                  <a:pt x="4511404" y="2984052"/>
                </a:cubicBezTo>
                <a:close/>
                <a:moveTo>
                  <a:pt x="9271961" y="2763940"/>
                </a:moveTo>
                <a:lnTo>
                  <a:pt x="9271961" y="3786249"/>
                </a:lnTo>
                <a:lnTo>
                  <a:pt x="10056440" y="3786249"/>
                </a:lnTo>
                <a:lnTo>
                  <a:pt x="10056440" y="3549284"/>
                </a:lnTo>
                <a:lnTo>
                  <a:pt x="9545546" y="3549284"/>
                </a:lnTo>
                <a:lnTo>
                  <a:pt x="9545546" y="3365403"/>
                </a:lnTo>
                <a:lnTo>
                  <a:pt x="9983268" y="3365403"/>
                </a:lnTo>
                <a:lnTo>
                  <a:pt x="9983268" y="3128424"/>
                </a:lnTo>
                <a:lnTo>
                  <a:pt x="9545546" y="3128424"/>
                </a:lnTo>
                <a:lnTo>
                  <a:pt x="9545546" y="3000957"/>
                </a:lnTo>
                <a:lnTo>
                  <a:pt x="10028270" y="3000957"/>
                </a:lnTo>
                <a:lnTo>
                  <a:pt x="10028270" y="2763940"/>
                </a:lnTo>
                <a:close/>
                <a:moveTo>
                  <a:pt x="8193582" y="2763932"/>
                </a:moveTo>
                <a:lnTo>
                  <a:pt x="8530401" y="3786270"/>
                </a:lnTo>
                <a:lnTo>
                  <a:pt x="8858038" y="3786270"/>
                </a:lnTo>
                <a:lnTo>
                  <a:pt x="9192166" y="2772212"/>
                </a:lnTo>
                <a:lnTo>
                  <a:pt x="9194872" y="2763932"/>
                </a:lnTo>
                <a:lnTo>
                  <a:pt x="8901243" y="2763932"/>
                </a:lnTo>
                <a:lnTo>
                  <a:pt x="8694231" y="3480761"/>
                </a:lnTo>
                <a:lnTo>
                  <a:pt x="8487174" y="2763932"/>
                </a:lnTo>
                <a:close/>
                <a:moveTo>
                  <a:pt x="7842425" y="2763932"/>
                </a:moveTo>
                <a:lnTo>
                  <a:pt x="7842425" y="3786270"/>
                </a:lnTo>
                <a:lnTo>
                  <a:pt x="8115980" y="3786270"/>
                </a:lnTo>
                <a:lnTo>
                  <a:pt x="8115980" y="2763932"/>
                </a:lnTo>
                <a:close/>
                <a:moveTo>
                  <a:pt x="5129684" y="2763932"/>
                </a:moveTo>
                <a:lnTo>
                  <a:pt x="5129684" y="3786249"/>
                </a:lnTo>
                <a:lnTo>
                  <a:pt x="5403238" y="3786249"/>
                </a:lnTo>
                <a:lnTo>
                  <a:pt x="5403238" y="3403430"/>
                </a:lnTo>
                <a:lnTo>
                  <a:pt x="5534123" y="3403430"/>
                </a:lnTo>
                <a:lnTo>
                  <a:pt x="5717109" y="3786256"/>
                </a:lnTo>
                <a:lnTo>
                  <a:pt x="6017368" y="3786256"/>
                </a:lnTo>
                <a:lnTo>
                  <a:pt x="5800857" y="3343070"/>
                </a:lnTo>
                <a:cubicBezTo>
                  <a:pt x="5843564" y="3318362"/>
                  <a:pt x="5880257" y="3286260"/>
                  <a:pt x="5909879" y="3247610"/>
                </a:cubicBezTo>
                <a:cubicBezTo>
                  <a:pt x="5945428" y="3201258"/>
                  <a:pt x="5963404" y="3142805"/>
                  <a:pt x="5963404" y="3073857"/>
                </a:cubicBezTo>
                <a:cubicBezTo>
                  <a:pt x="5963404" y="3028400"/>
                  <a:pt x="5954910" y="2986266"/>
                  <a:pt x="5938100" y="2948583"/>
                </a:cubicBezTo>
                <a:cubicBezTo>
                  <a:pt x="5921204" y="2910666"/>
                  <a:pt x="5896070" y="2877435"/>
                  <a:pt x="5863344" y="2849873"/>
                </a:cubicBezTo>
                <a:cubicBezTo>
                  <a:pt x="5831000" y="2822583"/>
                  <a:pt x="5791103" y="2801182"/>
                  <a:pt x="5744649" y="2786228"/>
                </a:cubicBezTo>
                <a:cubicBezTo>
                  <a:pt x="5698863" y="2771428"/>
                  <a:pt x="5646401" y="2763932"/>
                  <a:pt x="5588792" y="2763932"/>
                </a:cubicBezTo>
                <a:close/>
                <a:moveTo>
                  <a:pt x="6990788" y="2763918"/>
                </a:moveTo>
                <a:lnTo>
                  <a:pt x="6990788" y="3786256"/>
                </a:lnTo>
                <a:lnTo>
                  <a:pt x="7264343" y="3786256"/>
                </a:lnTo>
                <a:lnTo>
                  <a:pt x="7264343" y="3375290"/>
                </a:lnTo>
                <a:lnTo>
                  <a:pt x="7685190" y="3375290"/>
                </a:lnTo>
                <a:lnTo>
                  <a:pt x="7685190" y="3138324"/>
                </a:lnTo>
                <a:lnTo>
                  <a:pt x="7264343" y="3138324"/>
                </a:lnTo>
                <a:lnTo>
                  <a:pt x="7264343" y="3000935"/>
                </a:lnTo>
                <a:lnTo>
                  <a:pt x="7752730" y="3000935"/>
                </a:lnTo>
                <a:lnTo>
                  <a:pt x="7752730" y="2763918"/>
                </a:lnTo>
                <a:close/>
                <a:moveTo>
                  <a:pt x="6028075" y="2763881"/>
                </a:moveTo>
                <a:lnTo>
                  <a:pt x="6028075" y="3000905"/>
                </a:lnTo>
                <a:lnTo>
                  <a:pt x="6327813" y="3000905"/>
                </a:lnTo>
                <a:lnTo>
                  <a:pt x="6327813" y="3786219"/>
                </a:lnTo>
                <a:lnTo>
                  <a:pt x="6601420" y="3786219"/>
                </a:lnTo>
                <a:lnTo>
                  <a:pt x="6601420" y="3000905"/>
                </a:lnTo>
                <a:lnTo>
                  <a:pt x="6902647" y="3000905"/>
                </a:lnTo>
                <a:lnTo>
                  <a:pt x="6902647" y="2763881"/>
                </a:lnTo>
                <a:close/>
                <a:moveTo>
                  <a:pt x="3107727" y="2763881"/>
                </a:moveTo>
                <a:lnTo>
                  <a:pt x="3107727" y="3786219"/>
                </a:lnTo>
                <a:lnTo>
                  <a:pt x="3381332" y="3786219"/>
                </a:lnTo>
                <a:lnTo>
                  <a:pt x="3381332" y="3413280"/>
                </a:lnTo>
                <a:lnTo>
                  <a:pt x="3540094" y="3413280"/>
                </a:lnTo>
                <a:cubicBezTo>
                  <a:pt x="3598767" y="3413280"/>
                  <a:pt x="3652071" y="3405278"/>
                  <a:pt x="3698452" y="3389459"/>
                </a:cubicBezTo>
                <a:cubicBezTo>
                  <a:pt x="3745347" y="3373544"/>
                  <a:pt x="3785721" y="3350845"/>
                  <a:pt x="3818519" y="3322117"/>
                </a:cubicBezTo>
                <a:cubicBezTo>
                  <a:pt x="3851670" y="3293030"/>
                  <a:pt x="3877016" y="3257841"/>
                  <a:pt x="3893848" y="3217547"/>
                </a:cubicBezTo>
                <a:cubicBezTo>
                  <a:pt x="3910525" y="3177701"/>
                  <a:pt x="3918960" y="3134085"/>
                  <a:pt x="3918960" y="3087917"/>
                </a:cubicBezTo>
                <a:cubicBezTo>
                  <a:pt x="3918960" y="3041683"/>
                  <a:pt x="3910489" y="2998257"/>
                  <a:pt x="3893811" y="2958858"/>
                </a:cubicBezTo>
                <a:cubicBezTo>
                  <a:pt x="3876972" y="2919049"/>
                  <a:pt x="3851626" y="2884109"/>
                  <a:pt x="3818519" y="2855066"/>
                </a:cubicBezTo>
                <a:cubicBezTo>
                  <a:pt x="3785809" y="2826375"/>
                  <a:pt x="3745383" y="2803720"/>
                  <a:pt x="3698452" y="2787695"/>
                </a:cubicBezTo>
                <a:cubicBezTo>
                  <a:pt x="3651969" y="2771883"/>
                  <a:pt x="3598701" y="2763881"/>
                  <a:pt x="3540094" y="2763881"/>
                </a:cubicBezTo>
                <a:close/>
                <a:moveTo>
                  <a:pt x="4511410" y="2747020"/>
                </a:moveTo>
                <a:cubicBezTo>
                  <a:pt x="4436448" y="2747020"/>
                  <a:pt x="4365968" y="2759913"/>
                  <a:pt x="4301927" y="2785341"/>
                </a:cubicBezTo>
                <a:cubicBezTo>
                  <a:pt x="4237732" y="2810827"/>
                  <a:pt x="4181272" y="2847417"/>
                  <a:pt x="4134099" y="2894076"/>
                </a:cubicBezTo>
                <a:cubicBezTo>
                  <a:pt x="4087007" y="2940692"/>
                  <a:pt x="4049434" y="2997069"/>
                  <a:pt x="4022547" y="3061683"/>
                </a:cubicBezTo>
                <a:cubicBezTo>
                  <a:pt x="3995588" y="3126282"/>
                  <a:pt x="3981983" y="3198053"/>
                  <a:pt x="3981983" y="3275098"/>
                </a:cubicBezTo>
                <a:cubicBezTo>
                  <a:pt x="3981983" y="3353162"/>
                  <a:pt x="3995639" y="3425183"/>
                  <a:pt x="4022591" y="3489225"/>
                </a:cubicBezTo>
                <a:cubicBezTo>
                  <a:pt x="4049434" y="3553398"/>
                  <a:pt x="4087014" y="3609519"/>
                  <a:pt x="4134107" y="3656105"/>
                </a:cubicBezTo>
                <a:cubicBezTo>
                  <a:pt x="4181316" y="3702809"/>
                  <a:pt x="4237781" y="3739413"/>
                  <a:pt x="4301934" y="3764855"/>
                </a:cubicBezTo>
                <a:cubicBezTo>
                  <a:pt x="4365974" y="3790246"/>
                  <a:pt x="4436455" y="3803154"/>
                  <a:pt x="4511426" y="3803154"/>
                </a:cubicBezTo>
                <a:cubicBezTo>
                  <a:pt x="4586431" y="3803154"/>
                  <a:pt x="4656919" y="3790246"/>
                  <a:pt x="4720896" y="3764855"/>
                </a:cubicBezTo>
                <a:cubicBezTo>
                  <a:pt x="4785126" y="3739369"/>
                  <a:pt x="4841592" y="3702765"/>
                  <a:pt x="4888765" y="3656105"/>
                </a:cubicBezTo>
                <a:cubicBezTo>
                  <a:pt x="4935829" y="3609570"/>
                  <a:pt x="4973349" y="3553428"/>
                  <a:pt x="5000339" y="3489225"/>
                </a:cubicBezTo>
                <a:cubicBezTo>
                  <a:pt x="5027225" y="3425117"/>
                  <a:pt x="5040896" y="3353067"/>
                  <a:pt x="5040896" y="3275098"/>
                </a:cubicBezTo>
                <a:cubicBezTo>
                  <a:pt x="5040896" y="3198141"/>
                  <a:pt x="5027263" y="3126362"/>
                  <a:pt x="5000339" y="3061683"/>
                </a:cubicBezTo>
                <a:cubicBezTo>
                  <a:pt x="4973372" y="2997077"/>
                  <a:pt x="4935857" y="2940655"/>
                  <a:pt x="4888757" y="2894084"/>
                </a:cubicBezTo>
                <a:cubicBezTo>
                  <a:pt x="4841629" y="2847461"/>
                  <a:pt x="4785120" y="2810834"/>
                  <a:pt x="4720881" y="2785348"/>
                </a:cubicBezTo>
                <a:cubicBezTo>
                  <a:pt x="4656860" y="2759913"/>
                  <a:pt x="4586380" y="2747020"/>
                  <a:pt x="4511410" y="2747020"/>
                </a:cubicBezTo>
                <a:close/>
                <a:moveTo>
                  <a:pt x="2544687" y="2747020"/>
                </a:moveTo>
                <a:cubicBezTo>
                  <a:pt x="2492966" y="2747020"/>
                  <a:pt x="2444304" y="2753503"/>
                  <a:pt x="2400014" y="2766265"/>
                </a:cubicBezTo>
                <a:cubicBezTo>
                  <a:pt x="2355005" y="2779305"/>
                  <a:pt x="2315525" y="2798953"/>
                  <a:pt x="2282727" y="2824659"/>
                </a:cubicBezTo>
                <a:cubicBezTo>
                  <a:pt x="2249511" y="2850739"/>
                  <a:pt x="2223299" y="2883178"/>
                  <a:pt x="2204817" y="2921095"/>
                </a:cubicBezTo>
                <a:cubicBezTo>
                  <a:pt x="2186438" y="2958925"/>
                  <a:pt x="2177079" y="3002262"/>
                  <a:pt x="2177079" y="3049926"/>
                </a:cubicBezTo>
                <a:cubicBezTo>
                  <a:pt x="2177079" y="3097561"/>
                  <a:pt x="2185975" y="3139718"/>
                  <a:pt x="2203496" y="3175303"/>
                </a:cubicBezTo>
                <a:cubicBezTo>
                  <a:pt x="2221120" y="3211020"/>
                  <a:pt x="2247435" y="3242094"/>
                  <a:pt x="2281796" y="3267713"/>
                </a:cubicBezTo>
                <a:cubicBezTo>
                  <a:pt x="2315063" y="3292546"/>
                  <a:pt x="2356339" y="3313639"/>
                  <a:pt x="2404444" y="3330302"/>
                </a:cubicBezTo>
                <a:cubicBezTo>
                  <a:pt x="2451214" y="3346562"/>
                  <a:pt x="2505919" y="3360614"/>
                  <a:pt x="2566997" y="3372055"/>
                </a:cubicBezTo>
                <a:lnTo>
                  <a:pt x="2612094" y="3380482"/>
                </a:lnTo>
                <a:cubicBezTo>
                  <a:pt x="2663675" y="3389987"/>
                  <a:pt x="2700193" y="3404127"/>
                  <a:pt x="2720595" y="3422543"/>
                </a:cubicBezTo>
                <a:cubicBezTo>
                  <a:pt x="2739334" y="3439507"/>
                  <a:pt x="2748517" y="3459852"/>
                  <a:pt x="2748517" y="3484765"/>
                </a:cubicBezTo>
                <a:cubicBezTo>
                  <a:pt x="2748517" y="3509965"/>
                  <a:pt x="2738997" y="3531132"/>
                  <a:pt x="2719518" y="3549526"/>
                </a:cubicBezTo>
                <a:cubicBezTo>
                  <a:pt x="2699869" y="3568030"/>
                  <a:pt x="2667093" y="3577395"/>
                  <a:pt x="2622091" y="3577395"/>
                </a:cubicBezTo>
                <a:cubicBezTo>
                  <a:pt x="2565904" y="3577395"/>
                  <a:pt x="2519237" y="3563468"/>
                  <a:pt x="2483417" y="3535958"/>
                </a:cubicBezTo>
                <a:cubicBezTo>
                  <a:pt x="2447004" y="3508007"/>
                  <a:pt x="2420410" y="3470603"/>
                  <a:pt x="2404231" y="3424677"/>
                </a:cubicBezTo>
                <a:lnTo>
                  <a:pt x="2396956" y="3403863"/>
                </a:lnTo>
                <a:lnTo>
                  <a:pt x="2135560" y="3469247"/>
                </a:lnTo>
                <a:lnTo>
                  <a:pt x="2144728" y="3494469"/>
                </a:lnTo>
                <a:cubicBezTo>
                  <a:pt x="2160475" y="3537725"/>
                  <a:pt x="2182689" y="3578686"/>
                  <a:pt x="2210757" y="3616112"/>
                </a:cubicBezTo>
                <a:cubicBezTo>
                  <a:pt x="2238964" y="3653736"/>
                  <a:pt x="2273493" y="3686769"/>
                  <a:pt x="2313435" y="3714418"/>
                </a:cubicBezTo>
                <a:cubicBezTo>
                  <a:pt x="2353340" y="3741980"/>
                  <a:pt x="2399398" y="3763938"/>
                  <a:pt x="2450275" y="3779538"/>
                </a:cubicBezTo>
                <a:cubicBezTo>
                  <a:pt x="2501195" y="3795182"/>
                  <a:pt x="2558989" y="3803117"/>
                  <a:pt x="2622084" y="3803117"/>
                </a:cubicBezTo>
                <a:cubicBezTo>
                  <a:pt x="2678740" y="3803117"/>
                  <a:pt x="2731692" y="3795387"/>
                  <a:pt x="2779364" y="3780147"/>
                </a:cubicBezTo>
                <a:cubicBezTo>
                  <a:pt x="2827417" y="3764818"/>
                  <a:pt x="2869552" y="3742794"/>
                  <a:pt x="2904616" y="3714792"/>
                </a:cubicBezTo>
                <a:cubicBezTo>
                  <a:pt x="2940121" y="3686380"/>
                  <a:pt x="2968151" y="3651382"/>
                  <a:pt x="2987968" y="3610817"/>
                </a:cubicBezTo>
                <a:cubicBezTo>
                  <a:pt x="3007784" y="3570171"/>
                  <a:pt x="3017862" y="3523974"/>
                  <a:pt x="3017862" y="3473522"/>
                </a:cubicBezTo>
                <a:cubicBezTo>
                  <a:pt x="3017869" y="3373111"/>
                  <a:pt x="2982409" y="3295325"/>
                  <a:pt x="2912559" y="3242417"/>
                </a:cubicBezTo>
                <a:cubicBezTo>
                  <a:pt x="2846023" y="3192047"/>
                  <a:pt x="2749814" y="3154782"/>
                  <a:pt x="2626535" y="3131687"/>
                </a:cubicBezTo>
                <a:lnTo>
                  <a:pt x="2581394" y="3123201"/>
                </a:lnTo>
                <a:cubicBezTo>
                  <a:pt x="2528955" y="3113608"/>
                  <a:pt x="2491823" y="3101038"/>
                  <a:pt x="2470943" y="3085915"/>
                </a:cubicBezTo>
                <a:cubicBezTo>
                  <a:pt x="2453472" y="3073256"/>
                  <a:pt x="2445001" y="3057796"/>
                  <a:pt x="2445001" y="3038639"/>
                </a:cubicBezTo>
                <a:cubicBezTo>
                  <a:pt x="2445001" y="3019035"/>
                  <a:pt x="2452160" y="3003787"/>
                  <a:pt x="2466879" y="2992119"/>
                </a:cubicBezTo>
                <a:cubicBezTo>
                  <a:pt x="2483015" y="2979277"/>
                  <a:pt x="2509197" y="2972749"/>
                  <a:pt x="2544687" y="2972749"/>
                </a:cubicBezTo>
                <a:cubicBezTo>
                  <a:pt x="2589109" y="2972749"/>
                  <a:pt x="2625369" y="2982401"/>
                  <a:pt x="2652513" y="3001411"/>
                </a:cubicBezTo>
                <a:cubicBezTo>
                  <a:pt x="2680140" y="3020824"/>
                  <a:pt x="2699180" y="3044976"/>
                  <a:pt x="2710643" y="3075324"/>
                </a:cubicBezTo>
                <a:lnTo>
                  <a:pt x="2718241" y="3095434"/>
                </a:lnTo>
                <a:lnTo>
                  <a:pt x="2981785" y="3029999"/>
                </a:lnTo>
                <a:lnTo>
                  <a:pt x="2970968" y="3004000"/>
                </a:lnTo>
                <a:cubicBezTo>
                  <a:pt x="2956080" y="2968305"/>
                  <a:pt x="2935976" y="2934597"/>
                  <a:pt x="2911165" y="2903794"/>
                </a:cubicBezTo>
                <a:cubicBezTo>
                  <a:pt x="2886243" y="2872903"/>
                  <a:pt x="2855734" y="2845466"/>
                  <a:pt x="2820508" y="2822114"/>
                </a:cubicBezTo>
                <a:cubicBezTo>
                  <a:pt x="2785261" y="2798806"/>
                  <a:pt x="2744182" y="2780258"/>
                  <a:pt x="2698520" y="2766962"/>
                </a:cubicBezTo>
                <a:cubicBezTo>
                  <a:pt x="2652887" y="2753738"/>
                  <a:pt x="2601101" y="2747020"/>
                  <a:pt x="2544687" y="2747020"/>
                </a:cubicBezTo>
                <a:close/>
                <a:moveTo>
                  <a:pt x="0" y="0"/>
                </a:moveTo>
                <a:lnTo>
                  <a:pt x="12192000" y="0"/>
                </a:lnTo>
                <a:lnTo>
                  <a:pt x="12192000" y="6858000"/>
                </a:lnTo>
                <a:lnTo>
                  <a:pt x="0" y="6858000"/>
                </a:lnTo>
                <a:close/>
              </a:path>
            </a:pathLst>
          </a:custGeom>
          <a:solidFill>
            <a:schemeClr val="accent6"/>
          </a:solidFill>
        </p:spPr>
        <p:txBody>
          <a:bodyPr wrap="square">
            <a:noAutofit/>
          </a:bodyPr>
          <a:lstStyle>
            <a:lvl1pPr>
              <a:defRPr/>
            </a:lvl1pPr>
          </a:lstStyle>
          <a:p>
            <a:r>
              <a:rPr lang="de-DE"/>
              <a:t> </a:t>
            </a:r>
          </a:p>
        </p:txBody>
      </p:sp>
      <p:sp>
        <p:nvSpPr>
          <p:cNvPr id="52" name="Textplatzhalter 51">
            <a:extLst>
              <a:ext uri="{FF2B5EF4-FFF2-40B4-BE49-F238E27FC236}">
                <a16:creationId xmlns:a16="http://schemas.microsoft.com/office/drawing/2014/main" id="{85BC1E99-B0CA-4A64-ADF0-01DC27AD2B2F}"/>
              </a:ext>
            </a:extLst>
          </p:cNvPr>
          <p:cNvSpPr>
            <a:spLocks noGrp="1"/>
          </p:cNvSpPr>
          <p:nvPr>
            <p:ph type="body" sz="quarter" idx="17" hasCustomPrompt="1"/>
          </p:nvPr>
        </p:nvSpPr>
        <p:spPr bwMode="gray">
          <a:xfrm>
            <a:off x="1" y="0"/>
            <a:ext cx="12191999" cy="6858000"/>
          </a:xfrm>
          <a:custGeom>
            <a:avLst/>
            <a:gdLst>
              <a:gd name="connsiteX0" fmla="*/ 8301143 w 12191999"/>
              <a:gd name="connsiteY0" fmla="*/ 3923111 h 6858000"/>
              <a:gd name="connsiteX1" fmla="*/ 8301143 w 12191999"/>
              <a:gd name="connsiteY1" fmla="*/ 4196755 h 6858000"/>
              <a:gd name="connsiteX2" fmla="*/ 9087309 w 12191999"/>
              <a:gd name="connsiteY2" fmla="*/ 4196755 h 6858000"/>
              <a:gd name="connsiteX3" fmla="*/ 9087309 w 12191999"/>
              <a:gd name="connsiteY3" fmla="*/ 3923111 h 6858000"/>
              <a:gd name="connsiteX4" fmla="*/ 5403230 w 12191999"/>
              <a:gd name="connsiteY4" fmla="*/ 3000956 h 6858000"/>
              <a:gd name="connsiteX5" fmla="*/ 5588777 w 12191999"/>
              <a:gd name="connsiteY5" fmla="*/ 3000956 h 6858000"/>
              <a:gd name="connsiteX6" fmla="*/ 5665953 w 12191999"/>
              <a:gd name="connsiteY6" fmla="*/ 3024821 h 6858000"/>
              <a:gd name="connsiteX7" fmla="*/ 5689832 w 12191999"/>
              <a:gd name="connsiteY7" fmla="*/ 3083699 h 6858000"/>
              <a:gd name="connsiteX8" fmla="*/ 5665953 w 12191999"/>
              <a:gd name="connsiteY8" fmla="*/ 3142570 h 6858000"/>
              <a:gd name="connsiteX9" fmla="*/ 5588777 w 12191999"/>
              <a:gd name="connsiteY9" fmla="*/ 3166436 h 6858000"/>
              <a:gd name="connsiteX10" fmla="*/ 5403230 w 12191999"/>
              <a:gd name="connsiteY10" fmla="*/ 3166436 h 6858000"/>
              <a:gd name="connsiteX11" fmla="*/ 3381318 w 12191999"/>
              <a:gd name="connsiteY11" fmla="*/ 3000898 h 6858000"/>
              <a:gd name="connsiteX12" fmla="*/ 3540087 w 12191999"/>
              <a:gd name="connsiteY12" fmla="*/ 3000898 h 6858000"/>
              <a:gd name="connsiteX13" fmla="*/ 3614822 w 12191999"/>
              <a:gd name="connsiteY13" fmla="*/ 3025151 h 6858000"/>
              <a:gd name="connsiteX14" fmla="*/ 3639743 w 12191999"/>
              <a:gd name="connsiteY14" fmla="*/ 3087909 h 6858000"/>
              <a:gd name="connsiteX15" fmla="*/ 3614609 w 12191999"/>
              <a:gd name="connsiteY15" fmla="*/ 3151511 h 6858000"/>
              <a:gd name="connsiteX16" fmla="*/ 3540087 w 12191999"/>
              <a:gd name="connsiteY16" fmla="*/ 3176300 h 6858000"/>
              <a:gd name="connsiteX17" fmla="*/ 3381318 w 12191999"/>
              <a:gd name="connsiteY17" fmla="*/ 3176300 h 6858000"/>
              <a:gd name="connsiteX18" fmla="*/ 4511403 w 12191999"/>
              <a:gd name="connsiteY18" fmla="*/ 2984052 h 6858000"/>
              <a:gd name="connsiteX19" fmla="*/ 4616948 w 12191999"/>
              <a:gd name="connsiteY19" fmla="*/ 3005123 h 6858000"/>
              <a:gd name="connsiteX20" fmla="*/ 4697190 w 12191999"/>
              <a:gd name="connsiteY20" fmla="*/ 3064317 h 6858000"/>
              <a:gd name="connsiteX21" fmla="*/ 4748888 w 12191999"/>
              <a:gd name="connsiteY21" fmla="*/ 3156243 h 6858000"/>
              <a:gd name="connsiteX22" fmla="*/ 4767326 w 12191999"/>
              <a:gd name="connsiteY22" fmla="*/ 3275099 h 6858000"/>
              <a:gd name="connsiteX23" fmla="*/ 4748888 w 12191999"/>
              <a:gd name="connsiteY23" fmla="*/ 3393941 h 6858000"/>
              <a:gd name="connsiteX24" fmla="*/ 4697227 w 12191999"/>
              <a:gd name="connsiteY24" fmla="*/ 3485830 h 6858000"/>
              <a:gd name="connsiteX25" fmla="*/ 4616985 w 12191999"/>
              <a:gd name="connsiteY25" fmla="*/ 3545024 h 6858000"/>
              <a:gd name="connsiteX26" fmla="*/ 4511403 w 12191999"/>
              <a:gd name="connsiteY26" fmla="*/ 3566153 h 6858000"/>
              <a:gd name="connsiteX27" fmla="*/ 4405887 w 12191999"/>
              <a:gd name="connsiteY27" fmla="*/ 3545024 h 6858000"/>
              <a:gd name="connsiteX28" fmla="*/ 4325600 w 12191999"/>
              <a:gd name="connsiteY28" fmla="*/ 3485830 h 6858000"/>
              <a:gd name="connsiteX29" fmla="*/ 4273968 w 12191999"/>
              <a:gd name="connsiteY29" fmla="*/ 3393941 h 6858000"/>
              <a:gd name="connsiteX30" fmla="*/ 4255524 w 12191999"/>
              <a:gd name="connsiteY30" fmla="*/ 3275099 h 6858000"/>
              <a:gd name="connsiteX31" fmla="*/ 4273968 w 12191999"/>
              <a:gd name="connsiteY31" fmla="*/ 3156243 h 6858000"/>
              <a:gd name="connsiteX32" fmla="*/ 4325600 w 12191999"/>
              <a:gd name="connsiteY32" fmla="*/ 3064353 h 6858000"/>
              <a:gd name="connsiteX33" fmla="*/ 4405887 w 12191999"/>
              <a:gd name="connsiteY33" fmla="*/ 3005123 h 6858000"/>
              <a:gd name="connsiteX34" fmla="*/ 4511403 w 12191999"/>
              <a:gd name="connsiteY34" fmla="*/ 2984052 h 6858000"/>
              <a:gd name="connsiteX35" fmla="*/ 9271960 w 12191999"/>
              <a:gd name="connsiteY35" fmla="*/ 2763940 h 6858000"/>
              <a:gd name="connsiteX36" fmla="*/ 9271960 w 12191999"/>
              <a:gd name="connsiteY36" fmla="*/ 3786249 h 6858000"/>
              <a:gd name="connsiteX37" fmla="*/ 10056439 w 12191999"/>
              <a:gd name="connsiteY37" fmla="*/ 3786249 h 6858000"/>
              <a:gd name="connsiteX38" fmla="*/ 10056439 w 12191999"/>
              <a:gd name="connsiteY38" fmla="*/ 3549284 h 6858000"/>
              <a:gd name="connsiteX39" fmla="*/ 9545545 w 12191999"/>
              <a:gd name="connsiteY39" fmla="*/ 3549284 h 6858000"/>
              <a:gd name="connsiteX40" fmla="*/ 9545545 w 12191999"/>
              <a:gd name="connsiteY40" fmla="*/ 3365403 h 6858000"/>
              <a:gd name="connsiteX41" fmla="*/ 9983267 w 12191999"/>
              <a:gd name="connsiteY41" fmla="*/ 3365403 h 6858000"/>
              <a:gd name="connsiteX42" fmla="*/ 9983267 w 12191999"/>
              <a:gd name="connsiteY42" fmla="*/ 3128424 h 6858000"/>
              <a:gd name="connsiteX43" fmla="*/ 9545545 w 12191999"/>
              <a:gd name="connsiteY43" fmla="*/ 3128424 h 6858000"/>
              <a:gd name="connsiteX44" fmla="*/ 9545545 w 12191999"/>
              <a:gd name="connsiteY44" fmla="*/ 3000957 h 6858000"/>
              <a:gd name="connsiteX45" fmla="*/ 10028269 w 12191999"/>
              <a:gd name="connsiteY45" fmla="*/ 3000957 h 6858000"/>
              <a:gd name="connsiteX46" fmla="*/ 10028269 w 12191999"/>
              <a:gd name="connsiteY46" fmla="*/ 2763940 h 6858000"/>
              <a:gd name="connsiteX47" fmla="*/ 8193581 w 12191999"/>
              <a:gd name="connsiteY47" fmla="*/ 2763932 h 6858000"/>
              <a:gd name="connsiteX48" fmla="*/ 8530400 w 12191999"/>
              <a:gd name="connsiteY48" fmla="*/ 3786270 h 6858000"/>
              <a:gd name="connsiteX49" fmla="*/ 8858037 w 12191999"/>
              <a:gd name="connsiteY49" fmla="*/ 3786270 h 6858000"/>
              <a:gd name="connsiteX50" fmla="*/ 9192165 w 12191999"/>
              <a:gd name="connsiteY50" fmla="*/ 2772212 h 6858000"/>
              <a:gd name="connsiteX51" fmla="*/ 9194871 w 12191999"/>
              <a:gd name="connsiteY51" fmla="*/ 2763932 h 6858000"/>
              <a:gd name="connsiteX52" fmla="*/ 8901242 w 12191999"/>
              <a:gd name="connsiteY52" fmla="*/ 2763932 h 6858000"/>
              <a:gd name="connsiteX53" fmla="*/ 8694230 w 12191999"/>
              <a:gd name="connsiteY53" fmla="*/ 3480761 h 6858000"/>
              <a:gd name="connsiteX54" fmla="*/ 8487173 w 12191999"/>
              <a:gd name="connsiteY54" fmla="*/ 2763932 h 6858000"/>
              <a:gd name="connsiteX55" fmla="*/ 7842424 w 12191999"/>
              <a:gd name="connsiteY55" fmla="*/ 2763932 h 6858000"/>
              <a:gd name="connsiteX56" fmla="*/ 7842424 w 12191999"/>
              <a:gd name="connsiteY56" fmla="*/ 3786270 h 6858000"/>
              <a:gd name="connsiteX57" fmla="*/ 8115979 w 12191999"/>
              <a:gd name="connsiteY57" fmla="*/ 3786270 h 6858000"/>
              <a:gd name="connsiteX58" fmla="*/ 8115979 w 12191999"/>
              <a:gd name="connsiteY58" fmla="*/ 2763932 h 6858000"/>
              <a:gd name="connsiteX59" fmla="*/ 5129683 w 12191999"/>
              <a:gd name="connsiteY59" fmla="*/ 2763932 h 6858000"/>
              <a:gd name="connsiteX60" fmla="*/ 5129683 w 12191999"/>
              <a:gd name="connsiteY60" fmla="*/ 3786249 h 6858000"/>
              <a:gd name="connsiteX61" fmla="*/ 5403237 w 12191999"/>
              <a:gd name="connsiteY61" fmla="*/ 3786249 h 6858000"/>
              <a:gd name="connsiteX62" fmla="*/ 5403237 w 12191999"/>
              <a:gd name="connsiteY62" fmla="*/ 3403430 h 6858000"/>
              <a:gd name="connsiteX63" fmla="*/ 5534122 w 12191999"/>
              <a:gd name="connsiteY63" fmla="*/ 3403430 h 6858000"/>
              <a:gd name="connsiteX64" fmla="*/ 5717109 w 12191999"/>
              <a:gd name="connsiteY64" fmla="*/ 3786256 h 6858000"/>
              <a:gd name="connsiteX65" fmla="*/ 6017367 w 12191999"/>
              <a:gd name="connsiteY65" fmla="*/ 3786256 h 6858000"/>
              <a:gd name="connsiteX66" fmla="*/ 5800856 w 12191999"/>
              <a:gd name="connsiteY66" fmla="*/ 3343070 h 6858000"/>
              <a:gd name="connsiteX67" fmla="*/ 5909878 w 12191999"/>
              <a:gd name="connsiteY67" fmla="*/ 3247610 h 6858000"/>
              <a:gd name="connsiteX68" fmla="*/ 5963403 w 12191999"/>
              <a:gd name="connsiteY68" fmla="*/ 3073857 h 6858000"/>
              <a:gd name="connsiteX69" fmla="*/ 5938099 w 12191999"/>
              <a:gd name="connsiteY69" fmla="*/ 2948583 h 6858000"/>
              <a:gd name="connsiteX70" fmla="*/ 5863343 w 12191999"/>
              <a:gd name="connsiteY70" fmla="*/ 2849873 h 6858000"/>
              <a:gd name="connsiteX71" fmla="*/ 5744648 w 12191999"/>
              <a:gd name="connsiteY71" fmla="*/ 2786228 h 6858000"/>
              <a:gd name="connsiteX72" fmla="*/ 5588791 w 12191999"/>
              <a:gd name="connsiteY72" fmla="*/ 2763932 h 6858000"/>
              <a:gd name="connsiteX73" fmla="*/ 6990787 w 12191999"/>
              <a:gd name="connsiteY73" fmla="*/ 2763918 h 6858000"/>
              <a:gd name="connsiteX74" fmla="*/ 6990787 w 12191999"/>
              <a:gd name="connsiteY74" fmla="*/ 3786256 h 6858000"/>
              <a:gd name="connsiteX75" fmla="*/ 7264342 w 12191999"/>
              <a:gd name="connsiteY75" fmla="*/ 3786256 h 6858000"/>
              <a:gd name="connsiteX76" fmla="*/ 7264342 w 12191999"/>
              <a:gd name="connsiteY76" fmla="*/ 3375290 h 6858000"/>
              <a:gd name="connsiteX77" fmla="*/ 7685189 w 12191999"/>
              <a:gd name="connsiteY77" fmla="*/ 3375290 h 6858000"/>
              <a:gd name="connsiteX78" fmla="*/ 7685189 w 12191999"/>
              <a:gd name="connsiteY78" fmla="*/ 3138324 h 6858000"/>
              <a:gd name="connsiteX79" fmla="*/ 7264342 w 12191999"/>
              <a:gd name="connsiteY79" fmla="*/ 3138324 h 6858000"/>
              <a:gd name="connsiteX80" fmla="*/ 7264342 w 12191999"/>
              <a:gd name="connsiteY80" fmla="*/ 3000935 h 6858000"/>
              <a:gd name="connsiteX81" fmla="*/ 7752729 w 12191999"/>
              <a:gd name="connsiteY81" fmla="*/ 3000935 h 6858000"/>
              <a:gd name="connsiteX82" fmla="*/ 7752729 w 12191999"/>
              <a:gd name="connsiteY82" fmla="*/ 2763918 h 6858000"/>
              <a:gd name="connsiteX83" fmla="*/ 6028074 w 12191999"/>
              <a:gd name="connsiteY83" fmla="*/ 2763881 h 6858000"/>
              <a:gd name="connsiteX84" fmla="*/ 6028074 w 12191999"/>
              <a:gd name="connsiteY84" fmla="*/ 3000905 h 6858000"/>
              <a:gd name="connsiteX85" fmla="*/ 6327812 w 12191999"/>
              <a:gd name="connsiteY85" fmla="*/ 3000905 h 6858000"/>
              <a:gd name="connsiteX86" fmla="*/ 6327812 w 12191999"/>
              <a:gd name="connsiteY86" fmla="*/ 3786219 h 6858000"/>
              <a:gd name="connsiteX87" fmla="*/ 6601419 w 12191999"/>
              <a:gd name="connsiteY87" fmla="*/ 3786219 h 6858000"/>
              <a:gd name="connsiteX88" fmla="*/ 6601419 w 12191999"/>
              <a:gd name="connsiteY88" fmla="*/ 3000905 h 6858000"/>
              <a:gd name="connsiteX89" fmla="*/ 6902646 w 12191999"/>
              <a:gd name="connsiteY89" fmla="*/ 3000905 h 6858000"/>
              <a:gd name="connsiteX90" fmla="*/ 6902646 w 12191999"/>
              <a:gd name="connsiteY90" fmla="*/ 2763881 h 6858000"/>
              <a:gd name="connsiteX91" fmla="*/ 3107726 w 12191999"/>
              <a:gd name="connsiteY91" fmla="*/ 2763881 h 6858000"/>
              <a:gd name="connsiteX92" fmla="*/ 3107726 w 12191999"/>
              <a:gd name="connsiteY92" fmla="*/ 3786219 h 6858000"/>
              <a:gd name="connsiteX93" fmla="*/ 3381331 w 12191999"/>
              <a:gd name="connsiteY93" fmla="*/ 3786219 h 6858000"/>
              <a:gd name="connsiteX94" fmla="*/ 3381331 w 12191999"/>
              <a:gd name="connsiteY94" fmla="*/ 3413280 h 6858000"/>
              <a:gd name="connsiteX95" fmla="*/ 3540093 w 12191999"/>
              <a:gd name="connsiteY95" fmla="*/ 3413280 h 6858000"/>
              <a:gd name="connsiteX96" fmla="*/ 3698451 w 12191999"/>
              <a:gd name="connsiteY96" fmla="*/ 3389459 h 6858000"/>
              <a:gd name="connsiteX97" fmla="*/ 3818518 w 12191999"/>
              <a:gd name="connsiteY97" fmla="*/ 3322117 h 6858000"/>
              <a:gd name="connsiteX98" fmla="*/ 3893847 w 12191999"/>
              <a:gd name="connsiteY98" fmla="*/ 3217547 h 6858000"/>
              <a:gd name="connsiteX99" fmla="*/ 3918959 w 12191999"/>
              <a:gd name="connsiteY99" fmla="*/ 3087917 h 6858000"/>
              <a:gd name="connsiteX100" fmla="*/ 3893810 w 12191999"/>
              <a:gd name="connsiteY100" fmla="*/ 2958858 h 6858000"/>
              <a:gd name="connsiteX101" fmla="*/ 3818518 w 12191999"/>
              <a:gd name="connsiteY101" fmla="*/ 2855066 h 6858000"/>
              <a:gd name="connsiteX102" fmla="*/ 3698451 w 12191999"/>
              <a:gd name="connsiteY102" fmla="*/ 2787695 h 6858000"/>
              <a:gd name="connsiteX103" fmla="*/ 3540093 w 12191999"/>
              <a:gd name="connsiteY103" fmla="*/ 2763881 h 6858000"/>
              <a:gd name="connsiteX104" fmla="*/ 4511409 w 12191999"/>
              <a:gd name="connsiteY104" fmla="*/ 2747020 h 6858000"/>
              <a:gd name="connsiteX105" fmla="*/ 4301926 w 12191999"/>
              <a:gd name="connsiteY105" fmla="*/ 2785341 h 6858000"/>
              <a:gd name="connsiteX106" fmla="*/ 4134098 w 12191999"/>
              <a:gd name="connsiteY106" fmla="*/ 2894076 h 6858000"/>
              <a:gd name="connsiteX107" fmla="*/ 4022546 w 12191999"/>
              <a:gd name="connsiteY107" fmla="*/ 3061683 h 6858000"/>
              <a:gd name="connsiteX108" fmla="*/ 3981982 w 12191999"/>
              <a:gd name="connsiteY108" fmla="*/ 3275098 h 6858000"/>
              <a:gd name="connsiteX109" fmla="*/ 4022590 w 12191999"/>
              <a:gd name="connsiteY109" fmla="*/ 3489225 h 6858000"/>
              <a:gd name="connsiteX110" fmla="*/ 4134106 w 12191999"/>
              <a:gd name="connsiteY110" fmla="*/ 3656105 h 6858000"/>
              <a:gd name="connsiteX111" fmla="*/ 4301934 w 12191999"/>
              <a:gd name="connsiteY111" fmla="*/ 3764855 h 6858000"/>
              <a:gd name="connsiteX112" fmla="*/ 4511425 w 12191999"/>
              <a:gd name="connsiteY112" fmla="*/ 3803154 h 6858000"/>
              <a:gd name="connsiteX113" fmla="*/ 4720895 w 12191999"/>
              <a:gd name="connsiteY113" fmla="*/ 3764855 h 6858000"/>
              <a:gd name="connsiteX114" fmla="*/ 4888764 w 12191999"/>
              <a:gd name="connsiteY114" fmla="*/ 3656105 h 6858000"/>
              <a:gd name="connsiteX115" fmla="*/ 5000338 w 12191999"/>
              <a:gd name="connsiteY115" fmla="*/ 3489225 h 6858000"/>
              <a:gd name="connsiteX116" fmla="*/ 5040895 w 12191999"/>
              <a:gd name="connsiteY116" fmla="*/ 3275098 h 6858000"/>
              <a:gd name="connsiteX117" fmla="*/ 5000338 w 12191999"/>
              <a:gd name="connsiteY117" fmla="*/ 3061683 h 6858000"/>
              <a:gd name="connsiteX118" fmla="*/ 4888756 w 12191999"/>
              <a:gd name="connsiteY118" fmla="*/ 2894084 h 6858000"/>
              <a:gd name="connsiteX119" fmla="*/ 4720880 w 12191999"/>
              <a:gd name="connsiteY119" fmla="*/ 2785348 h 6858000"/>
              <a:gd name="connsiteX120" fmla="*/ 4511409 w 12191999"/>
              <a:gd name="connsiteY120" fmla="*/ 2747020 h 6858000"/>
              <a:gd name="connsiteX121" fmla="*/ 2544686 w 12191999"/>
              <a:gd name="connsiteY121" fmla="*/ 2747020 h 6858000"/>
              <a:gd name="connsiteX122" fmla="*/ 2400013 w 12191999"/>
              <a:gd name="connsiteY122" fmla="*/ 2766265 h 6858000"/>
              <a:gd name="connsiteX123" fmla="*/ 2282726 w 12191999"/>
              <a:gd name="connsiteY123" fmla="*/ 2824659 h 6858000"/>
              <a:gd name="connsiteX124" fmla="*/ 2204816 w 12191999"/>
              <a:gd name="connsiteY124" fmla="*/ 2921095 h 6858000"/>
              <a:gd name="connsiteX125" fmla="*/ 2177078 w 12191999"/>
              <a:gd name="connsiteY125" fmla="*/ 3049926 h 6858000"/>
              <a:gd name="connsiteX126" fmla="*/ 2203495 w 12191999"/>
              <a:gd name="connsiteY126" fmla="*/ 3175303 h 6858000"/>
              <a:gd name="connsiteX127" fmla="*/ 2281795 w 12191999"/>
              <a:gd name="connsiteY127" fmla="*/ 3267713 h 6858000"/>
              <a:gd name="connsiteX128" fmla="*/ 2404443 w 12191999"/>
              <a:gd name="connsiteY128" fmla="*/ 3330302 h 6858000"/>
              <a:gd name="connsiteX129" fmla="*/ 2566996 w 12191999"/>
              <a:gd name="connsiteY129" fmla="*/ 3372055 h 6858000"/>
              <a:gd name="connsiteX130" fmla="*/ 2612093 w 12191999"/>
              <a:gd name="connsiteY130" fmla="*/ 3380482 h 6858000"/>
              <a:gd name="connsiteX131" fmla="*/ 2720594 w 12191999"/>
              <a:gd name="connsiteY131" fmla="*/ 3422543 h 6858000"/>
              <a:gd name="connsiteX132" fmla="*/ 2748516 w 12191999"/>
              <a:gd name="connsiteY132" fmla="*/ 3484765 h 6858000"/>
              <a:gd name="connsiteX133" fmla="*/ 2719517 w 12191999"/>
              <a:gd name="connsiteY133" fmla="*/ 3549526 h 6858000"/>
              <a:gd name="connsiteX134" fmla="*/ 2622090 w 12191999"/>
              <a:gd name="connsiteY134" fmla="*/ 3577395 h 6858000"/>
              <a:gd name="connsiteX135" fmla="*/ 2483416 w 12191999"/>
              <a:gd name="connsiteY135" fmla="*/ 3535958 h 6858000"/>
              <a:gd name="connsiteX136" fmla="*/ 2404230 w 12191999"/>
              <a:gd name="connsiteY136" fmla="*/ 3424677 h 6858000"/>
              <a:gd name="connsiteX137" fmla="*/ 2396955 w 12191999"/>
              <a:gd name="connsiteY137" fmla="*/ 3403863 h 6858000"/>
              <a:gd name="connsiteX138" fmla="*/ 2135559 w 12191999"/>
              <a:gd name="connsiteY138" fmla="*/ 3469247 h 6858000"/>
              <a:gd name="connsiteX139" fmla="*/ 2144727 w 12191999"/>
              <a:gd name="connsiteY139" fmla="*/ 3494469 h 6858000"/>
              <a:gd name="connsiteX140" fmla="*/ 2210756 w 12191999"/>
              <a:gd name="connsiteY140" fmla="*/ 3616112 h 6858000"/>
              <a:gd name="connsiteX141" fmla="*/ 2313434 w 12191999"/>
              <a:gd name="connsiteY141" fmla="*/ 3714418 h 6858000"/>
              <a:gd name="connsiteX142" fmla="*/ 2450274 w 12191999"/>
              <a:gd name="connsiteY142" fmla="*/ 3779538 h 6858000"/>
              <a:gd name="connsiteX143" fmla="*/ 2622083 w 12191999"/>
              <a:gd name="connsiteY143" fmla="*/ 3803117 h 6858000"/>
              <a:gd name="connsiteX144" fmla="*/ 2779363 w 12191999"/>
              <a:gd name="connsiteY144" fmla="*/ 3780147 h 6858000"/>
              <a:gd name="connsiteX145" fmla="*/ 2904615 w 12191999"/>
              <a:gd name="connsiteY145" fmla="*/ 3714792 h 6858000"/>
              <a:gd name="connsiteX146" fmla="*/ 2987967 w 12191999"/>
              <a:gd name="connsiteY146" fmla="*/ 3610817 h 6858000"/>
              <a:gd name="connsiteX147" fmla="*/ 3017861 w 12191999"/>
              <a:gd name="connsiteY147" fmla="*/ 3473522 h 6858000"/>
              <a:gd name="connsiteX148" fmla="*/ 2912558 w 12191999"/>
              <a:gd name="connsiteY148" fmla="*/ 3242417 h 6858000"/>
              <a:gd name="connsiteX149" fmla="*/ 2626534 w 12191999"/>
              <a:gd name="connsiteY149" fmla="*/ 3131687 h 6858000"/>
              <a:gd name="connsiteX150" fmla="*/ 2581393 w 12191999"/>
              <a:gd name="connsiteY150" fmla="*/ 3123201 h 6858000"/>
              <a:gd name="connsiteX151" fmla="*/ 2470942 w 12191999"/>
              <a:gd name="connsiteY151" fmla="*/ 3085915 h 6858000"/>
              <a:gd name="connsiteX152" fmla="*/ 2445000 w 12191999"/>
              <a:gd name="connsiteY152" fmla="*/ 3038639 h 6858000"/>
              <a:gd name="connsiteX153" fmla="*/ 2466878 w 12191999"/>
              <a:gd name="connsiteY153" fmla="*/ 2992119 h 6858000"/>
              <a:gd name="connsiteX154" fmla="*/ 2544686 w 12191999"/>
              <a:gd name="connsiteY154" fmla="*/ 2972749 h 6858000"/>
              <a:gd name="connsiteX155" fmla="*/ 2652512 w 12191999"/>
              <a:gd name="connsiteY155" fmla="*/ 3001411 h 6858000"/>
              <a:gd name="connsiteX156" fmla="*/ 2710642 w 12191999"/>
              <a:gd name="connsiteY156" fmla="*/ 3075324 h 6858000"/>
              <a:gd name="connsiteX157" fmla="*/ 2718240 w 12191999"/>
              <a:gd name="connsiteY157" fmla="*/ 3095434 h 6858000"/>
              <a:gd name="connsiteX158" fmla="*/ 2981784 w 12191999"/>
              <a:gd name="connsiteY158" fmla="*/ 3029999 h 6858000"/>
              <a:gd name="connsiteX159" fmla="*/ 2970967 w 12191999"/>
              <a:gd name="connsiteY159" fmla="*/ 3004000 h 6858000"/>
              <a:gd name="connsiteX160" fmla="*/ 2911164 w 12191999"/>
              <a:gd name="connsiteY160" fmla="*/ 2903794 h 6858000"/>
              <a:gd name="connsiteX161" fmla="*/ 2820507 w 12191999"/>
              <a:gd name="connsiteY161" fmla="*/ 2822114 h 6858000"/>
              <a:gd name="connsiteX162" fmla="*/ 2698519 w 12191999"/>
              <a:gd name="connsiteY162" fmla="*/ 2766962 h 6858000"/>
              <a:gd name="connsiteX163" fmla="*/ 2544686 w 12191999"/>
              <a:gd name="connsiteY163" fmla="*/ 2747020 h 6858000"/>
              <a:gd name="connsiteX164" fmla="*/ 0 w 12191999"/>
              <a:gd name="connsiteY164" fmla="*/ 0 h 6858000"/>
              <a:gd name="connsiteX165" fmla="*/ 12191999 w 12191999"/>
              <a:gd name="connsiteY165" fmla="*/ 0 h 6858000"/>
              <a:gd name="connsiteX166" fmla="*/ 12191999 w 12191999"/>
              <a:gd name="connsiteY166" fmla="*/ 6858000 h 6858000"/>
              <a:gd name="connsiteX167" fmla="*/ 0 w 12191999"/>
              <a:gd name="connsiteY16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2191999" h="6858000">
                <a:moveTo>
                  <a:pt x="8301143" y="3923111"/>
                </a:moveTo>
                <a:lnTo>
                  <a:pt x="8301143" y="4196755"/>
                </a:lnTo>
                <a:lnTo>
                  <a:pt x="9087309" y="4196755"/>
                </a:lnTo>
                <a:lnTo>
                  <a:pt x="9087309" y="3923111"/>
                </a:lnTo>
                <a:close/>
                <a:moveTo>
                  <a:pt x="5403230" y="3000956"/>
                </a:moveTo>
                <a:lnTo>
                  <a:pt x="5588777" y="3000956"/>
                </a:lnTo>
                <a:cubicBezTo>
                  <a:pt x="5624120" y="3000956"/>
                  <a:pt x="5650067" y="3008958"/>
                  <a:pt x="5665953" y="3024821"/>
                </a:cubicBezTo>
                <a:cubicBezTo>
                  <a:pt x="5682029" y="3040890"/>
                  <a:pt x="5689832" y="3060150"/>
                  <a:pt x="5689832" y="3083699"/>
                </a:cubicBezTo>
                <a:cubicBezTo>
                  <a:pt x="5689832" y="3107242"/>
                  <a:pt x="5682023" y="3126531"/>
                  <a:pt x="5665953" y="3142570"/>
                </a:cubicBezTo>
                <a:cubicBezTo>
                  <a:pt x="5650067" y="3158427"/>
                  <a:pt x="5624120" y="3166436"/>
                  <a:pt x="5588777" y="3166436"/>
                </a:cubicBezTo>
                <a:lnTo>
                  <a:pt x="5403230" y="3166436"/>
                </a:lnTo>
                <a:close/>
                <a:moveTo>
                  <a:pt x="3381318" y="3000898"/>
                </a:moveTo>
                <a:lnTo>
                  <a:pt x="3540087" y="3000898"/>
                </a:lnTo>
                <a:cubicBezTo>
                  <a:pt x="3572834" y="3000898"/>
                  <a:pt x="3597997" y="3009068"/>
                  <a:pt x="3614822" y="3025151"/>
                </a:cubicBezTo>
                <a:cubicBezTo>
                  <a:pt x="3631609" y="3041206"/>
                  <a:pt x="3639743" y="3061705"/>
                  <a:pt x="3639743" y="3087909"/>
                </a:cubicBezTo>
                <a:cubicBezTo>
                  <a:pt x="3639743" y="3114188"/>
                  <a:pt x="3631522" y="3134994"/>
                  <a:pt x="3614609" y="3151511"/>
                </a:cubicBezTo>
                <a:cubicBezTo>
                  <a:pt x="3597579" y="3168189"/>
                  <a:pt x="3573171" y="3176300"/>
                  <a:pt x="3540087" y="3176300"/>
                </a:cubicBezTo>
                <a:lnTo>
                  <a:pt x="3381318" y="3176300"/>
                </a:lnTo>
                <a:close/>
                <a:moveTo>
                  <a:pt x="4511403" y="2984052"/>
                </a:moveTo>
                <a:cubicBezTo>
                  <a:pt x="4550025" y="2984052"/>
                  <a:pt x="4585500" y="2991144"/>
                  <a:pt x="4616948" y="3005123"/>
                </a:cubicBezTo>
                <a:cubicBezTo>
                  <a:pt x="4648259" y="3019117"/>
                  <a:pt x="4675276" y="3039058"/>
                  <a:pt x="4697190" y="3064317"/>
                </a:cubicBezTo>
                <a:cubicBezTo>
                  <a:pt x="4719435" y="3090023"/>
                  <a:pt x="4736817" y="3120929"/>
                  <a:pt x="4748888" y="3156243"/>
                </a:cubicBezTo>
                <a:cubicBezTo>
                  <a:pt x="4761107" y="3192084"/>
                  <a:pt x="4767326" y="3232011"/>
                  <a:pt x="4767326" y="3275099"/>
                </a:cubicBezTo>
                <a:cubicBezTo>
                  <a:pt x="4767326" y="3318158"/>
                  <a:pt x="4761100" y="3358158"/>
                  <a:pt x="4748888" y="3393941"/>
                </a:cubicBezTo>
                <a:cubicBezTo>
                  <a:pt x="4736817" y="3429255"/>
                  <a:pt x="4719435" y="3460190"/>
                  <a:pt x="4697227" y="3485830"/>
                </a:cubicBezTo>
                <a:cubicBezTo>
                  <a:pt x="4675232" y="3511162"/>
                  <a:pt x="4648259" y="3531096"/>
                  <a:pt x="4616985" y="3545024"/>
                </a:cubicBezTo>
                <a:cubicBezTo>
                  <a:pt x="4585500" y="3559032"/>
                  <a:pt x="4550025" y="3566153"/>
                  <a:pt x="4511403" y="3566153"/>
                </a:cubicBezTo>
                <a:cubicBezTo>
                  <a:pt x="4472803" y="3566153"/>
                  <a:pt x="4437284" y="3559047"/>
                  <a:pt x="4405887" y="3545024"/>
                </a:cubicBezTo>
                <a:cubicBezTo>
                  <a:pt x="4374555" y="3531045"/>
                  <a:pt x="4347558" y="3511162"/>
                  <a:pt x="4325600" y="3485830"/>
                </a:cubicBezTo>
                <a:cubicBezTo>
                  <a:pt x="4303392" y="3460190"/>
                  <a:pt x="4285967" y="3429299"/>
                  <a:pt x="4273968" y="3393941"/>
                </a:cubicBezTo>
                <a:cubicBezTo>
                  <a:pt x="4261727" y="3358202"/>
                  <a:pt x="4255524" y="3318209"/>
                  <a:pt x="4255524" y="3275099"/>
                </a:cubicBezTo>
                <a:cubicBezTo>
                  <a:pt x="4255524" y="3231975"/>
                  <a:pt x="4261727" y="3192004"/>
                  <a:pt x="4273968" y="3156243"/>
                </a:cubicBezTo>
                <a:cubicBezTo>
                  <a:pt x="4286018" y="3120929"/>
                  <a:pt x="4303400" y="3090008"/>
                  <a:pt x="4325600" y="3064353"/>
                </a:cubicBezTo>
                <a:cubicBezTo>
                  <a:pt x="4347558" y="3039058"/>
                  <a:pt x="4374555" y="3019139"/>
                  <a:pt x="4405887" y="3005123"/>
                </a:cubicBezTo>
                <a:cubicBezTo>
                  <a:pt x="4437284" y="2991144"/>
                  <a:pt x="4472811" y="2984052"/>
                  <a:pt x="4511403" y="2984052"/>
                </a:cubicBezTo>
                <a:close/>
                <a:moveTo>
                  <a:pt x="9271960" y="2763940"/>
                </a:moveTo>
                <a:lnTo>
                  <a:pt x="9271960" y="3786249"/>
                </a:lnTo>
                <a:lnTo>
                  <a:pt x="10056439" y="3786249"/>
                </a:lnTo>
                <a:lnTo>
                  <a:pt x="10056439" y="3549284"/>
                </a:lnTo>
                <a:lnTo>
                  <a:pt x="9545545" y="3549284"/>
                </a:lnTo>
                <a:lnTo>
                  <a:pt x="9545545" y="3365403"/>
                </a:lnTo>
                <a:lnTo>
                  <a:pt x="9983267" y="3365403"/>
                </a:lnTo>
                <a:lnTo>
                  <a:pt x="9983267" y="3128424"/>
                </a:lnTo>
                <a:lnTo>
                  <a:pt x="9545545" y="3128424"/>
                </a:lnTo>
                <a:lnTo>
                  <a:pt x="9545545" y="3000957"/>
                </a:lnTo>
                <a:lnTo>
                  <a:pt x="10028269" y="3000957"/>
                </a:lnTo>
                <a:lnTo>
                  <a:pt x="10028269" y="2763940"/>
                </a:lnTo>
                <a:close/>
                <a:moveTo>
                  <a:pt x="8193581" y="2763932"/>
                </a:moveTo>
                <a:lnTo>
                  <a:pt x="8530400" y="3786270"/>
                </a:lnTo>
                <a:lnTo>
                  <a:pt x="8858037" y="3786270"/>
                </a:lnTo>
                <a:lnTo>
                  <a:pt x="9192165" y="2772212"/>
                </a:lnTo>
                <a:lnTo>
                  <a:pt x="9194871" y="2763932"/>
                </a:lnTo>
                <a:lnTo>
                  <a:pt x="8901242" y="2763932"/>
                </a:lnTo>
                <a:lnTo>
                  <a:pt x="8694230" y="3480761"/>
                </a:lnTo>
                <a:lnTo>
                  <a:pt x="8487173" y="2763932"/>
                </a:lnTo>
                <a:close/>
                <a:moveTo>
                  <a:pt x="7842424" y="2763932"/>
                </a:moveTo>
                <a:lnTo>
                  <a:pt x="7842424" y="3786270"/>
                </a:lnTo>
                <a:lnTo>
                  <a:pt x="8115979" y="3786270"/>
                </a:lnTo>
                <a:lnTo>
                  <a:pt x="8115979" y="2763932"/>
                </a:lnTo>
                <a:close/>
                <a:moveTo>
                  <a:pt x="5129683" y="2763932"/>
                </a:moveTo>
                <a:lnTo>
                  <a:pt x="5129683" y="3786249"/>
                </a:lnTo>
                <a:lnTo>
                  <a:pt x="5403237" y="3786249"/>
                </a:lnTo>
                <a:lnTo>
                  <a:pt x="5403237" y="3403430"/>
                </a:lnTo>
                <a:lnTo>
                  <a:pt x="5534122" y="3403430"/>
                </a:lnTo>
                <a:lnTo>
                  <a:pt x="5717109" y="3786256"/>
                </a:lnTo>
                <a:lnTo>
                  <a:pt x="6017367" y="3786256"/>
                </a:lnTo>
                <a:lnTo>
                  <a:pt x="5800856" y="3343070"/>
                </a:lnTo>
                <a:cubicBezTo>
                  <a:pt x="5843563" y="3318362"/>
                  <a:pt x="5880256" y="3286260"/>
                  <a:pt x="5909878" y="3247610"/>
                </a:cubicBezTo>
                <a:cubicBezTo>
                  <a:pt x="5945427" y="3201258"/>
                  <a:pt x="5963403" y="3142805"/>
                  <a:pt x="5963403" y="3073857"/>
                </a:cubicBezTo>
                <a:cubicBezTo>
                  <a:pt x="5963403" y="3028400"/>
                  <a:pt x="5954909" y="2986266"/>
                  <a:pt x="5938099" y="2948583"/>
                </a:cubicBezTo>
                <a:cubicBezTo>
                  <a:pt x="5921203" y="2910666"/>
                  <a:pt x="5896069" y="2877435"/>
                  <a:pt x="5863343" y="2849873"/>
                </a:cubicBezTo>
                <a:cubicBezTo>
                  <a:pt x="5830999" y="2822583"/>
                  <a:pt x="5791102" y="2801182"/>
                  <a:pt x="5744648" y="2786228"/>
                </a:cubicBezTo>
                <a:cubicBezTo>
                  <a:pt x="5698862" y="2771428"/>
                  <a:pt x="5646400" y="2763932"/>
                  <a:pt x="5588791" y="2763932"/>
                </a:cubicBezTo>
                <a:close/>
                <a:moveTo>
                  <a:pt x="6990787" y="2763918"/>
                </a:moveTo>
                <a:lnTo>
                  <a:pt x="6990787" y="3786256"/>
                </a:lnTo>
                <a:lnTo>
                  <a:pt x="7264342" y="3786256"/>
                </a:lnTo>
                <a:lnTo>
                  <a:pt x="7264342" y="3375290"/>
                </a:lnTo>
                <a:lnTo>
                  <a:pt x="7685189" y="3375290"/>
                </a:lnTo>
                <a:lnTo>
                  <a:pt x="7685189" y="3138324"/>
                </a:lnTo>
                <a:lnTo>
                  <a:pt x="7264342" y="3138324"/>
                </a:lnTo>
                <a:lnTo>
                  <a:pt x="7264342" y="3000935"/>
                </a:lnTo>
                <a:lnTo>
                  <a:pt x="7752729" y="3000935"/>
                </a:lnTo>
                <a:lnTo>
                  <a:pt x="7752729" y="2763918"/>
                </a:lnTo>
                <a:close/>
                <a:moveTo>
                  <a:pt x="6028074" y="2763881"/>
                </a:moveTo>
                <a:lnTo>
                  <a:pt x="6028074" y="3000905"/>
                </a:lnTo>
                <a:lnTo>
                  <a:pt x="6327812" y="3000905"/>
                </a:lnTo>
                <a:lnTo>
                  <a:pt x="6327812" y="3786219"/>
                </a:lnTo>
                <a:lnTo>
                  <a:pt x="6601419" y="3786219"/>
                </a:lnTo>
                <a:lnTo>
                  <a:pt x="6601419" y="3000905"/>
                </a:lnTo>
                <a:lnTo>
                  <a:pt x="6902646" y="3000905"/>
                </a:lnTo>
                <a:lnTo>
                  <a:pt x="6902646" y="2763881"/>
                </a:lnTo>
                <a:close/>
                <a:moveTo>
                  <a:pt x="3107726" y="2763881"/>
                </a:moveTo>
                <a:lnTo>
                  <a:pt x="3107726" y="3786219"/>
                </a:lnTo>
                <a:lnTo>
                  <a:pt x="3381331" y="3786219"/>
                </a:lnTo>
                <a:lnTo>
                  <a:pt x="3381331" y="3413280"/>
                </a:lnTo>
                <a:lnTo>
                  <a:pt x="3540093" y="3413280"/>
                </a:lnTo>
                <a:cubicBezTo>
                  <a:pt x="3598766" y="3413280"/>
                  <a:pt x="3652070" y="3405278"/>
                  <a:pt x="3698451" y="3389459"/>
                </a:cubicBezTo>
                <a:cubicBezTo>
                  <a:pt x="3745346" y="3373544"/>
                  <a:pt x="3785720" y="3350845"/>
                  <a:pt x="3818518" y="3322117"/>
                </a:cubicBezTo>
                <a:cubicBezTo>
                  <a:pt x="3851669" y="3293030"/>
                  <a:pt x="3877015" y="3257841"/>
                  <a:pt x="3893847" y="3217547"/>
                </a:cubicBezTo>
                <a:cubicBezTo>
                  <a:pt x="3910524" y="3177701"/>
                  <a:pt x="3918959" y="3134085"/>
                  <a:pt x="3918959" y="3087917"/>
                </a:cubicBezTo>
                <a:cubicBezTo>
                  <a:pt x="3918959" y="3041683"/>
                  <a:pt x="3910488" y="2998257"/>
                  <a:pt x="3893810" y="2958858"/>
                </a:cubicBezTo>
                <a:cubicBezTo>
                  <a:pt x="3876971" y="2919049"/>
                  <a:pt x="3851625" y="2884109"/>
                  <a:pt x="3818518" y="2855066"/>
                </a:cubicBezTo>
                <a:cubicBezTo>
                  <a:pt x="3785808" y="2826375"/>
                  <a:pt x="3745382" y="2803720"/>
                  <a:pt x="3698451" y="2787695"/>
                </a:cubicBezTo>
                <a:cubicBezTo>
                  <a:pt x="3651968" y="2771883"/>
                  <a:pt x="3598700" y="2763881"/>
                  <a:pt x="3540093" y="2763881"/>
                </a:cubicBezTo>
                <a:close/>
                <a:moveTo>
                  <a:pt x="4511409" y="2747020"/>
                </a:moveTo>
                <a:cubicBezTo>
                  <a:pt x="4436447" y="2747020"/>
                  <a:pt x="4365967" y="2759913"/>
                  <a:pt x="4301926" y="2785341"/>
                </a:cubicBezTo>
                <a:cubicBezTo>
                  <a:pt x="4237731" y="2810827"/>
                  <a:pt x="4181271" y="2847417"/>
                  <a:pt x="4134098" y="2894076"/>
                </a:cubicBezTo>
                <a:cubicBezTo>
                  <a:pt x="4087006" y="2940692"/>
                  <a:pt x="4049433" y="2997069"/>
                  <a:pt x="4022546" y="3061683"/>
                </a:cubicBezTo>
                <a:cubicBezTo>
                  <a:pt x="3995587" y="3126282"/>
                  <a:pt x="3981982" y="3198053"/>
                  <a:pt x="3981982" y="3275098"/>
                </a:cubicBezTo>
                <a:cubicBezTo>
                  <a:pt x="3981982" y="3353162"/>
                  <a:pt x="3995638" y="3425183"/>
                  <a:pt x="4022590" y="3489225"/>
                </a:cubicBezTo>
                <a:cubicBezTo>
                  <a:pt x="4049433" y="3553398"/>
                  <a:pt x="4087013" y="3609519"/>
                  <a:pt x="4134106" y="3656105"/>
                </a:cubicBezTo>
                <a:cubicBezTo>
                  <a:pt x="4181315" y="3702809"/>
                  <a:pt x="4237780" y="3739413"/>
                  <a:pt x="4301934" y="3764855"/>
                </a:cubicBezTo>
                <a:cubicBezTo>
                  <a:pt x="4365973" y="3790246"/>
                  <a:pt x="4436454" y="3803154"/>
                  <a:pt x="4511425" y="3803154"/>
                </a:cubicBezTo>
                <a:cubicBezTo>
                  <a:pt x="4586430" y="3803154"/>
                  <a:pt x="4656918" y="3790246"/>
                  <a:pt x="4720895" y="3764855"/>
                </a:cubicBezTo>
                <a:cubicBezTo>
                  <a:pt x="4785125" y="3739369"/>
                  <a:pt x="4841591" y="3702765"/>
                  <a:pt x="4888764" y="3656105"/>
                </a:cubicBezTo>
                <a:cubicBezTo>
                  <a:pt x="4935828" y="3609570"/>
                  <a:pt x="4973348" y="3553428"/>
                  <a:pt x="5000338" y="3489225"/>
                </a:cubicBezTo>
                <a:cubicBezTo>
                  <a:pt x="5027225" y="3425117"/>
                  <a:pt x="5040895" y="3353067"/>
                  <a:pt x="5040895" y="3275098"/>
                </a:cubicBezTo>
                <a:cubicBezTo>
                  <a:pt x="5040895" y="3198141"/>
                  <a:pt x="5027262" y="3126362"/>
                  <a:pt x="5000338" y="3061683"/>
                </a:cubicBezTo>
                <a:cubicBezTo>
                  <a:pt x="4973372" y="2997077"/>
                  <a:pt x="4935856" y="2940655"/>
                  <a:pt x="4888756" y="2894084"/>
                </a:cubicBezTo>
                <a:cubicBezTo>
                  <a:pt x="4841628" y="2847461"/>
                  <a:pt x="4785119" y="2810834"/>
                  <a:pt x="4720880" y="2785348"/>
                </a:cubicBezTo>
                <a:cubicBezTo>
                  <a:pt x="4656859" y="2759913"/>
                  <a:pt x="4586379" y="2747020"/>
                  <a:pt x="4511409" y="2747020"/>
                </a:cubicBezTo>
                <a:close/>
                <a:moveTo>
                  <a:pt x="2544686" y="2747020"/>
                </a:moveTo>
                <a:cubicBezTo>
                  <a:pt x="2492965" y="2747020"/>
                  <a:pt x="2444303" y="2753503"/>
                  <a:pt x="2400013" y="2766265"/>
                </a:cubicBezTo>
                <a:cubicBezTo>
                  <a:pt x="2355004" y="2779305"/>
                  <a:pt x="2315524" y="2798953"/>
                  <a:pt x="2282726" y="2824659"/>
                </a:cubicBezTo>
                <a:cubicBezTo>
                  <a:pt x="2249510" y="2850739"/>
                  <a:pt x="2223298" y="2883178"/>
                  <a:pt x="2204816" y="2921095"/>
                </a:cubicBezTo>
                <a:cubicBezTo>
                  <a:pt x="2186437" y="2958925"/>
                  <a:pt x="2177078" y="3002262"/>
                  <a:pt x="2177078" y="3049926"/>
                </a:cubicBezTo>
                <a:cubicBezTo>
                  <a:pt x="2177078" y="3097561"/>
                  <a:pt x="2185974" y="3139718"/>
                  <a:pt x="2203495" y="3175303"/>
                </a:cubicBezTo>
                <a:cubicBezTo>
                  <a:pt x="2221119" y="3211020"/>
                  <a:pt x="2247434" y="3242094"/>
                  <a:pt x="2281795" y="3267713"/>
                </a:cubicBezTo>
                <a:cubicBezTo>
                  <a:pt x="2315062" y="3292546"/>
                  <a:pt x="2356338" y="3313639"/>
                  <a:pt x="2404443" y="3330302"/>
                </a:cubicBezTo>
                <a:cubicBezTo>
                  <a:pt x="2451213" y="3346562"/>
                  <a:pt x="2505918" y="3360614"/>
                  <a:pt x="2566996" y="3372055"/>
                </a:cubicBezTo>
                <a:lnTo>
                  <a:pt x="2612093" y="3380482"/>
                </a:lnTo>
                <a:cubicBezTo>
                  <a:pt x="2663674" y="3389987"/>
                  <a:pt x="2700192" y="3404127"/>
                  <a:pt x="2720594" y="3422543"/>
                </a:cubicBezTo>
                <a:cubicBezTo>
                  <a:pt x="2739333" y="3439507"/>
                  <a:pt x="2748516" y="3459852"/>
                  <a:pt x="2748516" y="3484765"/>
                </a:cubicBezTo>
                <a:cubicBezTo>
                  <a:pt x="2748516" y="3509965"/>
                  <a:pt x="2738996" y="3531132"/>
                  <a:pt x="2719517" y="3549526"/>
                </a:cubicBezTo>
                <a:cubicBezTo>
                  <a:pt x="2699868" y="3568030"/>
                  <a:pt x="2667092" y="3577395"/>
                  <a:pt x="2622090" y="3577395"/>
                </a:cubicBezTo>
                <a:cubicBezTo>
                  <a:pt x="2565903" y="3577395"/>
                  <a:pt x="2519236" y="3563468"/>
                  <a:pt x="2483416" y="3535958"/>
                </a:cubicBezTo>
                <a:cubicBezTo>
                  <a:pt x="2447003" y="3508007"/>
                  <a:pt x="2420409" y="3470603"/>
                  <a:pt x="2404230" y="3424677"/>
                </a:cubicBezTo>
                <a:lnTo>
                  <a:pt x="2396955" y="3403863"/>
                </a:lnTo>
                <a:lnTo>
                  <a:pt x="2135559" y="3469247"/>
                </a:lnTo>
                <a:lnTo>
                  <a:pt x="2144727" y="3494469"/>
                </a:lnTo>
                <a:cubicBezTo>
                  <a:pt x="2160474" y="3537725"/>
                  <a:pt x="2182688" y="3578686"/>
                  <a:pt x="2210756" y="3616112"/>
                </a:cubicBezTo>
                <a:cubicBezTo>
                  <a:pt x="2238963" y="3653736"/>
                  <a:pt x="2273492" y="3686769"/>
                  <a:pt x="2313434" y="3714418"/>
                </a:cubicBezTo>
                <a:cubicBezTo>
                  <a:pt x="2353339" y="3741980"/>
                  <a:pt x="2399397" y="3763938"/>
                  <a:pt x="2450274" y="3779538"/>
                </a:cubicBezTo>
                <a:cubicBezTo>
                  <a:pt x="2501194" y="3795182"/>
                  <a:pt x="2558988" y="3803117"/>
                  <a:pt x="2622083" y="3803117"/>
                </a:cubicBezTo>
                <a:cubicBezTo>
                  <a:pt x="2678739" y="3803117"/>
                  <a:pt x="2731691" y="3795387"/>
                  <a:pt x="2779363" y="3780147"/>
                </a:cubicBezTo>
                <a:cubicBezTo>
                  <a:pt x="2827416" y="3764818"/>
                  <a:pt x="2869551" y="3742794"/>
                  <a:pt x="2904615" y="3714792"/>
                </a:cubicBezTo>
                <a:cubicBezTo>
                  <a:pt x="2940120" y="3686380"/>
                  <a:pt x="2968150" y="3651382"/>
                  <a:pt x="2987967" y="3610817"/>
                </a:cubicBezTo>
                <a:cubicBezTo>
                  <a:pt x="3007783" y="3570171"/>
                  <a:pt x="3017861" y="3523974"/>
                  <a:pt x="3017861" y="3473522"/>
                </a:cubicBezTo>
                <a:cubicBezTo>
                  <a:pt x="3017868" y="3373111"/>
                  <a:pt x="2982408" y="3295325"/>
                  <a:pt x="2912558" y="3242417"/>
                </a:cubicBezTo>
                <a:cubicBezTo>
                  <a:pt x="2846022" y="3192047"/>
                  <a:pt x="2749813" y="3154782"/>
                  <a:pt x="2626534" y="3131687"/>
                </a:cubicBezTo>
                <a:lnTo>
                  <a:pt x="2581393" y="3123201"/>
                </a:lnTo>
                <a:cubicBezTo>
                  <a:pt x="2528954" y="3113608"/>
                  <a:pt x="2491822" y="3101038"/>
                  <a:pt x="2470942" y="3085915"/>
                </a:cubicBezTo>
                <a:cubicBezTo>
                  <a:pt x="2453471" y="3073256"/>
                  <a:pt x="2445000" y="3057796"/>
                  <a:pt x="2445000" y="3038639"/>
                </a:cubicBezTo>
                <a:cubicBezTo>
                  <a:pt x="2445000" y="3019035"/>
                  <a:pt x="2452159" y="3003787"/>
                  <a:pt x="2466878" y="2992119"/>
                </a:cubicBezTo>
                <a:cubicBezTo>
                  <a:pt x="2483014" y="2979277"/>
                  <a:pt x="2509196" y="2972749"/>
                  <a:pt x="2544686" y="2972749"/>
                </a:cubicBezTo>
                <a:cubicBezTo>
                  <a:pt x="2589108" y="2972749"/>
                  <a:pt x="2625368" y="2982401"/>
                  <a:pt x="2652512" y="3001411"/>
                </a:cubicBezTo>
                <a:cubicBezTo>
                  <a:pt x="2680139" y="3020824"/>
                  <a:pt x="2699179" y="3044976"/>
                  <a:pt x="2710642" y="3075324"/>
                </a:cubicBezTo>
                <a:lnTo>
                  <a:pt x="2718240" y="3095434"/>
                </a:lnTo>
                <a:lnTo>
                  <a:pt x="2981784" y="3029999"/>
                </a:lnTo>
                <a:lnTo>
                  <a:pt x="2970967" y="3004000"/>
                </a:lnTo>
                <a:cubicBezTo>
                  <a:pt x="2956079" y="2968305"/>
                  <a:pt x="2935975" y="2934597"/>
                  <a:pt x="2911164" y="2903794"/>
                </a:cubicBezTo>
                <a:cubicBezTo>
                  <a:pt x="2886242" y="2872903"/>
                  <a:pt x="2855733" y="2845466"/>
                  <a:pt x="2820507" y="2822114"/>
                </a:cubicBezTo>
                <a:cubicBezTo>
                  <a:pt x="2785260" y="2798806"/>
                  <a:pt x="2744181" y="2780258"/>
                  <a:pt x="2698519" y="2766962"/>
                </a:cubicBezTo>
                <a:cubicBezTo>
                  <a:pt x="2652886" y="2753738"/>
                  <a:pt x="2601100" y="2747020"/>
                  <a:pt x="2544686" y="2747020"/>
                </a:cubicBezTo>
                <a:close/>
                <a:moveTo>
                  <a:pt x="0" y="0"/>
                </a:moveTo>
                <a:lnTo>
                  <a:pt x="12191999" y="0"/>
                </a:lnTo>
                <a:lnTo>
                  <a:pt x="12191999"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Tree>
    <p:extLst>
      <p:ext uri="{BB962C8B-B14F-4D97-AF65-F5344CB8AC3E}">
        <p14:creationId xmlns:p14="http://schemas.microsoft.com/office/powerpoint/2010/main" val="331757977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slide | picture">
    <p:spTree>
      <p:nvGrpSpPr>
        <p:cNvPr id="1" name=""/>
        <p:cNvGrpSpPr/>
        <p:nvPr/>
      </p:nvGrpSpPr>
      <p:grpSpPr>
        <a:xfrm>
          <a:off x="0" y="0"/>
          <a:ext cx="0" cy="0"/>
          <a:chOff x="0" y="0"/>
          <a:chExt cx="0" cy="0"/>
        </a:xfrm>
      </p:grpSpPr>
      <p:sp>
        <p:nvSpPr>
          <p:cNvPr id="7" name="Bildplatzhalter 6">
            <a:extLst>
              <a:ext uri="{FF2B5EF4-FFF2-40B4-BE49-F238E27FC236}">
                <a16:creationId xmlns:a16="http://schemas.microsoft.com/office/drawing/2014/main" id="{A435972B-A22C-49C4-B6CB-828A781ADE58}"/>
              </a:ext>
            </a:extLst>
          </p:cNvPr>
          <p:cNvSpPr>
            <a:spLocks noGrp="1"/>
          </p:cNvSpPr>
          <p:nvPr>
            <p:ph type="pic" sz="quarter" idx="13" hasCustomPrompt="1"/>
          </p:nvPr>
        </p:nvSpPr>
        <p:spPr bwMode="gray">
          <a:xfrm>
            <a:off x="0" y="0"/>
            <a:ext cx="12192000" cy="6858000"/>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4" name="Textplatzhalter 3">
            <a:extLst>
              <a:ext uri="{FF2B5EF4-FFF2-40B4-BE49-F238E27FC236}">
                <a16:creationId xmlns:a16="http://schemas.microsoft.com/office/drawing/2014/main" id="{15BBCA0F-B749-4874-9106-A69BB3A2803D}"/>
              </a:ext>
            </a:extLst>
          </p:cNvPr>
          <p:cNvSpPr>
            <a:spLocks noGrp="1"/>
          </p:cNvSpPr>
          <p:nvPr>
            <p:ph type="body" sz="quarter" idx="17" hasCustomPrompt="1"/>
          </p:nvPr>
        </p:nvSpPr>
        <p:spPr>
          <a:xfrm>
            <a:off x="0" y="0"/>
            <a:ext cx="12192000" cy="6858000"/>
          </a:xfr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8" name="Textplatzhalter 3">
            <a:extLst>
              <a:ext uri="{FF2B5EF4-FFF2-40B4-BE49-F238E27FC236}">
                <a16:creationId xmlns:a16="http://schemas.microsoft.com/office/drawing/2014/main" id="{098A6F93-D52E-4D91-BD00-B536DB2F61DC}"/>
              </a:ext>
            </a:extLst>
          </p:cNvPr>
          <p:cNvSpPr>
            <a:spLocks noGrp="1" noChangeAspect="1"/>
          </p:cNvSpPr>
          <p:nvPr>
            <p:ph type="body" sz="quarter" idx="16" hasCustomPrompt="1"/>
          </p:nvPr>
        </p:nvSpPr>
        <p:spPr bwMode="gray">
          <a:xfrm>
            <a:off x="9084144" y="6039312"/>
            <a:ext cx="1080000" cy="143836"/>
          </a:xfrm>
          <a:blipFill>
            <a:blip r:embed="rId2"/>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7680177" y="2780928"/>
            <a:ext cx="3887936" cy="1872208"/>
          </a:xfrm>
        </p:spPr>
        <p:txBody>
          <a:bodyPr anchor="b"/>
          <a:lstStyle>
            <a:lvl1pPr algn="ctr">
              <a:defRPr sz="3200" baseline="0">
                <a:solidFill>
                  <a:schemeClr val="bg1"/>
                </a:solidFill>
                <a:latin typeface="+mj-lt"/>
              </a:defRPr>
            </a:lvl1pPr>
          </a:lstStyle>
          <a:p>
            <a:r>
              <a:rPr lang="en-US"/>
              <a:t>Title </a:t>
            </a:r>
            <a:br>
              <a:rPr lang="en-US"/>
            </a:br>
            <a:r>
              <a:rPr lang="en-US"/>
              <a:t>Arial Bold </a:t>
            </a:r>
            <a:br>
              <a:rPr lang="en-US"/>
            </a:br>
            <a:r>
              <a:rPr lang="en-US"/>
              <a:t>32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7680176" y="4725144"/>
            <a:ext cx="3887937"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sp>
        <p:nvSpPr>
          <p:cNvPr id="23" name="Textplatzhalter 33">
            <a:extLst>
              <a:ext uri="{FF2B5EF4-FFF2-40B4-BE49-F238E27FC236}">
                <a16:creationId xmlns:a16="http://schemas.microsoft.com/office/drawing/2014/main" id="{812841DD-202A-472D-9F4E-C34299C19B8F}"/>
              </a:ext>
            </a:extLst>
          </p:cNvPr>
          <p:cNvSpPr>
            <a:spLocks noGrp="1"/>
          </p:cNvSpPr>
          <p:nvPr>
            <p:ph type="body" sz="quarter" idx="15" hasCustomPrompt="1"/>
          </p:nvPr>
        </p:nvSpPr>
        <p:spPr bwMode="gray">
          <a:xfrm>
            <a:off x="9924009" y="6199957"/>
            <a:ext cx="108000" cy="360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76137509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Title slide | plain">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983432" y="1916832"/>
            <a:ext cx="5040560" cy="2448272"/>
          </a:xfrm>
        </p:spPr>
        <p:txBody>
          <a:bodyPr anchor="b"/>
          <a:lstStyle>
            <a:lvl1pPr algn="ctr">
              <a:defRPr sz="4000" baseline="0">
                <a:solidFill>
                  <a:schemeClr val="bg1"/>
                </a:solidFill>
                <a:latin typeface="+mj-lt"/>
              </a:defRPr>
            </a:lvl1pPr>
          </a:lstStyle>
          <a:p>
            <a:r>
              <a:rPr lang="en-US"/>
              <a:t>Title </a:t>
            </a:r>
            <a:br>
              <a:rPr lang="en-US"/>
            </a:br>
            <a:r>
              <a:rPr lang="en-US"/>
              <a:t>Arial Bold </a:t>
            </a:r>
            <a:br>
              <a:rPr lang="en-US"/>
            </a:br>
            <a:r>
              <a:rPr lang="en-US"/>
              <a:t>40 </a:t>
            </a:r>
            <a:r>
              <a:rPr lang="en-US" err="1"/>
              <a:t>pt</a:t>
            </a:r>
            <a:r>
              <a:rPr lang="en-US"/>
              <a:t> </a:t>
            </a:r>
            <a:br>
              <a:rPr lang="en-US"/>
            </a:br>
            <a:r>
              <a:rPr lang="en-US"/>
              <a:t>max 4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983431" y="4437112"/>
            <a:ext cx="5040561"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grpSp>
        <p:nvGrpSpPr>
          <p:cNvPr id="3" name="Grafik 9">
            <a:extLst>
              <a:ext uri="{FF2B5EF4-FFF2-40B4-BE49-F238E27FC236}">
                <a16:creationId xmlns:a16="http://schemas.microsoft.com/office/drawing/2014/main" id="{30F0B351-CD69-43BF-B573-6B27B4BF9533}"/>
              </a:ext>
            </a:extLst>
          </p:cNvPr>
          <p:cNvGrpSpPr/>
          <p:nvPr/>
        </p:nvGrpSpPr>
        <p:grpSpPr bwMode="gray">
          <a:xfrm>
            <a:off x="7399268" y="0"/>
            <a:ext cx="4792732" cy="6858000"/>
            <a:chOff x="-456728" y="3068960"/>
            <a:chExt cx="144000" cy="206052"/>
          </a:xfrm>
        </p:grpSpPr>
        <p:sp>
          <p:nvSpPr>
            <p:cNvPr id="5" name="Freihandform: Form 4">
              <a:extLst>
                <a:ext uri="{FF2B5EF4-FFF2-40B4-BE49-F238E27FC236}">
                  <a16:creationId xmlns:a16="http://schemas.microsoft.com/office/drawing/2014/main" id="{59605CEB-BF08-497B-92AD-75B4F7ED2FB2}"/>
                </a:ext>
              </a:extLst>
            </p:cNvPr>
            <p:cNvSpPr/>
            <p:nvPr/>
          </p:nvSpPr>
          <p:spPr bwMode="gray">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0D93C221-CD1D-4AC6-8902-86F46EB65036}"/>
                </a:ext>
              </a:extLst>
            </p:cNvPr>
            <p:cNvSpPr/>
            <p:nvPr/>
          </p:nvSpPr>
          <p:spPr bwMode="gray">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a:p>
          </p:txBody>
        </p:sp>
      </p:grpSp>
      <p:grpSp>
        <p:nvGrpSpPr>
          <p:cNvPr id="4" name="Grafik 11">
            <a:extLst>
              <a:ext uri="{FF2B5EF4-FFF2-40B4-BE49-F238E27FC236}">
                <a16:creationId xmlns:a16="http://schemas.microsoft.com/office/drawing/2014/main" id="{71AB8666-A1F4-4F84-B790-06844A73EC62}"/>
              </a:ext>
            </a:extLst>
          </p:cNvPr>
          <p:cNvGrpSpPr/>
          <p:nvPr/>
        </p:nvGrpSpPr>
        <p:grpSpPr bwMode="gray">
          <a:xfrm>
            <a:off x="2963711" y="6039598"/>
            <a:ext cx="1080005" cy="197670"/>
            <a:chOff x="2963711" y="6039598"/>
            <a:chExt cx="1080005" cy="197670"/>
          </a:xfrm>
        </p:grpSpPr>
        <p:grpSp>
          <p:nvGrpSpPr>
            <p:cNvPr id="7" name="Grafik 11">
              <a:extLst>
                <a:ext uri="{FF2B5EF4-FFF2-40B4-BE49-F238E27FC236}">
                  <a16:creationId xmlns:a16="http://schemas.microsoft.com/office/drawing/2014/main" id="{71AB8666-A1F4-4F84-B790-06844A73EC62}"/>
                </a:ext>
              </a:extLst>
            </p:cNvPr>
            <p:cNvGrpSpPr/>
            <p:nvPr/>
          </p:nvGrpSpPr>
          <p:grpSpPr bwMode="gray">
            <a:xfrm>
              <a:off x="2963711" y="6039598"/>
              <a:ext cx="1080005" cy="144003"/>
              <a:chOff x="2963711" y="6039598"/>
              <a:chExt cx="1080005" cy="144003"/>
            </a:xfrm>
            <a:solidFill>
              <a:srgbClr val="FFFFFF"/>
            </a:solidFill>
          </p:grpSpPr>
          <p:sp>
            <p:nvSpPr>
              <p:cNvPr id="8" name="Freihandform: Form 7">
                <a:extLst>
                  <a:ext uri="{FF2B5EF4-FFF2-40B4-BE49-F238E27FC236}">
                    <a16:creationId xmlns:a16="http://schemas.microsoft.com/office/drawing/2014/main" id="{085B0C3C-8916-4E8A-B78C-F2E925F54BAB}"/>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FC8699BB-8168-4E67-90D4-317C545DA81B}"/>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D8F7A2AA-FBD1-4EF5-BDB8-F452459D4D07}"/>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24C991F-7F4D-4078-B427-11F744FAAFE1}"/>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EA955BFC-E23E-4E50-ADBF-72B9529710B2}"/>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033C4339-7BCE-426F-B626-958BA519CB2C}"/>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32B24250-F74D-4913-8EE3-517497019738}"/>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19" name="Freihandform: Form 18">
                <a:extLst>
                  <a:ext uri="{FF2B5EF4-FFF2-40B4-BE49-F238E27FC236}">
                    <a16:creationId xmlns:a16="http://schemas.microsoft.com/office/drawing/2014/main" id="{25F05C8F-200B-4A6A-98AB-575BF5A2176E}"/>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21" name="Freihandform: Form 20">
                <a:extLst>
                  <a:ext uri="{FF2B5EF4-FFF2-40B4-BE49-F238E27FC236}">
                    <a16:creationId xmlns:a16="http://schemas.microsoft.com/office/drawing/2014/main" id="{DCC2FEC3-F5B1-4929-8E55-5C97146AE3B1}"/>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22" name="Freihandform: Form 21">
              <a:extLst>
                <a:ext uri="{FF2B5EF4-FFF2-40B4-BE49-F238E27FC236}">
                  <a16:creationId xmlns:a16="http://schemas.microsoft.com/office/drawing/2014/main" id="{87B0D1FC-B040-4572-AD08-AC091C755A9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cxnSp>
        <p:nvCxnSpPr>
          <p:cNvPr id="20" name="Gerader Verbinder 19">
            <a:extLst>
              <a:ext uri="{FF2B5EF4-FFF2-40B4-BE49-F238E27FC236}">
                <a16:creationId xmlns:a16="http://schemas.microsoft.com/office/drawing/2014/main" id="{F75FF856-078C-4E02-8AE5-05E2CD778AF5}"/>
              </a:ext>
            </a:extLst>
          </p:cNvPr>
          <p:cNvCxnSpPr/>
          <p:nvPr/>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B12F4A29-711F-445D-915D-FFB3CE4A4593}"/>
              </a:ext>
            </a:extLst>
          </p:cNvPr>
          <p:cNvCxnSpPr/>
          <p:nvPr/>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A510F830-F6D4-4893-84D7-53EAF94975CB}"/>
              </a:ext>
            </a:extLst>
          </p:cNvPr>
          <p:cNvCxnSpPr/>
          <p:nvPr/>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A1A78233-DCDD-47B8-B552-85362E910D72}"/>
              </a:ext>
            </a:extLst>
          </p:cNvPr>
          <p:cNvCxnSpPr/>
          <p:nvPr/>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A63D16A7-BA4D-43C5-BF08-1AB18DA42786}"/>
              </a:ext>
            </a:extLst>
          </p:cNvPr>
          <p:cNvCxnSpPr/>
          <p:nvPr/>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EA49D86C-B378-4E22-9E81-3FD6B376D508}"/>
              </a:ext>
            </a:extLst>
          </p:cNvPr>
          <p:cNvCxnSpPr/>
          <p:nvPr/>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0AD63855-448E-4EFE-9AB6-4CDE7B1EB730}"/>
              </a:ext>
            </a:extLst>
          </p:cNvPr>
          <p:cNvCxnSpPr/>
          <p:nvPr/>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E1B44D98-F4C6-4116-8554-6567F8C12EE1}"/>
              </a:ext>
            </a:extLst>
          </p:cNvPr>
          <p:cNvCxnSpPr/>
          <p:nvPr/>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27E39CC6-A48C-4189-9CF8-62BCF49D4E3B}"/>
              </a:ext>
            </a:extLst>
          </p:cNvPr>
          <p:cNvCxnSpPr/>
          <p:nvPr/>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6E8F0855-AE94-4C4E-BEF5-3ED7B16C53F7}"/>
              </a:ext>
            </a:extLst>
          </p:cNvPr>
          <p:cNvCxnSpPr/>
          <p:nvPr/>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85EC6500-D113-40AD-BC26-167338441A0B}"/>
              </a:ext>
            </a:extLst>
          </p:cNvPr>
          <p:cNvCxnSpPr/>
          <p:nvPr/>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AEE25C1F-045B-42A1-AD80-143C2C7D4780}"/>
              </a:ext>
            </a:extLst>
          </p:cNvPr>
          <p:cNvCxnSpPr/>
          <p:nvPr/>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AC5C0783-B42E-459C-9804-10BF1E72EE5F}"/>
              </a:ext>
            </a:extLst>
          </p:cNvPr>
          <p:cNvCxnSpPr/>
          <p:nvPr/>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6271241D-ECBA-474E-AFF5-F37DA37B9116}"/>
              </a:ext>
            </a:extLst>
          </p:cNvPr>
          <p:cNvCxnSpPr/>
          <p:nvPr/>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4C830E45-34BA-4430-BC3D-4CCCFEA116A3}"/>
              </a:ext>
            </a:extLst>
          </p:cNvPr>
          <p:cNvCxnSpPr/>
          <p:nvPr/>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AF505675-5729-4897-8EBA-29C391A49E06}"/>
              </a:ext>
            </a:extLst>
          </p:cNvPr>
          <p:cNvCxnSpPr/>
          <p:nvPr/>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FD44380B-583E-46A4-BC68-030E5F713027}"/>
              </a:ext>
            </a:extLst>
          </p:cNvPr>
          <p:cNvCxnSpPr/>
          <p:nvPr/>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Gerader Verbinder 38">
            <a:extLst>
              <a:ext uri="{FF2B5EF4-FFF2-40B4-BE49-F238E27FC236}">
                <a16:creationId xmlns:a16="http://schemas.microsoft.com/office/drawing/2014/main" id="{4175D04C-0CC6-462B-9DFE-BC92019AEABA}"/>
              </a:ext>
            </a:extLst>
          </p:cNvPr>
          <p:cNvCxnSpPr/>
          <p:nvPr/>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31530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Title slide | partner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496" y="3717032"/>
            <a:ext cx="9289032" cy="1008112"/>
          </a:xfrm>
        </p:spPr>
        <p:txBody>
          <a:bodyPr anchor="b"/>
          <a:lstStyle>
            <a:lvl1pPr algn="ctr">
              <a:defRPr sz="3200" baseline="0">
                <a:solidFill>
                  <a:schemeClr val="bg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white">
          <a:xfrm>
            <a:off x="1559495" y="4797152"/>
            <a:ext cx="9289033"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grpSp>
        <p:nvGrpSpPr>
          <p:cNvPr id="25" name="Grafik 3">
            <a:extLst>
              <a:ext uri="{FF2B5EF4-FFF2-40B4-BE49-F238E27FC236}">
                <a16:creationId xmlns:a16="http://schemas.microsoft.com/office/drawing/2014/main" id="{A9A0538F-DE29-4F2D-B1EB-DEEF9167B23E}"/>
              </a:ext>
            </a:extLst>
          </p:cNvPr>
          <p:cNvGrpSpPr>
            <a:grpSpLocks noChangeAspect="1"/>
          </p:cNvGrpSpPr>
          <p:nvPr/>
        </p:nvGrpSpPr>
        <p:grpSpPr bwMode="white">
          <a:xfrm>
            <a:off x="5852418" y="1601192"/>
            <a:ext cx="2160000" cy="1429668"/>
            <a:chOff x="8406938" y="1412776"/>
            <a:chExt cx="3126953" cy="2069679"/>
          </a:xfrm>
        </p:grpSpPr>
        <p:sp>
          <p:nvSpPr>
            <p:cNvPr id="26" name="Freihandform: Form 25">
              <a:extLst>
                <a:ext uri="{FF2B5EF4-FFF2-40B4-BE49-F238E27FC236}">
                  <a16:creationId xmlns:a16="http://schemas.microsoft.com/office/drawing/2014/main" id="{6BCD3887-D3AE-45EC-B6D2-7020D4FBDEA7}"/>
                </a:ext>
              </a:extLst>
            </p:cNvPr>
            <p:cNvSpPr/>
            <p:nvPr/>
          </p:nvSpPr>
          <p:spPr bwMode="white">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chemeClr val="bg1"/>
            </a:solidFill>
            <a:ln w="544" cap="flat">
              <a:noFill/>
              <a:prstDash val="solid"/>
              <a:miter/>
            </a:ln>
          </p:spPr>
          <p:txBody>
            <a:bodyPr rtlCol="0" anchor="ctr"/>
            <a:lstStyle/>
            <a:p>
              <a:endParaRPr lang="en-US"/>
            </a:p>
          </p:txBody>
        </p:sp>
        <p:sp>
          <p:nvSpPr>
            <p:cNvPr id="27" name="Freihandform: Form 26">
              <a:extLst>
                <a:ext uri="{FF2B5EF4-FFF2-40B4-BE49-F238E27FC236}">
                  <a16:creationId xmlns:a16="http://schemas.microsoft.com/office/drawing/2014/main" id="{D7B56079-CD08-428A-9A81-EE80B09A8E36}"/>
                </a:ext>
              </a:extLst>
            </p:cNvPr>
            <p:cNvSpPr/>
            <p:nvPr/>
          </p:nvSpPr>
          <p:spPr bwMode="white">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chemeClr val="bg1"/>
            </a:solidFill>
            <a:ln w="544" cap="flat">
              <a:noFill/>
              <a:prstDash val="solid"/>
              <a:miter/>
            </a:ln>
          </p:spPr>
          <p:txBody>
            <a:bodyPr rtlCol="0" anchor="ctr"/>
            <a:lstStyle/>
            <a:p>
              <a:endParaRPr lang="en-US"/>
            </a:p>
          </p:txBody>
        </p:sp>
        <p:sp>
          <p:nvSpPr>
            <p:cNvPr id="28" name="Freihandform: Form 27">
              <a:extLst>
                <a:ext uri="{FF2B5EF4-FFF2-40B4-BE49-F238E27FC236}">
                  <a16:creationId xmlns:a16="http://schemas.microsoft.com/office/drawing/2014/main" id="{1B416D1C-AD7B-47DE-B753-6C1D13C1B978}"/>
                </a:ext>
              </a:extLst>
            </p:cNvPr>
            <p:cNvSpPr/>
            <p:nvPr/>
          </p:nvSpPr>
          <p:spPr bwMode="white">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chemeClr val="bg1"/>
            </a:solidFill>
            <a:ln w="544" cap="flat">
              <a:noFill/>
              <a:prstDash val="solid"/>
              <a:miter/>
            </a:ln>
          </p:spPr>
          <p:txBody>
            <a:bodyPr rtlCol="0" anchor="ctr"/>
            <a:lstStyle/>
            <a:p>
              <a:endParaRPr lang="en-US"/>
            </a:p>
          </p:txBody>
        </p:sp>
        <p:sp>
          <p:nvSpPr>
            <p:cNvPr id="29" name="Freihandform: Form 28">
              <a:extLst>
                <a:ext uri="{FF2B5EF4-FFF2-40B4-BE49-F238E27FC236}">
                  <a16:creationId xmlns:a16="http://schemas.microsoft.com/office/drawing/2014/main" id="{691F28A4-8E04-4BD6-8341-02835D4879D1}"/>
                </a:ext>
              </a:extLst>
            </p:cNvPr>
            <p:cNvSpPr/>
            <p:nvPr/>
          </p:nvSpPr>
          <p:spPr bwMode="white">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chemeClr val="bg1"/>
            </a:solidFill>
            <a:ln w="544" cap="flat">
              <a:noFill/>
              <a:prstDash val="solid"/>
              <a:miter/>
            </a:ln>
          </p:spPr>
          <p:txBody>
            <a:bodyPr rtlCol="0" anchor="ctr"/>
            <a:lstStyle/>
            <a:p>
              <a:endParaRPr lang="en-US"/>
            </a:p>
          </p:txBody>
        </p:sp>
        <p:grpSp>
          <p:nvGrpSpPr>
            <p:cNvPr id="30" name="Grafik 3">
              <a:extLst>
                <a:ext uri="{FF2B5EF4-FFF2-40B4-BE49-F238E27FC236}">
                  <a16:creationId xmlns:a16="http://schemas.microsoft.com/office/drawing/2014/main" id="{E9D0B31B-3EF7-4281-BC44-371C27C5A0FC}"/>
                </a:ext>
              </a:extLst>
            </p:cNvPr>
            <p:cNvGrpSpPr/>
            <p:nvPr/>
          </p:nvGrpSpPr>
          <p:grpSpPr bwMode="white">
            <a:xfrm>
              <a:off x="8406938" y="1412776"/>
              <a:ext cx="3126953" cy="2069679"/>
              <a:chOff x="8406938" y="1412776"/>
              <a:chExt cx="3126953" cy="2069679"/>
            </a:xfrm>
            <a:solidFill>
              <a:srgbClr val="020203"/>
            </a:solidFill>
          </p:grpSpPr>
          <p:sp>
            <p:nvSpPr>
              <p:cNvPr id="32" name="Freihandform: Form 31">
                <a:extLst>
                  <a:ext uri="{FF2B5EF4-FFF2-40B4-BE49-F238E27FC236}">
                    <a16:creationId xmlns:a16="http://schemas.microsoft.com/office/drawing/2014/main" id="{67CFEF71-0F75-4606-A9FE-7D2AE6767E96}"/>
                  </a:ext>
                </a:extLst>
              </p:cNvPr>
              <p:cNvSpPr/>
              <p:nvPr/>
            </p:nvSpPr>
            <p:spPr bwMode="white">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chemeClr val="bg1"/>
              </a:solidFill>
              <a:ln w="544" cap="flat">
                <a:noFill/>
                <a:prstDash val="solid"/>
                <a:miter/>
              </a:ln>
            </p:spPr>
            <p:txBody>
              <a:bodyPr rtlCol="0" anchor="ctr"/>
              <a:lstStyle/>
              <a:p>
                <a:endParaRPr lang="en-US"/>
              </a:p>
            </p:txBody>
          </p:sp>
          <p:sp>
            <p:nvSpPr>
              <p:cNvPr id="33" name="Freihandform: Form 32">
                <a:extLst>
                  <a:ext uri="{FF2B5EF4-FFF2-40B4-BE49-F238E27FC236}">
                    <a16:creationId xmlns:a16="http://schemas.microsoft.com/office/drawing/2014/main" id="{1DE59BBB-1282-4119-BA49-DB444D2E5148}"/>
                  </a:ext>
                </a:extLst>
              </p:cNvPr>
              <p:cNvSpPr/>
              <p:nvPr/>
            </p:nvSpPr>
            <p:spPr bwMode="white">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chemeClr val="bg1"/>
              </a:solidFill>
              <a:ln w="544" cap="flat">
                <a:noFill/>
                <a:prstDash val="solid"/>
                <a:miter/>
              </a:ln>
            </p:spPr>
            <p:txBody>
              <a:bodyPr rtlCol="0" anchor="ctr"/>
              <a:lstStyle/>
              <a:p>
                <a:endParaRPr lang="en-US"/>
              </a:p>
            </p:txBody>
          </p:sp>
          <p:sp>
            <p:nvSpPr>
              <p:cNvPr id="34" name="Freihandform: Form 33">
                <a:extLst>
                  <a:ext uri="{FF2B5EF4-FFF2-40B4-BE49-F238E27FC236}">
                    <a16:creationId xmlns:a16="http://schemas.microsoft.com/office/drawing/2014/main" id="{FB63A3CF-9426-4C31-B612-3D07924A3EBE}"/>
                  </a:ext>
                </a:extLst>
              </p:cNvPr>
              <p:cNvSpPr/>
              <p:nvPr/>
            </p:nvSpPr>
            <p:spPr bwMode="white">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chemeClr val="bg1"/>
              </a:solidFill>
              <a:ln w="544" cap="flat">
                <a:noFill/>
                <a:prstDash val="solid"/>
                <a:miter/>
              </a:ln>
            </p:spPr>
            <p:txBody>
              <a:bodyPr rtlCol="0" anchor="ctr"/>
              <a:lstStyle/>
              <a:p>
                <a:endParaRPr lang="en-US"/>
              </a:p>
            </p:txBody>
          </p:sp>
          <p:sp>
            <p:nvSpPr>
              <p:cNvPr id="35" name="Freihandform: Form 34">
                <a:extLst>
                  <a:ext uri="{FF2B5EF4-FFF2-40B4-BE49-F238E27FC236}">
                    <a16:creationId xmlns:a16="http://schemas.microsoft.com/office/drawing/2014/main" id="{7BCD273E-EDF3-4E45-863E-80BDD795FD5E}"/>
                  </a:ext>
                </a:extLst>
              </p:cNvPr>
              <p:cNvSpPr/>
              <p:nvPr/>
            </p:nvSpPr>
            <p:spPr bwMode="white">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chemeClr val="bg1"/>
              </a:solidFill>
              <a:ln w="544" cap="flat">
                <a:noFill/>
                <a:prstDash val="solid"/>
                <a:miter/>
              </a:ln>
            </p:spPr>
            <p:txBody>
              <a:bodyPr rtlCol="0" anchor="ctr"/>
              <a:lstStyle/>
              <a:p>
                <a:endParaRPr lang="en-US"/>
              </a:p>
            </p:txBody>
          </p:sp>
          <p:sp>
            <p:nvSpPr>
              <p:cNvPr id="36" name="Freihandform: Form 35">
                <a:extLst>
                  <a:ext uri="{FF2B5EF4-FFF2-40B4-BE49-F238E27FC236}">
                    <a16:creationId xmlns:a16="http://schemas.microsoft.com/office/drawing/2014/main" id="{04D18A19-1ED2-4DC8-B030-CC093E91C475}"/>
                  </a:ext>
                </a:extLst>
              </p:cNvPr>
              <p:cNvSpPr/>
              <p:nvPr/>
            </p:nvSpPr>
            <p:spPr bwMode="white">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chemeClr val="bg1"/>
              </a:solidFill>
              <a:ln w="544" cap="flat">
                <a:noFill/>
                <a:prstDash val="solid"/>
                <a:miter/>
              </a:ln>
            </p:spPr>
            <p:txBody>
              <a:bodyPr rtlCol="0" anchor="ctr"/>
              <a:lstStyle/>
              <a:p>
                <a:endParaRPr lang="en-US"/>
              </a:p>
            </p:txBody>
          </p:sp>
          <p:sp>
            <p:nvSpPr>
              <p:cNvPr id="37" name="Freihandform: Form 36">
                <a:extLst>
                  <a:ext uri="{FF2B5EF4-FFF2-40B4-BE49-F238E27FC236}">
                    <a16:creationId xmlns:a16="http://schemas.microsoft.com/office/drawing/2014/main" id="{75448FC4-5C7A-43E1-81F4-DF9C4BEAE117}"/>
                  </a:ext>
                </a:extLst>
              </p:cNvPr>
              <p:cNvSpPr/>
              <p:nvPr/>
            </p:nvSpPr>
            <p:spPr bwMode="white">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chemeClr val="bg1"/>
              </a:solidFill>
              <a:ln w="544" cap="flat">
                <a:noFill/>
                <a:prstDash val="solid"/>
                <a:miter/>
              </a:ln>
            </p:spPr>
            <p:txBody>
              <a:bodyPr rtlCol="0" anchor="ctr"/>
              <a:lstStyle/>
              <a:p>
                <a:endParaRPr lang="en-US"/>
              </a:p>
            </p:txBody>
          </p:sp>
        </p:grpSp>
        <p:sp>
          <p:nvSpPr>
            <p:cNvPr id="31" name="Freihandform: Form 30">
              <a:extLst>
                <a:ext uri="{FF2B5EF4-FFF2-40B4-BE49-F238E27FC236}">
                  <a16:creationId xmlns:a16="http://schemas.microsoft.com/office/drawing/2014/main" id="{F1C8C8CD-014C-4780-A48D-3CD803EFA48B}"/>
                </a:ext>
              </a:extLst>
            </p:cNvPr>
            <p:cNvSpPr/>
            <p:nvPr/>
          </p:nvSpPr>
          <p:spPr bwMode="white">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a:p>
          </p:txBody>
        </p:sp>
      </p:grpSp>
      <p:sp>
        <p:nvSpPr>
          <p:cNvPr id="23" name="Textfeld 22">
            <a:extLst>
              <a:ext uri="{FF2B5EF4-FFF2-40B4-BE49-F238E27FC236}">
                <a16:creationId xmlns:a16="http://schemas.microsoft.com/office/drawing/2014/main" id="{BB7C1CD7-FFE2-4D3E-B8D5-03B95F0E4CF6}"/>
              </a:ext>
            </a:extLst>
          </p:cNvPr>
          <p:cNvSpPr txBox="1"/>
          <p:nvPr/>
        </p:nvSpPr>
        <p:spPr>
          <a:xfrm>
            <a:off x="3143250" y="-459432"/>
            <a:ext cx="2520950" cy="432000"/>
          </a:xfrm>
          <a:prstGeom prst="rect">
            <a:avLst/>
          </a:prstGeom>
          <a:solidFill>
            <a:schemeClr val="accent5"/>
          </a:solidFill>
        </p:spPr>
        <p:txBody>
          <a:bodyPr vert="horz" wrap="square" lIns="72000" tIns="0" rIns="720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700" b="0" i="0" u="none" baseline="0">
                <a:solidFill>
                  <a:schemeClr val="bg1"/>
                </a:solidFill>
                <a:latin typeface="Arial" panose="020B0604020202020204" pitchFamily="34" charset="0"/>
              </a:rPr>
              <a:t>To insert a partner logo, please use the area marked by guidelines to the left of the SPORTFI</a:t>
            </a:r>
            <a:r>
              <a:rPr lang="en-US" sz="700" b="0" i="0" u="sng" baseline="0">
                <a:solidFill>
                  <a:schemeClr val="bg1"/>
                </a:solidFill>
                <a:latin typeface="Arial" panose="020B0604020202020204" pitchFamily="34" charset="0"/>
              </a:rPr>
              <a:t>V</a:t>
            </a:r>
            <a:r>
              <a:rPr lang="en-US" sz="700"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1686846410"/>
      </p:ext>
    </p:extLst>
  </p:cSld>
  <p:clrMapOvr>
    <a:masterClrMapping/>
  </p:clrMapOvr>
  <p:extLst>
    <p:ext uri="{DCECCB84-F9BA-43D5-87BE-67443E8EF086}">
      <p15:sldGuideLst xmlns:p15="http://schemas.microsoft.com/office/powerpoint/2012/main">
        <p15:guide id="1" pos="3568">
          <p15:clr>
            <a:srgbClr val="A4A3A4"/>
          </p15:clr>
        </p15:guide>
        <p15:guide id="2" pos="1980">
          <p15:clr>
            <a:srgbClr val="A4A3A4"/>
          </p15:clr>
        </p15:guide>
        <p15:guide id="3" orient="horz" pos="1207">
          <p15:clr>
            <a:srgbClr val="A4A3A4"/>
          </p15:clr>
        </p15:guide>
        <p15:guide id="4" orient="horz" pos="1797">
          <p15:clr>
            <a:srgbClr val="A4A3A4"/>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Title slide | partner | white">
    <p:spTree>
      <p:nvGrpSpPr>
        <p:cNvPr id="1" name=""/>
        <p:cNvGrpSpPr/>
        <p:nvPr/>
      </p:nvGrpSpPr>
      <p:grpSpPr>
        <a:xfrm>
          <a:off x="0" y="0"/>
          <a:ext cx="0" cy="0"/>
          <a:chOff x="0" y="0"/>
          <a:chExt cx="0" cy="0"/>
        </a:xfrm>
      </p:grpSpPr>
      <p:grpSp>
        <p:nvGrpSpPr>
          <p:cNvPr id="5" name="Grafik 3">
            <a:extLst>
              <a:ext uri="{FF2B5EF4-FFF2-40B4-BE49-F238E27FC236}">
                <a16:creationId xmlns:a16="http://schemas.microsoft.com/office/drawing/2014/main" id="{ABACB422-81E3-4CAA-BA55-C6BF2827B5CE}"/>
              </a:ext>
            </a:extLst>
          </p:cNvPr>
          <p:cNvGrpSpPr>
            <a:grpSpLocks noChangeAspect="1"/>
          </p:cNvGrpSpPr>
          <p:nvPr/>
        </p:nvGrpSpPr>
        <p:grpSpPr bwMode="black">
          <a:xfrm>
            <a:off x="5852418" y="1601192"/>
            <a:ext cx="2160000" cy="1429668"/>
            <a:chOff x="8406938" y="1412776"/>
            <a:chExt cx="3126953" cy="2069679"/>
          </a:xfrm>
        </p:grpSpPr>
        <p:sp>
          <p:nvSpPr>
            <p:cNvPr id="6" name="Freihandform: Form 5">
              <a:extLst>
                <a:ext uri="{FF2B5EF4-FFF2-40B4-BE49-F238E27FC236}">
                  <a16:creationId xmlns:a16="http://schemas.microsoft.com/office/drawing/2014/main" id="{44CE8B2F-2260-421B-A021-37A714FFE9EC}"/>
                </a:ext>
              </a:extLst>
            </p:cNvPr>
            <p:cNvSpPr/>
            <p:nvPr/>
          </p:nvSpPr>
          <p:spPr bwMode="black">
            <a:xfrm>
              <a:off x="9668543" y="2530120"/>
              <a:ext cx="363368" cy="487527"/>
            </a:xfrm>
            <a:custGeom>
              <a:avLst/>
              <a:gdLst>
                <a:gd name="connsiteX0" fmla="*/ 0 w 363368"/>
                <a:gd name="connsiteY0" fmla="*/ 487528 h 487527"/>
                <a:gd name="connsiteX1" fmla="*/ 130459 w 363368"/>
                <a:gd name="connsiteY1" fmla="*/ 487528 h 487527"/>
                <a:gd name="connsiteX2" fmla="*/ 130459 w 363368"/>
                <a:gd name="connsiteY2" fmla="*/ 291527 h 487527"/>
                <a:gd name="connsiteX3" fmla="*/ 331147 w 363368"/>
                <a:gd name="connsiteY3" fmla="*/ 291527 h 487527"/>
                <a:gd name="connsiteX4" fmla="*/ 331147 w 363368"/>
                <a:gd name="connsiteY4" fmla="*/ 178535 h 487527"/>
                <a:gd name="connsiteX5" fmla="*/ 130459 w 363368"/>
                <a:gd name="connsiteY5" fmla="*/ 178535 h 487527"/>
                <a:gd name="connsiteX6" fmla="*/ 130459 w 363368"/>
                <a:gd name="connsiteY6" fmla="*/ 113025 h 487527"/>
                <a:gd name="connsiteX7" fmla="*/ 363369 w 363368"/>
                <a:gd name="connsiteY7" fmla="*/ 113025 h 487527"/>
                <a:gd name="connsiteX8" fmla="*/ 363369 w 363368"/>
                <a:gd name="connsiteY8" fmla="*/ 0 h 487527"/>
                <a:gd name="connsiteX9" fmla="*/ 0 w 363368"/>
                <a:gd name="connsiteY9"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63368" h="487527">
                  <a:moveTo>
                    <a:pt x="0" y="487528"/>
                  </a:moveTo>
                  <a:lnTo>
                    <a:pt x="130459" y="487528"/>
                  </a:lnTo>
                  <a:lnTo>
                    <a:pt x="130459" y="291527"/>
                  </a:lnTo>
                  <a:lnTo>
                    <a:pt x="331147" y="291527"/>
                  </a:lnTo>
                  <a:lnTo>
                    <a:pt x="331147" y="178535"/>
                  </a:lnTo>
                  <a:lnTo>
                    <a:pt x="130459" y="178535"/>
                  </a:lnTo>
                  <a:lnTo>
                    <a:pt x="130459" y="113025"/>
                  </a:lnTo>
                  <a:lnTo>
                    <a:pt x="363369" y="113025"/>
                  </a:lnTo>
                  <a:lnTo>
                    <a:pt x="363369" y="0"/>
                  </a:lnTo>
                  <a:lnTo>
                    <a:pt x="0" y="0"/>
                  </a:lnTo>
                  <a:close/>
                </a:path>
              </a:pathLst>
            </a:custGeom>
            <a:solidFill>
              <a:srgbClr val="020203"/>
            </a:solidFill>
            <a:ln w="544" cap="flat">
              <a:noFill/>
              <a:prstDash val="solid"/>
              <a:miter/>
            </a:ln>
          </p:spPr>
          <p:txBody>
            <a:bodyPr rtlCol="0" anchor="ctr"/>
            <a:lstStyle/>
            <a:p>
              <a:endParaRPr lang="en-US"/>
            </a:p>
          </p:txBody>
        </p:sp>
        <p:sp>
          <p:nvSpPr>
            <p:cNvPr id="10" name="Freihandform: Form 9">
              <a:extLst>
                <a:ext uri="{FF2B5EF4-FFF2-40B4-BE49-F238E27FC236}">
                  <a16:creationId xmlns:a16="http://schemas.microsoft.com/office/drawing/2014/main" id="{69D2A442-B77D-44E3-A911-9B730E689972}"/>
                </a:ext>
              </a:extLst>
            </p:cNvPr>
            <p:cNvSpPr/>
            <p:nvPr/>
          </p:nvSpPr>
          <p:spPr bwMode="black">
            <a:xfrm>
              <a:off x="10074663" y="2530120"/>
              <a:ext cx="130453" cy="487527"/>
            </a:xfrm>
            <a:custGeom>
              <a:avLst/>
              <a:gdLst>
                <a:gd name="connsiteX0" fmla="*/ 0 w 130453"/>
                <a:gd name="connsiteY0" fmla="*/ 0 h 487527"/>
                <a:gd name="connsiteX1" fmla="*/ 130453 w 130453"/>
                <a:gd name="connsiteY1" fmla="*/ 0 h 487527"/>
                <a:gd name="connsiteX2" fmla="*/ 130453 w 130453"/>
                <a:gd name="connsiteY2" fmla="*/ 487528 h 487527"/>
                <a:gd name="connsiteX3" fmla="*/ 0 w 130453"/>
                <a:gd name="connsiteY3" fmla="*/ 487528 h 487527"/>
              </a:gdLst>
              <a:ahLst/>
              <a:cxnLst>
                <a:cxn ang="0">
                  <a:pos x="connsiteX0" y="connsiteY0"/>
                </a:cxn>
                <a:cxn ang="0">
                  <a:pos x="connsiteX1" y="connsiteY1"/>
                </a:cxn>
                <a:cxn ang="0">
                  <a:pos x="connsiteX2" y="connsiteY2"/>
                </a:cxn>
                <a:cxn ang="0">
                  <a:pos x="connsiteX3" y="connsiteY3"/>
                </a:cxn>
              </a:cxnLst>
              <a:rect l="l" t="t" r="r" b="b"/>
              <a:pathLst>
                <a:path w="130453" h="487527">
                  <a:moveTo>
                    <a:pt x="0" y="0"/>
                  </a:moveTo>
                  <a:lnTo>
                    <a:pt x="130453" y="0"/>
                  </a:lnTo>
                  <a:lnTo>
                    <a:pt x="130453" y="487528"/>
                  </a:lnTo>
                  <a:lnTo>
                    <a:pt x="0" y="487528"/>
                  </a:lnTo>
                  <a:close/>
                </a:path>
              </a:pathLst>
            </a:custGeom>
            <a:solidFill>
              <a:srgbClr val="020203"/>
            </a:solidFill>
            <a:ln w="544"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0E63A576-795F-4334-B7DA-49729FB3DDF5}"/>
                </a:ext>
              </a:extLst>
            </p:cNvPr>
            <p:cNvSpPr/>
            <p:nvPr/>
          </p:nvSpPr>
          <p:spPr bwMode="black">
            <a:xfrm>
              <a:off x="10242117" y="2530120"/>
              <a:ext cx="477498" cy="487527"/>
            </a:xfrm>
            <a:custGeom>
              <a:avLst/>
              <a:gdLst>
                <a:gd name="connsiteX0" fmla="*/ 238752 w 477498"/>
                <a:gd name="connsiteY0" fmla="*/ 341830 h 487527"/>
                <a:gd name="connsiteX1" fmla="*/ 140019 w 477498"/>
                <a:gd name="connsiteY1" fmla="*/ 0 h 487527"/>
                <a:gd name="connsiteX2" fmla="*/ 0 w 477498"/>
                <a:gd name="connsiteY2" fmla="*/ 0 h 487527"/>
                <a:gd name="connsiteX3" fmla="*/ 160627 w 477498"/>
                <a:gd name="connsiteY3" fmla="*/ 487528 h 487527"/>
                <a:gd name="connsiteX4" fmla="*/ 316861 w 477498"/>
                <a:gd name="connsiteY4" fmla="*/ 487528 h 487527"/>
                <a:gd name="connsiteX5" fmla="*/ 476208 w 477498"/>
                <a:gd name="connsiteY5" fmla="*/ 3953 h 487527"/>
                <a:gd name="connsiteX6" fmla="*/ 477499 w 477498"/>
                <a:gd name="connsiteY6" fmla="*/ 0 h 487527"/>
                <a:gd name="connsiteX7" fmla="*/ 337485 w 477498"/>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77498" h="487527">
                  <a:moveTo>
                    <a:pt x="238752" y="341830"/>
                  </a:moveTo>
                  <a:lnTo>
                    <a:pt x="140019" y="0"/>
                  </a:lnTo>
                  <a:lnTo>
                    <a:pt x="0" y="0"/>
                  </a:lnTo>
                  <a:lnTo>
                    <a:pt x="160627" y="487528"/>
                  </a:lnTo>
                  <a:lnTo>
                    <a:pt x="316861" y="487528"/>
                  </a:lnTo>
                  <a:lnTo>
                    <a:pt x="476208" y="3953"/>
                  </a:lnTo>
                  <a:lnTo>
                    <a:pt x="477499" y="0"/>
                  </a:lnTo>
                  <a:lnTo>
                    <a:pt x="337485" y="0"/>
                  </a:lnTo>
                  <a:close/>
                </a:path>
              </a:pathLst>
            </a:custGeom>
            <a:solidFill>
              <a:srgbClr val="020203"/>
            </a:solidFill>
            <a:ln w="544"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8D168BB0-8396-4367-9999-53BF98AE3393}"/>
                </a:ext>
              </a:extLst>
            </p:cNvPr>
            <p:cNvSpPr/>
            <p:nvPr/>
          </p:nvSpPr>
          <p:spPr bwMode="black">
            <a:xfrm>
              <a:off x="10756394" y="2530120"/>
              <a:ext cx="374099" cy="487549"/>
            </a:xfrm>
            <a:custGeom>
              <a:avLst/>
              <a:gdLst>
                <a:gd name="connsiteX0" fmla="*/ 130453 w 374099"/>
                <a:gd name="connsiteY0" fmla="*/ 374525 h 487549"/>
                <a:gd name="connsiteX1" fmla="*/ 130453 w 374099"/>
                <a:gd name="connsiteY1" fmla="*/ 286866 h 487549"/>
                <a:gd name="connsiteX2" fmla="*/ 339194 w 374099"/>
                <a:gd name="connsiteY2" fmla="*/ 286866 h 487549"/>
                <a:gd name="connsiteX3" fmla="*/ 339194 w 374099"/>
                <a:gd name="connsiteY3" fmla="*/ 173847 h 487549"/>
                <a:gd name="connsiteX4" fmla="*/ 130453 w 374099"/>
                <a:gd name="connsiteY4" fmla="*/ 173847 h 487549"/>
                <a:gd name="connsiteX5" fmla="*/ 130453 w 374099"/>
                <a:gd name="connsiteY5" fmla="*/ 113014 h 487549"/>
                <a:gd name="connsiteX6" fmla="*/ 360657 w 374099"/>
                <a:gd name="connsiteY6" fmla="*/ 113014 h 487549"/>
                <a:gd name="connsiteX7" fmla="*/ 360657 w 374099"/>
                <a:gd name="connsiteY7" fmla="*/ 0 h 487549"/>
                <a:gd name="connsiteX8" fmla="*/ 0 w 374099"/>
                <a:gd name="connsiteY8" fmla="*/ 0 h 487549"/>
                <a:gd name="connsiteX9" fmla="*/ 0 w 374099"/>
                <a:gd name="connsiteY9" fmla="*/ 487549 h 487549"/>
                <a:gd name="connsiteX10" fmla="*/ 374100 w 374099"/>
                <a:gd name="connsiteY10" fmla="*/ 487549 h 487549"/>
                <a:gd name="connsiteX11" fmla="*/ 374100 w 374099"/>
                <a:gd name="connsiteY11" fmla="*/ 374525 h 487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74099" h="487549">
                  <a:moveTo>
                    <a:pt x="130453" y="374525"/>
                  </a:moveTo>
                  <a:lnTo>
                    <a:pt x="130453" y="286866"/>
                  </a:lnTo>
                  <a:lnTo>
                    <a:pt x="339194" y="286866"/>
                  </a:lnTo>
                  <a:lnTo>
                    <a:pt x="339194" y="173847"/>
                  </a:lnTo>
                  <a:lnTo>
                    <a:pt x="130453" y="173847"/>
                  </a:lnTo>
                  <a:lnTo>
                    <a:pt x="130453" y="113014"/>
                  </a:lnTo>
                  <a:lnTo>
                    <a:pt x="360657" y="113014"/>
                  </a:lnTo>
                  <a:lnTo>
                    <a:pt x="360657" y="0"/>
                  </a:lnTo>
                  <a:lnTo>
                    <a:pt x="0" y="0"/>
                  </a:lnTo>
                  <a:lnTo>
                    <a:pt x="0" y="487549"/>
                  </a:lnTo>
                  <a:lnTo>
                    <a:pt x="374100" y="487549"/>
                  </a:lnTo>
                  <a:lnTo>
                    <a:pt x="374100" y="374525"/>
                  </a:lnTo>
                  <a:close/>
                </a:path>
              </a:pathLst>
            </a:custGeom>
            <a:solidFill>
              <a:srgbClr val="020203"/>
            </a:solidFill>
            <a:ln w="544" cap="flat">
              <a:noFill/>
              <a:prstDash val="solid"/>
              <a:miter/>
            </a:ln>
          </p:spPr>
          <p:txBody>
            <a:bodyPr rtlCol="0" anchor="ctr"/>
            <a:lstStyle/>
            <a:p>
              <a:endParaRPr lang="en-US"/>
            </a:p>
          </p:txBody>
        </p:sp>
        <p:grpSp>
          <p:nvGrpSpPr>
            <p:cNvPr id="16" name="Grafik 3">
              <a:extLst>
                <a:ext uri="{FF2B5EF4-FFF2-40B4-BE49-F238E27FC236}">
                  <a16:creationId xmlns:a16="http://schemas.microsoft.com/office/drawing/2014/main" id="{ABACB422-81E3-4CAA-BA55-C6BF2827B5CE}"/>
                </a:ext>
              </a:extLst>
            </p:cNvPr>
            <p:cNvGrpSpPr/>
            <p:nvPr/>
          </p:nvGrpSpPr>
          <p:grpSpPr bwMode="black">
            <a:xfrm>
              <a:off x="8406938" y="1412776"/>
              <a:ext cx="3126953" cy="2069679"/>
              <a:chOff x="8406938" y="1412776"/>
              <a:chExt cx="3126953" cy="2069679"/>
            </a:xfrm>
            <a:solidFill>
              <a:srgbClr val="020203"/>
            </a:solidFill>
          </p:grpSpPr>
          <p:sp>
            <p:nvSpPr>
              <p:cNvPr id="17" name="Freihandform: Form 16">
                <a:extLst>
                  <a:ext uri="{FF2B5EF4-FFF2-40B4-BE49-F238E27FC236}">
                    <a16:creationId xmlns:a16="http://schemas.microsoft.com/office/drawing/2014/main" id="{B979E074-D278-4C4E-9947-CEAC083E9DAF}"/>
                  </a:ext>
                </a:extLst>
              </p:cNvPr>
              <p:cNvSpPr/>
              <p:nvPr/>
            </p:nvSpPr>
            <p:spPr bwMode="black">
              <a:xfrm>
                <a:off x="9260583" y="1897439"/>
                <a:ext cx="420754" cy="503670"/>
              </a:xfrm>
              <a:custGeom>
                <a:avLst/>
                <a:gdLst>
                  <a:gd name="connsiteX0" fmla="*/ 370539 w 420754"/>
                  <a:gd name="connsiteY0" fmla="*/ 236258 h 503670"/>
                  <a:gd name="connsiteX1" fmla="*/ 234140 w 420754"/>
                  <a:gd name="connsiteY1" fmla="*/ 183446 h 503670"/>
                  <a:gd name="connsiteX2" fmla="*/ 212602 w 420754"/>
                  <a:gd name="connsiteY2" fmla="*/ 179411 h 503670"/>
                  <a:gd name="connsiteX3" fmla="*/ 159941 w 420754"/>
                  <a:gd name="connsiteY3" fmla="*/ 161607 h 503670"/>
                  <a:gd name="connsiteX4" fmla="*/ 147582 w 420754"/>
                  <a:gd name="connsiteY4" fmla="*/ 139083 h 503670"/>
                  <a:gd name="connsiteX5" fmla="*/ 157997 w 420754"/>
                  <a:gd name="connsiteY5" fmla="*/ 116891 h 503670"/>
                  <a:gd name="connsiteX6" fmla="*/ 195108 w 420754"/>
                  <a:gd name="connsiteY6" fmla="*/ 107656 h 503670"/>
                  <a:gd name="connsiteX7" fmla="*/ 246522 w 420754"/>
                  <a:gd name="connsiteY7" fmla="*/ 121328 h 503670"/>
                  <a:gd name="connsiteX8" fmla="*/ 274246 w 420754"/>
                  <a:gd name="connsiteY8" fmla="*/ 156582 h 503670"/>
                  <a:gd name="connsiteX9" fmla="*/ 277883 w 420754"/>
                  <a:gd name="connsiteY9" fmla="*/ 166175 h 503670"/>
                  <a:gd name="connsiteX10" fmla="*/ 403550 w 420754"/>
                  <a:gd name="connsiteY10" fmla="*/ 134956 h 503670"/>
                  <a:gd name="connsiteX11" fmla="*/ 398394 w 420754"/>
                  <a:gd name="connsiteY11" fmla="*/ 122553 h 503670"/>
                  <a:gd name="connsiteX12" fmla="*/ 369864 w 420754"/>
                  <a:gd name="connsiteY12" fmla="*/ 74776 h 503670"/>
                  <a:gd name="connsiteX13" fmla="*/ 326634 w 420754"/>
                  <a:gd name="connsiteY13" fmla="*/ 35831 h 503670"/>
                  <a:gd name="connsiteX14" fmla="*/ 268463 w 420754"/>
                  <a:gd name="connsiteY14" fmla="*/ 9539 h 503670"/>
                  <a:gd name="connsiteX15" fmla="*/ 195108 w 420754"/>
                  <a:gd name="connsiteY15" fmla="*/ 0 h 503670"/>
                  <a:gd name="connsiteX16" fmla="*/ 126130 w 420754"/>
                  <a:gd name="connsiteY16" fmla="*/ 9201 h 503670"/>
                  <a:gd name="connsiteX17" fmla="*/ 70192 w 420754"/>
                  <a:gd name="connsiteY17" fmla="*/ 37034 h 503670"/>
                  <a:gd name="connsiteX18" fmla="*/ 33049 w 420754"/>
                  <a:gd name="connsiteY18" fmla="*/ 83020 h 503670"/>
                  <a:gd name="connsiteX19" fmla="*/ 19802 w 420754"/>
                  <a:gd name="connsiteY19" fmla="*/ 144457 h 503670"/>
                  <a:gd name="connsiteX20" fmla="*/ 32401 w 420754"/>
                  <a:gd name="connsiteY20" fmla="*/ 204266 h 503670"/>
                  <a:gd name="connsiteX21" fmla="*/ 69740 w 420754"/>
                  <a:gd name="connsiteY21" fmla="*/ 248329 h 503670"/>
                  <a:gd name="connsiteX22" fmla="*/ 128215 w 420754"/>
                  <a:gd name="connsiteY22" fmla="*/ 278171 h 503670"/>
                  <a:gd name="connsiteX23" fmla="*/ 205736 w 420754"/>
                  <a:gd name="connsiteY23" fmla="*/ 298082 h 503670"/>
                  <a:gd name="connsiteX24" fmla="*/ 227253 w 420754"/>
                  <a:gd name="connsiteY24" fmla="*/ 302117 h 503670"/>
                  <a:gd name="connsiteX25" fmla="*/ 278982 w 420754"/>
                  <a:gd name="connsiteY25" fmla="*/ 322147 h 503670"/>
                  <a:gd name="connsiteX26" fmla="*/ 292294 w 420754"/>
                  <a:gd name="connsiteY26" fmla="*/ 351848 h 503670"/>
                  <a:gd name="connsiteX27" fmla="*/ 278471 w 420754"/>
                  <a:gd name="connsiteY27" fmla="*/ 382719 h 503670"/>
                  <a:gd name="connsiteX28" fmla="*/ 232017 w 420754"/>
                  <a:gd name="connsiteY28" fmla="*/ 396020 h 503670"/>
                  <a:gd name="connsiteX29" fmla="*/ 165870 w 420754"/>
                  <a:gd name="connsiteY29" fmla="*/ 376261 h 503670"/>
                  <a:gd name="connsiteX30" fmla="*/ 128128 w 420754"/>
                  <a:gd name="connsiteY30" fmla="*/ 323187 h 503670"/>
                  <a:gd name="connsiteX31" fmla="*/ 124644 w 420754"/>
                  <a:gd name="connsiteY31" fmla="*/ 313256 h 503670"/>
                  <a:gd name="connsiteX32" fmla="*/ 0 w 420754"/>
                  <a:gd name="connsiteY32" fmla="*/ 344432 h 503670"/>
                  <a:gd name="connsiteX33" fmla="*/ 4372 w 420754"/>
                  <a:gd name="connsiteY33" fmla="*/ 356454 h 503670"/>
                  <a:gd name="connsiteX34" fmla="*/ 35864 w 420754"/>
                  <a:gd name="connsiteY34" fmla="*/ 414493 h 503670"/>
                  <a:gd name="connsiteX35" fmla="*/ 84843 w 420754"/>
                  <a:gd name="connsiteY35" fmla="*/ 461339 h 503670"/>
                  <a:gd name="connsiteX36" fmla="*/ 150092 w 420754"/>
                  <a:gd name="connsiteY36" fmla="*/ 492406 h 503670"/>
                  <a:gd name="connsiteX37" fmla="*/ 232017 w 420754"/>
                  <a:gd name="connsiteY37" fmla="*/ 503671 h 503670"/>
                  <a:gd name="connsiteX38" fmla="*/ 307017 w 420754"/>
                  <a:gd name="connsiteY38" fmla="*/ 492722 h 503670"/>
                  <a:gd name="connsiteX39" fmla="*/ 366750 w 420754"/>
                  <a:gd name="connsiteY39" fmla="*/ 461535 h 503670"/>
                  <a:gd name="connsiteX40" fmla="*/ 406484 w 420754"/>
                  <a:gd name="connsiteY40" fmla="*/ 411956 h 503670"/>
                  <a:gd name="connsiteX41" fmla="*/ 420755 w 420754"/>
                  <a:gd name="connsiteY41" fmla="*/ 346479 h 503670"/>
                  <a:gd name="connsiteX42" fmla="*/ 370539 w 420754"/>
                  <a:gd name="connsiteY42" fmla="*/ 236258 h 503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420754" h="503670">
                    <a:moveTo>
                      <a:pt x="370539" y="236258"/>
                    </a:moveTo>
                    <a:cubicBezTo>
                      <a:pt x="338792" y="212226"/>
                      <a:pt x="292910" y="194460"/>
                      <a:pt x="234140" y="183446"/>
                    </a:cubicBezTo>
                    <a:lnTo>
                      <a:pt x="212602" y="179411"/>
                    </a:lnTo>
                    <a:cubicBezTo>
                      <a:pt x="187611" y="174821"/>
                      <a:pt x="169894" y="168843"/>
                      <a:pt x="159941" y="161607"/>
                    </a:cubicBezTo>
                    <a:cubicBezTo>
                      <a:pt x="151616" y="155586"/>
                      <a:pt x="147582" y="148208"/>
                      <a:pt x="147582" y="139083"/>
                    </a:cubicBezTo>
                    <a:cubicBezTo>
                      <a:pt x="147582" y="129718"/>
                      <a:pt x="150979" y="122471"/>
                      <a:pt x="157997" y="116891"/>
                    </a:cubicBezTo>
                    <a:cubicBezTo>
                      <a:pt x="165691" y="110760"/>
                      <a:pt x="178181" y="107656"/>
                      <a:pt x="195108" y="107656"/>
                    </a:cubicBezTo>
                    <a:cubicBezTo>
                      <a:pt x="216288" y="107656"/>
                      <a:pt x="233596" y="112268"/>
                      <a:pt x="246522" y="121328"/>
                    </a:cubicBezTo>
                    <a:cubicBezTo>
                      <a:pt x="259692" y="130584"/>
                      <a:pt x="268757" y="142099"/>
                      <a:pt x="274246" y="156582"/>
                    </a:cubicBezTo>
                    <a:lnTo>
                      <a:pt x="277883" y="166175"/>
                    </a:lnTo>
                    <a:lnTo>
                      <a:pt x="403550" y="134956"/>
                    </a:lnTo>
                    <a:lnTo>
                      <a:pt x="398394" y="122553"/>
                    </a:lnTo>
                    <a:cubicBezTo>
                      <a:pt x="391278" y="105549"/>
                      <a:pt x="381695" y="89466"/>
                      <a:pt x="369864" y="74776"/>
                    </a:cubicBezTo>
                    <a:cubicBezTo>
                      <a:pt x="357984" y="60043"/>
                      <a:pt x="343452" y="46944"/>
                      <a:pt x="326634" y="35831"/>
                    </a:cubicBezTo>
                    <a:cubicBezTo>
                      <a:pt x="309815" y="24708"/>
                      <a:pt x="290242" y="15855"/>
                      <a:pt x="268463" y="9539"/>
                    </a:cubicBezTo>
                    <a:cubicBezTo>
                      <a:pt x="246718" y="3212"/>
                      <a:pt x="222032" y="0"/>
                      <a:pt x="195108" y="0"/>
                    </a:cubicBezTo>
                    <a:cubicBezTo>
                      <a:pt x="170444" y="0"/>
                      <a:pt x="147233" y="3093"/>
                      <a:pt x="126130" y="9201"/>
                    </a:cubicBezTo>
                    <a:cubicBezTo>
                      <a:pt x="104635" y="15419"/>
                      <a:pt x="85818" y="24773"/>
                      <a:pt x="70192" y="37034"/>
                    </a:cubicBezTo>
                    <a:cubicBezTo>
                      <a:pt x="54337" y="49481"/>
                      <a:pt x="41847" y="64954"/>
                      <a:pt x="33049" y="83020"/>
                    </a:cubicBezTo>
                    <a:cubicBezTo>
                      <a:pt x="24272" y="101085"/>
                      <a:pt x="19802" y="121758"/>
                      <a:pt x="19802" y="144457"/>
                    </a:cubicBezTo>
                    <a:cubicBezTo>
                      <a:pt x="19802" y="167177"/>
                      <a:pt x="24033" y="187295"/>
                      <a:pt x="32401" y="204266"/>
                    </a:cubicBezTo>
                    <a:cubicBezTo>
                      <a:pt x="40780" y="221280"/>
                      <a:pt x="53352" y="236111"/>
                      <a:pt x="69740" y="248329"/>
                    </a:cubicBezTo>
                    <a:cubicBezTo>
                      <a:pt x="85617" y="260188"/>
                      <a:pt x="105288" y="270227"/>
                      <a:pt x="128215" y="278171"/>
                    </a:cubicBezTo>
                    <a:cubicBezTo>
                      <a:pt x="150527" y="285919"/>
                      <a:pt x="176613" y="292627"/>
                      <a:pt x="205736" y="298082"/>
                    </a:cubicBezTo>
                    <a:lnTo>
                      <a:pt x="227253" y="302117"/>
                    </a:lnTo>
                    <a:cubicBezTo>
                      <a:pt x="251852" y="306619"/>
                      <a:pt x="269237" y="313381"/>
                      <a:pt x="278982" y="322147"/>
                    </a:cubicBezTo>
                    <a:cubicBezTo>
                      <a:pt x="287933" y="330222"/>
                      <a:pt x="292294" y="339951"/>
                      <a:pt x="292294" y="351848"/>
                    </a:cubicBezTo>
                    <a:cubicBezTo>
                      <a:pt x="292294" y="363848"/>
                      <a:pt x="287781" y="373953"/>
                      <a:pt x="278471" y="382719"/>
                    </a:cubicBezTo>
                    <a:cubicBezTo>
                      <a:pt x="269095" y="391528"/>
                      <a:pt x="253480" y="396020"/>
                      <a:pt x="232017" y="396020"/>
                    </a:cubicBezTo>
                    <a:cubicBezTo>
                      <a:pt x="205224" y="396020"/>
                      <a:pt x="182972" y="389356"/>
                      <a:pt x="165870" y="376261"/>
                    </a:cubicBezTo>
                    <a:cubicBezTo>
                      <a:pt x="148529" y="362938"/>
                      <a:pt x="135821" y="345085"/>
                      <a:pt x="128128" y="323187"/>
                    </a:cubicBezTo>
                    <a:lnTo>
                      <a:pt x="124644" y="313256"/>
                    </a:lnTo>
                    <a:lnTo>
                      <a:pt x="0" y="344432"/>
                    </a:lnTo>
                    <a:lnTo>
                      <a:pt x="4372" y="356454"/>
                    </a:lnTo>
                    <a:cubicBezTo>
                      <a:pt x="11880" y="377105"/>
                      <a:pt x="22459" y="396635"/>
                      <a:pt x="35864" y="414493"/>
                    </a:cubicBezTo>
                    <a:cubicBezTo>
                      <a:pt x="49307" y="432417"/>
                      <a:pt x="65782" y="448185"/>
                      <a:pt x="84843" y="461339"/>
                    </a:cubicBezTo>
                    <a:cubicBezTo>
                      <a:pt x="103878" y="474510"/>
                      <a:pt x="125825" y="484941"/>
                      <a:pt x="150092" y="492406"/>
                    </a:cubicBezTo>
                    <a:cubicBezTo>
                      <a:pt x="174353" y="499871"/>
                      <a:pt x="201903" y="503671"/>
                      <a:pt x="232017" y="503671"/>
                    </a:cubicBezTo>
                    <a:cubicBezTo>
                      <a:pt x="259033" y="503671"/>
                      <a:pt x="284264" y="499969"/>
                      <a:pt x="307017" y="492722"/>
                    </a:cubicBezTo>
                    <a:cubicBezTo>
                      <a:pt x="329933" y="485388"/>
                      <a:pt x="350040" y="474907"/>
                      <a:pt x="366750" y="461535"/>
                    </a:cubicBezTo>
                    <a:cubicBezTo>
                      <a:pt x="383677" y="448005"/>
                      <a:pt x="397065" y="431306"/>
                      <a:pt x="406484" y="411956"/>
                    </a:cubicBezTo>
                    <a:cubicBezTo>
                      <a:pt x="415947" y="392568"/>
                      <a:pt x="420755" y="370528"/>
                      <a:pt x="420755" y="346479"/>
                    </a:cubicBezTo>
                    <a:cubicBezTo>
                      <a:pt x="420749" y="298578"/>
                      <a:pt x="403866" y="261489"/>
                      <a:pt x="370539" y="236258"/>
                    </a:cubicBezTo>
                  </a:path>
                </a:pathLst>
              </a:custGeom>
              <a:solidFill>
                <a:srgbClr val="020203"/>
              </a:solidFill>
              <a:ln w="544"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1130F08E-2A7B-40BC-B58B-D5683F8D2CA4}"/>
                  </a:ext>
                </a:extLst>
              </p:cNvPr>
              <p:cNvSpPr/>
              <p:nvPr/>
            </p:nvSpPr>
            <p:spPr bwMode="black">
              <a:xfrm>
                <a:off x="10141082" y="1897461"/>
                <a:ext cx="504993" cy="503638"/>
              </a:xfrm>
              <a:custGeom>
                <a:avLst/>
                <a:gdLst>
                  <a:gd name="connsiteX0" fmla="*/ 202170 w 504993"/>
                  <a:gd name="connsiteY0" fmla="*/ 123081 h 503638"/>
                  <a:gd name="connsiteX1" fmla="*/ 252516 w 504993"/>
                  <a:gd name="connsiteY1" fmla="*/ 113030 h 503638"/>
                  <a:gd name="connsiteX2" fmla="*/ 302841 w 504993"/>
                  <a:gd name="connsiteY2" fmla="*/ 123081 h 503638"/>
                  <a:gd name="connsiteX3" fmla="*/ 341111 w 504993"/>
                  <a:gd name="connsiteY3" fmla="*/ 151317 h 503638"/>
                  <a:gd name="connsiteX4" fmla="*/ 365742 w 504993"/>
                  <a:gd name="connsiteY4" fmla="*/ 195146 h 503638"/>
                  <a:gd name="connsiteX5" fmla="*/ 374541 w 504993"/>
                  <a:gd name="connsiteY5" fmla="*/ 251830 h 503638"/>
                  <a:gd name="connsiteX6" fmla="*/ 365742 w 504993"/>
                  <a:gd name="connsiteY6" fmla="*/ 308514 h 503638"/>
                  <a:gd name="connsiteX7" fmla="*/ 341111 w 504993"/>
                  <a:gd name="connsiteY7" fmla="*/ 352321 h 503638"/>
                  <a:gd name="connsiteX8" fmla="*/ 302841 w 504993"/>
                  <a:gd name="connsiteY8" fmla="*/ 380557 h 503638"/>
                  <a:gd name="connsiteX9" fmla="*/ 252516 w 504993"/>
                  <a:gd name="connsiteY9" fmla="*/ 390635 h 503638"/>
                  <a:gd name="connsiteX10" fmla="*/ 202170 w 504993"/>
                  <a:gd name="connsiteY10" fmla="*/ 380557 h 503638"/>
                  <a:gd name="connsiteX11" fmla="*/ 163899 w 504993"/>
                  <a:gd name="connsiteY11" fmla="*/ 352321 h 503638"/>
                  <a:gd name="connsiteX12" fmla="*/ 139257 w 504993"/>
                  <a:gd name="connsiteY12" fmla="*/ 308514 h 503638"/>
                  <a:gd name="connsiteX13" fmla="*/ 130480 w 504993"/>
                  <a:gd name="connsiteY13" fmla="*/ 251830 h 503638"/>
                  <a:gd name="connsiteX14" fmla="*/ 139257 w 504993"/>
                  <a:gd name="connsiteY14" fmla="*/ 195146 h 503638"/>
                  <a:gd name="connsiteX15" fmla="*/ 163899 w 504993"/>
                  <a:gd name="connsiteY15" fmla="*/ 151317 h 503638"/>
                  <a:gd name="connsiteX16" fmla="*/ 202170 w 504993"/>
                  <a:gd name="connsiteY16" fmla="*/ 123081 h 503638"/>
                  <a:gd name="connsiteX17" fmla="*/ 432439 w 504993"/>
                  <a:gd name="connsiteY17" fmla="*/ 70127 h 503638"/>
                  <a:gd name="connsiteX18" fmla="*/ 352414 w 504993"/>
                  <a:gd name="connsiteY18" fmla="*/ 18261 h 503638"/>
                  <a:gd name="connsiteX19" fmla="*/ 252511 w 504993"/>
                  <a:gd name="connsiteY19" fmla="*/ 0 h 503638"/>
                  <a:gd name="connsiteX20" fmla="*/ 152585 w 504993"/>
                  <a:gd name="connsiteY20" fmla="*/ 18261 h 503638"/>
                  <a:gd name="connsiteX21" fmla="*/ 72550 w 504993"/>
                  <a:gd name="connsiteY21" fmla="*/ 70127 h 503638"/>
                  <a:gd name="connsiteX22" fmla="*/ 19334 w 504993"/>
                  <a:gd name="connsiteY22" fmla="*/ 150054 h 503638"/>
                  <a:gd name="connsiteX23" fmla="*/ 0 w 504993"/>
                  <a:gd name="connsiteY23" fmla="*/ 251835 h 503638"/>
                  <a:gd name="connsiteX24" fmla="*/ 19356 w 504993"/>
                  <a:gd name="connsiteY24" fmla="*/ 353955 h 503638"/>
                  <a:gd name="connsiteX25" fmla="*/ 72550 w 504993"/>
                  <a:gd name="connsiteY25" fmla="*/ 433544 h 503638"/>
                  <a:gd name="connsiteX26" fmla="*/ 152585 w 504993"/>
                  <a:gd name="connsiteY26" fmla="*/ 485388 h 503638"/>
                  <a:gd name="connsiteX27" fmla="*/ 252511 w 504993"/>
                  <a:gd name="connsiteY27" fmla="*/ 503638 h 503638"/>
                  <a:gd name="connsiteX28" fmla="*/ 352414 w 504993"/>
                  <a:gd name="connsiteY28" fmla="*/ 485388 h 503638"/>
                  <a:gd name="connsiteX29" fmla="*/ 432439 w 504993"/>
                  <a:gd name="connsiteY29" fmla="*/ 433544 h 503638"/>
                  <a:gd name="connsiteX30" fmla="*/ 485633 w 504993"/>
                  <a:gd name="connsiteY30" fmla="*/ 353955 h 503638"/>
                  <a:gd name="connsiteX31" fmla="*/ 504994 w 504993"/>
                  <a:gd name="connsiteY31" fmla="*/ 251835 h 503638"/>
                  <a:gd name="connsiteX32" fmla="*/ 485655 w 504993"/>
                  <a:gd name="connsiteY32" fmla="*/ 150054 h 503638"/>
                  <a:gd name="connsiteX33" fmla="*/ 432439 w 504993"/>
                  <a:gd name="connsiteY33" fmla="*/ 70127 h 503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04993" h="503638">
                    <a:moveTo>
                      <a:pt x="202170" y="123081"/>
                    </a:moveTo>
                    <a:cubicBezTo>
                      <a:pt x="217153" y="116406"/>
                      <a:pt x="234091" y="113030"/>
                      <a:pt x="252516" y="113030"/>
                    </a:cubicBezTo>
                    <a:cubicBezTo>
                      <a:pt x="270897" y="113030"/>
                      <a:pt x="287857" y="116406"/>
                      <a:pt x="302841" y="123081"/>
                    </a:cubicBezTo>
                    <a:cubicBezTo>
                      <a:pt x="317759" y="129767"/>
                      <a:pt x="330652" y="139252"/>
                      <a:pt x="341111" y="151317"/>
                    </a:cubicBezTo>
                    <a:cubicBezTo>
                      <a:pt x="351690" y="163556"/>
                      <a:pt x="360004" y="178306"/>
                      <a:pt x="365742" y="195146"/>
                    </a:cubicBezTo>
                    <a:cubicBezTo>
                      <a:pt x="371590" y="212226"/>
                      <a:pt x="374541" y="231282"/>
                      <a:pt x="374541" y="251830"/>
                    </a:cubicBezTo>
                    <a:cubicBezTo>
                      <a:pt x="374541" y="272351"/>
                      <a:pt x="371590" y="291434"/>
                      <a:pt x="365742" y="308514"/>
                    </a:cubicBezTo>
                    <a:cubicBezTo>
                      <a:pt x="360004" y="325332"/>
                      <a:pt x="351690" y="340082"/>
                      <a:pt x="341111" y="352321"/>
                    </a:cubicBezTo>
                    <a:cubicBezTo>
                      <a:pt x="330630" y="364408"/>
                      <a:pt x="317759" y="373893"/>
                      <a:pt x="302841" y="380557"/>
                    </a:cubicBezTo>
                    <a:cubicBezTo>
                      <a:pt x="287857" y="387232"/>
                      <a:pt x="270897" y="390635"/>
                      <a:pt x="252516" y="390635"/>
                    </a:cubicBezTo>
                    <a:cubicBezTo>
                      <a:pt x="234091" y="390635"/>
                      <a:pt x="217153" y="387238"/>
                      <a:pt x="202170" y="380557"/>
                    </a:cubicBezTo>
                    <a:cubicBezTo>
                      <a:pt x="187230" y="373893"/>
                      <a:pt x="174358" y="364387"/>
                      <a:pt x="163899" y="352321"/>
                    </a:cubicBezTo>
                    <a:cubicBezTo>
                      <a:pt x="153288" y="340082"/>
                      <a:pt x="145006" y="325354"/>
                      <a:pt x="139257" y="308514"/>
                    </a:cubicBezTo>
                    <a:cubicBezTo>
                      <a:pt x="133420" y="291456"/>
                      <a:pt x="130480" y="272400"/>
                      <a:pt x="130480" y="251830"/>
                    </a:cubicBezTo>
                    <a:cubicBezTo>
                      <a:pt x="130480" y="231266"/>
                      <a:pt x="133420" y="212182"/>
                      <a:pt x="139257" y="195146"/>
                    </a:cubicBezTo>
                    <a:cubicBezTo>
                      <a:pt x="145006" y="178306"/>
                      <a:pt x="153288" y="163556"/>
                      <a:pt x="163899" y="151317"/>
                    </a:cubicBezTo>
                    <a:cubicBezTo>
                      <a:pt x="174358" y="139257"/>
                      <a:pt x="187230" y="129773"/>
                      <a:pt x="202170" y="123081"/>
                    </a:cubicBezTo>
                    <a:moveTo>
                      <a:pt x="432439" y="70127"/>
                    </a:moveTo>
                    <a:cubicBezTo>
                      <a:pt x="409947" y="47869"/>
                      <a:pt x="383034" y="30435"/>
                      <a:pt x="352414" y="18261"/>
                    </a:cubicBezTo>
                    <a:cubicBezTo>
                      <a:pt x="321848" y="6152"/>
                      <a:pt x="288249" y="0"/>
                      <a:pt x="252511" y="0"/>
                    </a:cubicBezTo>
                    <a:cubicBezTo>
                      <a:pt x="216756" y="0"/>
                      <a:pt x="183130" y="6152"/>
                      <a:pt x="152585" y="18261"/>
                    </a:cubicBezTo>
                    <a:cubicBezTo>
                      <a:pt x="121965" y="30435"/>
                      <a:pt x="95041" y="47864"/>
                      <a:pt x="72550" y="70127"/>
                    </a:cubicBezTo>
                    <a:cubicBezTo>
                      <a:pt x="50096" y="92352"/>
                      <a:pt x="32183" y="119248"/>
                      <a:pt x="19334" y="150054"/>
                    </a:cubicBezTo>
                    <a:cubicBezTo>
                      <a:pt x="6506" y="180870"/>
                      <a:pt x="0" y="215106"/>
                      <a:pt x="0" y="251835"/>
                    </a:cubicBezTo>
                    <a:cubicBezTo>
                      <a:pt x="0" y="289055"/>
                      <a:pt x="6523" y="323389"/>
                      <a:pt x="19356" y="353955"/>
                    </a:cubicBezTo>
                    <a:cubicBezTo>
                      <a:pt x="32183" y="384532"/>
                      <a:pt x="50096" y="411303"/>
                      <a:pt x="72550" y="433544"/>
                    </a:cubicBezTo>
                    <a:cubicBezTo>
                      <a:pt x="95063" y="455791"/>
                      <a:pt x="121987" y="473257"/>
                      <a:pt x="152585" y="485388"/>
                    </a:cubicBezTo>
                    <a:cubicBezTo>
                      <a:pt x="183130" y="497497"/>
                      <a:pt x="216729" y="503638"/>
                      <a:pt x="252511" y="503638"/>
                    </a:cubicBezTo>
                    <a:cubicBezTo>
                      <a:pt x="288244" y="503638"/>
                      <a:pt x="321870" y="497497"/>
                      <a:pt x="352414" y="485388"/>
                    </a:cubicBezTo>
                    <a:cubicBezTo>
                      <a:pt x="383013" y="473235"/>
                      <a:pt x="409947" y="455796"/>
                      <a:pt x="432439" y="433544"/>
                    </a:cubicBezTo>
                    <a:cubicBezTo>
                      <a:pt x="454882" y="411330"/>
                      <a:pt x="472783" y="384554"/>
                      <a:pt x="485633" y="353955"/>
                    </a:cubicBezTo>
                    <a:cubicBezTo>
                      <a:pt x="498482" y="323345"/>
                      <a:pt x="504994" y="289011"/>
                      <a:pt x="504994" y="251835"/>
                    </a:cubicBezTo>
                    <a:cubicBezTo>
                      <a:pt x="504994" y="215128"/>
                      <a:pt x="498482" y="180892"/>
                      <a:pt x="485655" y="150054"/>
                    </a:cubicBezTo>
                    <a:cubicBezTo>
                      <a:pt x="472783" y="119248"/>
                      <a:pt x="454882" y="92341"/>
                      <a:pt x="432439" y="70127"/>
                    </a:cubicBezTo>
                  </a:path>
                </a:pathLst>
              </a:custGeom>
              <a:solidFill>
                <a:srgbClr val="020203"/>
              </a:solidFill>
              <a:ln w="544" cap="flat">
                <a:noFill/>
                <a:prstDash val="solid"/>
                <a:miter/>
              </a:ln>
            </p:spPr>
            <p:txBody>
              <a:bodyPr rtlCol="0" anchor="ctr"/>
              <a:lstStyle/>
              <a:p>
                <a:endParaRPr lang="en-US"/>
              </a:p>
            </p:txBody>
          </p:sp>
          <p:sp>
            <p:nvSpPr>
              <p:cNvPr id="19" name="Freihandform: Form 18">
                <a:extLst>
                  <a:ext uri="{FF2B5EF4-FFF2-40B4-BE49-F238E27FC236}">
                    <a16:creationId xmlns:a16="http://schemas.microsoft.com/office/drawing/2014/main" id="{95F5BDA4-1C10-4772-8B98-A686A1052CA6}"/>
                  </a:ext>
                </a:extLst>
              </p:cNvPr>
              <p:cNvSpPr/>
              <p:nvPr/>
            </p:nvSpPr>
            <p:spPr bwMode="black">
              <a:xfrm>
                <a:off x="10688396" y="1905514"/>
                <a:ext cx="423313" cy="487527"/>
              </a:xfrm>
              <a:custGeom>
                <a:avLst/>
                <a:gdLst>
                  <a:gd name="connsiteX0" fmla="*/ 267130 w 423313"/>
                  <a:gd name="connsiteY0" fmla="*/ 152509 h 487527"/>
                  <a:gd name="connsiteX1" fmla="*/ 255734 w 423313"/>
                  <a:gd name="connsiteY1" fmla="*/ 180571 h 487527"/>
                  <a:gd name="connsiteX2" fmla="*/ 218928 w 423313"/>
                  <a:gd name="connsiteY2" fmla="*/ 191956 h 487527"/>
                  <a:gd name="connsiteX3" fmla="*/ 130470 w 423313"/>
                  <a:gd name="connsiteY3" fmla="*/ 191956 h 487527"/>
                  <a:gd name="connsiteX4" fmla="*/ 130470 w 423313"/>
                  <a:gd name="connsiteY4" fmla="*/ 113025 h 487527"/>
                  <a:gd name="connsiteX5" fmla="*/ 218928 w 423313"/>
                  <a:gd name="connsiteY5" fmla="*/ 113025 h 487527"/>
                  <a:gd name="connsiteX6" fmla="*/ 255734 w 423313"/>
                  <a:gd name="connsiteY6" fmla="*/ 124410 h 487527"/>
                  <a:gd name="connsiteX7" fmla="*/ 267130 w 423313"/>
                  <a:gd name="connsiteY7" fmla="*/ 152509 h 487527"/>
                  <a:gd name="connsiteX8" fmla="*/ 372058 w 423313"/>
                  <a:gd name="connsiteY8" fmla="*/ 230650 h 487527"/>
                  <a:gd name="connsiteX9" fmla="*/ 397588 w 423313"/>
                  <a:gd name="connsiteY9" fmla="*/ 147783 h 487527"/>
                  <a:gd name="connsiteX10" fmla="*/ 385523 w 423313"/>
                  <a:gd name="connsiteY10" fmla="*/ 88039 h 487527"/>
                  <a:gd name="connsiteX11" fmla="*/ 349877 w 423313"/>
                  <a:gd name="connsiteY11" fmla="*/ 40976 h 487527"/>
                  <a:gd name="connsiteX12" fmla="*/ 293291 w 423313"/>
                  <a:gd name="connsiteY12" fmla="*/ 10628 h 487527"/>
                  <a:gd name="connsiteX13" fmla="*/ 218928 w 423313"/>
                  <a:gd name="connsiteY13" fmla="*/ 0 h 487527"/>
                  <a:gd name="connsiteX14" fmla="*/ 0 w 423313"/>
                  <a:gd name="connsiteY14" fmla="*/ 0 h 487527"/>
                  <a:gd name="connsiteX15" fmla="*/ 0 w 423313"/>
                  <a:gd name="connsiteY15" fmla="*/ 487528 h 487527"/>
                  <a:gd name="connsiteX16" fmla="*/ 130464 w 423313"/>
                  <a:gd name="connsiteY16" fmla="*/ 487528 h 487527"/>
                  <a:gd name="connsiteX17" fmla="*/ 130464 w 423313"/>
                  <a:gd name="connsiteY17" fmla="*/ 304980 h 487527"/>
                  <a:gd name="connsiteX18" fmla="*/ 192870 w 423313"/>
                  <a:gd name="connsiteY18" fmla="*/ 304980 h 487527"/>
                  <a:gd name="connsiteX19" fmla="*/ 280126 w 423313"/>
                  <a:gd name="connsiteY19" fmla="*/ 487528 h 487527"/>
                  <a:gd name="connsiteX20" fmla="*/ 423314 w 423313"/>
                  <a:gd name="connsiteY20" fmla="*/ 487528 h 487527"/>
                  <a:gd name="connsiteX21" fmla="*/ 320079 w 423313"/>
                  <a:gd name="connsiteY21" fmla="*/ 276173 h 487527"/>
                  <a:gd name="connsiteX22" fmla="*/ 372058 w 423313"/>
                  <a:gd name="connsiteY22" fmla="*/ 23065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23313" h="487527">
                    <a:moveTo>
                      <a:pt x="267130" y="152509"/>
                    </a:moveTo>
                    <a:cubicBezTo>
                      <a:pt x="267130" y="163720"/>
                      <a:pt x="263416" y="172921"/>
                      <a:pt x="255734" y="180571"/>
                    </a:cubicBezTo>
                    <a:cubicBezTo>
                      <a:pt x="248193" y="188133"/>
                      <a:pt x="235790" y="191956"/>
                      <a:pt x="218928" y="191956"/>
                    </a:cubicBezTo>
                    <a:lnTo>
                      <a:pt x="130470" y="191956"/>
                    </a:lnTo>
                    <a:lnTo>
                      <a:pt x="130470" y="113025"/>
                    </a:lnTo>
                    <a:lnTo>
                      <a:pt x="218928" y="113025"/>
                    </a:lnTo>
                    <a:cubicBezTo>
                      <a:pt x="235790" y="113025"/>
                      <a:pt x="248193" y="116847"/>
                      <a:pt x="255734" y="124410"/>
                    </a:cubicBezTo>
                    <a:cubicBezTo>
                      <a:pt x="263416" y="132076"/>
                      <a:pt x="267130" y="141266"/>
                      <a:pt x="267130" y="152509"/>
                    </a:cubicBezTo>
                    <a:moveTo>
                      <a:pt x="372058" y="230650"/>
                    </a:moveTo>
                    <a:cubicBezTo>
                      <a:pt x="389007" y="208545"/>
                      <a:pt x="397588" y="180669"/>
                      <a:pt x="397588" y="147783"/>
                    </a:cubicBezTo>
                    <a:cubicBezTo>
                      <a:pt x="397588" y="126125"/>
                      <a:pt x="393532" y="106029"/>
                      <a:pt x="385523" y="88039"/>
                    </a:cubicBezTo>
                    <a:cubicBezTo>
                      <a:pt x="377448" y="69963"/>
                      <a:pt x="365459" y="54141"/>
                      <a:pt x="349877" y="40976"/>
                    </a:cubicBezTo>
                    <a:cubicBezTo>
                      <a:pt x="334468" y="27985"/>
                      <a:pt x="315423" y="17777"/>
                      <a:pt x="293291" y="10628"/>
                    </a:cubicBezTo>
                    <a:cubicBezTo>
                      <a:pt x="271447" y="3577"/>
                      <a:pt x="246424" y="0"/>
                      <a:pt x="218928" y="0"/>
                    </a:cubicBezTo>
                    <a:lnTo>
                      <a:pt x="0" y="0"/>
                    </a:lnTo>
                    <a:lnTo>
                      <a:pt x="0" y="487528"/>
                    </a:lnTo>
                    <a:lnTo>
                      <a:pt x="130464" y="487528"/>
                    </a:lnTo>
                    <a:lnTo>
                      <a:pt x="130464" y="304980"/>
                    </a:lnTo>
                    <a:lnTo>
                      <a:pt x="192870" y="304980"/>
                    </a:lnTo>
                    <a:lnTo>
                      <a:pt x="280126" y="487528"/>
                    </a:lnTo>
                    <a:lnTo>
                      <a:pt x="423314" y="487528"/>
                    </a:lnTo>
                    <a:lnTo>
                      <a:pt x="320079" y="276173"/>
                    </a:lnTo>
                    <a:cubicBezTo>
                      <a:pt x="340447" y="264407"/>
                      <a:pt x="357940" y="249086"/>
                      <a:pt x="372058" y="230650"/>
                    </a:cubicBezTo>
                  </a:path>
                </a:pathLst>
              </a:custGeom>
              <a:solidFill>
                <a:srgbClr val="020203"/>
              </a:solidFill>
              <a:ln w="544" cap="flat">
                <a:noFill/>
                <a:prstDash val="solid"/>
                <a:miter/>
              </a:ln>
            </p:spPr>
            <p:txBody>
              <a:bodyPr rtlCol="0" anchor="ctr"/>
              <a:lstStyle/>
              <a:p>
                <a:endParaRPr lang="en-US"/>
              </a:p>
            </p:txBody>
          </p:sp>
          <p:sp>
            <p:nvSpPr>
              <p:cNvPr id="20" name="Freihandform: Form 19">
                <a:extLst>
                  <a:ext uri="{FF2B5EF4-FFF2-40B4-BE49-F238E27FC236}">
                    <a16:creationId xmlns:a16="http://schemas.microsoft.com/office/drawing/2014/main" id="{0D7DAD39-6282-4458-BF0A-3B03B701EC08}"/>
                  </a:ext>
                </a:extLst>
              </p:cNvPr>
              <p:cNvSpPr/>
              <p:nvPr/>
            </p:nvSpPr>
            <p:spPr bwMode="black">
              <a:xfrm>
                <a:off x="11116845" y="1905514"/>
                <a:ext cx="417046" cy="487527"/>
              </a:xfrm>
              <a:custGeom>
                <a:avLst/>
                <a:gdLst>
                  <a:gd name="connsiteX0" fmla="*/ 0 w 417046"/>
                  <a:gd name="connsiteY0" fmla="*/ 113025 h 487527"/>
                  <a:gd name="connsiteX1" fmla="*/ 142965 w 417046"/>
                  <a:gd name="connsiteY1" fmla="*/ 113025 h 487527"/>
                  <a:gd name="connsiteX2" fmla="*/ 142965 w 417046"/>
                  <a:gd name="connsiteY2" fmla="*/ 487528 h 487527"/>
                  <a:gd name="connsiteX3" fmla="*/ 273423 w 417046"/>
                  <a:gd name="connsiteY3" fmla="*/ 487528 h 487527"/>
                  <a:gd name="connsiteX4" fmla="*/ 273423 w 417046"/>
                  <a:gd name="connsiteY4" fmla="*/ 113025 h 487527"/>
                  <a:gd name="connsiteX5" fmla="*/ 417047 w 417046"/>
                  <a:gd name="connsiteY5" fmla="*/ 113025 h 487527"/>
                  <a:gd name="connsiteX6" fmla="*/ 417047 w 417046"/>
                  <a:gd name="connsiteY6" fmla="*/ 0 h 487527"/>
                  <a:gd name="connsiteX7" fmla="*/ 0 w 417046"/>
                  <a:gd name="connsiteY7" fmla="*/ 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17046" h="487527">
                    <a:moveTo>
                      <a:pt x="0" y="113025"/>
                    </a:moveTo>
                    <a:lnTo>
                      <a:pt x="142965" y="113025"/>
                    </a:lnTo>
                    <a:lnTo>
                      <a:pt x="142965" y="487528"/>
                    </a:lnTo>
                    <a:lnTo>
                      <a:pt x="273423" y="487528"/>
                    </a:lnTo>
                    <a:lnTo>
                      <a:pt x="273423" y="113025"/>
                    </a:lnTo>
                    <a:lnTo>
                      <a:pt x="417047" y="113025"/>
                    </a:lnTo>
                    <a:lnTo>
                      <a:pt x="417047" y="0"/>
                    </a:lnTo>
                    <a:lnTo>
                      <a:pt x="0" y="0"/>
                    </a:lnTo>
                    <a:close/>
                  </a:path>
                </a:pathLst>
              </a:custGeom>
              <a:solidFill>
                <a:srgbClr val="020203"/>
              </a:solidFill>
              <a:ln w="544" cap="flat">
                <a:noFill/>
                <a:prstDash val="solid"/>
                <a:miter/>
              </a:ln>
            </p:spPr>
            <p:txBody>
              <a:bodyPr rtlCol="0" anchor="ctr"/>
              <a:lstStyle/>
              <a:p>
                <a:endParaRPr lang="en-US"/>
              </a:p>
            </p:txBody>
          </p:sp>
          <p:sp>
            <p:nvSpPr>
              <p:cNvPr id="21" name="Freihandform: Form 20">
                <a:extLst>
                  <a:ext uri="{FF2B5EF4-FFF2-40B4-BE49-F238E27FC236}">
                    <a16:creationId xmlns:a16="http://schemas.microsoft.com/office/drawing/2014/main" id="{A289F4F2-BF6D-4CA5-A582-869B5C80B9A1}"/>
                  </a:ext>
                </a:extLst>
              </p:cNvPr>
              <p:cNvSpPr/>
              <p:nvPr/>
            </p:nvSpPr>
            <p:spPr bwMode="black">
              <a:xfrm>
                <a:off x="9724182" y="1905519"/>
                <a:ext cx="386851" cy="487527"/>
              </a:xfrm>
              <a:custGeom>
                <a:avLst/>
                <a:gdLst>
                  <a:gd name="connsiteX0" fmla="*/ 253687 w 386851"/>
                  <a:gd name="connsiteY0" fmla="*/ 154502 h 487527"/>
                  <a:gd name="connsiteX1" fmla="*/ 241730 w 386851"/>
                  <a:gd name="connsiteY1" fmla="*/ 184839 h 487527"/>
                  <a:gd name="connsiteX2" fmla="*/ 206182 w 386851"/>
                  <a:gd name="connsiteY2" fmla="*/ 196676 h 487527"/>
                  <a:gd name="connsiteX3" fmla="*/ 130464 w 386851"/>
                  <a:gd name="connsiteY3" fmla="*/ 196676 h 487527"/>
                  <a:gd name="connsiteX4" fmla="*/ 130464 w 386851"/>
                  <a:gd name="connsiteY4" fmla="*/ 113025 h 487527"/>
                  <a:gd name="connsiteX5" fmla="*/ 206182 w 386851"/>
                  <a:gd name="connsiteY5" fmla="*/ 113025 h 487527"/>
                  <a:gd name="connsiteX6" fmla="*/ 241806 w 386851"/>
                  <a:gd name="connsiteY6" fmla="*/ 124584 h 487527"/>
                  <a:gd name="connsiteX7" fmla="*/ 253687 w 386851"/>
                  <a:gd name="connsiteY7" fmla="*/ 154502 h 487527"/>
                  <a:gd name="connsiteX8" fmla="*/ 338966 w 386851"/>
                  <a:gd name="connsiteY8" fmla="*/ 43470 h 487527"/>
                  <a:gd name="connsiteX9" fmla="*/ 281715 w 386851"/>
                  <a:gd name="connsiteY9" fmla="*/ 11352 h 487527"/>
                  <a:gd name="connsiteX10" fmla="*/ 206182 w 386851"/>
                  <a:gd name="connsiteY10" fmla="*/ 0 h 487527"/>
                  <a:gd name="connsiteX11" fmla="*/ 0 w 386851"/>
                  <a:gd name="connsiteY11" fmla="*/ 0 h 487527"/>
                  <a:gd name="connsiteX12" fmla="*/ 0 w 386851"/>
                  <a:gd name="connsiteY12" fmla="*/ 487528 h 487527"/>
                  <a:gd name="connsiteX13" fmla="*/ 130464 w 386851"/>
                  <a:gd name="connsiteY13" fmla="*/ 487528 h 487527"/>
                  <a:gd name="connsiteX14" fmla="*/ 130464 w 386851"/>
                  <a:gd name="connsiteY14" fmla="*/ 309668 h 487527"/>
                  <a:gd name="connsiteX15" fmla="*/ 206182 w 386851"/>
                  <a:gd name="connsiteY15" fmla="*/ 309668 h 487527"/>
                  <a:gd name="connsiteX16" fmla="*/ 281715 w 386851"/>
                  <a:gd name="connsiteY16" fmla="*/ 298316 h 487527"/>
                  <a:gd name="connsiteX17" fmla="*/ 338966 w 386851"/>
                  <a:gd name="connsiteY17" fmla="*/ 266198 h 487527"/>
                  <a:gd name="connsiteX18" fmla="*/ 374884 w 386851"/>
                  <a:gd name="connsiteY18" fmla="*/ 216347 h 487527"/>
                  <a:gd name="connsiteX19" fmla="*/ 386851 w 386851"/>
                  <a:gd name="connsiteY19" fmla="*/ 154507 h 487527"/>
                  <a:gd name="connsiteX20" fmla="*/ 374862 w 386851"/>
                  <a:gd name="connsiteY20" fmla="*/ 92961 h 487527"/>
                  <a:gd name="connsiteX21" fmla="*/ 338966 w 386851"/>
                  <a:gd name="connsiteY21" fmla="*/ 43470 h 4875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86851" h="487527">
                    <a:moveTo>
                      <a:pt x="253687" y="154502"/>
                    </a:moveTo>
                    <a:cubicBezTo>
                      <a:pt x="253687" y="167036"/>
                      <a:pt x="249783" y="176950"/>
                      <a:pt x="241730" y="184839"/>
                    </a:cubicBezTo>
                    <a:cubicBezTo>
                      <a:pt x="233590" y="192805"/>
                      <a:pt x="221972" y="196676"/>
                      <a:pt x="206182" y="196676"/>
                    </a:cubicBezTo>
                    <a:lnTo>
                      <a:pt x="130464" y="196676"/>
                    </a:lnTo>
                    <a:lnTo>
                      <a:pt x="130464" y="113025"/>
                    </a:lnTo>
                    <a:lnTo>
                      <a:pt x="206182" y="113025"/>
                    </a:lnTo>
                    <a:cubicBezTo>
                      <a:pt x="221797" y="113025"/>
                      <a:pt x="233808" y="116918"/>
                      <a:pt x="241806" y="124584"/>
                    </a:cubicBezTo>
                    <a:cubicBezTo>
                      <a:pt x="249832" y="132233"/>
                      <a:pt x="253687" y="142012"/>
                      <a:pt x="253687" y="154502"/>
                    </a:cubicBezTo>
                    <a:moveTo>
                      <a:pt x="338966" y="43470"/>
                    </a:moveTo>
                    <a:cubicBezTo>
                      <a:pt x="323361" y="29798"/>
                      <a:pt x="304093" y="18980"/>
                      <a:pt x="281715" y="11352"/>
                    </a:cubicBezTo>
                    <a:cubicBezTo>
                      <a:pt x="259523" y="3822"/>
                      <a:pt x="234113" y="0"/>
                      <a:pt x="206182" y="0"/>
                    </a:cubicBezTo>
                    <a:lnTo>
                      <a:pt x="0" y="0"/>
                    </a:lnTo>
                    <a:lnTo>
                      <a:pt x="0" y="487528"/>
                    </a:lnTo>
                    <a:lnTo>
                      <a:pt x="130464" y="487528"/>
                    </a:lnTo>
                    <a:lnTo>
                      <a:pt x="130464" y="309668"/>
                    </a:lnTo>
                    <a:lnTo>
                      <a:pt x="206182" y="309668"/>
                    </a:lnTo>
                    <a:cubicBezTo>
                      <a:pt x="234157" y="309668"/>
                      <a:pt x="259588" y="305846"/>
                      <a:pt x="281715" y="298316"/>
                    </a:cubicBezTo>
                    <a:cubicBezTo>
                      <a:pt x="304071" y="290710"/>
                      <a:pt x="323318" y="279913"/>
                      <a:pt x="338966" y="266198"/>
                    </a:cubicBezTo>
                    <a:cubicBezTo>
                      <a:pt x="354766" y="252331"/>
                      <a:pt x="366864" y="235556"/>
                      <a:pt x="374884" y="216347"/>
                    </a:cubicBezTo>
                    <a:cubicBezTo>
                      <a:pt x="382817" y="197324"/>
                      <a:pt x="386851" y="176525"/>
                      <a:pt x="386851" y="154507"/>
                    </a:cubicBezTo>
                    <a:cubicBezTo>
                      <a:pt x="386851" y="132468"/>
                      <a:pt x="382817" y="111756"/>
                      <a:pt x="374862" y="92961"/>
                    </a:cubicBezTo>
                    <a:cubicBezTo>
                      <a:pt x="366842" y="73987"/>
                      <a:pt x="354766" y="57337"/>
                      <a:pt x="338966" y="43470"/>
                    </a:cubicBezTo>
                  </a:path>
                </a:pathLst>
              </a:custGeom>
              <a:solidFill>
                <a:srgbClr val="020203"/>
              </a:solidFill>
              <a:ln w="544" cap="flat">
                <a:noFill/>
                <a:prstDash val="solid"/>
                <a:miter/>
              </a:ln>
            </p:spPr>
            <p:txBody>
              <a:bodyPr rtlCol="0" anchor="ctr"/>
              <a:lstStyle/>
              <a:p>
                <a:endParaRPr lang="en-US"/>
              </a:p>
            </p:txBody>
          </p:sp>
          <p:sp>
            <p:nvSpPr>
              <p:cNvPr id="22" name="Freihandform: Form 21">
                <a:extLst>
                  <a:ext uri="{FF2B5EF4-FFF2-40B4-BE49-F238E27FC236}">
                    <a16:creationId xmlns:a16="http://schemas.microsoft.com/office/drawing/2014/main" id="{665DAFDF-7457-4F7E-A3A3-445946AD75A8}"/>
                  </a:ext>
                </a:extLst>
              </p:cNvPr>
              <p:cNvSpPr/>
              <p:nvPr/>
            </p:nvSpPr>
            <p:spPr bwMode="black">
              <a:xfrm>
                <a:off x="8406938" y="1412776"/>
                <a:ext cx="700292" cy="2069679"/>
              </a:xfrm>
              <a:custGeom>
                <a:avLst/>
                <a:gdLst>
                  <a:gd name="connsiteX0" fmla="*/ 671038 w 700292"/>
                  <a:gd name="connsiteY0" fmla="*/ 0 h 2069679"/>
                  <a:gd name="connsiteX1" fmla="*/ 0 w 700292"/>
                  <a:gd name="connsiteY1" fmla="*/ 2069680 h 2069679"/>
                  <a:gd name="connsiteX2" fmla="*/ 29243 w 700292"/>
                  <a:gd name="connsiteY2" fmla="*/ 2069680 h 2069679"/>
                  <a:gd name="connsiteX3" fmla="*/ 700292 w 700292"/>
                  <a:gd name="connsiteY3" fmla="*/ 0 h 2069679"/>
                </a:gdLst>
                <a:ahLst/>
                <a:cxnLst>
                  <a:cxn ang="0">
                    <a:pos x="connsiteX0" y="connsiteY0"/>
                  </a:cxn>
                  <a:cxn ang="0">
                    <a:pos x="connsiteX1" y="connsiteY1"/>
                  </a:cxn>
                  <a:cxn ang="0">
                    <a:pos x="connsiteX2" y="connsiteY2"/>
                  </a:cxn>
                  <a:cxn ang="0">
                    <a:pos x="connsiteX3" y="connsiteY3"/>
                  </a:cxn>
                </a:cxnLst>
                <a:rect l="l" t="t" r="r" b="b"/>
                <a:pathLst>
                  <a:path w="700292" h="2069679">
                    <a:moveTo>
                      <a:pt x="671038" y="0"/>
                    </a:moveTo>
                    <a:lnTo>
                      <a:pt x="0" y="2069680"/>
                    </a:lnTo>
                    <a:lnTo>
                      <a:pt x="29243" y="2069680"/>
                    </a:lnTo>
                    <a:lnTo>
                      <a:pt x="700292" y="0"/>
                    </a:lnTo>
                    <a:close/>
                  </a:path>
                </a:pathLst>
              </a:custGeom>
              <a:solidFill>
                <a:srgbClr val="020203"/>
              </a:solidFill>
              <a:ln w="544" cap="flat">
                <a:noFill/>
                <a:prstDash val="solid"/>
                <a:miter/>
              </a:ln>
            </p:spPr>
            <p:txBody>
              <a:bodyPr rtlCol="0" anchor="ctr"/>
              <a:lstStyle/>
              <a:p>
                <a:endParaRPr lang="en-US"/>
              </a:p>
            </p:txBody>
          </p:sp>
        </p:grpSp>
        <p:sp>
          <p:nvSpPr>
            <p:cNvPr id="23" name="Freihandform: Form 22">
              <a:extLst>
                <a:ext uri="{FF2B5EF4-FFF2-40B4-BE49-F238E27FC236}">
                  <a16:creationId xmlns:a16="http://schemas.microsoft.com/office/drawing/2014/main" id="{E04A5F4A-7289-42E8-B639-FEF076A7CE28}"/>
                </a:ext>
              </a:extLst>
            </p:cNvPr>
            <p:cNvSpPr/>
            <p:nvPr/>
          </p:nvSpPr>
          <p:spPr bwMode="black">
            <a:xfrm>
              <a:off x="10293417" y="3082929"/>
              <a:ext cx="374911" cy="130496"/>
            </a:xfrm>
            <a:custGeom>
              <a:avLst/>
              <a:gdLst>
                <a:gd name="connsiteX0" fmla="*/ 0 w 374911"/>
                <a:gd name="connsiteY0" fmla="*/ 0 h 130496"/>
                <a:gd name="connsiteX1" fmla="*/ 374911 w 374911"/>
                <a:gd name="connsiteY1" fmla="*/ 0 h 130496"/>
                <a:gd name="connsiteX2" fmla="*/ 374911 w 374911"/>
                <a:gd name="connsiteY2" fmla="*/ 130497 h 130496"/>
                <a:gd name="connsiteX3" fmla="*/ 0 w 374911"/>
                <a:gd name="connsiteY3" fmla="*/ 130497 h 130496"/>
              </a:gdLst>
              <a:ahLst/>
              <a:cxnLst>
                <a:cxn ang="0">
                  <a:pos x="connsiteX0" y="connsiteY0"/>
                </a:cxn>
                <a:cxn ang="0">
                  <a:pos x="connsiteX1" y="connsiteY1"/>
                </a:cxn>
                <a:cxn ang="0">
                  <a:pos x="connsiteX2" y="connsiteY2"/>
                </a:cxn>
                <a:cxn ang="0">
                  <a:pos x="connsiteX3" y="connsiteY3"/>
                </a:cxn>
              </a:cxnLst>
              <a:rect l="l" t="t" r="r" b="b"/>
              <a:pathLst>
                <a:path w="374911" h="130496">
                  <a:moveTo>
                    <a:pt x="0" y="0"/>
                  </a:moveTo>
                  <a:lnTo>
                    <a:pt x="374911" y="0"/>
                  </a:lnTo>
                  <a:lnTo>
                    <a:pt x="374911" y="130497"/>
                  </a:lnTo>
                  <a:lnTo>
                    <a:pt x="0" y="130497"/>
                  </a:lnTo>
                  <a:close/>
                </a:path>
              </a:pathLst>
            </a:custGeom>
            <a:solidFill>
              <a:schemeClr val="bg2"/>
            </a:solidFill>
            <a:ln w="544" cap="flat">
              <a:noFill/>
              <a:prstDash val="solid"/>
              <a:miter/>
            </a:ln>
          </p:spPr>
          <p:txBody>
            <a:bodyPr rtlCol="0" anchor="ctr"/>
            <a:lstStyle/>
            <a:p>
              <a:endParaRPr lang="en-US"/>
            </a:p>
          </p:txBody>
        </p:sp>
      </p:grpSp>
      <p:sp>
        <p:nvSpPr>
          <p:cNvPr id="2" name="Titel 1">
            <a:extLst>
              <a:ext uri="{FF2B5EF4-FFF2-40B4-BE49-F238E27FC236}">
                <a16:creationId xmlns:a16="http://schemas.microsoft.com/office/drawing/2014/main" id="{4A97C095-B65A-4FBF-B0F1-D0ABC866EFDF}"/>
              </a:ext>
            </a:extLst>
          </p:cNvPr>
          <p:cNvSpPr>
            <a:spLocks noGrp="1"/>
          </p:cNvSpPr>
          <p:nvPr>
            <p:ph type="title" hasCustomPrompt="1"/>
          </p:nvPr>
        </p:nvSpPr>
        <p:spPr bwMode="gray">
          <a:xfrm>
            <a:off x="1559496" y="3717032"/>
            <a:ext cx="9289032" cy="1008112"/>
          </a:xfrm>
        </p:spPr>
        <p:txBody>
          <a:bodyPr anchor="b"/>
          <a:lstStyle>
            <a:lvl1pPr algn="ctr">
              <a:defRPr sz="3200" baseline="0">
                <a:solidFill>
                  <a:schemeClr val="tx1"/>
                </a:solidFill>
                <a:latin typeface="+mj-lt"/>
              </a:defRPr>
            </a:lvl1pPr>
          </a:lstStyle>
          <a:p>
            <a:r>
              <a:rPr lang="en-US"/>
              <a:t>Title Arial Bold 32 </a:t>
            </a:r>
            <a:r>
              <a:rPr lang="en-US" err="1"/>
              <a:t>pt</a:t>
            </a:r>
            <a:r>
              <a:rPr lang="en-US"/>
              <a:t> </a:t>
            </a:r>
            <a:br>
              <a:rPr lang="en-US"/>
            </a:br>
            <a:r>
              <a:rPr lang="en-US"/>
              <a:t>max 2 lines</a:t>
            </a:r>
          </a:p>
        </p:txBody>
      </p:sp>
      <p:sp>
        <p:nvSpPr>
          <p:cNvPr id="9" name="Textplatzhalter 8">
            <a:extLst>
              <a:ext uri="{FF2B5EF4-FFF2-40B4-BE49-F238E27FC236}">
                <a16:creationId xmlns:a16="http://schemas.microsoft.com/office/drawing/2014/main" id="{B7637613-6CB1-4E83-8AD8-4E496C24ABFD}"/>
              </a:ext>
            </a:extLst>
          </p:cNvPr>
          <p:cNvSpPr>
            <a:spLocks noGrp="1"/>
          </p:cNvSpPr>
          <p:nvPr>
            <p:ph type="body" sz="quarter" idx="10" hasCustomPrompt="1"/>
          </p:nvPr>
        </p:nvSpPr>
        <p:spPr bwMode="gray">
          <a:xfrm>
            <a:off x="1559495" y="4797152"/>
            <a:ext cx="9289033" cy="288000"/>
          </a:xfrm>
        </p:spPr>
        <p:txBody>
          <a:bodyPr tIns="36000"/>
          <a:lstStyle>
            <a:lvl1pPr marL="0" indent="0" algn="ctr">
              <a:lnSpc>
                <a:spcPct val="100000"/>
              </a:lnSpc>
              <a:spcAft>
                <a:spcPts val="0"/>
              </a:spcAft>
              <a:buFont typeface="Arial" panose="020B0604020202020204" pitchFamily="34" charset="0"/>
              <a:buNone/>
              <a:defRPr sz="1200" b="1" cap="all" baseline="0">
                <a:solidFill>
                  <a:schemeClr val="bg2"/>
                </a:solidFill>
                <a:latin typeface="+mn-lt"/>
              </a:defRPr>
            </a:lvl1pPr>
            <a:lvl2pPr marL="0" indent="0" algn="ctr">
              <a:lnSpc>
                <a:spcPct val="100000"/>
              </a:lnSpc>
              <a:spcAft>
                <a:spcPts val="0"/>
              </a:spcAft>
              <a:buFont typeface="Arial" panose="020B0604020202020204" pitchFamily="34" charset="0"/>
              <a:buNone/>
              <a:defRPr sz="1200" b="1" cap="all" baseline="0">
                <a:solidFill>
                  <a:schemeClr val="bg2"/>
                </a:solidFill>
                <a:latin typeface="+mn-lt"/>
              </a:defRPr>
            </a:lvl2pPr>
            <a:lvl3pPr marL="0" indent="0" algn="ctr">
              <a:lnSpc>
                <a:spcPct val="100000"/>
              </a:lnSpc>
              <a:spcAft>
                <a:spcPts val="0"/>
              </a:spcAft>
              <a:buNone/>
              <a:defRPr sz="1200" b="1" cap="all">
                <a:solidFill>
                  <a:schemeClr val="bg2"/>
                </a:solidFill>
              </a:defRPr>
            </a:lvl3pPr>
            <a:lvl4pPr marL="0" indent="0" algn="ctr">
              <a:lnSpc>
                <a:spcPct val="100000"/>
              </a:lnSpc>
              <a:spcAft>
                <a:spcPts val="0"/>
              </a:spcAft>
              <a:buNone/>
              <a:defRPr sz="1200" b="1" cap="all">
                <a:solidFill>
                  <a:schemeClr val="bg2"/>
                </a:solidFill>
              </a:defRPr>
            </a:lvl4pPr>
            <a:lvl5pPr marL="0" indent="0" algn="ctr">
              <a:lnSpc>
                <a:spcPct val="100000"/>
              </a:lnSpc>
              <a:spcAft>
                <a:spcPts val="0"/>
              </a:spcAft>
              <a:buNone/>
              <a:defRPr sz="1200" b="1" cap="all">
                <a:solidFill>
                  <a:schemeClr val="bg2"/>
                </a:solidFill>
              </a:defRPr>
            </a:lvl5pPr>
            <a:lvl6pPr marL="0" indent="0" algn="ctr">
              <a:lnSpc>
                <a:spcPct val="100000"/>
              </a:lnSpc>
              <a:spcAft>
                <a:spcPts val="0"/>
              </a:spcAft>
              <a:buNone/>
              <a:defRPr sz="1200" b="1" cap="all">
                <a:solidFill>
                  <a:schemeClr val="bg2"/>
                </a:solidFill>
              </a:defRPr>
            </a:lvl6pPr>
            <a:lvl7pPr marL="0" indent="0" algn="ctr">
              <a:lnSpc>
                <a:spcPct val="100000"/>
              </a:lnSpc>
              <a:spcAft>
                <a:spcPts val="0"/>
              </a:spcAft>
              <a:buNone/>
              <a:defRPr sz="1200" b="1" cap="all">
                <a:solidFill>
                  <a:schemeClr val="bg2"/>
                </a:solidFill>
              </a:defRPr>
            </a:lvl7pPr>
            <a:lvl8pPr marL="0" indent="0" algn="ctr">
              <a:lnSpc>
                <a:spcPct val="100000"/>
              </a:lnSpc>
              <a:spcAft>
                <a:spcPts val="0"/>
              </a:spcAft>
              <a:buNone/>
              <a:defRPr sz="1200" b="1" cap="all">
                <a:solidFill>
                  <a:schemeClr val="bg2"/>
                </a:solidFill>
              </a:defRPr>
            </a:lvl8pPr>
            <a:lvl9pPr marL="0" indent="0" algn="ctr">
              <a:lnSpc>
                <a:spcPct val="100000"/>
              </a:lnSpc>
              <a:spcAft>
                <a:spcPts val="0"/>
              </a:spcAft>
              <a:buNone/>
              <a:defRPr sz="1200" b="1" cap="all">
                <a:solidFill>
                  <a:schemeClr val="bg2"/>
                </a:solidFill>
              </a:defRPr>
            </a:lvl9pPr>
          </a:lstStyle>
          <a:p>
            <a:pPr lvl="0"/>
            <a:r>
              <a:rPr lang="en-US"/>
              <a:t>Date / Month / Year, Arial, 12 </a:t>
            </a:r>
            <a:r>
              <a:rPr lang="en-US" err="1"/>
              <a:t>pt</a:t>
            </a:r>
            <a:endParaRPr lang="en-US"/>
          </a:p>
          <a:p>
            <a:pPr lvl="1"/>
            <a:endParaRPr lang="en-US"/>
          </a:p>
        </p:txBody>
      </p:sp>
      <p:sp>
        <p:nvSpPr>
          <p:cNvPr id="25" name="Textfeld 24">
            <a:extLst>
              <a:ext uri="{FF2B5EF4-FFF2-40B4-BE49-F238E27FC236}">
                <a16:creationId xmlns:a16="http://schemas.microsoft.com/office/drawing/2014/main" id="{1A3531AF-9623-44F5-B29D-93C066A6F8DF}"/>
              </a:ext>
            </a:extLst>
          </p:cNvPr>
          <p:cNvSpPr txBox="1"/>
          <p:nvPr/>
        </p:nvSpPr>
        <p:spPr>
          <a:xfrm>
            <a:off x="3143250" y="-459432"/>
            <a:ext cx="2520950" cy="432000"/>
          </a:xfrm>
          <a:prstGeom prst="rect">
            <a:avLst/>
          </a:prstGeom>
          <a:solidFill>
            <a:schemeClr val="accent5"/>
          </a:solidFill>
        </p:spPr>
        <p:txBody>
          <a:bodyPr vert="horz" wrap="square" lIns="72000" tIns="0" rIns="72000" bIns="0" rtlCol="0" anchor="ctr">
            <a:noAutofit/>
          </a:bodyPr>
          <a:lstStyle/>
          <a:p>
            <a:pPr marL="0" indent="0" algn="l" rtl="0" eaLnBrk="1" fontAlgn="auto" hangingPunct="1">
              <a:lnSpc>
                <a:spcPct val="100000"/>
              </a:lnSpc>
              <a:spcBef>
                <a:spcPts val="0"/>
              </a:spcBef>
              <a:spcAft>
                <a:spcPts val="0"/>
              </a:spcAft>
              <a:buSzPct val="105000"/>
              <a:buFont typeface="Wingdings 3" panose="05040102010807070707" pitchFamily="18" charset="2"/>
              <a:buNone/>
            </a:pPr>
            <a:r>
              <a:rPr lang="en-US" sz="700" b="0" i="0" u="none" baseline="0">
                <a:solidFill>
                  <a:schemeClr val="bg1"/>
                </a:solidFill>
                <a:latin typeface="Arial" panose="020B0604020202020204" pitchFamily="34" charset="0"/>
              </a:rPr>
              <a:t>To insert a partner logo, please use the area marked by guidelines to the left of the SPORTFI</a:t>
            </a:r>
            <a:r>
              <a:rPr lang="en-US" sz="700" b="0" i="0" u="sng" baseline="0">
                <a:solidFill>
                  <a:schemeClr val="bg1"/>
                </a:solidFill>
                <a:latin typeface="Arial" panose="020B0604020202020204" pitchFamily="34" charset="0"/>
              </a:rPr>
              <a:t>V</a:t>
            </a:r>
            <a:r>
              <a:rPr lang="en-US" sz="700" b="0" i="0" u="none" baseline="0">
                <a:solidFill>
                  <a:schemeClr val="bg1"/>
                </a:solidFill>
                <a:latin typeface="Arial" panose="020B0604020202020204" pitchFamily="34" charset="0"/>
              </a:rPr>
              <a:t>E logo. This area shows the maximum height/width for positioning.</a:t>
            </a:r>
          </a:p>
        </p:txBody>
      </p:sp>
    </p:spTree>
    <p:extLst>
      <p:ext uri="{BB962C8B-B14F-4D97-AF65-F5344CB8AC3E}">
        <p14:creationId xmlns:p14="http://schemas.microsoft.com/office/powerpoint/2010/main" val="3996083505"/>
      </p:ext>
    </p:extLst>
  </p:cSld>
  <p:clrMapOvr>
    <a:masterClrMapping/>
  </p:clrMapOvr>
  <p:extLst>
    <p:ext uri="{DCECCB84-F9BA-43D5-87BE-67443E8EF086}">
      <p15:sldGuideLst xmlns:p15="http://schemas.microsoft.com/office/powerpoint/2012/main">
        <p15:guide id="1" pos="3568">
          <p15:clr>
            <a:srgbClr val="000000"/>
          </p15:clr>
        </p15:guide>
        <p15:guide id="2" pos="1980">
          <p15:clr>
            <a:srgbClr val="000000"/>
          </p15:clr>
        </p15:guide>
        <p15:guide id="3" orient="horz" pos="1207">
          <p15:clr>
            <a:srgbClr val="000000"/>
          </p15:clr>
        </p15:guide>
        <p15:guide id="4" orient="horz" pos="1797">
          <p15:clr>
            <a:srgbClr val="00000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Divider | picture">
    <p:bg>
      <p:bgPr>
        <a:solidFill>
          <a:schemeClr val="bg2"/>
        </a:solidFill>
        <a:effectLst/>
      </p:bgPr>
    </p:bg>
    <p:spTree>
      <p:nvGrpSpPr>
        <p:cNvPr id="1" name=""/>
        <p:cNvGrpSpPr/>
        <p:nvPr/>
      </p:nvGrpSpPr>
      <p:grpSpPr>
        <a:xfrm>
          <a:off x="0" y="0"/>
          <a:ext cx="0" cy="0"/>
          <a:chOff x="0" y="0"/>
          <a:chExt cx="0" cy="0"/>
        </a:xfrm>
      </p:grpSpPr>
      <p:sp>
        <p:nvSpPr>
          <p:cNvPr id="34" name="Bildplatzhalter 33">
            <a:extLst>
              <a:ext uri="{FF2B5EF4-FFF2-40B4-BE49-F238E27FC236}">
                <a16:creationId xmlns:a16="http://schemas.microsoft.com/office/drawing/2014/main" id="{4AE6AD9E-A42C-4097-BA1A-CF086631D339}"/>
              </a:ext>
            </a:extLst>
          </p:cNvPr>
          <p:cNvSpPr>
            <a:spLocks noGrp="1"/>
          </p:cNvSpPr>
          <p:nvPr>
            <p:ph type="pic" sz="quarter" idx="17" hasCustomPrompt="1"/>
          </p:nvPr>
        </p:nvSpPr>
        <p:spPr bwMode="ltGray">
          <a:xfrm>
            <a:off x="2" y="0"/>
            <a:ext cx="12191999" cy="6858000"/>
          </a:xfrm>
          <a:custGeom>
            <a:avLst/>
            <a:gdLst>
              <a:gd name="connsiteX0" fmla="*/ 0 w 12191999"/>
              <a:gd name="connsiteY0" fmla="*/ 0 h 6858000"/>
              <a:gd name="connsiteX1" fmla="*/ 610009 w 12191999"/>
              <a:gd name="connsiteY1" fmla="*/ 0 h 6858000"/>
              <a:gd name="connsiteX2" fmla="*/ 11581986 w 12191999"/>
              <a:gd name="connsiteY2" fmla="*/ 0 h 6858000"/>
              <a:gd name="connsiteX3" fmla="*/ 12191999 w 12191999"/>
              <a:gd name="connsiteY3" fmla="*/ 0 h 6858000"/>
              <a:gd name="connsiteX4" fmla="*/ 12191999 w 12191999"/>
              <a:gd name="connsiteY4" fmla="*/ 6858000 h 6858000"/>
              <a:gd name="connsiteX5" fmla="*/ 11581986 w 12191999"/>
              <a:gd name="connsiteY5" fmla="*/ 6858000 h 6858000"/>
              <a:gd name="connsiteX6" fmla="*/ 6623719 w 12191999"/>
              <a:gd name="connsiteY6" fmla="*/ 6858000 h 6858000"/>
              <a:gd name="connsiteX7" fmla="*/ 5568279 w 12191999"/>
              <a:gd name="connsiteY7" fmla="*/ 6858000 h 6858000"/>
              <a:gd name="connsiteX8" fmla="*/ 610009 w 12191999"/>
              <a:gd name="connsiteY8" fmla="*/ 6858000 h 6858000"/>
              <a:gd name="connsiteX9" fmla="*/ 0 w 12191999"/>
              <a:gd name="connsiteY9" fmla="*/ 6858000 h 6858000"/>
              <a:gd name="connsiteX10" fmla="*/ 0 w 12191999"/>
              <a:gd name="connsiteY10" fmla="*/ 6237312 h 6858000"/>
              <a:gd name="connsiteX11" fmla="*/ 367435 w 12191999"/>
              <a:gd name="connsiteY11" fmla="*/ 6237312 h 6858000"/>
              <a:gd name="connsiteX12" fmla="*/ 367435 w 12191999"/>
              <a:gd name="connsiteY12" fmla="*/ 5181872 h 6858000"/>
              <a:gd name="connsiteX13" fmla="*/ 0 w 12191999"/>
              <a:gd name="connsiteY13" fmla="*/ 518187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1999" h="6858000">
                <a:moveTo>
                  <a:pt x="0" y="0"/>
                </a:moveTo>
                <a:lnTo>
                  <a:pt x="610009" y="0"/>
                </a:lnTo>
                <a:lnTo>
                  <a:pt x="11581986" y="0"/>
                </a:lnTo>
                <a:lnTo>
                  <a:pt x="12191999" y="0"/>
                </a:lnTo>
                <a:lnTo>
                  <a:pt x="12191999" y="6858000"/>
                </a:lnTo>
                <a:lnTo>
                  <a:pt x="11581986" y="6858000"/>
                </a:lnTo>
                <a:lnTo>
                  <a:pt x="6623719" y="6858000"/>
                </a:lnTo>
                <a:lnTo>
                  <a:pt x="5568279" y="6858000"/>
                </a:lnTo>
                <a:lnTo>
                  <a:pt x="610009" y="6858000"/>
                </a:lnTo>
                <a:lnTo>
                  <a:pt x="0" y="6858000"/>
                </a:lnTo>
                <a:lnTo>
                  <a:pt x="0" y="6237312"/>
                </a:lnTo>
                <a:lnTo>
                  <a:pt x="367435" y="6237312"/>
                </a:lnTo>
                <a:lnTo>
                  <a:pt x="367435" y="5181872"/>
                </a:lnTo>
                <a:lnTo>
                  <a:pt x="0" y="5181872"/>
                </a:lnTo>
                <a:close/>
              </a:path>
            </a:pathLst>
          </a:custGeom>
          <a:solidFill>
            <a:schemeClr val="tx1"/>
          </a:solidFill>
        </p:spPr>
        <p:txBody>
          <a:bodyPr wrap="square" anchor="ctr">
            <a:noAutofit/>
          </a:bodyPr>
          <a:lstStyle>
            <a:lvl1pPr algn="ctr">
              <a:defRPr b="0">
                <a:solidFill>
                  <a:schemeClr val="bg1"/>
                </a:solidFill>
                <a:latin typeface="+mn-lt"/>
              </a:defRPr>
            </a:lvl1pPr>
          </a:lstStyle>
          <a:p>
            <a:r>
              <a:rPr lang="en-US"/>
              <a:t> </a:t>
            </a:r>
          </a:p>
        </p:txBody>
      </p:sp>
      <p:sp>
        <p:nvSpPr>
          <p:cNvPr id="20" name="Textplatzhalter 19">
            <a:extLst>
              <a:ext uri="{FF2B5EF4-FFF2-40B4-BE49-F238E27FC236}">
                <a16:creationId xmlns:a16="http://schemas.microsoft.com/office/drawing/2014/main" id="{A419FA91-E2B6-456E-9C31-2328CBB43A92}"/>
              </a:ext>
            </a:extLst>
          </p:cNvPr>
          <p:cNvSpPr>
            <a:spLocks noGrp="1"/>
          </p:cNvSpPr>
          <p:nvPr>
            <p:ph type="body" sz="quarter" idx="20" hasCustomPrompt="1"/>
          </p:nvPr>
        </p:nvSpPr>
        <p:spPr bwMode="gray">
          <a:xfrm>
            <a:off x="0" y="0"/>
            <a:ext cx="12192000" cy="6858000"/>
          </a:xfrm>
          <a:custGeom>
            <a:avLst/>
            <a:gdLst>
              <a:gd name="connsiteX0" fmla="*/ 3 w 12192000"/>
              <a:gd name="connsiteY0" fmla="*/ 5181849 h 6858000"/>
              <a:gd name="connsiteX1" fmla="*/ 3 w 12192000"/>
              <a:gd name="connsiteY1" fmla="*/ 6237289 h 6858000"/>
              <a:gd name="connsiteX2" fmla="*/ 367436 w 12192000"/>
              <a:gd name="connsiteY2" fmla="*/ 6237289 h 6858000"/>
              <a:gd name="connsiteX3" fmla="*/ 367436 w 12192000"/>
              <a:gd name="connsiteY3" fmla="*/ 5181849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3" y="5181849"/>
                </a:moveTo>
                <a:lnTo>
                  <a:pt x="3" y="6237289"/>
                </a:lnTo>
                <a:lnTo>
                  <a:pt x="367436" y="6237289"/>
                </a:lnTo>
                <a:lnTo>
                  <a:pt x="367436" y="5181849"/>
                </a:lnTo>
                <a:close/>
                <a:moveTo>
                  <a:pt x="0" y="0"/>
                </a:moveTo>
                <a:lnTo>
                  <a:pt x="12192000" y="0"/>
                </a:lnTo>
                <a:lnTo>
                  <a:pt x="12192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wrap="square">
            <a:noAutofit/>
          </a:bodyPr>
          <a:lstStyle>
            <a:lvl1pPr marL="0" indent="0">
              <a:lnSpc>
                <a:spcPct val="100000"/>
              </a:lnSpc>
              <a:spcBef>
                <a:spcPts val="0"/>
              </a:spcBef>
              <a:buFont typeface="Arial" panose="020B0604020202020204" pitchFamily="34" charset="0"/>
              <a:buNone/>
              <a:defRPr/>
            </a:lvl1pPr>
            <a:lvl2pPr marL="0" indent="0">
              <a:lnSpc>
                <a:spcPct val="100000"/>
              </a:lnSpc>
              <a:spcBef>
                <a:spcPts val="0"/>
              </a:spcBef>
              <a:buFont typeface="Arial" panose="020B0604020202020204" pitchFamily="34" charset="0"/>
              <a:buNone/>
              <a:defRPr/>
            </a:lvl2pPr>
            <a:lvl3pPr marL="0" indent="0">
              <a:lnSpc>
                <a:spcPct val="100000"/>
              </a:lnSpc>
              <a:spcBef>
                <a:spcPts val="0"/>
              </a:spcBef>
              <a:buFont typeface="Arial" panose="020B0604020202020204" pitchFamily="34" charset="0"/>
              <a:buNone/>
              <a:defRPr/>
            </a:lvl3pPr>
            <a:lvl4pPr marL="0" indent="0">
              <a:lnSpc>
                <a:spcPct val="100000"/>
              </a:lnSpc>
              <a:spcBef>
                <a:spcPts val="0"/>
              </a:spcBef>
              <a:buFont typeface="Arial" panose="020B0604020202020204" pitchFamily="34" charset="0"/>
              <a:buNone/>
              <a:defRPr/>
            </a:lvl4pPr>
            <a:lvl5pPr marL="0" indent="0">
              <a:lnSpc>
                <a:spcPct val="100000"/>
              </a:lnSpc>
              <a:spcBef>
                <a:spcPts val="0"/>
              </a:spcBef>
              <a:buFont typeface="Arial" panose="020B0604020202020204" pitchFamily="34" charset="0"/>
              <a:buNone/>
              <a:defRPr/>
            </a:lvl5pPr>
            <a:lvl6pPr marL="0" indent="0">
              <a:lnSpc>
                <a:spcPct val="100000"/>
              </a:lnSpc>
              <a:spcBef>
                <a:spcPts val="0"/>
              </a:spcBef>
              <a:buNone/>
              <a:defRPr/>
            </a:lvl6pPr>
            <a:lvl7pPr marL="0" indent="0">
              <a:lnSpc>
                <a:spcPct val="100000"/>
              </a:lnSpc>
              <a:spcBef>
                <a:spcPts val="0"/>
              </a:spcBef>
              <a:buNone/>
              <a:defRPr/>
            </a:lvl7pPr>
            <a:lvl8pPr marL="0" indent="0">
              <a:lnSpc>
                <a:spcPct val="100000"/>
              </a:lnSpc>
              <a:spcBef>
                <a:spcPts val="0"/>
              </a:spcBef>
              <a:buNone/>
              <a:defRPr/>
            </a:lvl8pPr>
            <a:lvl9pPr marL="0" indent="0">
              <a:lnSpc>
                <a:spcPct val="100000"/>
              </a:lnSpc>
              <a:spcBef>
                <a:spcPts val="0"/>
              </a:spcBef>
              <a:buNone/>
              <a:defRPr/>
            </a:lvl9pPr>
          </a:lstStyle>
          <a:p>
            <a:pPr lvl="0"/>
            <a:r>
              <a:rPr lang="en-US"/>
              <a:t> </a:t>
            </a:r>
          </a:p>
        </p:txBody>
      </p:sp>
      <p:sp>
        <p:nvSpPr>
          <p:cNvPr id="2" name="Titel 1">
            <a:extLst>
              <a:ext uri="{FF2B5EF4-FFF2-40B4-BE49-F238E27FC236}">
                <a16:creationId xmlns:a16="http://schemas.microsoft.com/office/drawing/2014/main" id="{11BC60E2-A177-45EB-93BA-786D5EF40FF4}"/>
              </a:ext>
            </a:extLst>
          </p:cNvPr>
          <p:cNvSpPr>
            <a:spLocks noGrp="1"/>
          </p:cNvSpPr>
          <p:nvPr>
            <p:ph type="title" hasCustomPrompt="1"/>
          </p:nvPr>
        </p:nvSpPr>
        <p:spPr bwMode="gray">
          <a:xfrm>
            <a:off x="623393" y="5229312"/>
            <a:ext cx="5328145" cy="1008000"/>
          </a:xfrm>
        </p:spPr>
        <p:txBody>
          <a:bodyPr rIns="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3392" y="4509120"/>
            <a:ext cx="1440000" cy="648000"/>
          </a:xfrm>
        </p:spPr>
        <p:txBody>
          <a:bodyPr anchor="ctr"/>
          <a:lstStyle>
            <a:lvl1pPr marL="0" indent="0" algn="l">
              <a:lnSpc>
                <a:spcPct val="100000"/>
              </a:lnSpc>
              <a:spcAft>
                <a:spcPts val="0"/>
              </a:spcAft>
              <a:buFont typeface="Arial" panose="020B0604020202020204" pitchFamily="34" charset="0"/>
              <a:buNone/>
              <a:defRPr sz="4000" b="1">
                <a:solidFill>
                  <a:schemeClr val="bg2"/>
                </a:solidFill>
                <a:latin typeface="+mn-lt"/>
              </a:defRPr>
            </a:lvl1pPr>
            <a:lvl2pPr marL="0" indent="0" algn="l">
              <a:lnSpc>
                <a:spcPct val="100000"/>
              </a:lnSpc>
              <a:spcAft>
                <a:spcPts val="0"/>
              </a:spcAft>
              <a:buFont typeface="Arial" panose="020B0604020202020204" pitchFamily="34" charset="0"/>
              <a:buNone/>
              <a:defRPr sz="4000" b="1">
                <a:solidFill>
                  <a:schemeClr val="bg2"/>
                </a:solidFill>
                <a:latin typeface="+mn-lt"/>
              </a:defRPr>
            </a:lvl2pPr>
            <a:lvl3pPr marL="0" indent="0" algn="l">
              <a:lnSpc>
                <a:spcPct val="100000"/>
              </a:lnSpc>
              <a:spcAft>
                <a:spcPts val="0"/>
              </a:spcAft>
              <a:buFont typeface="Arial" panose="020B0604020202020204" pitchFamily="34" charset="0"/>
              <a:buNone/>
              <a:defRPr sz="4000" b="1">
                <a:solidFill>
                  <a:schemeClr val="bg2"/>
                </a:solidFill>
                <a:latin typeface="+mn-lt"/>
              </a:defRPr>
            </a:lvl3pPr>
            <a:lvl4pPr marL="0" indent="0" algn="l">
              <a:lnSpc>
                <a:spcPct val="100000"/>
              </a:lnSpc>
              <a:spcAft>
                <a:spcPts val="0"/>
              </a:spcAft>
              <a:buNone/>
              <a:defRPr sz="4000" b="1">
                <a:solidFill>
                  <a:schemeClr val="bg2"/>
                </a:solidFill>
                <a:latin typeface="+mn-lt"/>
              </a:defRPr>
            </a:lvl4pPr>
            <a:lvl5pPr marL="0" indent="0" algn="l">
              <a:lnSpc>
                <a:spcPct val="100000"/>
              </a:lnSpc>
              <a:spcAft>
                <a:spcPts val="0"/>
              </a:spcAft>
              <a:buNone/>
              <a:defRPr sz="4000" b="1">
                <a:solidFill>
                  <a:schemeClr val="bg2"/>
                </a:solidFill>
                <a:latin typeface="+mn-lt"/>
              </a:defRPr>
            </a:lvl5pPr>
            <a:lvl6pPr marL="0" indent="0" algn="l">
              <a:lnSpc>
                <a:spcPct val="100000"/>
              </a:lnSpc>
              <a:spcAft>
                <a:spcPts val="0"/>
              </a:spcAft>
              <a:buNone/>
              <a:defRPr sz="4000" b="1">
                <a:solidFill>
                  <a:schemeClr val="bg2"/>
                </a:solidFill>
                <a:latin typeface="+mn-lt"/>
              </a:defRPr>
            </a:lvl6pPr>
            <a:lvl7pPr marL="0" indent="0" algn="l">
              <a:lnSpc>
                <a:spcPct val="100000"/>
              </a:lnSpc>
              <a:spcAft>
                <a:spcPts val="0"/>
              </a:spcAft>
              <a:buNone/>
              <a:defRPr sz="4000" b="1">
                <a:solidFill>
                  <a:schemeClr val="bg2"/>
                </a:solidFill>
                <a:latin typeface="+mn-lt"/>
              </a:defRPr>
            </a:lvl7pPr>
            <a:lvl8pPr marL="0" indent="0" algn="l">
              <a:lnSpc>
                <a:spcPct val="100000"/>
              </a:lnSpc>
              <a:spcAft>
                <a:spcPts val="0"/>
              </a:spcAft>
              <a:buNone/>
              <a:defRPr sz="4000" b="1">
                <a:solidFill>
                  <a:schemeClr val="bg2"/>
                </a:solidFill>
                <a:latin typeface="+mn-lt"/>
              </a:defRPr>
            </a:lvl8pPr>
            <a:lvl9pPr marL="0" indent="0" algn="l">
              <a:lnSpc>
                <a:spcPct val="100000"/>
              </a:lnSpc>
              <a:spcAft>
                <a:spcPts val="0"/>
              </a:spcAft>
              <a:buNone/>
              <a:defRPr sz="4000" b="1">
                <a:solidFill>
                  <a:schemeClr val="bg2"/>
                </a:solidFill>
                <a:latin typeface="+mn-lt"/>
              </a:defRPr>
            </a:lvl9pPr>
          </a:lstStyle>
          <a:p>
            <a:pPr lvl="0"/>
            <a:r>
              <a:rPr lang="en-US"/>
              <a:t>00</a:t>
            </a:r>
          </a:p>
        </p:txBody>
      </p:sp>
      <p:sp>
        <p:nvSpPr>
          <p:cNvPr id="6" name="Datumsplatzhalter 5">
            <a:extLst>
              <a:ext uri="{FF2B5EF4-FFF2-40B4-BE49-F238E27FC236}">
                <a16:creationId xmlns:a16="http://schemas.microsoft.com/office/drawing/2014/main" id="{C2FE6DEE-F08E-49D1-8BBE-7D98F0306A3B}"/>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22" name="Fußzeilenplatzhalter 21">
            <a:extLst>
              <a:ext uri="{FF2B5EF4-FFF2-40B4-BE49-F238E27FC236}">
                <a16:creationId xmlns:a16="http://schemas.microsoft.com/office/drawing/2014/main" id="{E0B3631B-C641-42E6-AFD5-B95921B9B174}"/>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12" name="Textplatzhalter 3">
            <a:extLst>
              <a:ext uri="{FF2B5EF4-FFF2-40B4-BE49-F238E27FC236}">
                <a16:creationId xmlns:a16="http://schemas.microsoft.com/office/drawing/2014/main" id="{D9022AB6-A86E-47B3-84F9-293E4B4D4AB4}"/>
              </a:ext>
            </a:extLst>
          </p:cNvPr>
          <p:cNvSpPr>
            <a:spLocks noGrp="1" noChangeAspect="1"/>
          </p:cNvSpPr>
          <p:nvPr>
            <p:ph type="body" sz="quarter" idx="18" hasCustomPrompt="1"/>
          </p:nvPr>
        </p:nvSpPr>
        <p:spPr bwMode="gray">
          <a:xfrm>
            <a:off x="9084144" y="6039312"/>
            <a:ext cx="1080000" cy="143836"/>
          </a:xfrm>
          <a:blipFill>
            <a:blip r:embed="rId2"/>
            <a:stretch>
              <a:fillRect/>
            </a:stretch>
          </a:blipFill>
        </p:spPr>
        <p:txBody>
          <a:bodyPr/>
          <a:lstStyle>
            <a:lvl1pPr marL="0" indent="0">
              <a:spcAft>
                <a:spcPts val="0"/>
              </a:spcAft>
              <a:buFont typeface="Arial" panose="020B0604020202020204" pitchFamily="34" charset="0"/>
              <a:buNone/>
              <a:defRPr sz="100" b="0">
                <a:solidFill>
                  <a:schemeClr val="bg1">
                    <a:alpha val="0"/>
                  </a:schemeClr>
                </a:solidFill>
              </a:defRPr>
            </a:lvl1pPr>
            <a:lvl2pPr marL="0" indent="0">
              <a:spcAft>
                <a:spcPts val="0"/>
              </a:spcAft>
              <a:buFont typeface="Arial" panose="020B0604020202020204" pitchFamily="34" charset="0"/>
              <a:buNone/>
              <a:defRPr sz="100" b="0">
                <a:solidFill>
                  <a:schemeClr val="bg1">
                    <a:alpha val="0"/>
                  </a:schemeClr>
                </a:solidFill>
              </a:defRPr>
            </a:lvl2pPr>
            <a:lvl3pPr marL="0" indent="0">
              <a:spcAft>
                <a:spcPts val="0"/>
              </a:spcAft>
              <a:buNone/>
              <a:defRPr sz="100" b="0">
                <a:solidFill>
                  <a:schemeClr val="bg1">
                    <a:alpha val="0"/>
                  </a:schemeClr>
                </a:solidFill>
              </a:defRPr>
            </a:lvl3pPr>
            <a:lvl4pPr marL="0" indent="0">
              <a:spcAft>
                <a:spcPts val="0"/>
              </a:spcAft>
              <a:buNone/>
              <a:defRPr sz="100" b="0">
                <a:solidFill>
                  <a:schemeClr val="bg1">
                    <a:alpha val="0"/>
                  </a:schemeClr>
                </a:solidFill>
              </a:defRPr>
            </a:lvl4pPr>
            <a:lvl5pPr marL="0" indent="0">
              <a:spcAft>
                <a:spcPts val="0"/>
              </a:spcAft>
              <a:buNone/>
              <a:defRPr sz="100" b="0">
                <a:solidFill>
                  <a:schemeClr val="bg1">
                    <a:alpha val="0"/>
                  </a:schemeClr>
                </a:solidFill>
              </a:defRPr>
            </a:lvl5pPr>
            <a:lvl6pPr marL="0" indent="0">
              <a:spcAft>
                <a:spcPts val="0"/>
              </a:spcAft>
              <a:buNone/>
              <a:defRPr sz="100" b="0">
                <a:solidFill>
                  <a:schemeClr val="bg1">
                    <a:alpha val="0"/>
                  </a:schemeClr>
                </a:solidFill>
              </a:defRPr>
            </a:lvl6pPr>
            <a:lvl7pPr marL="0" indent="0">
              <a:spcAft>
                <a:spcPts val="0"/>
              </a:spcAft>
              <a:buNone/>
              <a:defRPr sz="100" b="0">
                <a:solidFill>
                  <a:schemeClr val="bg1">
                    <a:alpha val="0"/>
                  </a:schemeClr>
                </a:solidFill>
              </a:defRPr>
            </a:lvl7pPr>
            <a:lvl8pPr marL="0" indent="0">
              <a:spcAft>
                <a:spcPts val="0"/>
              </a:spcAft>
              <a:buNone/>
              <a:defRPr sz="100" b="0">
                <a:solidFill>
                  <a:schemeClr val="bg1">
                    <a:alpha val="0"/>
                  </a:schemeClr>
                </a:solidFill>
              </a:defRPr>
            </a:lvl8pPr>
            <a:lvl9pPr marL="0" indent="0">
              <a:spcAft>
                <a:spcPts val="0"/>
              </a:spcAft>
              <a:buNone/>
              <a:defRPr sz="100" b="0">
                <a:solidFill>
                  <a:schemeClr val="bg1">
                    <a:alpha val="0"/>
                  </a:schemeClr>
                </a:solidFill>
              </a:defRPr>
            </a:lvl9pPr>
          </a:lstStyle>
          <a:p>
            <a:pPr lvl="0"/>
            <a:r>
              <a:rPr lang="en-US"/>
              <a:t> </a:t>
            </a:r>
          </a:p>
        </p:txBody>
      </p:sp>
      <p:sp>
        <p:nvSpPr>
          <p:cNvPr id="13" name="Textplatzhalter 33">
            <a:extLst>
              <a:ext uri="{FF2B5EF4-FFF2-40B4-BE49-F238E27FC236}">
                <a16:creationId xmlns:a16="http://schemas.microsoft.com/office/drawing/2014/main" id="{8790B95C-5F7D-4BA2-94B8-3EAC426B793A}"/>
              </a:ext>
            </a:extLst>
          </p:cNvPr>
          <p:cNvSpPr>
            <a:spLocks noGrp="1"/>
          </p:cNvSpPr>
          <p:nvPr>
            <p:ph type="body" sz="quarter" idx="19" hasCustomPrompt="1"/>
          </p:nvPr>
        </p:nvSpPr>
        <p:spPr bwMode="gray">
          <a:xfrm>
            <a:off x="9924009" y="6199957"/>
            <a:ext cx="108000" cy="36000"/>
          </a:xfrm>
          <a:solidFill>
            <a:schemeClr val="bg2"/>
          </a:solidFill>
        </p:spPr>
        <p:txBody>
          <a:bodyPr/>
          <a:lstStyle>
            <a:lvl1pPr marL="0" indent="0">
              <a:lnSpc>
                <a:spcPct val="100000"/>
              </a:lnSpc>
              <a:spcBef>
                <a:spcPts val="0"/>
              </a:spcBef>
              <a:buFont typeface="Arial" panose="020B0604020202020204" pitchFamily="34" charset="0"/>
              <a:buNone/>
              <a:defRPr sz="100">
                <a:solidFill>
                  <a:schemeClr val="bg1">
                    <a:alpha val="0"/>
                  </a:schemeClr>
                </a:solidFill>
                <a:latin typeface="+mn-lt"/>
              </a:defRPr>
            </a:lvl1pPr>
            <a:lvl2pPr marL="0" indent="0">
              <a:lnSpc>
                <a:spcPct val="100000"/>
              </a:lnSpc>
              <a:spcBef>
                <a:spcPts val="0"/>
              </a:spcBef>
              <a:buNone/>
              <a:defRPr sz="100">
                <a:solidFill>
                  <a:schemeClr val="bg1">
                    <a:alpha val="0"/>
                  </a:schemeClr>
                </a:solidFill>
                <a:latin typeface="+mn-lt"/>
              </a:defRPr>
            </a:lvl2pPr>
            <a:lvl3pPr marL="0" indent="0">
              <a:lnSpc>
                <a:spcPct val="100000"/>
              </a:lnSpc>
              <a:spcBef>
                <a:spcPts val="0"/>
              </a:spcBef>
              <a:buNone/>
              <a:defRPr sz="100">
                <a:solidFill>
                  <a:schemeClr val="bg1">
                    <a:alpha val="0"/>
                  </a:schemeClr>
                </a:solidFill>
                <a:latin typeface="+mn-lt"/>
              </a:defRPr>
            </a:lvl3pPr>
            <a:lvl4pPr marL="0" indent="0">
              <a:lnSpc>
                <a:spcPct val="100000"/>
              </a:lnSpc>
              <a:spcBef>
                <a:spcPts val="0"/>
              </a:spcBef>
              <a:buNone/>
              <a:defRPr sz="100">
                <a:solidFill>
                  <a:schemeClr val="bg1">
                    <a:alpha val="0"/>
                  </a:schemeClr>
                </a:solidFill>
                <a:latin typeface="+mn-lt"/>
              </a:defRPr>
            </a:lvl4pPr>
            <a:lvl5pPr marL="0" indent="0">
              <a:lnSpc>
                <a:spcPct val="100000"/>
              </a:lnSpc>
              <a:spcBef>
                <a:spcPts val="0"/>
              </a:spcBef>
              <a:buNone/>
              <a:defRPr sz="100">
                <a:solidFill>
                  <a:schemeClr val="bg1">
                    <a:alpha val="0"/>
                  </a:schemeClr>
                </a:solidFill>
                <a:latin typeface="+mn-lt"/>
              </a:defRPr>
            </a:lvl5pPr>
            <a:lvl6pPr marL="0" indent="0">
              <a:lnSpc>
                <a:spcPct val="100000"/>
              </a:lnSpc>
              <a:spcBef>
                <a:spcPts val="0"/>
              </a:spcBef>
              <a:buNone/>
              <a:defRPr sz="100">
                <a:solidFill>
                  <a:schemeClr val="bg1">
                    <a:alpha val="0"/>
                  </a:schemeClr>
                </a:solidFill>
                <a:latin typeface="+mn-lt"/>
              </a:defRPr>
            </a:lvl6pPr>
            <a:lvl7pPr marL="0" indent="0">
              <a:lnSpc>
                <a:spcPct val="100000"/>
              </a:lnSpc>
              <a:spcBef>
                <a:spcPts val="0"/>
              </a:spcBef>
              <a:buNone/>
              <a:defRPr sz="100">
                <a:solidFill>
                  <a:schemeClr val="bg1">
                    <a:alpha val="0"/>
                  </a:schemeClr>
                </a:solidFill>
                <a:latin typeface="+mn-lt"/>
              </a:defRPr>
            </a:lvl7pPr>
            <a:lvl8pPr marL="0" indent="0">
              <a:lnSpc>
                <a:spcPct val="100000"/>
              </a:lnSpc>
              <a:spcBef>
                <a:spcPts val="0"/>
              </a:spcBef>
              <a:buNone/>
              <a:defRPr sz="100">
                <a:solidFill>
                  <a:schemeClr val="bg1">
                    <a:alpha val="0"/>
                  </a:schemeClr>
                </a:solidFill>
                <a:latin typeface="+mn-lt"/>
              </a:defRPr>
            </a:lvl8pPr>
            <a:lvl9pPr marL="0" indent="0">
              <a:lnSpc>
                <a:spcPct val="100000"/>
              </a:lnSpc>
              <a:spcBef>
                <a:spcPts val="0"/>
              </a:spcBef>
              <a:buNone/>
              <a:defRPr sz="100">
                <a:solidFill>
                  <a:schemeClr val="bg1">
                    <a:alpha val="0"/>
                  </a:schemeClr>
                </a:solidFill>
                <a:latin typeface="+mn-lt"/>
              </a:defRPr>
            </a:lvl9pPr>
          </a:lstStyle>
          <a:p>
            <a:pPr lvl="0"/>
            <a:r>
              <a:rPr lang="en-US"/>
              <a:t> </a:t>
            </a:r>
          </a:p>
        </p:txBody>
      </p:sp>
    </p:spTree>
    <p:extLst>
      <p:ext uri="{BB962C8B-B14F-4D97-AF65-F5344CB8AC3E}">
        <p14:creationId xmlns:p14="http://schemas.microsoft.com/office/powerpoint/2010/main" val="14271262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Divider | picture 1/2">
    <p:bg>
      <p:bgPr>
        <a:solidFill>
          <a:schemeClr val="tx1"/>
        </a:solidFill>
        <a:effectLst/>
      </p:bgPr>
    </p:bg>
    <p:spTree>
      <p:nvGrpSpPr>
        <p:cNvPr id="1" name=""/>
        <p:cNvGrpSpPr/>
        <p:nvPr/>
      </p:nvGrpSpPr>
      <p:grpSpPr>
        <a:xfrm>
          <a:off x="0" y="0"/>
          <a:ext cx="0" cy="0"/>
          <a:chOff x="0" y="0"/>
          <a:chExt cx="0" cy="0"/>
        </a:xfrm>
      </p:grpSpPr>
      <p:sp>
        <p:nvSpPr>
          <p:cNvPr id="127" name="Bildplatzhalter 126">
            <a:extLst>
              <a:ext uri="{FF2B5EF4-FFF2-40B4-BE49-F238E27FC236}">
                <a16:creationId xmlns:a16="http://schemas.microsoft.com/office/drawing/2014/main" id="{5DDFCDE0-1161-4605-B9E3-2607A70946B3}"/>
              </a:ext>
            </a:extLst>
          </p:cNvPr>
          <p:cNvSpPr>
            <a:spLocks noGrp="1"/>
          </p:cNvSpPr>
          <p:nvPr>
            <p:ph type="pic" sz="quarter" idx="25" hasCustomPrompt="1"/>
          </p:nvPr>
        </p:nvSpPr>
        <p:spPr>
          <a:xfrm>
            <a:off x="6096000" y="0"/>
            <a:ext cx="6096000" cy="6858000"/>
          </a:xfrm>
          <a:solidFill>
            <a:schemeClr val="accent6"/>
          </a:solidFill>
        </p:spPr>
        <p:txBody>
          <a:bodyPr/>
          <a:lstStyle>
            <a:lvl1pPr>
              <a:defRPr/>
            </a:lvl1pPr>
          </a:lstStyle>
          <a:p>
            <a:r>
              <a:rPr lang="de-DE"/>
              <a:t> </a:t>
            </a:r>
          </a:p>
        </p:txBody>
      </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418" y="2636912"/>
            <a:ext cx="1440000" cy="648000"/>
          </a:xfrm>
        </p:spPr>
        <p:txBody>
          <a:bodyPr anchor="b"/>
          <a:lstStyle>
            <a:lvl1pPr marL="0" indent="0">
              <a:lnSpc>
                <a:spcPct val="100000"/>
              </a:lnSpc>
              <a:spcAft>
                <a:spcPts val="0"/>
              </a:spcAft>
              <a:buFont typeface="Arial" panose="020B0604020202020204" pitchFamily="34" charset="0"/>
              <a:buNone/>
              <a:defRPr sz="4000" b="1">
                <a:solidFill>
                  <a:schemeClr val="bg2"/>
                </a:solidFill>
                <a:latin typeface="+mn-lt"/>
              </a:defRPr>
            </a:lvl1pPr>
            <a:lvl2pPr marL="0" indent="0">
              <a:lnSpc>
                <a:spcPct val="100000"/>
              </a:lnSpc>
              <a:spcAft>
                <a:spcPts val="0"/>
              </a:spcAft>
              <a:buFont typeface="Arial" panose="020B0604020202020204" pitchFamily="34" charset="0"/>
              <a:buNone/>
              <a:defRPr sz="4000" b="1">
                <a:solidFill>
                  <a:schemeClr val="bg2"/>
                </a:solidFill>
                <a:latin typeface="+mn-lt"/>
              </a:defRPr>
            </a:lvl2pPr>
            <a:lvl3pPr marL="0" indent="0">
              <a:lnSpc>
                <a:spcPct val="100000"/>
              </a:lnSpc>
              <a:spcAft>
                <a:spcPts val="0"/>
              </a:spcAft>
              <a:buFont typeface="Arial" panose="020B0604020202020204" pitchFamily="34" charset="0"/>
              <a:buNone/>
              <a:defRPr sz="4000" b="1">
                <a:solidFill>
                  <a:schemeClr val="bg2"/>
                </a:solidFill>
                <a:latin typeface="+mn-lt"/>
              </a:defRPr>
            </a:lvl3pPr>
            <a:lvl4pPr marL="0" indent="0">
              <a:lnSpc>
                <a:spcPct val="100000"/>
              </a:lnSpc>
              <a:spcAft>
                <a:spcPts val="0"/>
              </a:spcAft>
              <a:buNone/>
              <a:defRPr sz="4000" b="1">
                <a:solidFill>
                  <a:schemeClr val="bg2"/>
                </a:solidFill>
                <a:latin typeface="+mn-lt"/>
              </a:defRPr>
            </a:lvl4pPr>
            <a:lvl5pPr marL="0" indent="0">
              <a:lnSpc>
                <a:spcPct val="100000"/>
              </a:lnSpc>
              <a:spcAft>
                <a:spcPts val="0"/>
              </a:spcAft>
              <a:buNone/>
              <a:defRPr sz="4000" b="1">
                <a:solidFill>
                  <a:schemeClr val="bg2"/>
                </a:solidFill>
                <a:latin typeface="+mn-lt"/>
              </a:defRPr>
            </a:lvl5pPr>
            <a:lvl6pPr marL="0" indent="0">
              <a:lnSpc>
                <a:spcPct val="100000"/>
              </a:lnSpc>
              <a:spcAft>
                <a:spcPts val="0"/>
              </a:spcAft>
              <a:buNone/>
              <a:defRPr sz="4000" b="1">
                <a:solidFill>
                  <a:schemeClr val="bg2"/>
                </a:solidFill>
                <a:latin typeface="+mn-lt"/>
              </a:defRPr>
            </a:lvl6pPr>
            <a:lvl7pPr marL="0" indent="0">
              <a:lnSpc>
                <a:spcPct val="100000"/>
              </a:lnSpc>
              <a:spcAft>
                <a:spcPts val="0"/>
              </a:spcAft>
              <a:buNone/>
              <a:defRPr sz="4000" b="1">
                <a:solidFill>
                  <a:schemeClr val="bg2"/>
                </a:solidFill>
                <a:latin typeface="+mn-lt"/>
              </a:defRPr>
            </a:lvl7pPr>
            <a:lvl8pPr marL="0" indent="0">
              <a:lnSpc>
                <a:spcPct val="100000"/>
              </a:lnSpc>
              <a:spcAft>
                <a:spcPts val="0"/>
              </a:spcAft>
              <a:buNone/>
              <a:defRPr sz="4000" b="1">
                <a:solidFill>
                  <a:schemeClr val="bg2"/>
                </a:solidFill>
                <a:latin typeface="+mn-lt"/>
              </a:defRPr>
            </a:lvl8pPr>
            <a:lvl9pPr marL="0" indent="0">
              <a:lnSpc>
                <a:spcPct val="100000"/>
              </a:lnSpc>
              <a:spcAft>
                <a:spcPts val="0"/>
              </a:spcAft>
              <a:buNone/>
              <a:defRPr sz="4000" b="1">
                <a:solidFill>
                  <a:schemeClr val="bg2"/>
                </a:solidFill>
                <a:latin typeface="+mn-lt"/>
              </a:defRPr>
            </a:lvl9pPr>
          </a:lstStyle>
          <a:p>
            <a:pPr lvl="0"/>
            <a:r>
              <a:rPr lang="en-US"/>
              <a:t>00</a:t>
            </a:r>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Title of the presentation</a:t>
            </a:r>
          </a:p>
        </p:txBody>
      </p:sp>
      <p:sp>
        <p:nvSpPr>
          <p:cNvPr id="4" name="Datumsplatzhalter 3">
            <a:extLst>
              <a:ext uri="{FF2B5EF4-FFF2-40B4-BE49-F238E27FC236}">
                <a16:creationId xmlns:a16="http://schemas.microsoft.com/office/drawing/2014/main" id="{4564567E-7E76-46E6-BCB6-8888D21914D8}"/>
              </a:ext>
            </a:extLst>
          </p:cNvPr>
          <p:cNvSpPr>
            <a:spLocks noGrp="1"/>
          </p:cNvSpPr>
          <p:nvPr>
            <p:ph type="dt" sz="half" idx="18"/>
          </p:nvPr>
        </p:nvSpPr>
        <p:spPr bwMode="white"/>
        <p:txBody>
          <a:bodyPr/>
          <a:lstStyle>
            <a:lvl1pPr>
              <a:defRPr>
                <a:solidFill>
                  <a:schemeClr val="bg1"/>
                </a:solidFill>
              </a:defRPr>
            </a:lvl1pPr>
          </a:lstStyle>
          <a:p>
            <a:r>
              <a:rPr lang="de-DE"/>
              <a:t>Date</a:t>
            </a:r>
            <a:endParaRPr lang="en-US"/>
          </a:p>
        </p:txBody>
      </p:sp>
      <p:sp>
        <p:nvSpPr>
          <p:cNvPr id="10" name="Titel 1">
            <a:extLst>
              <a:ext uri="{FF2B5EF4-FFF2-40B4-BE49-F238E27FC236}">
                <a16:creationId xmlns:a16="http://schemas.microsoft.com/office/drawing/2014/main" id="{2AAEA2F6-B974-4370-AC73-A51335145A1A}"/>
              </a:ext>
            </a:extLst>
          </p:cNvPr>
          <p:cNvSpPr>
            <a:spLocks noGrp="1"/>
          </p:cNvSpPr>
          <p:nvPr>
            <p:ph type="title" hasCustomPrompt="1"/>
          </p:nvPr>
        </p:nvSpPr>
        <p:spPr bwMode="gray">
          <a:xfrm>
            <a:off x="623392" y="3357104"/>
            <a:ext cx="5328146" cy="1008000"/>
          </a:xfrm>
        </p:spPr>
        <p:txBody>
          <a:bodyPr rIns="14400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grpSp>
        <p:nvGrpSpPr>
          <p:cNvPr id="39" name="Grafik 11">
            <a:extLst>
              <a:ext uri="{FF2B5EF4-FFF2-40B4-BE49-F238E27FC236}">
                <a16:creationId xmlns:a16="http://schemas.microsoft.com/office/drawing/2014/main" id="{C18E5B37-072A-40BD-A4CC-9383B82351C7}"/>
              </a:ext>
            </a:extLst>
          </p:cNvPr>
          <p:cNvGrpSpPr/>
          <p:nvPr/>
        </p:nvGrpSpPr>
        <p:grpSpPr bwMode="gray">
          <a:xfrm>
            <a:off x="610916" y="6039598"/>
            <a:ext cx="1080005" cy="197670"/>
            <a:chOff x="2963711" y="6039598"/>
            <a:chExt cx="1080005" cy="197670"/>
          </a:xfrm>
        </p:grpSpPr>
        <p:grpSp>
          <p:nvGrpSpPr>
            <p:cNvPr id="40" name="Grafik 11">
              <a:extLst>
                <a:ext uri="{FF2B5EF4-FFF2-40B4-BE49-F238E27FC236}">
                  <a16:creationId xmlns:a16="http://schemas.microsoft.com/office/drawing/2014/main" id="{E0FE6473-095D-4C20-A5DB-6C0AEAFCE665}"/>
                </a:ext>
              </a:extLst>
            </p:cNvPr>
            <p:cNvGrpSpPr/>
            <p:nvPr/>
          </p:nvGrpSpPr>
          <p:grpSpPr bwMode="gray">
            <a:xfrm>
              <a:off x="2963711" y="6039598"/>
              <a:ext cx="1080005" cy="144003"/>
              <a:chOff x="2963711" y="6039598"/>
              <a:chExt cx="1080005" cy="144003"/>
            </a:xfrm>
            <a:solidFill>
              <a:srgbClr val="FFFFFF"/>
            </a:solidFill>
          </p:grpSpPr>
          <p:sp>
            <p:nvSpPr>
              <p:cNvPr id="42" name="Freihandform: Form 41">
                <a:extLst>
                  <a:ext uri="{FF2B5EF4-FFF2-40B4-BE49-F238E27FC236}">
                    <a16:creationId xmlns:a16="http://schemas.microsoft.com/office/drawing/2014/main" id="{1464829E-6811-4287-AF32-C4BA703DBDD7}"/>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43" name="Freihandform: Form 42">
                <a:extLst>
                  <a:ext uri="{FF2B5EF4-FFF2-40B4-BE49-F238E27FC236}">
                    <a16:creationId xmlns:a16="http://schemas.microsoft.com/office/drawing/2014/main" id="{AAB04EEC-A1E7-4E94-9963-DCF286CAC206}"/>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44" name="Freihandform: Form 43">
                <a:extLst>
                  <a:ext uri="{FF2B5EF4-FFF2-40B4-BE49-F238E27FC236}">
                    <a16:creationId xmlns:a16="http://schemas.microsoft.com/office/drawing/2014/main" id="{1160995B-A00F-4487-AB5E-5148871DDDCB}"/>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45" name="Freihandform: Form 44">
                <a:extLst>
                  <a:ext uri="{FF2B5EF4-FFF2-40B4-BE49-F238E27FC236}">
                    <a16:creationId xmlns:a16="http://schemas.microsoft.com/office/drawing/2014/main" id="{EBAA33A0-C0A2-48CE-BABB-7B9EF5EA3B5C}"/>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46" name="Freihandform: Form 45">
                <a:extLst>
                  <a:ext uri="{FF2B5EF4-FFF2-40B4-BE49-F238E27FC236}">
                    <a16:creationId xmlns:a16="http://schemas.microsoft.com/office/drawing/2014/main" id="{9807D43C-D7F4-418C-9A7D-A894E6EF45E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47" name="Freihandform: Form 46">
                <a:extLst>
                  <a:ext uri="{FF2B5EF4-FFF2-40B4-BE49-F238E27FC236}">
                    <a16:creationId xmlns:a16="http://schemas.microsoft.com/office/drawing/2014/main" id="{75C476AB-0F1E-4F7D-BE4F-8EA3303D17D3}"/>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48" name="Freihandform: Form 47">
                <a:extLst>
                  <a:ext uri="{FF2B5EF4-FFF2-40B4-BE49-F238E27FC236}">
                    <a16:creationId xmlns:a16="http://schemas.microsoft.com/office/drawing/2014/main" id="{7300B1C0-DEA3-499F-81B0-AA1F62F19E73}"/>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49" name="Freihandform: Form 48">
                <a:extLst>
                  <a:ext uri="{FF2B5EF4-FFF2-40B4-BE49-F238E27FC236}">
                    <a16:creationId xmlns:a16="http://schemas.microsoft.com/office/drawing/2014/main" id="{979829B5-1E0B-4374-BA45-6CB1A34D5970}"/>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50" name="Freihandform: Form 49">
                <a:extLst>
                  <a:ext uri="{FF2B5EF4-FFF2-40B4-BE49-F238E27FC236}">
                    <a16:creationId xmlns:a16="http://schemas.microsoft.com/office/drawing/2014/main" id="{2F031907-FAF7-4254-AF41-84D7EBBAC47C}"/>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41" name="Freihandform: Form 40">
              <a:extLst>
                <a:ext uri="{FF2B5EF4-FFF2-40B4-BE49-F238E27FC236}">
                  <a16:creationId xmlns:a16="http://schemas.microsoft.com/office/drawing/2014/main" id="{C8E19C24-23D6-4ADF-A771-D33F031F123B}"/>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41" name="Textplatzhalter 140">
            <a:extLst>
              <a:ext uri="{FF2B5EF4-FFF2-40B4-BE49-F238E27FC236}">
                <a16:creationId xmlns:a16="http://schemas.microsoft.com/office/drawing/2014/main" id="{978C03CC-B96D-441D-8AE0-61F73A8EA5EE}"/>
              </a:ext>
            </a:extLst>
          </p:cNvPr>
          <p:cNvSpPr>
            <a:spLocks noGrp="1"/>
          </p:cNvSpPr>
          <p:nvPr>
            <p:ph type="body" sz="quarter" idx="24" hasCustomPrompt="1"/>
          </p:nvPr>
        </p:nvSpPr>
        <p:spPr bwMode="gray">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144" name="Textplatzhalter 143">
            <a:extLst>
              <a:ext uri="{FF2B5EF4-FFF2-40B4-BE49-F238E27FC236}">
                <a16:creationId xmlns:a16="http://schemas.microsoft.com/office/drawing/2014/main" id="{2D7718B2-2CBC-4694-A303-CE8AC567A33D}"/>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145" name="Textplatzhalter 144">
            <a:extLst>
              <a:ext uri="{FF2B5EF4-FFF2-40B4-BE49-F238E27FC236}">
                <a16:creationId xmlns:a16="http://schemas.microsoft.com/office/drawing/2014/main" id="{A8C997C6-51B1-4DC4-BAC6-4339C53666CD}"/>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9768601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Divider | plain">
    <p:spTree>
      <p:nvGrpSpPr>
        <p:cNvPr id="1" name=""/>
        <p:cNvGrpSpPr/>
        <p:nvPr/>
      </p:nvGrpSpPr>
      <p:grpSpPr>
        <a:xfrm>
          <a:off x="0" y="0"/>
          <a:ext cx="0" cy="0"/>
          <a:chOff x="0" y="0"/>
          <a:chExt cx="0" cy="0"/>
        </a:xfrm>
      </p:grpSpPr>
      <p:sp>
        <p:nvSpPr>
          <p:cNvPr id="18" name="Rechteck 17">
            <a:extLst>
              <a:ext uri="{FF2B5EF4-FFF2-40B4-BE49-F238E27FC236}">
                <a16:creationId xmlns:a16="http://schemas.microsoft.com/office/drawing/2014/main" id="{91B466DC-2BD6-45F5-8F57-C80E80E9238A}"/>
              </a:ext>
            </a:extLst>
          </p:cNvPr>
          <p:cNvSpPr/>
          <p:nvPr/>
        </p:nvSpPr>
        <p:spPr bwMode="ltGray">
          <a:xfrm>
            <a:off x="0" y="0"/>
            <a:ext cx="12192000" cy="6858000"/>
          </a:xfrm>
          <a:prstGeom prst="rect">
            <a:avLst/>
          </a:prstGeom>
          <a:solidFill>
            <a:srgbClr val="00010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2400" b="0" i="0" u="none" baseline="0">
              <a:solidFill>
                <a:srgbClr val="FFFFFF"/>
              </a:solidFill>
              <a:latin typeface="Arial" panose="020B0604020202020204" pitchFamily="34" charset="0"/>
            </a:endParaRPr>
          </a:p>
        </p:txBody>
      </p:sp>
      <p:grpSp>
        <p:nvGrpSpPr>
          <p:cNvPr id="6" name="Grafik 9">
            <a:extLst>
              <a:ext uri="{FF2B5EF4-FFF2-40B4-BE49-F238E27FC236}">
                <a16:creationId xmlns:a16="http://schemas.microsoft.com/office/drawing/2014/main" id="{E7CDCC12-856C-43C6-B868-2A7902A807EB}"/>
              </a:ext>
            </a:extLst>
          </p:cNvPr>
          <p:cNvGrpSpPr/>
          <p:nvPr/>
        </p:nvGrpSpPr>
        <p:grpSpPr bwMode="white">
          <a:xfrm>
            <a:off x="7399268" y="0"/>
            <a:ext cx="4792732" cy="6858000"/>
            <a:chOff x="-456728" y="3068960"/>
            <a:chExt cx="144000" cy="206052"/>
          </a:xfrm>
        </p:grpSpPr>
        <p:sp>
          <p:nvSpPr>
            <p:cNvPr id="8" name="Freihandform: Form 7">
              <a:extLst>
                <a:ext uri="{FF2B5EF4-FFF2-40B4-BE49-F238E27FC236}">
                  <a16:creationId xmlns:a16="http://schemas.microsoft.com/office/drawing/2014/main" id="{E54C331E-5A0D-498A-BDD8-2B2E1B05A289}"/>
                </a:ext>
              </a:extLst>
            </p:cNvPr>
            <p:cNvSpPr/>
            <p:nvPr/>
          </p:nvSpPr>
          <p:spPr bwMode="white">
            <a:xfrm>
              <a:off x="-456728" y="3068960"/>
              <a:ext cx="143999" cy="147022"/>
            </a:xfrm>
            <a:custGeom>
              <a:avLst/>
              <a:gdLst>
                <a:gd name="connsiteX0" fmla="*/ 72001 w 143999"/>
                <a:gd name="connsiteY0" fmla="*/ 103086 h 147022"/>
                <a:gd name="connsiteX1" fmla="*/ 42224 w 143999"/>
                <a:gd name="connsiteY1" fmla="*/ 0 h 147022"/>
                <a:gd name="connsiteX2" fmla="*/ 0 w 143999"/>
                <a:gd name="connsiteY2" fmla="*/ 0 h 147022"/>
                <a:gd name="connsiteX3" fmla="*/ 48443 w 143999"/>
                <a:gd name="connsiteY3" fmla="*/ 147022 h 147022"/>
                <a:gd name="connsiteX4" fmla="*/ 95559 w 143999"/>
                <a:gd name="connsiteY4" fmla="*/ 147022 h 147022"/>
                <a:gd name="connsiteX5" fmla="*/ 143608 w 143999"/>
                <a:gd name="connsiteY5" fmla="*/ 1191 h 147022"/>
                <a:gd name="connsiteX6" fmla="*/ 143999 w 143999"/>
                <a:gd name="connsiteY6" fmla="*/ 0 h 147022"/>
                <a:gd name="connsiteX7" fmla="*/ 101775 w 143999"/>
                <a:gd name="connsiteY7" fmla="*/ 0 h 147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999" h="147022">
                  <a:moveTo>
                    <a:pt x="72001" y="103086"/>
                  </a:moveTo>
                  <a:lnTo>
                    <a:pt x="42224" y="0"/>
                  </a:lnTo>
                  <a:lnTo>
                    <a:pt x="0" y="0"/>
                  </a:lnTo>
                  <a:lnTo>
                    <a:pt x="48443" y="147022"/>
                  </a:lnTo>
                  <a:lnTo>
                    <a:pt x="95559" y="147022"/>
                  </a:lnTo>
                  <a:lnTo>
                    <a:pt x="143608" y="1191"/>
                  </a:lnTo>
                  <a:lnTo>
                    <a:pt x="143999" y="0"/>
                  </a:lnTo>
                  <a:lnTo>
                    <a:pt x="101775" y="0"/>
                  </a:lnTo>
                  <a:close/>
                </a:path>
              </a:pathLst>
            </a:custGeom>
            <a:solidFill>
              <a:schemeClr val="bg1"/>
            </a:solidFill>
            <a:ln w="28" cap="flat">
              <a:noFill/>
              <a:prstDash val="solid"/>
              <a:miter/>
            </a:ln>
          </p:spPr>
          <p:txBody>
            <a:bodyPr rtlCol="0" anchor="ctr"/>
            <a:lstStyle/>
            <a:p>
              <a:endParaRPr lang="en-US"/>
            </a:p>
          </p:txBody>
        </p:sp>
        <p:sp>
          <p:nvSpPr>
            <p:cNvPr id="9" name="Freihandform: Form 8">
              <a:extLst>
                <a:ext uri="{FF2B5EF4-FFF2-40B4-BE49-F238E27FC236}">
                  <a16:creationId xmlns:a16="http://schemas.microsoft.com/office/drawing/2014/main" id="{BB095ADC-2E46-42E7-9CC8-14ADE262651B}"/>
                </a:ext>
              </a:extLst>
            </p:cNvPr>
            <p:cNvSpPr/>
            <p:nvPr/>
          </p:nvSpPr>
          <p:spPr bwMode="white">
            <a:xfrm>
              <a:off x="-441255" y="3235666"/>
              <a:ext cx="113057" cy="39354"/>
            </a:xfrm>
            <a:custGeom>
              <a:avLst/>
              <a:gdLst>
                <a:gd name="connsiteX0" fmla="*/ 0 w 113057"/>
                <a:gd name="connsiteY0" fmla="*/ 0 h 39354"/>
                <a:gd name="connsiteX1" fmla="*/ 113058 w 113057"/>
                <a:gd name="connsiteY1" fmla="*/ 0 h 39354"/>
                <a:gd name="connsiteX2" fmla="*/ 113058 w 113057"/>
                <a:gd name="connsiteY2" fmla="*/ 39354 h 39354"/>
                <a:gd name="connsiteX3" fmla="*/ 0 w 113057"/>
                <a:gd name="connsiteY3" fmla="*/ 39354 h 39354"/>
              </a:gdLst>
              <a:ahLst/>
              <a:cxnLst>
                <a:cxn ang="0">
                  <a:pos x="connsiteX0" y="connsiteY0"/>
                </a:cxn>
                <a:cxn ang="0">
                  <a:pos x="connsiteX1" y="connsiteY1"/>
                </a:cxn>
                <a:cxn ang="0">
                  <a:pos x="connsiteX2" y="connsiteY2"/>
                </a:cxn>
                <a:cxn ang="0">
                  <a:pos x="connsiteX3" y="connsiteY3"/>
                </a:cxn>
              </a:cxnLst>
              <a:rect l="l" t="t" r="r" b="b"/>
              <a:pathLst>
                <a:path w="113057" h="39354">
                  <a:moveTo>
                    <a:pt x="0" y="0"/>
                  </a:moveTo>
                  <a:lnTo>
                    <a:pt x="113058" y="0"/>
                  </a:lnTo>
                  <a:lnTo>
                    <a:pt x="113058" y="39354"/>
                  </a:lnTo>
                  <a:lnTo>
                    <a:pt x="0" y="39354"/>
                  </a:lnTo>
                  <a:close/>
                </a:path>
              </a:pathLst>
            </a:custGeom>
            <a:solidFill>
              <a:schemeClr val="bg2"/>
            </a:solidFill>
            <a:ln w="28" cap="flat">
              <a:noFill/>
              <a:prstDash val="solid"/>
              <a:miter/>
            </a:ln>
          </p:spPr>
          <p:txBody>
            <a:bodyPr rtlCol="0" anchor="ctr"/>
            <a:lstStyle/>
            <a:p>
              <a:endParaRPr lang="en-US"/>
            </a:p>
          </p:txBody>
        </p:sp>
      </p:grpSp>
      <p:sp>
        <p:nvSpPr>
          <p:cNvPr id="11" name="Textplatzhalter 10">
            <a:extLst>
              <a:ext uri="{FF2B5EF4-FFF2-40B4-BE49-F238E27FC236}">
                <a16:creationId xmlns:a16="http://schemas.microsoft.com/office/drawing/2014/main" id="{B3D0D2F1-0917-4927-9359-C40D6BAC148B}"/>
              </a:ext>
            </a:extLst>
          </p:cNvPr>
          <p:cNvSpPr>
            <a:spLocks noGrp="1"/>
          </p:cNvSpPr>
          <p:nvPr>
            <p:ph type="body" sz="quarter" idx="13" hasCustomPrompt="1"/>
          </p:nvPr>
        </p:nvSpPr>
        <p:spPr bwMode="white">
          <a:xfrm>
            <a:off x="624418" y="2636912"/>
            <a:ext cx="1440000" cy="648000"/>
          </a:xfrm>
        </p:spPr>
        <p:txBody>
          <a:bodyPr anchor="b"/>
          <a:lstStyle>
            <a:lvl1pPr marL="0" indent="0">
              <a:lnSpc>
                <a:spcPct val="100000"/>
              </a:lnSpc>
              <a:spcAft>
                <a:spcPts val="0"/>
              </a:spcAft>
              <a:buFont typeface="Arial" panose="020B0604020202020204" pitchFamily="34" charset="0"/>
              <a:buNone/>
              <a:defRPr sz="4000" b="1">
                <a:solidFill>
                  <a:schemeClr val="bg2"/>
                </a:solidFill>
                <a:latin typeface="+mn-lt"/>
              </a:defRPr>
            </a:lvl1pPr>
            <a:lvl2pPr marL="0" indent="0">
              <a:lnSpc>
                <a:spcPct val="100000"/>
              </a:lnSpc>
              <a:spcAft>
                <a:spcPts val="0"/>
              </a:spcAft>
              <a:buFont typeface="Arial" panose="020B0604020202020204" pitchFamily="34" charset="0"/>
              <a:buNone/>
              <a:defRPr sz="4000" b="1">
                <a:solidFill>
                  <a:schemeClr val="bg2"/>
                </a:solidFill>
                <a:latin typeface="+mn-lt"/>
              </a:defRPr>
            </a:lvl2pPr>
            <a:lvl3pPr marL="0" indent="0">
              <a:lnSpc>
                <a:spcPct val="100000"/>
              </a:lnSpc>
              <a:spcAft>
                <a:spcPts val="0"/>
              </a:spcAft>
              <a:buFont typeface="Arial" panose="020B0604020202020204" pitchFamily="34" charset="0"/>
              <a:buNone/>
              <a:defRPr sz="4000" b="1">
                <a:solidFill>
                  <a:schemeClr val="bg2"/>
                </a:solidFill>
                <a:latin typeface="+mn-lt"/>
              </a:defRPr>
            </a:lvl3pPr>
            <a:lvl4pPr marL="0" indent="0">
              <a:lnSpc>
                <a:spcPct val="100000"/>
              </a:lnSpc>
              <a:spcAft>
                <a:spcPts val="0"/>
              </a:spcAft>
              <a:buNone/>
              <a:defRPr sz="4000" b="1">
                <a:solidFill>
                  <a:schemeClr val="bg2"/>
                </a:solidFill>
                <a:latin typeface="+mn-lt"/>
              </a:defRPr>
            </a:lvl4pPr>
            <a:lvl5pPr marL="0" indent="0">
              <a:lnSpc>
                <a:spcPct val="100000"/>
              </a:lnSpc>
              <a:spcAft>
                <a:spcPts val="0"/>
              </a:spcAft>
              <a:buNone/>
              <a:defRPr sz="4000" b="1">
                <a:solidFill>
                  <a:schemeClr val="bg2"/>
                </a:solidFill>
                <a:latin typeface="+mn-lt"/>
              </a:defRPr>
            </a:lvl5pPr>
            <a:lvl6pPr marL="0" indent="0">
              <a:lnSpc>
                <a:spcPct val="100000"/>
              </a:lnSpc>
              <a:spcAft>
                <a:spcPts val="0"/>
              </a:spcAft>
              <a:buNone/>
              <a:defRPr sz="4000" b="1">
                <a:solidFill>
                  <a:schemeClr val="bg2"/>
                </a:solidFill>
                <a:latin typeface="+mn-lt"/>
              </a:defRPr>
            </a:lvl6pPr>
            <a:lvl7pPr marL="0" indent="0">
              <a:lnSpc>
                <a:spcPct val="100000"/>
              </a:lnSpc>
              <a:spcAft>
                <a:spcPts val="0"/>
              </a:spcAft>
              <a:buNone/>
              <a:defRPr sz="4000" b="1">
                <a:solidFill>
                  <a:schemeClr val="bg2"/>
                </a:solidFill>
                <a:latin typeface="+mn-lt"/>
              </a:defRPr>
            </a:lvl7pPr>
            <a:lvl8pPr marL="0" indent="0">
              <a:lnSpc>
                <a:spcPct val="100000"/>
              </a:lnSpc>
              <a:spcAft>
                <a:spcPts val="0"/>
              </a:spcAft>
              <a:buNone/>
              <a:defRPr sz="4000" b="1">
                <a:solidFill>
                  <a:schemeClr val="bg2"/>
                </a:solidFill>
                <a:latin typeface="+mn-lt"/>
              </a:defRPr>
            </a:lvl8pPr>
            <a:lvl9pPr marL="0" indent="0">
              <a:lnSpc>
                <a:spcPct val="100000"/>
              </a:lnSpc>
              <a:spcAft>
                <a:spcPts val="0"/>
              </a:spcAft>
              <a:buNone/>
              <a:defRPr sz="4000" b="1">
                <a:solidFill>
                  <a:schemeClr val="bg2"/>
                </a:solidFill>
                <a:latin typeface="+mn-lt"/>
              </a:defRPr>
            </a:lvl9pPr>
          </a:lstStyle>
          <a:p>
            <a:pPr lvl="0"/>
            <a:r>
              <a:rPr lang="en-US"/>
              <a:t>00</a:t>
            </a:r>
          </a:p>
        </p:txBody>
      </p:sp>
      <p:sp>
        <p:nvSpPr>
          <p:cNvPr id="5" name="Datumsplatzhalter 4">
            <a:extLst>
              <a:ext uri="{FF2B5EF4-FFF2-40B4-BE49-F238E27FC236}">
                <a16:creationId xmlns:a16="http://schemas.microsoft.com/office/drawing/2014/main" id="{1E3CD4B2-EC57-4694-A5B1-C322F7B0552A}"/>
              </a:ext>
            </a:extLst>
          </p:cNvPr>
          <p:cNvSpPr>
            <a:spLocks noGrp="1"/>
          </p:cNvSpPr>
          <p:nvPr>
            <p:ph type="dt" sz="half" idx="14"/>
          </p:nvPr>
        </p:nvSpPr>
        <p:spPr bwMode="white"/>
        <p:txBody>
          <a:bodyPr/>
          <a:lstStyle>
            <a:lvl1pPr>
              <a:defRPr>
                <a:solidFill>
                  <a:schemeClr val="bg1"/>
                </a:solidFill>
              </a:defRPr>
            </a:lvl1pPr>
          </a:lstStyle>
          <a:p>
            <a:r>
              <a:rPr lang="de-DE"/>
              <a:t>Date</a:t>
            </a:r>
            <a:endParaRPr lang="en-US"/>
          </a:p>
        </p:txBody>
      </p:sp>
      <p:sp>
        <p:nvSpPr>
          <p:cNvPr id="15" name="Fußzeilenplatzhalter 14">
            <a:extLst>
              <a:ext uri="{FF2B5EF4-FFF2-40B4-BE49-F238E27FC236}">
                <a16:creationId xmlns:a16="http://schemas.microsoft.com/office/drawing/2014/main" id="{D4E7617A-DBC3-40BC-8C51-AF7291839E7B}"/>
              </a:ext>
            </a:extLst>
          </p:cNvPr>
          <p:cNvSpPr>
            <a:spLocks noGrp="1"/>
          </p:cNvSpPr>
          <p:nvPr>
            <p:ph type="ftr" sz="quarter" idx="15"/>
          </p:nvPr>
        </p:nvSpPr>
        <p:spPr bwMode="white"/>
        <p:txBody>
          <a:bodyPr/>
          <a:lstStyle>
            <a:lvl1pPr>
              <a:defRPr>
                <a:solidFill>
                  <a:schemeClr val="bg1"/>
                </a:solidFill>
              </a:defRPr>
            </a:lvl1pPr>
          </a:lstStyle>
          <a:p>
            <a:r>
              <a:rPr lang="en-US"/>
              <a:t>Title of the presentation</a:t>
            </a:r>
          </a:p>
        </p:txBody>
      </p:sp>
      <p:sp>
        <p:nvSpPr>
          <p:cNvPr id="17" name="Titel 1">
            <a:extLst>
              <a:ext uri="{FF2B5EF4-FFF2-40B4-BE49-F238E27FC236}">
                <a16:creationId xmlns:a16="http://schemas.microsoft.com/office/drawing/2014/main" id="{35FA0AA6-EADC-462B-8AE1-05726AEBE313}"/>
              </a:ext>
            </a:extLst>
          </p:cNvPr>
          <p:cNvSpPr>
            <a:spLocks noGrp="1"/>
          </p:cNvSpPr>
          <p:nvPr>
            <p:ph type="title" hasCustomPrompt="1"/>
          </p:nvPr>
        </p:nvSpPr>
        <p:spPr bwMode="gray">
          <a:xfrm>
            <a:off x="623392" y="3357104"/>
            <a:ext cx="5328146" cy="1008000"/>
          </a:xfrm>
        </p:spPr>
        <p:txBody>
          <a:bodyPr rIns="144000" anchor="ctr"/>
          <a:lstStyle>
            <a:lvl1pPr>
              <a:defRPr sz="3200">
                <a:solidFill>
                  <a:schemeClr val="bg1"/>
                </a:solidFill>
                <a:latin typeface="+mn-lt"/>
              </a:defRPr>
            </a:lvl1pPr>
          </a:lstStyle>
          <a:p>
            <a:r>
              <a:rPr lang="en-US"/>
              <a:t>Divider, Arial Bold, </a:t>
            </a:r>
            <a:br>
              <a:rPr lang="en-US"/>
            </a:br>
            <a:r>
              <a:rPr lang="en-US"/>
              <a:t>32 </a:t>
            </a:r>
            <a:r>
              <a:rPr lang="en-US" err="1"/>
              <a:t>pt</a:t>
            </a:r>
            <a:r>
              <a:rPr lang="en-US"/>
              <a:t>, Max two lines</a:t>
            </a:r>
          </a:p>
        </p:txBody>
      </p:sp>
    </p:spTree>
    <p:extLst>
      <p:ext uri="{BB962C8B-B14F-4D97-AF65-F5344CB8AC3E}">
        <p14:creationId xmlns:p14="http://schemas.microsoft.com/office/powerpoint/2010/main" val="3118053700"/>
      </p:ext>
    </p:extLst>
  </p:cSld>
  <p:clrMapOvr>
    <a:masterClrMapping/>
  </p:clrMapOvr>
  <p:extLst>
    <p:ext uri="{DCECCB84-F9BA-43D5-87BE-67443E8EF086}">
      <p15:sldGuideLst xmlns:p15="http://schemas.microsoft.com/office/powerpoint/2012/main">
        <p15:guide id="1" pos="3749">
          <p15:clr>
            <a:srgbClr val="F26B43"/>
          </p15:clr>
        </p15:guide>
        <p15:guide id="2" pos="3931">
          <p15:clr>
            <a:srgbClr val="F26B43"/>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Intro | one conten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772816"/>
            <a:ext cx="5372449" cy="648000"/>
          </a:xfrm>
        </p:spPr>
        <p:txBody>
          <a:bodyPr/>
          <a:lstStyle>
            <a:lvl1pPr>
              <a:defRPr/>
            </a:lvl1pPr>
          </a:lstStyle>
          <a:p>
            <a:r>
              <a:rPr lang="en-US"/>
              <a:t>Headline, Arial Bold, 24 PT, </a:t>
            </a:r>
            <a:br>
              <a:rPr lang="en-US"/>
            </a:br>
            <a:r>
              <a:rPr lang="en-US"/>
              <a:t>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gray">
          <a:xfrm>
            <a:off x="5547964" y="2780928"/>
            <a:ext cx="5372449" cy="345636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Title of the presentation</a:t>
            </a:r>
          </a:p>
        </p:txBody>
      </p:sp>
    </p:spTree>
    <p:extLst>
      <p:ext uri="{BB962C8B-B14F-4D97-AF65-F5344CB8AC3E}">
        <p14:creationId xmlns:p14="http://schemas.microsoft.com/office/powerpoint/2010/main" val="103636041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Intro | one content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white">
          <a:xfrm>
            <a:off x="5547964" y="1772816"/>
            <a:ext cx="5372449" cy="648000"/>
          </a:xfrm>
        </p:spPr>
        <p:txBody>
          <a:bodyPr/>
          <a:lstStyle>
            <a:lvl1pPr>
              <a:defRPr>
                <a:solidFill>
                  <a:schemeClr val="bg1"/>
                </a:solidFill>
              </a:defRPr>
            </a:lvl1pPr>
          </a:lstStyle>
          <a:p>
            <a:r>
              <a:rPr lang="en-US"/>
              <a:t>Headline, Arial Bold, 24 PT, </a:t>
            </a:r>
            <a:br>
              <a:rPr lang="en-US"/>
            </a:br>
            <a:r>
              <a:rPr lang="en-US"/>
              <a:t>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white">
          <a:xfrm>
            <a:off x="5547964" y="2780928"/>
            <a:ext cx="5372449" cy="34563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5" name="Datumsplatzhalter 4">
            <a:extLst>
              <a:ext uri="{FF2B5EF4-FFF2-40B4-BE49-F238E27FC236}">
                <a16:creationId xmlns:a16="http://schemas.microsoft.com/office/drawing/2014/main" id="{740C642F-FFE6-4F8E-8430-B55902267A94}"/>
              </a:ext>
            </a:extLst>
          </p:cNvPr>
          <p:cNvSpPr>
            <a:spLocks noGrp="1"/>
          </p:cNvSpPr>
          <p:nvPr>
            <p:ph type="dt" sz="half" idx="14"/>
          </p:nvPr>
        </p:nvSpPr>
        <p:spPr bwMode="white"/>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AAD11831-DF44-47FA-829D-3E47DFF02185}"/>
              </a:ext>
            </a:extLst>
          </p:cNvPr>
          <p:cNvSpPr>
            <a:spLocks noGrp="1"/>
          </p:cNvSpPr>
          <p:nvPr>
            <p:ph type="ftr" sz="quarter" idx="15"/>
          </p:nvPr>
        </p:nvSpPr>
        <p:spPr bwMode="white"/>
        <p:txBody>
          <a:bodyPr/>
          <a:lstStyle>
            <a:lvl1pPr>
              <a:defRPr>
                <a:solidFill>
                  <a:schemeClr val="bg1"/>
                </a:solidFill>
              </a:defRPr>
            </a:lvl1pPr>
          </a:lstStyle>
          <a:p>
            <a:r>
              <a:rPr lang="en-US"/>
              <a:t>Title of the presentation</a:t>
            </a:r>
          </a:p>
        </p:txBody>
      </p:sp>
    </p:spTree>
    <p:extLst>
      <p:ext uri="{BB962C8B-B14F-4D97-AF65-F5344CB8AC3E}">
        <p14:creationId xmlns:p14="http://schemas.microsoft.com/office/powerpoint/2010/main" val="281078404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Intro | one content | color">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772816"/>
            <a:ext cx="5372449" cy="648000"/>
          </a:xfrm>
        </p:spPr>
        <p:txBody>
          <a:bodyPr/>
          <a:lstStyle>
            <a:lvl1pPr>
              <a:defRPr>
                <a:solidFill>
                  <a:schemeClr val="bg1"/>
                </a:solidFill>
              </a:defRPr>
            </a:lvl1pPr>
          </a:lstStyle>
          <a:p>
            <a:r>
              <a:rPr lang="en-US"/>
              <a:t>Headline, Arial Bold, 24 PT, </a:t>
            </a:r>
            <a:br>
              <a:rPr lang="en-US"/>
            </a:br>
            <a:r>
              <a:rPr lang="en-US"/>
              <a:t>Max 2 Lines</a:t>
            </a:r>
          </a:p>
        </p:txBody>
      </p:sp>
      <p:sp>
        <p:nvSpPr>
          <p:cNvPr id="8" name="Inhaltsplatzhalter 7">
            <a:extLst>
              <a:ext uri="{FF2B5EF4-FFF2-40B4-BE49-F238E27FC236}">
                <a16:creationId xmlns:a16="http://schemas.microsoft.com/office/drawing/2014/main" id="{921F6FC1-A681-45AA-86DE-F3E78736D3DC}"/>
              </a:ext>
            </a:extLst>
          </p:cNvPr>
          <p:cNvSpPr>
            <a:spLocks noGrp="1"/>
          </p:cNvSpPr>
          <p:nvPr>
            <p:ph sz="quarter" idx="13" hasCustomPrompt="1"/>
          </p:nvPr>
        </p:nvSpPr>
        <p:spPr bwMode="gray">
          <a:xfrm>
            <a:off x="5547964" y="2780928"/>
            <a:ext cx="5372449" cy="3456360"/>
          </a:xfrm>
        </p:spPr>
        <p:txBody>
          <a:bodyPr/>
          <a:lstStyle>
            <a:lvl1pPr>
              <a:defRPr>
                <a:solidFill>
                  <a:schemeClr val="bg1"/>
                </a:solidFill>
              </a:defRPr>
            </a:lvl1pPr>
            <a:lvl2pPr>
              <a:buClr>
                <a:schemeClr val="bg1"/>
              </a:buClr>
              <a:defRPr>
                <a:solidFill>
                  <a:schemeClr val="bg1"/>
                </a:solidFill>
              </a:defRPr>
            </a:lvl2pPr>
            <a:lvl3pPr>
              <a:buClrTx/>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5" name="Datumsplatzhalter 4">
            <a:extLst>
              <a:ext uri="{FF2B5EF4-FFF2-40B4-BE49-F238E27FC236}">
                <a16:creationId xmlns:a16="http://schemas.microsoft.com/office/drawing/2014/main" id="{139EA4E0-9FE9-4B07-A24F-8D2269789704}"/>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6" name="Fußzeilenplatzhalter 5">
            <a:extLst>
              <a:ext uri="{FF2B5EF4-FFF2-40B4-BE49-F238E27FC236}">
                <a16:creationId xmlns:a16="http://schemas.microsoft.com/office/drawing/2014/main" id="{E5B9C914-4EA0-415D-8DF2-DECB3399B2D9}"/>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3" name="Grafik 3">
            <a:extLst>
              <a:ext uri="{FF2B5EF4-FFF2-40B4-BE49-F238E27FC236}">
                <a16:creationId xmlns:a16="http://schemas.microsoft.com/office/drawing/2014/main" id="{AE94028C-C0B3-4C6F-AFA5-0C776BCC5219}"/>
              </a:ext>
            </a:extLst>
          </p:cNvPr>
          <p:cNvSpPr/>
          <p:nvPr/>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4" name="Grafik 3">
            <a:extLst>
              <a:ext uri="{FF2B5EF4-FFF2-40B4-BE49-F238E27FC236}">
                <a16:creationId xmlns:a16="http://schemas.microsoft.com/office/drawing/2014/main" id="{FF7FBF22-7765-435C-B280-D1CD63268A92}"/>
              </a:ext>
            </a:extLst>
          </p:cNvPr>
          <p:cNvSpPr/>
          <p:nvPr/>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cxnSp>
        <p:nvCxnSpPr>
          <p:cNvPr id="9" name="Gerader Verbinder 8">
            <a:extLst>
              <a:ext uri="{FF2B5EF4-FFF2-40B4-BE49-F238E27FC236}">
                <a16:creationId xmlns:a16="http://schemas.microsoft.com/office/drawing/2014/main" id="{257CD9F6-48E1-4BB1-A481-CC6B96C6B151}"/>
              </a:ext>
            </a:extLst>
          </p:cNvPr>
          <p:cNvCxnSpPr/>
          <p:nvPr/>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0" name="Gerader Verbinder 9">
            <a:extLst>
              <a:ext uri="{FF2B5EF4-FFF2-40B4-BE49-F238E27FC236}">
                <a16:creationId xmlns:a16="http://schemas.microsoft.com/office/drawing/2014/main" id="{6C576900-BAA7-4527-BDA8-D935EDB79958}"/>
              </a:ext>
            </a:extLst>
          </p:cNvPr>
          <p:cNvCxnSpPr/>
          <p:nvPr/>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90432BA0-6412-4F36-850B-D2C8CB80F744}"/>
              </a:ext>
            </a:extLst>
          </p:cNvPr>
          <p:cNvCxnSpPr/>
          <p:nvPr/>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2" name="Gerader Verbinder 11">
            <a:extLst>
              <a:ext uri="{FF2B5EF4-FFF2-40B4-BE49-F238E27FC236}">
                <a16:creationId xmlns:a16="http://schemas.microsoft.com/office/drawing/2014/main" id="{7D13091A-AFE4-446D-A4F6-F7B6236F6327}"/>
              </a:ext>
            </a:extLst>
          </p:cNvPr>
          <p:cNvCxnSpPr/>
          <p:nvPr/>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83940689-A546-459F-9863-2F07351E03AE}"/>
              </a:ext>
            </a:extLst>
          </p:cNvPr>
          <p:cNvCxnSpPr/>
          <p:nvPr/>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FA086D23-DD85-4279-8307-4C1D92797F85}"/>
              </a:ext>
            </a:extLst>
          </p:cNvPr>
          <p:cNvCxnSpPr/>
          <p:nvPr/>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77D6CFE5-6D0E-4260-94DA-EDA21B2FFA3E}"/>
              </a:ext>
            </a:extLst>
          </p:cNvPr>
          <p:cNvCxnSpPr/>
          <p:nvPr/>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172B6189-7002-454F-8227-834B583FFCD1}"/>
              </a:ext>
            </a:extLst>
          </p:cNvPr>
          <p:cNvCxnSpPr/>
          <p:nvPr/>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C53805F2-4D72-4202-A47D-7DF487981706}"/>
              </a:ext>
            </a:extLst>
          </p:cNvPr>
          <p:cNvCxnSpPr/>
          <p:nvPr/>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8" name="Gerader Verbinder 17">
            <a:extLst>
              <a:ext uri="{FF2B5EF4-FFF2-40B4-BE49-F238E27FC236}">
                <a16:creationId xmlns:a16="http://schemas.microsoft.com/office/drawing/2014/main" id="{51CA6B2C-4108-4C58-8FFD-54789E06A80C}"/>
              </a:ext>
            </a:extLst>
          </p:cNvPr>
          <p:cNvCxnSpPr/>
          <p:nvPr/>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BBE061DB-92D0-4A38-9392-9AC6F90EE47D}"/>
              </a:ext>
            </a:extLst>
          </p:cNvPr>
          <p:cNvCxnSpPr/>
          <p:nvPr/>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4B026F81-4C96-4923-B068-EAB4562ABE1B}"/>
              </a:ext>
            </a:extLst>
          </p:cNvPr>
          <p:cNvCxnSpPr/>
          <p:nvPr/>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8ADCAB90-C383-43CC-BA98-BFCF4886CC6F}"/>
              </a:ext>
            </a:extLst>
          </p:cNvPr>
          <p:cNvCxnSpPr/>
          <p:nvPr/>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E6BC8E27-91BA-41E0-BF99-390BB08C4D77}"/>
              </a:ext>
            </a:extLst>
          </p:cNvPr>
          <p:cNvCxnSpPr/>
          <p:nvPr/>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E8146CDC-9F24-4E89-AD9E-5D4612A1C8EB}"/>
              </a:ext>
            </a:extLst>
          </p:cNvPr>
          <p:cNvCxnSpPr/>
          <p:nvPr/>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14BA4B2D-E917-4373-8A18-CCF677A8F5D4}"/>
              </a:ext>
            </a:extLst>
          </p:cNvPr>
          <p:cNvCxnSpPr/>
          <p:nvPr/>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9A66809A-469C-4111-99D2-39481B4089A7}"/>
              </a:ext>
            </a:extLst>
          </p:cNvPr>
          <p:cNvCxnSpPr/>
          <p:nvPr/>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BB797427-28D1-4D17-807E-5015A662662F}"/>
              </a:ext>
            </a:extLst>
          </p:cNvPr>
          <p:cNvCxnSpPr/>
          <p:nvPr/>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066169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One content">
    <p:spTree>
      <p:nvGrpSpPr>
        <p:cNvPr id="1" name=""/>
        <p:cNvGrpSpPr/>
        <p:nvPr/>
      </p:nvGrpSpPr>
      <p:grpSpPr>
        <a:xfrm>
          <a:off x="0" y="0"/>
          <a:ext cx="0" cy="0"/>
          <a:chOff x="0" y="0"/>
          <a:chExt cx="0" cy="0"/>
        </a:xfrm>
      </p:grpSpPr>
      <p:sp>
        <p:nvSpPr>
          <p:cNvPr id="13" name="Inhaltsplatzhalter 12">
            <a:extLst>
              <a:ext uri="{FF2B5EF4-FFF2-40B4-BE49-F238E27FC236}">
                <a16:creationId xmlns:a16="http://schemas.microsoft.com/office/drawing/2014/main" id="{967762A4-5BDF-4B0E-8A4C-290B504463C4}"/>
              </a:ext>
            </a:extLst>
          </p:cNvPr>
          <p:cNvSpPr>
            <a:spLocks noGrp="1"/>
          </p:cNvSpPr>
          <p:nvPr>
            <p:ph sz="quarter" idx="13" hasCustomPrompt="1"/>
          </p:nvPr>
        </p:nvSpPr>
        <p:spPr bwMode="gray">
          <a:xfrm>
            <a:off x="623392" y="1916112"/>
            <a:ext cx="10944000" cy="4321175"/>
          </a:xfrm>
        </p:spPr>
        <p:txBody>
          <a:bodyPr/>
          <a:lstStyle>
            <a:lvl1pPr marL="0" indent="0">
              <a:buSzPct val="100000"/>
              <a:buFont typeface="Arial" panose="020B0604020202020204" pitchFamily="34" charse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2" name="Datumsplatzhalter 11">
            <a:extLst>
              <a:ext uri="{FF2B5EF4-FFF2-40B4-BE49-F238E27FC236}">
                <a16:creationId xmlns:a16="http://schemas.microsoft.com/office/drawing/2014/main" id="{84C1F672-3627-47B2-936F-F7E1A8911D0E}"/>
              </a:ext>
            </a:extLst>
          </p:cNvPr>
          <p:cNvSpPr>
            <a:spLocks noGrp="1"/>
          </p:cNvSpPr>
          <p:nvPr>
            <p:ph type="dt" sz="half" idx="14"/>
          </p:nvPr>
        </p:nvSpPr>
        <p:spPr bwMode="gray"/>
        <p:txBody>
          <a:bodyPr/>
          <a:lstStyle/>
          <a:p>
            <a:r>
              <a:rPr lang="de-DE"/>
              <a:t>Date</a:t>
            </a:r>
            <a:endParaRPr lang="en-US"/>
          </a:p>
        </p:txBody>
      </p:sp>
      <p:sp>
        <p:nvSpPr>
          <p:cNvPr id="14" name="Fußzeilenplatzhalter 13">
            <a:extLst>
              <a:ext uri="{FF2B5EF4-FFF2-40B4-BE49-F238E27FC236}">
                <a16:creationId xmlns:a16="http://schemas.microsoft.com/office/drawing/2014/main" id="{94F573B1-C72D-48BD-8C6D-CD736D5A2014}"/>
              </a:ext>
            </a:extLst>
          </p:cNvPr>
          <p:cNvSpPr>
            <a:spLocks noGrp="1"/>
          </p:cNvSpPr>
          <p:nvPr>
            <p:ph type="ftr" sz="quarter" idx="15"/>
          </p:nvPr>
        </p:nvSpPr>
        <p:spPr bwMode="gray"/>
        <p:txBody>
          <a:bodyPr/>
          <a:lstStyle/>
          <a:p>
            <a:r>
              <a:rPr lang="en-US"/>
              <a:t>Title of the presentation</a:t>
            </a:r>
          </a:p>
        </p:txBody>
      </p:sp>
      <p:sp>
        <p:nvSpPr>
          <p:cNvPr id="2" name="Titel 1">
            <a:extLst>
              <a:ext uri="{FF2B5EF4-FFF2-40B4-BE49-F238E27FC236}">
                <a16:creationId xmlns:a16="http://schemas.microsoft.com/office/drawing/2014/main" id="{0DC2687E-647E-4F79-8F76-EB149F6ADCF1}"/>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4" name="Textplatzhalter 3">
            <a:extLst>
              <a:ext uri="{FF2B5EF4-FFF2-40B4-BE49-F238E27FC236}">
                <a16:creationId xmlns:a16="http://schemas.microsoft.com/office/drawing/2014/main" id="{BBBC61E1-9ECB-4AB5-9880-9683EDD76C26}"/>
              </a:ext>
            </a:extLst>
          </p:cNvPr>
          <p:cNvSpPr>
            <a:spLocks noGrp="1"/>
          </p:cNvSpPr>
          <p:nvPr>
            <p:ph type="body" sz="quarter" idx="17"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Tree>
    <p:extLst>
      <p:ext uri="{BB962C8B-B14F-4D97-AF65-F5344CB8AC3E}">
        <p14:creationId xmlns:p14="http://schemas.microsoft.com/office/powerpoint/2010/main" val="41517470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14BF86DE-478F-4D46-B294-AA42D2971DC2}"/>
              </a:ext>
            </a:extLst>
          </p:cNvPr>
          <p:cNvSpPr>
            <a:spLocks noGrp="1"/>
          </p:cNvSpPr>
          <p:nvPr>
            <p:ph sz="quarter" idx="13" hasCustomPrompt="1"/>
          </p:nvPr>
        </p:nvSpPr>
        <p:spPr bwMode="gray">
          <a:xfrm>
            <a:off x="623392" y="1916112"/>
            <a:ext cx="5328146"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A10BAD9A-2C7C-410E-BFAD-876F3E3DEB09}"/>
              </a:ext>
            </a:extLst>
          </p:cNvPr>
          <p:cNvSpPr>
            <a:spLocks noGrp="1"/>
          </p:cNvSpPr>
          <p:nvPr>
            <p:ph sz="quarter" idx="14" hasCustomPrompt="1"/>
          </p:nvPr>
        </p:nvSpPr>
        <p:spPr bwMode="gray">
          <a:xfrm>
            <a:off x="6240015" y="1916112"/>
            <a:ext cx="5328097"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3C8424EB-E689-4410-8F99-24CF293D71C4}"/>
              </a:ext>
            </a:extLst>
          </p:cNvPr>
          <p:cNvSpPr>
            <a:spLocks noGrp="1"/>
          </p:cNvSpPr>
          <p:nvPr>
            <p:ph type="dt" sz="half" idx="15"/>
          </p:nvPr>
        </p:nvSpPr>
        <p:spPr bwMode="gray"/>
        <p:txBody>
          <a:bodyPr/>
          <a:lstStyle/>
          <a:p>
            <a:r>
              <a:rPr lang="de-DE"/>
              <a:t>Date</a:t>
            </a:r>
            <a:endParaRPr lang="en-US"/>
          </a:p>
        </p:txBody>
      </p:sp>
      <p:sp>
        <p:nvSpPr>
          <p:cNvPr id="16" name="Fußzeilenplatzhalter 15">
            <a:extLst>
              <a:ext uri="{FF2B5EF4-FFF2-40B4-BE49-F238E27FC236}">
                <a16:creationId xmlns:a16="http://schemas.microsoft.com/office/drawing/2014/main" id="{1AA708A7-E788-4F84-A777-867974D720DE}"/>
              </a:ext>
            </a:extLst>
          </p:cNvPr>
          <p:cNvSpPr>
            <a:spLocks noGrp="1"/>
          </p:cNvSpPr>
          <p:nvPr>
            <p:ph type="ftr" sz="quarter" idx="16"/>
          </p:nvPr>
        </p:nvSpPr>
        <p:spPr bwMode="gray"/>
        <p:txBody>
          <a:bodyPr/>
          <a:lstStyle/>
          <a:p>
            <a:r>
              <a:rPr lang="en-US"/>
              <a:t>Title of the presentation</a:t>
            </a:r>
          </a:p>
        </p:txBody>
      </p:sp>
      <p:sp>
        <p:nvSpPr>
          <p:cNvPr id="2" name="Titel 1">
            <a:extLst>
              <a:ext uri="{FF2B5EF4-FFF2-40B4-BE49-F238E27FC236}">
                <a16:creationId xmlns:a16="http://schemas.microsoft.com/office/drawing/2014/main" id="{DB6E96AD-1BD9-451C-8BFB-2C65B4C97BE4}"/>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0" name="Textplatzhalter 3">
            <a:extLst>
              <a:ext uri="{FF2B5EF4-FFF2-40B4-BE49-F238E27FC236}">
                <a16:creationId xmlns:a16="http://schemas.microsoft.com/office/drawing/2014/main" id="{2F9862F1-D0D0-4995-A462-AE36892862DD}"/>
              </a:ext>
            </a:extLst>
          </p:cNvPr>
          <p:cNvSpPr>
            <a:spLocks noGrp="1"/>
          </p:cNvSpPr>
          <p:nvPr>
            <p:ph type="body" sz="quarter" idx="18"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6EE8748A-1E08-4DA6-AFDC-F94EE091F6CF}"/>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6951221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hree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101FA096-717A-4822-8023-5217B75D8AD8}"/>
              </a:ext>
            </a:extLst>
          </p:cNvPr>
          <p:cNvSpPr>
            <a:spLocks noGrp="1"/>
          </p:cNvSpPr>
          <p:nvPr>
            <p:ph sz="quarter" idx="13" hasCustomPrompt="1"/>
          </p:nvPr>
        </p:nvSpPr>
        <p:spPr bwMode="gray">
          <a:xfrm>
            <a:off x="6233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C1221C18-8C05-4F73-BAFE-36423AF530F1}"/>
              </a:ext>
            </a:extLst>
          </p:cNvPr>
          <p:cNvSpPr>
            <a:spLocks noGrp="1"/>
          </p:cNvSpPr>
          <p:nvPr>
            <p:ph sz="quarter" idx="14" hasCustomPrompt="1"/>
          </p:nvPr>
        </p:nvSpPr>
        <p:spPr bwMode="gray">
          <a:xfrm>
            <a:off x="43681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1" name="Inhaltsplatzhalter 10">
            <a:extLst>
              <a:ext uri="{FF2B5EF4-FFF2-40B4-BE49-F238E27FC236}">
                <a16:creationId xmlns:a16="http://schemas.microsoft.com/office/drawing/2014/main" id="{54FCF491-A598-4D10-83F7-C2EFEEA761D4}"/>
              </a:ext>
            </a:extLst>
          </p:cNvPr>
          <p:cNvSpPr>
            <a:spLocks noGrp="1"/>
          </p:cNvSpPr>
          <p:nvPr>
            <p:ph sz="quarter" idx="15" hasCustomPrompt="1"/>
          </p:nvPr>
        </p:nvSpPr>
        <p:spPr bwMode="gray">
          <a:xfrm>
            <a:off x="8112224"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10071688-A2F3-4313-AE00-C38A8BDA5E58}"/>
              </a:ext>
            </a:extLst>
          </p:cNvPr>
          <p:cNvSpPr>
            <a:spLocks noGrp="1"/>
          </p:cNvSpPr>
          <p:nvPr>
            <p:ph type="dt" sz="half" idx="16"/>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9EF349E5-7C8F-40CB-BB3D-8B43ABECB676}"/>
              </a:ext>
            </a:extLst>
          </p:cNvPr>
          <p:cNvSpPr>
            <a:spLocks noGrp="1"/>
          </p:cNvSpPr>
          <p:nvPr>
            <p:ph type="ftr" sz="quarter" idx="17"/>
          </p:nvPr>
        </p:nvSpPr>
        <p:spPr bwMode="gray"/>
        <p:txBody>
          <a:bodyPr/>
          <a:lstStyle/>
          <a:p>
            <a:r>
              <a:rPr lang="en-US"/>
              <a:t>Title of the presentation</a:t>
            </a:r>
          </a:p>
        </p:txBody>
      </p:sp>
      <p:sp>
        <p:nvSpPr>
          <p:cNvPr id="3" name="Titel 2">
            <a:extLst>
              <a:ext uri="{FF2B5EF4-FFF2-40B4-BE49-F238E27FC236}">
                <a16:creationId xmlns:a16="http://schemas.microsoft.com/office/drawing/2014/main" id="{EFF5C918-B570-4503-9D39-08520C01AB16}"/>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2" name="Textplatzhalter 3">
            <a:extLst>
              <a:ext uri="{FF2B5EF4-FFF2-40B4-BE49-F238E27FC236}">
                <a16:creationId xmlns:a16="http://schemas.microsoft.com/office/drawing/2014/main" id="{C18D7F70-9F8B-4EA4-9761-AEF2C68A54EC}"/>
              </a:ext>
            </a:extLst>
          </p:cNvPr>
          <p:cNvSpPr>
            <a:spLocks noGrp="1"/>
          </p:cNvSpPr>
          <p:nvPr>
            <p:ph type="body" sz="quarter" idx="19"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2" name="MIO_VALID_LAYOUT">
            <a:extLst>
              <a:ext uri="{FF2B5EF4-FFF2-40B4-BE49-F238E27FC236}">
                <a16:creationId xmlns:a16="http://schemas.microsoft.com/office/drawing/2014/main" id="{68BFE3BA-605A-4E8C-9AAC-2073F1F97331}"/>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295042617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Four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A4242559-1861-4D15-B635-CE716556A66C}"/>
              </a:ext>
            </a:extLst>
          </p:cNvPr>
          <p:cNvSpPr>
            <a:spLocks noGrp="1"/>
          </p:cNvSpPr>
          <p:nvPr>
            <p:ph sz="quarter" idx="13" hasCustomPrompt="1"/>
          </p:nvPr>
        </p:nvSpPr>
        <p:spPr bwMode="gray">
          <a:xfrm>
            <a:off x="623392" y="1916112"/>
            <a:ext cx="252028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39789319-3D23-4D3B-8BB6-37B045BA12F9}"/>
              </a:ext>
            </a:extLst>
          </p:cNvPr>
          <p:cNvSpPr>
            <a:spLocks noGrp="1"/>
          </p:cNvSpPr>
          <p:nvPr>
            <p:ph sz="quarter" idx="14" hasCustomPrompt="1"/>
          </p:nvPr>
        </p:nvSpPr>
        <p:spPr bwMode="gray">
          <a:xfrm>
            <a:off x="3431704" y="1916112"/>
            <a:ext cx="252028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1" name="Inhaltsplatzhalter 10">
            <a:extLst>
              <a:ext uri="{FF2B5EF4-FFF2-40B4-BE49-F238E27FC236}">
                <a16:creationId xmlns:a16="http://schemas.microsoft.com/office/drawing/2014/main" id="{C3E254CD-FE4F-4FE5-BCD3-8DF050368E8A}"/>
              </a:ext>
            </a:extLst>
          </p:cNvPr>
          <p:cNvSpPr>
            <a:spLocks noGrp="1"/>
          </p:cNvSpPr>
          <p:nvPr>
            <p:ph sz="quarter" idx="15" hasCustomPrompt="1"/>
          </p:nvPr>
        </p:nvSpPr>
        <p:spPr bwMode="gray">
          <a:xfrm>
            <a:off x="6240016" y="1916112"/>
            <a:ext cx="252028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3" name="Inhaltsplatzhalter 12">
            <a:extLst>
              <a:ext uri="{FF2B5EF4-FFF2-40B4-BE49-F238E27FC236}">
                <a16:creationId xmlns:a16="http://schemas.microsoft.com/office/drawing/2014/main" id="{F6A8FAC0-6202-4730-ABDF-AEB2CC9E7649}"/>
              </a:ext>
            </a:extLst>
          </p:cNvPr>
          <p:cNvSpPr>
            <a:spLocks noGrp="1"/>
          </p:cNvSpPr>
          <p:nvPr>
            <p:ph sz="quarter" idx="16" hasCustomPrompt="1"/>
          </p:nvPr>
        </p:nvSpPr>
        <p:spPr bwMode="gray">
          <a:xfrm>
            <a:off x="9048327" y="1916112"/>
            <a:ext cx="2519785"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AD41C81D-476C-47FC-9D77-A943ABF1A98F}"/>
              </a:ext>
            </a:extLst>
          </p:cNvPr>
          <p:cNvSpPr>
            <a:spLocks noGrp="1"/>
          </p:cNvSpPr>
          <p:nvPr>
            <p:ph type="dt" sz="half" idx="17"/>
          </p:nvPr>
        </p:nvSpPr>
        <p:spPr bwMode="gray"/>
        <p:txBody>
          <a:bodyPr/>
          <a:lstStyle/>
          <a:p>
            <a:r>
              <a:rPr lang="de-DE"/>
              <a:t>Date</a:t>
            </a:r>
            <a:endParaRPr lang="en-US"/>
          </a:p>
        </p:txBody>
      </p:sp>
      <p:sp>
        <p:nvSpPr>
          <p:cNvPr id="10" name="Fußzeilenplatzhalter 9">
            <a:extLst>
              <a:ext uri="{FF2B5EF4-FFF2-40B4-BE49-F238E27FC236}">
                <a16:creationId xmlns:a16="http://schemas.microsoft.com/office/drawing/2014/main" id="{DE2706E8-93C8-4D96-B0F7-1966D248E243}"/>
              </a:ext>
            </a:extLst>
          </p:cNvPr>
          <p:cNvSpPr>
            <a:spLocks noGrp="1"/>
          </p:cNvSpPr>
          <p:nvPr>
            <p:ph type="ftr" sz="quarter" idx="18"/>
          </p:nvPr>
        </p:nvSpPr>
        <p:spPr bwMode="gray"/>
        <p:txBody>
          <a:bodyPr/>
          <a:lstStyle/>
          <a:p>
            <a:r>
              <a:rPr lang="en-US"/>
              <a:t>Title of the presentation</a:t>
            </a:r>
          </a:p>
        </p:txBody>
      </p:sp>
      <p:sp>
        <p:nvSpPr>
          <p:cNvPr id="2" name="Titel 1">
            <a:extLst>
              <a:ext uri="{FF2B5EF4-FFF2-40B4-BE49-F238E27FC236}">
                <a16:creationId xmlns:a16="http://schemas.microsoft.com/office/drawing/2014/main" id="{D338A426-B956-4047-B2D6-EFEAB1F1265C}"/>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2" name="Textplatzhalter 3">
            <a:extLst>
              <a:ext uri="{FF2B5EF4-FFF2-40B4-BE49-F238E27FC236}">
                <a16:creationId xmlns:a16="http://schemas.microsoft.com/office/drawing/2014/main" id="{B3D444E7-B76A-41F0-8DDC-AFF4512C937B}"/>
              </a:ext>
            </a:extLst>
          </p:cNvPr>
          <p:cNvSpPr>
            <a:spLocks noGrp="1"/>
          </p:cNvSpPr>
          <p:nvPr>
            <p:ph type="body" sz="quarter" idx="20"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3B588BBD-7359-4EB9-B179-51EAA1353584}"/>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343380504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Two contents | marginal">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0A667601-D4FB-48BB-8E6C-9AB8D36C37A7}"/>
              </a:ext>
            </a:extLst>
          </p:cNvPr>
          <p:cNvSpPr/>
          <p:nvPr/>
        </p:nvSpPr>
        <p:spPr bwMode="gray">
          <a:xfrm>
            <a:off x="8112124" y="0"/>
            <a:ext cx="3744515"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1800" b="0" i="0" u="none" baseline="0">
              <a:solidFill>
                <a:srgbClr val="FFFFFF"/>
              </a:solidFill>
              <a:latin typeface="Arial" panose="020B0604020202020204" pitchFamily="34" charset="0"/>
            </a:endParaRPr>
          </a:p>
        </p:txBody>
      </p:sp>
      <p:sp>
        <p:nvSpPr>
          <p:cNvPr id="7" name="Inhaltsplatzhalter 6">
            <a:extLst>
              <a:ext uri="{FF2B5EF4-FFF2-40B4-BE49-F238E27FC236}">
                <a16:creationId xmlns:a16="http://schemas.microsoft.com/office/drawing/2014/main" id="{101FA096-717A-4822-8023-5217B75D8AD8}"/>
              </a:ext>
            </a:extLst>
          </p:cNvPr>
          <p:cNvSpPr>
            <a:spLocks noGrp="1"/>
          </p:cNvSpPr>
          <p:nvPr>
            <p:ph sz="quarter" idx="13" hasCustomPrompt="1"/>
          </p:nvPr>
        </p:nvSpPr>
        <p:spPr bwMode="gray">
          <a:xfrm>
            <a:off x="623392" y="1916112"/>
            <a:ext cx="7201396"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C1221C18-8C05-4F73-BAFE-36423AF530F1}"/>
              </a:ext>
            </a:extLst>
          </p:cNvPr>
          <p:cNvSpPr>
            <a:spLocks noGrp="1"/>
          </p:cNvSpPr>
          <p:nvPr>
            <p:ph sz="quarter" idx="14" hasCustomPrompt="1"/>
          </p:nvPr>
        </p:nvSpPr>
        <p:spPr bwMode="gray">
          <a:xfrm>
            <a:off x="8400640" y="549275"/>
            <a:ext cx="3167473" cy="568801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10071688-A2F3-4313-AE00-C38A8BDA5E58}"/>
              </a:ext>
            </a:extLst>
          </p:cNvPr>
          <p:cNvSpPr>
            <a:spLocks noGrp="1"/>
          </p:cNvSpPr>
          <p:nvPr>
            <p:ph type="dt" sz="half" idx="16"/>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9EF349E5-7C8F-40CB-BB3D-8B43ABECB676}"/>
              </a:ext>
            </a:extLst>
          </p:cNvPr>
          <p:cNvSpPr>
            <a:spLocks noGrp="1"/>
          </p:cNvSpPr>
          <p:nvPr>
            <p:ph type="ftr" sz="quarter" idx="17"/>
          </p:nvPr>
        </p:nvSpPr>
        <p:spPr bwMode="gray">
          <a:xfrm>
            <a:off x="623392" y="548680"/>
            <a:ext cx="7201396" cy="216000"/>
          </a:xfrm>
        </p:spPr>
        <p:txBody>
          <a:bodyPr/>
          <a:lstStyle/>
          <a:p>
            <a:r>
              <a:rPr lang="en-US"/>
              <a:t>Title of the presentation</a:t>
            </a:r>
          </a:p>
        </p:txBody>
      </p:sp>
      <p:sp>
        <p:nvSpPr>
          <p:cNvPr id="3" name="Titel 2">
            <a:extLst>
              <a:ext uri="{FF2B5EF4-FFF2-40B4-BE49-F238E27FC236}">
                <a16:creationId xmlns:a16="http://schemas.microsoft.com/office/drawing/2014/main" id="{CC346725-627A-4B29-820E-90E678F4FA57}"/>
              </a:ext>
            </a:extLst>
          </p:cNvPr>
          <p:cNvSpPr>
            <a:spLocks noGrp="1"/>
          </p:cNvSpPr>
          <p:nvPr>
            <p:ph type="title" hasCustomPrompt="1"/>
          </p:nvPr>
        </p:nvSpPr>
        <p:spPr>
          <a:xfrm>
            <a:off x="623392" y="836712"/>
            <a:ext cx="7201396" cy="648000"/>
          </a:xfrm>
        </p:spPr>
        <p:txBody>
          <a:bodyPr/>
          <a:lstStyle/>
          <a:p>
            <a:r>
              <a:rPr lang="en-US"/>
              <a:t>Headline, Arial Bold, </a:t>
            </a:r>
            <a:br>
              <a:rPr lang="en-US"/>
            </a:br>
            <a:r>
              <a:rPr lang="en-US"/>
              <a:t>24 PT, Max 2 Lines</a:t>
            </a:r>
          </a:p>
        </p:txBody>
      </p:sp>
      <p:sp>
        <p:nvSpPr>
          <p:cNvPr id="10" name="Textplatzhalter 3">
            <a:extLst>
              <a:ext uri="{FF2B5EF4-FFF2-40B4-BE49-F238E27FC236}">
                <a16:creationId xmlns:a16="http://schemas.microsoft.com/office/drawing/2014/main" id="{D4E85893-B9DB-4913-9D1F-353CA4F83F61}"/>
              </a:ext>
            </a:extLst>
          </p:cNvPr>
          <p:cNvSpPr>
            <a:spLocks noGrp="1"/>
          </p:cNvSpPr>
          <p:nvPr>
            <p:ph type="body" sz="quarter" idx="19" hasCustomPrompt="1"/>
          </p:nvPr>
        </p:nvSpPr>
        <p:spPr>
          <a:xfrm>
            <a:off x="623392" y="1484784"/>
            <a:ext cx="720139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4" name="MIO_VALID_LAYOUT">
            <a:extLst>
              <a:ext uri="{FF2B5EF4-FFF2-40B4-BE49-F238E27FC236}">
                <a16:creationId xmlns:a16="http://schemas.microsoft.com/office/drawing/2014/main" id="{7F75D642-80FD-472A-843C-2C8C85232770}"/>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171488995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hree contents | marginal">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0A667601-D4FB-48BB-8E6C-9AB8D36C37A7}"/>
              </a:ext>
            </a:extLst>
          </p:cNvPr>
          <p:cNvSpPr/>
          <p:nvPr/>
        </p:nvSpPr>
        <p:spPr bwMode="gray">
          <a:xfrm>
            <a:off x="8112124" y="0"/>
            <a:ext cx="3744515"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eaLnBrk="1" fontAlgn="auto" hangingPunct="1">
              <a:lnSpc>
                <a:spcPct val="100000"/>
              </a:lnSpc>
              <a:spcBef>
                <a:spcPts val="0"/>
              </a:spcBef>
              <a:spcAft>
                <a:spcPts val="0"/>
              </a:spcAft>
            </a:pPr>
            <a:endParaRPr lang="en-US" sz="1800" b="0" i="0" u="none" baseline="0">
              <a:solidFill>
                <a:srgbClr val="FFFFFF"/>
              </a:solidFill>
              <a:latin typeface="Arial" panose="020B0604020202020204" pitchFamily="34" charset="0"/>
            </a:endParaRPr>
          </a:p>
        </p:txBody>
      </p:sp>
      <p:sp>
        <p:nvSpPr>
          <p:cNvPr id="7" name="Inhaltsplatzhalter 6">
            <a:extLst>
              <a:ext uri="{FF2B5EF4-FFF2-40B4-BE49-F238E27FC236}">
                <a16:creationId xmlns:a16="http://schemas.microsoft.com/office/drawing/2014/main" id="{101FA096-717A-4822-8023-5217B75D8AD8}"/>
              </a:ext>
            </a:extLst>
          </p:cNvPr>
          <p:cNvSpPr>
            <a:spLocks noGrp="1"/>
          </p:cNvSpPr>
          <p:nvPr>
            <p:ph sz="quarter" idx="13" hasCustomPrompt="1"/>
          </p:nvPr>
        </p:nvSpPr>
        <p:spPr bwMode="gray">
          <a:xfrm>
            <a:off x="6233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C1221C18-8C05-4F73-BAFE-36423AF530F1}"/>
              </a:ext>
            </a:extLst>
          </p:cNvPr>
          <p:cNvSpPr>
            <a:spLocks noGrp="1"/>
          </p:cNvSpPr>
          <p:nvPr>
            <p:ph sz="quarter" idx="14" hasCustomPrompt="1"/>
          </p:nvPr>
        </p:nvSpPr>
        <p:spPr bwMode="gray">
          <a:xfrm>
            <a:off x="4368192" y="1916112"/>
            <a:ext cx="3456000" cy="432117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1" name="Inhaltsplatzhalter 10">
            <a:extLst>
              <a:ext uri="{FF2B5EF4-FFF2-40B4-BE49-F238E27FC236}">
                <a16:creationId xmlns:a16="http://schemas.microsoft.com/office/drawing/2014/main" id="{54FCF491-A598-4D10-83F7-C2EFEEA761D4}"/>
              </a:ext>
            </a:extLst>
          </p:cNvPr>
          <p:cNvSpPr>
            <a:spLocks noGrp="1"/>
          </p:cNvSpPr>
          <p:nvPr>
            <p:ph sz="quarter" idx="15" hasCustomPrompt="1"/>
          </p:nvPr>
        </p:nvSpPr>
        <p:spPr bwMode="gray">
          <a:xfrm>
            <a:off x="8400640" y="549275"/>
            <a:ext cx="3167473" cy="5688013"/>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10071688-A2F3-4313-AE00-C38A8BDA5E58}"/>
              </a:ext>
            </a:extLst>
          </p:cNvPr>
          <p:cNvSpPr>
            <a:spLocks noGrp="1"/>
          </p:cNvSpPr>
          <p:nvPr>
            <p:ph type="dt" sz="half" idx="16"/>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9EF349E5-7C8F-40CB-BB3D-8B43ABECB676}"/>
              </a:ext>
            </a:extLst>
          </p:cNvPr>
          <p:cNvSpPr>
            <a:spLocks noGrp="1"/>
          </p:cNvSpPr>
          <p:nvPr>
            <p:ph type="ftr" sz="quarter" idx="17"/>
          </p:nvPr>
        </p:nvSpPr>
        <p:spPr bwMode="gray">
          <a:xfrm>
            <a:off x="623392" y="548680"/>
            <a:ext cx="7201396" cy="216000"/>
          </a:xfrm>
        </p:spPr>
        <p:txBody>
          <a:bodyPr/>
          <a:lstStyle/>
          <a:p>
            <a:r>
              <a:rPr lang="en-US"/>
              <a:t>Title of the presentation</a:t>
            </a:r>
          </a:p>
        </p:txBody>
      </p:sp>
      <p:sp>
        <p:nvSpPr>
          <p:cNvPr id="3" name="Titel 2">
            <a:extLst>
              <a:ext uri="{FF2B5EF4-FFF2-40B4-BE49-F238E27FC236}">
                <a16:creationId xmlns:a16="http://schemas.microsoft.com/office/drawing/2014/main" id="{9FC4F49A-DE6C-4327-B2E2-98273842CD35}"/>
              </a:ext>
            </a:extLst>
          </p:cNvPr>
          <p:cNvSpPr>
            <a:spLocks noGrp="1"/>
          </p:cNvSpPr>
          <p:nvPr>
            <p:ph type="title" hasCustomPrompt="1"/>
          </p:nvPr>
        </p:nvSpPr>
        <p:spPr>
          <a:xfrm>
            <a:off x="623392" y="836712"/>
            <a:ext cx="7201396" cy="648000"/>
          </a:xfrm>
        </p:spPr>
        <p:txBody>
          <a:bodyPr/>
          <a:lstStyle/>
          <a:p>
            <a:r>
              <a:rPr lang="en-US"/>
              <a:t>Headline, Arial Bold, </a:t>
            </a:r>
            <a:br>
              <a:rPr lang="en-US"/>
            </a:br>
            <a:r>
              <a:rPr lang="en-US"/>
              <a:t>24 PT, Max 2 Lines</a:t>
            </a:r>
          </a:p>
        </p:txBody>
      </p:sp>
      <p:sp>
        <p:nvSpPr>
          <p:cNvPr id="12" name="Textplatzhalter 3">
            <a:extLst>
              <a:ext uri="{FF2B5EF4-FFF2-40B4-BE49-F238E27FC236}">
                <a16:creationId xmlns:a16="http://schemas.microsoft.com/office/drawing/2014/main" id="{640C15D4-D069-4E82-9B04-F4E910E8A271}"/>
              </a:ext>
            </a:extLst>
          </p:cNvPr>
          <p:cNvSpPr>
            <a:spLocks noGrp="1"/>
          </p:cNvSpPr>
          <p:nvPr>
            <p:ph type="body" sz="quarter" idx="19" hasCustomPrompt="1"/>
          </p:nvPr>
        </p:nvSpPr>
        <p:spPr>
          <a:xfrm>
            <a:off x="623392" y="1484784"/>
            <a:ext cx="720139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4" name="MIO_VALID_LAYOUT">
            <a:extLst>
              <a:ext uri="{FF2B5EF4-FFF2-40B4-BE49-F238E27FC236}">
                <a16:creationId xmlns:a16="http://schemas.microsoft.com/office/drawing/2014/main" id="{BC8F8B21-BC11-41DD-874B-4418C03DE6E1}"/>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366503121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One picture | content">
    <p:spTree>
      <p:nvGrpSpPr>
        <p:cNvPr id="1" name=""/>
        <p:cNvGrpSpPr/>
        <p:nvPr/>
      </p:nvGrpSpPr>
      <p:grpSpPr>
        <a:xfrm>
          <a:off x="0" y="0"/>
          <a:ext cx="0" cy="0"/>
          <a:chOff x="0" y="0"/>
          <a:chExt cx="0" cy="0"/>
        </a:xfrm>
      </p:grpSpPr>
      <p:sp>
        <p:nvSpPr>
          <p:cNvPr id="8" name="Bildplatzhalter 6">
            <a:extLst>
              <a:ext uri="{FF2B5EF4-FFF2-40B4-BE49-F238E27FC236}">
                <a16:creationId xmlns:a16="http://schemas.microsoft.com/office/drawing/2014/main" id="{05AFAEB8-CEDF-4FC6-8E84-3915DFCAD35E}"/>
              </a:ext>
            </a:extLst>
          </p:cNvPr>
          <p:cNvSpPr>
            <a:spLocks noGrp="1"/>
          </p:cNvSpPr>
          <p:nvPr>
            <p:ph type="pic" sz="quarter" idx="18" hasCustomPrompt="1"/>
          </p:nvPr>
        </p:nvSpPr>
        <p:spPr bwMode="gray">
          <a:xfrm>
            <a:off x="623887" y="1917128"/>
            <a:ext cx="10944226" cy="2592000"/>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7" name="Inhaltsplatzhalter 6">
            <a:extLst>
              <a:ext uri="{FF2B5EF4-FFF2-40B4-BE49-F238E27FC236}">
                <a16:creationId xmlns:a16="http://schemas.microsoft.com/office/drawing/2014/main" id="{14BF86DE-478F-4D46-B294-AA42D2971DC2}"/>
              </a:ext>
            </a:extLst>
          </p:cNvPr>
          <p:cNvSpPr>
            <a:spLocks noGrp="1"/>
          </p:cNvSpPr>
          <p:nvPr>
            <p:ph sz="quarter" idx="13" hasCustomPrompt="1"/>
          </p:nvPr>
        </p:nvSpPr>
        <p:spPr bwMode="gray">
          <a:xfrm>
            <a:off x="5591943" y="4725168"/>
            <a:ext cx="5985315" cy="15121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3C8424EB-E689-4410-8F99-24CF293D71C4}"/>
              </a:ext>
            </a:extLst>
          </p:cNvPr>
          <p:cNvSpPr>
            <a:spLocks noGrp="1"/>
          </p:cNvSpPr>
          <p:nvPr>
            <p:ph type="dt" sz="half" idx="15"/>
          </p:nvPr>
        </p:nvSpPr>
        <p:spPr bwMode="gray"/>
        <p:txBody>
          <a:bodyPr/>
          <a:lstStyle/>
          <a:p>
            <a:r>
              <a:rPr lang="de-DE"/>
              <a:t>Date</a:t>
            </a:r>
            <a:endParaRPr lang="en-US"/>
          </a:p>
        </p:txBody>
      </p:sp>
      <p:sp>
        <p:nvSpPr>
          <p:cNvPr id="16" name="Fußzeilenplatzhalter 15">
            <a:extLst>
              <a:ext uri="{FF2B5EF4-FFF2-40B4-BE49-F238E27FC236}">
                <a16:creationId xmlns:a16="http://schemas.microsoft.com/office/drawing/2014/main" id="{1AA708A7-E788-4F84-A777-867974D720DE}"/>
              </a:ext>
            </a:extLst>
          </p:cNvPr>
          <p:cNvSpPr>
            <a:spLocks noGrp="1"/>
          </p:cNvSpPr>
          <p:nvPr>
            <p:ph type="ftr" sz="quarter" idx="16"/>
          </p:nvPr>
        </p:nvSpPr>
        <p:spPr bwMode="gray"/>
        <p:txBody>
          <a:bodyPr/>
          <a:lstStyle/>
          <a:p>
            <a:r>
              <a:rPr lang="en-US"/>
              <a:t>Title of the presentation</a:t>
            </a:r>
          </a:p>
        </p:txBody>
      </p:sp>
      <p:sp>
        <p:nvSpPr>
          <p:cNvPr id="2" name="Titel 1">
            <a:extLst>
              <a:ext uri="{FF2B5EF4-FFF2-40B4-BE49-F238E27FC236}">
                <a16:creationId xmlns:a16="http://schemas.microsoft.com/office/drawing/2014/main" id="{00EE0E23-AC68-4D68-8C87-48E747BEEEDC}"/>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9" name="Textplatzhalter 3">
            <a:extLst>
              <a:ext uri="{FF2B5EF4-FFF2-40B4-BE49-F238E27FC236}">
                <a16:creationId xmlns:a16="http://schemas.microsoft.com/office/drawing/2014/main" id="{111FB6BA-1DEA-4511-8DC6-DC5F6F12B99C}"/>
              </a:ext>
            </a:extLst>
          </p:cNvPr>
          <p:cNvSpPr>
            <a:spLocks noGrp="1"/>
          </p:cNvSpPr>
          <p:nvPr>
            <p:ph type="body" sz="quarter" idx="19"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B19C78D4-A1EB-469E-B7CE-579C914C89DA}"/>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1731559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wo pictures | contents">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14BF86DE-478F-4D46-B294-AA42D2971DC2}"/>
              </a:ext>
            </a:extLst>
          </p:cNvPr>
          <p:cNvSpPr>
            <a:spLocks noGrp="1"/>
          </p:cNvSpPr>
          <p:nvPr>
            <p:ph sz="quarter" idx="13" hasCustomPrompt="1"/>
          </p:nvPr>
        </p:nvSpPr>
        <p:spPr bwMode="gray">
          <a:xfrm>
            <a:off x="623392" y="4725168"/>
            <a:ext cx="5328146" cy="15121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Inhaltsplatzhalter 8">
            <a:extLst>
              <a:ext uri="{FF2B5EF4-FFF2-40B4-BE49-F238E27FC236}">
                <a16:creationId xmlns:a16="http://schemas.microsoft.com/office/drawing/2014/main" id="{A10BAD9A-2C7C-410E-BFAD-876F3E3DEB09}"/>
              </a:ext>
            </a:extLst>
          </p:cNvPr>
          <p:cNvSpPr>
            <a:spLocks noGrp="1"/>
          </p:cNvSpPr>
          <p:nvPr>
            <p:ph sz="quarter" idx="14" hasCustomPrompt="1"/>
          </p:nvPr>
        </p:nvSpPr>
        <p:spPr bwMode="gray">
          <a:xfrm>
            <a:off x="6240015" y="4725168"/>
            <a:ext cx="5328097" cy="151212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Datumsplatzhalter 5">
            <a:extLst>
              <a:ext uri="{FF2B5EF4-FFF2-40B4-BE49-F238E27FC236}">
                <a16:creationId xmlns:a16="http://schemas.microsoft.com/office/drawing/2014/main" id="{3C8424EB-E689-4410-8F99-24CF293D71C4}"/>
              </a:ext>
            </a:extLst>
          </p:cNvPr>
          <p:cNvSpPr>
            <a:spLocks noGrp="1"/>
          </p:cNvSpPr>
          <p:nvPr>
            <p:ph type="dt" sz="half" idx="15"/>
          </p:nvPr>
        </p:nvSpPr>
        <p:spPr bwMode="gray"/>
        <p:txBody>
          <a:bodyPr/>
          <a:lstStyle/>
          <a:p>
            <a:r>
              <a:rPr lang="de-DE"/>
              <a:t>Date</a:t>
            </a:r>
            <a:endParaRPr lang="en-US"/>
          </a:p>
        </p:txBody>
      </p:sp>
      <p:sp>
        <p:nvSpPr>
          <p:cNvPr id="16" name="Fußzeilenplatzhalter 15">
            <a:extLst>
              <a:ext uri="{FF2B5EF4-FFF2-40B4-BE49-F238E27FC236}">
                <a16:creationId xmlns:a16="http://schemas.microsoft.com/office/drawing/2014/main" id="{1AA708A7-E788-4F84-A777-867974D720DE}"/>
              </a:ext>
            </a:extLst>
          </p:cNvPr>
          <p:cNvSpPr>
            <a:spLocks noGrp="1"/>
          </p:cNvSpPr>
          <p:nvPr>
            <p:ph type="ftr" sz="quarter" idx="16"/>
          </p:nvPr>
        </p:nvSpPr>
        <p:spPr bwMode="gray"/>
        <p:txBody>
          <a:bodyPr/>
          <a:lstStyle/>
          <a:p>
            <a:r>
              <a:rPr lang="en-US"/>
              <a:t>Title of the presentation</a:t>
            </a:r>
          </a:p>
        </p:txBody>
      </p:sp>
      <p:sp>
        <p:nvSpPr>
          <p:cNvPr id="8" name="Bildplatzhalter 6">
            <a:extLst>
              <a:ext uri="{FF2B5EF4-FFF2-40B4-BE49-F238E27FC236}">
                <a16:creationId xmlns:a16="http://schemas.microsoft.com/office/drawing/2014/main" id="{05AFAEB8-CEDF-4FC6-8E84-3915DFCAD35E}"/>
              </a:ext>
            </a:extLst>
          </p:cNvPr>
          <p:cNvSpPr>
            <a:spLocks noGrp="1"/>
          </p:cNvSpPr>
          <p:nvPr>
            <p:ph type="pic" sz="quarter" idx="18" hasCustomPrompt="1"/>
          </p:nvPr>
        </p:nvSpPr>
        <p:spPr bwMode="gray">
          <a:xfrm>
            <a:off x="623888" y="1916112"/>
            <a:ext cx="5327650" cy="2520999"/>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10" name="Bildplatzhalter 6">
            <a:extLst>
              <a:ext uri="{FF2B5EF4-FFF2-40B4-BE49-F238E27FC236}">
                <a16:creationId xmlns:a16="http://schemas.microsoft.com/office/drawing/2014/main" id="{EB330526-56D4-4ABA-BD8A-EE55E5B7E6E9}"/>
              </a:ext>
            </a:extLst>
          </p:cNvPr>
          <p:cNvSpPr>
            <a:spLocks noGrp="1"/>
          </p:cNvSpPr>
          <p:nvPr>
            <p:ph type="pic" sz="quarter" idx="19" hasCustomPrompt="1"/>
          </p:nvPr>
        </p:nvSpPr>
        <p:spPr bwMode="gray">
          <a:xfrm>
            <a:off x="6240016" y="1916112"/>
            <a:ext cx="5327650" cy="2520999"/>
          </a:xfrm>
          <a:solidFill>
            <a:schemeClr val="accent6"/>
          </a:solidFill>
        </p:spPr>
        <p:txBody>
          <a:bodyPr anchor="ctr"/>
          <a:lstStyle>
            <a:lvl1pPr algn="ctr">
              <a:defRPr b="0">
                <a:solidFill>
                  <a:schemeClr val="tx1"/>
                </a:solidFill>
                <a:latin typeface="+mn-lt"/>
              </a:defRPr>
            </a:lvl1pPr>
          </a:lstStyle>
          <a:p>
            <a:r>
              <a:rPr lang="en-US"/>
              <a:t>Click to insert picture</a:t>
            </a:r>
          </a:p>
        </p:txBody>
      </p:sp>
      <p:sp>
        <p:nvSpPr>
          <p:cNvPr id="2" name="Titel 1">
            <a:extLst>
              <a:ext uri="{FF2B5EF4-FFF2-40B4-BE49-F238E27FC236}">
                <a16:creationId xmlns:a16="http://schemas.microsoft.com/office/drawing/2014/main" id="{3EA8C08A-727B-45EA-BA13-B2B9CC297138}"/>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11" name="Textplatzhalter 3">
            <a:extLst>
              <a:ext uri="{FF2B5EF4-FFF2-40B4-BE49-F238E27FC236}">
                <a16:creationId xmlns:a16="http://schemas.microsoft.com/office/drawing/2014/main" id="{9CAC6A45-9186-4A15-971F-2D2A0A95511C}"/>
              </a:ext>
            </a:extLst>
          </p:cNvPr>
          <p:cNvSpPr>
            <a:spLocks noGrp="1"/>
          </p:cNvSpPr>
          <p:nvPr>
            <p:ph type="body" sz="quarter" idx="20" hasCustomPrompt="1"/>
          </p:nvPr>
        </p:nvSpPr>
        <p:spPr>
          <a:xfrm>
            <a:off x="623392" y="1484784"/>
            <a:ext cx="10943804" cy="288000"/>
          </a:xfrm>
        </p:spPr>
        <p:txBody>
          <a:bodyPr tIns="36000" bIns="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3" name="MIO_VALID_LAYOUT">
            <a:extLst>
              <a:ext uri="{FF2B5EF4-FFF2-40B4-BE49-F238E27FC236}">
                <a16:creationId xmlns:a16="http://schemas.microsoft.com/office/drawing/2014/main" id="{AAC6A9FB-DEA1-4749-ACB7-5D4C49C58DD1}"/>
              </a:ext>
            </a:extLst>
          </p:cNvPr>
          <p:cNvSpPr/>
          <p:nvPr/>
        </p:nvSpPr>
        <p:spPr bwMode="gray">
          <a:xfrm>
            <a:off x="12000656" y="6669360"/>
            <a:ext cx="191344" cy="188640"/>
          </a:xfrm>
          <a:prstGeom prst="rect">
            <a:avLst/>
          </a:prstGeom>
          <a:noFill/>
          <a:ln w="9525" cap="flat" cmpd="sng" algn="ctr">
            <a:noFill/>
            <a:prstDash val="solid"/>
          </a:ln>
          <a:effectLst/>
        </p:spPr>
        <p:txBody>
          <a:bodyPr rtlCol="0" anchor="ctr" anchorCtr="0"/>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spcBef>
                <a:spcPts val="300"/>
              </a:spcBef>
              <a:spcAft>
                <a:spcPts val="300"/>
              </a:spcAft>
              <a:buClr>
                <a:schemeClr val="bg1"/>
              </a:buClr>
              <a:buSzPct val="100000"/>
              <a:buFont typeface="Arial" panose="020B0604020202020204" pitchFamily="34" charset="0"/>
              <a:buNone/>
            </a:pPr>
            <a:endParaRPr lang="en-GB" sz="1600" kern="0">
              <a:solidFill>
                <a:srgbClr val="FFFFFF"/>
              </a:solidFill>
              <a:latin typeface="Verdana"/>
            </a:endParaRPr>
          </a:p>
        </p:txBody>
      </p:sp>
    </p:spTree>
    <p:extLst>
      <p:ext uri="{BB962C8B-B14F-4D97-AF65-F5344CB8AC3E}">
        <p14:creationId xmlns:p14="http://schemas.microsoft.com/office/powerpoint/2010/main" val="171038970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One content | big picture">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392" y="1916112"/>
            <a:ext cx="5328146" cy="4321175"/>
          </a:xfrm>
        </p:spPr>
        <p:txBody>
          <a:bodyPr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r>
              <a:rPr lang="de-DE"/>
              <a:t>Date</a:t>
            </a:r>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392" y="548680"/>
            <a:ext cx="5328146" cy="216000"/>
          </a:xfrm>
        </p:spPr>
        <p:txBody>
          <a:bodyPr rIns="0"/>
          <a:lstStyle/>
          <a:p>
            <a:r>
              <a:rPr lang="en-US"/>
              <a:t>Title of the presentation</a:t>
            </a:r>
          </a:p>
        </p:txBody>
      </p:sp>
      <p:sp>
        <p:nvSpPr>
          <p:cNvPr id="2" name="Titel 1">
            <a:extLst>
              <a:ext uri="{FF2B5EF4-FFF2-40B4-BE49-F238E27FC236}">
                <a16:creationId xmlns:a16="http://schemas.microsoft.com/office/drawing/2014/main" id="{4D6ED68A-333D-4B27-BD96-573E3B458AB2}"/>
              </a:ext>
            </a:extLst>
          </p:cNvPr>
          <p:cNvSpPr>
            <a:spLocks noGrp="1"/>
          </p:cNvSpPr>
          <p:nvPr>
            <p:ph type="title" hasCustomPrompt="1"/>
          </p:nvPr>
        </p:nvSpPr>
        <p:spPr>
          <a:xfrm>
            <a:off x="623392" y="836712"/>
            <a:ext cx="5328146" cy="648000"/>
          </a:xfrm>
        </p:spPr>
        <p:txBody>
          <a:bodyPr/>
          <a:lstStyle/>
          <a:p>
            <a:r>
              <a:rPr lang="en-US"/>
              <a:t>Headline, Arial Bold, </a:t>
            </a:r>
            <a:br>
              <a:rPr lang="en-US"/>
            </a:br>
            <a:r>
              <a:rPr lang="en-US"/>
              <a:t>24 PT, Max 2 Lines</a:t>
            </a:r>
          </a:p>
        </p:txBody>
      </p:sp>
      <p:sp>
        <p:nvSpPr>
          <p:cNvPr id="17" name="Textplatzhalter 3">
            <a:extLst>
              <a:ext uri="{FF2B5EF4-FFF2-40B4-BE49-F238E27FC236}">
                <a16:creationId xmlns:a16="http://schemas.microsoft.com/office/drawing/2014/main" id="{435E0FB2-CB82-4030-8F67-D5C4179CEB34}"/>
              </a:ext>
            </a:extLst>
          </p:cNvPr>
          <p:cNvSpPr>
            <a:spLocks noGrp="1"/>
          </p:cNvSpPr>
          <p:nvPr>
            <p:ph type="body" sz="quarter" idx="21" hasCustomPrompt="1"/>
          </p:nvPr>
        </p:nvSpPr>
        <p:spPr>
          <a:xfrm>
            <a:off x="623392" y="1484784"/>
            <a:ext cx="532814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20" name="Bildplatzhalter 126">
            <a:extLst>
              <a:ext uri="{FF2B5EF4-FFF2-40B4-BE49-F238E27FC236}">
                <a16:creationId xmlns:a16="http://schemas.microsoft.com/office/drawing/2014/main" id="{1F193DCA-9102-47F2-B349-8A9414705098}"/>
              </a:ext>
            </a:extLst>
          </p:cNvPr>
          <p:cNvSpPr>
            <a:spLocks noGrp="1"/>
          </p:cNvSpPr>
          <p:nvPr>
            <p:ph type="pic" sz="quarter" idx="25" hasCustomPrompt="1"/>
          </p:nvPr>
        </p:nvSpPr>
        <p:spPr>
          <a:xfrm>
            <a:off x="6096000" y="0"/>
            <a:ext cx="6096000" cy="6858000"/>
          </a:xfrm>
          <a:solidFill>
            <a:schemeClr val="accent6"/>
          </a:solidFill>
        </p:spPr>
        <p:txBody>
          <a:bodyPr/>
          <a:lstStyle>
            <a:lvl1pPr>
              <a:defRPr/>
            </a:lvl1pPr>
          </a:lstStyle>
          <a:p>
            <a:r>
              <a:rPr lang="de-DE"/>
              <a:t> </a:t>
            </a:r>
          </a:p>
        </p:txBody>
      </p:sp>
      <p:sp>
        <p:nvSpPr>
          <p:cNvPr id="21" name="Textplatzhalter 20">
            <a:extLst>
              <a:ext uri="{FF2B5EF4-FFF2-40B4-BE49-F238E27FC236}">
                <a16:creationId xmlns:a16="http://schemas.microsoft.com/office/drawing/2014/main" id="{7F591851-5123-4F00-B32C-D18D3A7F076A}"/>
              </a:ext>
            </a:extLst>
          </p:cNvPr>
          <p:cNvSpPr>
            <a:spLocks noGrp="1"/>
          </p:cNvSpPr>
          <p:nvPr>
            <p:ph type="body" sz="quarter" idx="24" hasCustomPrompt="1"/>
          </p:nvPr>
        </p:nvSpPr>
        <p:spPr bwMode="gray">
          <a:xfrm>
            <a:off x="609600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2" name="Textplatzhalter 21">
            <a:extLst>
              <a:ext uri="{FF2B5EF4-FFF2-40B4-BE49-F238E27FC236}">
                <a16:creationId xmlns:a16="http://schemas.microsoft.com/office/drawing/2014/main" id="{ADE3308A-0D6C-4437-AD09-90EEA1BC8FA1}"/>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3" name="Textplatzhalter 22">
            <a:extLst>
              <a:ext uri="{FF2B5EF4-FFF2-40B4-BE49-F238E27FC236}">
                <a16:creationId xmlns:a16="http://schemas.microsoft.com/office/drawing/2014/main" id="{9940B6A7-2D30-43E3-9EE9-3B548E729D81}"/>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cxnSp>
        <p:nvCxnSpPr>
          <p:cNvPr id="12" name="Gerader Verbinder 11">
            <a:extLst>
              <a:ext uri="{FF2B5EF4-FFF2-40B4-BE49-F238E27FC236}">
                <a16:creationId xmlns:a16="http://schemas.microsoft.com/office/drawing/2014/main" id="{CC7DE4EE-E6D3-4F31-8042-80063FF52970}"/>
              </a:ext>
            </a:extLst>
          </p:cNvPr>
          <p:cNvCxnSpPr/>
          <p:nvPr/>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381A5EB7-5F24-456E-AE26-DDDF4859D64F}"/>
              </a:ext>
            </a:extLst>
          </p:cNvPr>
          <p:cNvCxnSpPr/>
          <p:nvPr/>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D954C592-7AE9-424F-A793-B60F3800ADC1}"/>
              </a:ext>
            </a:extLst>
          </p:cNvPr>
          <p:cNvCxnSpPr/>
          <p:nvPr/>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635A9A4B-99F5-4635-B3DF-1635E12CC931}"/>
              </a:ext>
            </a:extLst>
          </p:cNvPr>
          <p:cNvCxnSpPr/>
          <p:nvPr/>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9A3D689F-062D-433E-8A7E-6A9851EFBCA8}"/>
              </a:ext>
            </a:extLst>
          </p:cNvPr>
          <p:cNvCxnSpPr/>
          <p:nvPr/>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D85E03A8-2239-410A-A3F7-AAFFBB0CAD23}"/>
              </a:ext>
            </a:extLst>
          </p:cNvPr>
          <p:cNvCxnSpPr/>
          <p:nvPr/>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5A35DAAF-65C5-4C27-884B-0FB3781BF60E}"/>
              </a:ext>
            </a:extLst>
          </p:cNvPr>
          <p:cNvCxnSpPr/>
          <p:nvPr/>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346917D4-2CB8-4672-A906-761FF8960966}"/>
              </a:ext>
            </a:extLst>
          </p:cNvPr>
          <p:cNvCxnSpPr/>
          <p:nvPr/>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A5C0EEE8-8F44-4E63-B35B-8C4A7A17BAB9}"/>
              </a:ext>
            </a:extLst>
          </p:cNvPr>
          <p:cNvCxnSpPr/>
          <p:nvPr/>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50C35407-46B1-49C5-9800-81F46D59E2FD}"/>
              </a:ext>
            </a:extLst>
          </p:cNvPr>
          <p:cNvCxnSpPr/>
          <p:nvPr/>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6543FAEE-A4B6-4032-8D34-708FD0C9DC31}"/>
              </a:ext>
            </a:extLst>
          </p:cNvPr>
          <p:cNvCxnSpPr/>
          <p:nvPr/>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DB66B8DA-3979-41B5-92DA-411EF82FC644}"/>
              </a:ext>
            </a:extLst>
          </p:cNvPr>
          <p:cNvCxnSpPr/>
          <p:nvPr/>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5A548BCA-0DE4-4F67-A80E-A7598BC220FF}"/>
              </a:ext>
            </a:extLst>
          </p:cNvPr>
          <p:cNvCxnSpPr/>
          <p:nvPr/>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D8DF1A21-D111-4201-B0A3-6C7E6888E37A}"/>
              </a:ext>
            </a:extLst>
          </p:cNvPr>
          <p:cNvCxnSpPr/>
          <p:nvPr/>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6874293E-9C17-476A-8FD9-E7C0CA7EFA74}"/>
              </a:ext>
            </a:extLst>
          </p:cNvPr>
          <p:cNvCxnSpPr/>
          <p:nvPr/>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31475670-6C41-4641-A6C1-AB33CAB3DD40}"/>
              </a:ext>
            </a:extLst>
          </p:cNvPr>
          <p:cNvCxnSpPr/>
          <p:nvPr/>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47E4E491-2F10-42E1-B8A5-A9DDAA780576}"/>
              </a:ext>
            </a:extLst>
          </p:cNvPr>
          <p:cNvCxnSpPr/>
          <p:nvPr/>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20949789-ECA9-497E-B6DA-323686792F03}"/>
              </a:ext>
            </a:extLst>
          </p:cNvPr>
          <p:cNvCxnSpPr/>
          <p:nvPr/>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4096950"/>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Big picture | one content">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40016" y="1916112"/>
            <a:ext cx="5328146" cy="4321175"/>
          </a:xfrm>
        </p:spPr>
        <p:txBody>
          <a:bodyPr lIns="0"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40016" y="548680"/>
            <a:ext cx="5328146" cy="216000"/>
          </a:xfrm>
        </p:spPr>
        <p:txBody>
          <a:bodyPr lIns="0" rIns="0"/>
          <a:lstStyle/>
          <a:p>
            <a:r>
              <a:rPr lang="en-US"/>
              <a:t>Title of the presentation</a:t>
            </a:r>
          </a:p>
        </p:txBody>
      </p:sp>
      <p:sp>
        <p:nvSpPr>
          <p:cNvPr id="2" name="Titel 1">
            <a:extLst>
              <a:ext uri="{FF2B5EF4-FFF2-40B4-BE49-F238E27FC236}">
                <a16:creationId xmlns:a16="http://schemas.microsoft.com/office/drawing/2014/main" id="{523E8AA4-CB49-4DC4-8AF1-87A6279E1F6E}"/>
              </a:ext>
            </a:extLst>
          </p:cNvPr>
          <p:cNvSpPr>
            <a:spLocks noGrp="1"/>
          </p:cNvSpPr>
          <p:nvPr>
            <p:ph type="title" hasCustomPrompt="1"/>
          </p:nvPr>
        </p:nvSpPr>
        <p:spPr>
          <a:xfrm>
            <a:off x="6240462" y="836712"/>
            <a:ext cx="5326929" cy="648000"/>
          </a:xfrm>
        </p:spPr>
        <p:txBody>
          <a:bodyPr/>
          <a:lstStyle/>
          <a:p>
            <a:r>
              <a:rPr lang="en-US"/>
              <a:t>Headline, Arial Bold, </a:t>
            </a:r>
            <a:br>
              <a:rPr lang="en-US"/>
            </a:br>
            <a:r>
              <a:rPr lang="en-US"/>
              <a:t>24 PT, Max 2 Lines</a:t>
            </a:r>
          </a:p>
        </p:txBody>
      </p:sp>
      <p:sp>
        <p:nvSpPr>
          <p:cNvPr id="11" name="Textplatzhalter 3">
            <a:extLst>
              <a:ext uri="{FF2B5EF4-FFF2-40B4-BE49-F238E27FC236}">
                <a16:creationId xmlns:a16="http://schemas.microsoft.com/office/drawing/2014/main" id="{066B44F9-D4E4-4C64-A9BB-70CA474C77EA}"/>
              </a:ext>
            </a:extLst>
          </p:cNvPr>
          <p:cNvSpPr>
            <a:spLocks noGrp="1"/>
          </p:cNvSpPr>
          <p:nvPr>
            <p:ph type="body" sz="quarter" idx="17" hasCustomPrompt="1"/>
          </p:nvPr>
        </p:nvSpPr>
        <p:spPr>
          <a:xfrm>
            <a:off x="6240462" y="1484784"/>
            <a:ext cx="5326733"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23" name="Bildplatzhalter 126">
            <a:extLst>
              <a:ext uri="{FF2B5EF4-FFF2-40B4-BE49-F238E27FC236}">
                <a16:creationId xmlns:a16="http://schemas.microsoft.com/office/drawing/2014/main" id="{C3F1D7AA-3230-410F-B979-71C9D7A366E8}"/>
              </a:ext>
            </a:extLst>
          </p:cNvPr>
          <p:cNvSpPr>
            <a:spLocks noGrp="1"/>
          </p:cNvSpPr>
          <p:nvPr>
            <p:ph type="pic" sz="quarter" idx="25" hasCustomPrompt="1"/>
          </p:nvPr>
        </p:nvSpPr>
        <p:spPr>
          <a:xfrm>
            <a:off x="0" y="0"/>
            <a:ext cx="6096000" cy="6858000"/>
          </a:xfrm>
          <a:solidFill>
            <a:schemeClr val="accent6"/>
          </a:solidFill>
        </p:spPr>
        <p:txBody>
          <a:bodyPr/>
          <a:lstStyle>
            <a:lvl1pPr>
              <a:defRPr/>
            </a:lvl1pPr>
          </a:lstStyle>
          <a:p>
            <a:r>
              <a:rPr lang="de-DE"/>
              <a:t> </a:t>
            </a:r>
          </a:p>
        </p:txBody>
      </p:sp>
      <p:sp>
        <p:nvSpPr>
          <p:cNvPr id="24" name="Textplatzhalter 23">
            <a:extLst>
              <a:ext uri="{FF2B5EF4-FFF2-40B4-BE49-F238E27FC236}">
                <a16:creationId xmlns:a16="http://schemas.microsoft.com/office/drawing/2014/main" id="{511C24A2-0524-433C-AA35-10961C9706AA}"/>
              </a:ext>
            </a:extLst>
          </p:cNvPr>
          <p:cNvSpPr>
            <a:spLocks noGrp="1"/>
          </p:cNvSpPr>
          <p:nvPr>
            <p:ph type="body" sz="quarter" idx="24" hasCustomPrompt="1"/>
          </p:nvPr>
        </p:nvSpPr>
        <p:spPr bwMode="gray">
          <a:xfrm>
            <a:off x="0" y="0"/>
            <a:ext cx="6096000" cy="6858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5" name="Textplatzhalter 24">
            <a:extLst>
              <a:ext uri="{FF2B5EF4-FFF2-40B4-BE49-F238E27FC236}">
                <a16:creationId xmlns:a16="http://schemas.microsoft.com/office/drawing/2014/main" id="{A825695F-8D10-45CF-8425-6A860AE0997C}"/>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26" name="Textplatzhalter 25">
            <a:extLst>
              <a:ext uri="{FF2B5EF4-FFF2-40B4-BE49-F238E27FC236}">
                <a16:creationId xmlns:a16="http://schemas.microsoft.com/office/drawing/2014/main" id="{FEE27E9C-8A3C-43C1-BAD4-D12EFE8DBE2F}"/>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lvl1pPr>
              <a:defRPr>
                <a:solidFill>
                  <a:schemeClr val="bg1"/>
                </a:solidFill>
              </a:defRPr>
            </a:lvl1pPr>
          </a:lstStyle>
          <a:p>
            <a:r>
              <a:rPr lang="de-DE"/>
              <a:t>Date</a:t>
            </a:r>
            <a:endParaRPr lang="en-US"/>
          </a:p>
        </p:txBody>
      </p:sp>
      <p:cxnSp>
        <p:nvCxnSpPr>
          <p:cNvPr id="12" name="Gerader Verbinder 11">
            <a:extLst>
              <a:ext uri="{FF2B5EF4-FFF2-40B4-BE49-F238E27FC236}">
                <a16:creationId xmlns:a16="http://schemas.microsoft.com/office/drawing/2014/main" id="{D8A28D5C-C474-4842-B180-230384A08228}"/>
              </a:ext>
            </a:extLst>
          </p:cNvPr>
          <p:cNvCxnSpPr/>
          <p:nvPr/>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Gerader Verbinder 12">
            <a:extLst>
              <a:ext uri="{FF2B5EF4-FFF2-40B4-BE49-F238E27FC236}">
                <a16:creationId xmlns:a16="http://schemas.microsoft.com/office/drawing/2014/main" id="{98F6FC7B-C965-4C4C-9038-63C8D4ABA761}"/>
              </a:ext>
            </a:extLst>
          </p:cNvPr>
          <p:cNvCxnSpPr/>
          <p:nvPr/>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Gerader Verbinder 13">
            <a:extLst>
              <a:ext uri="{FF2B5EF4-FFF2-40B4-BE49-F238E27FC236}">
                <a16:creationId xmlns:a16="http://schemas.microsoft.com/office/drawing/2014/main" id="{B8BAAB8D-DF47-4D96-A0E7-4E17A0C21E95}"/>
              </a:ext>
            </a:extLst>
          </p:cNvPr>
          <p:cNvCxnSpPr/>
          <p:nvPr/>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08C43CB9-B403-4EC0-9266-9489B51E36D8}"/>
              </a:ext>
            </a:extLst>
          </p:cNvPr>
          <p:cNvCxnSpPr/>
          <p:nvPr/>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382F924F-8BDD-4D26-8BDF-F5D3FAD312AC}"/>
              </a:ext>
            </a:extLst>
          </p:cNvPr>
          <p:cNvCxnSpPr/>
          <p:nvPr/>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1CC78DDC-2271-42B9-B73E-76C2BC82910E}"/>
              </a:ext>
            </a:extLst>
          </p:cNvPr>
          <p:cNvCxnSpPr/>
          <p:nvPr/>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BB54663C-94DC-410F-B564-61C4A87CB92D}"/>
              </a:ext>
            </a:extLst>
          </p:cNvPr>
          <p:cNvCxnSpPr/>
          <p:nvPr/>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39A2393A-F170-453B-A9F2-78292E57ED8D}"/>
              </a:ext>
            </a:extLst>
          </p:cNvPr>
          <p:cNvCxnSpPr/>
          <p:nvPr/>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F319CADD-E2D8-49F5-9FAD-CC2F5DECDE87}"/>
              </a:ext>
            </a:extLst>
          </p:cNvPr>
          <p:cNvCxnSpPr/>
          <p:nvPr/>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C761AC7E-91FD-411C-9666-67C2EABAA78E}"/>
              </a:ext>
            </a:extLst>
          </p:cNvPr>
          <p:cNvCxnSpPr/>
          <p:nvPr/>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4D5B428C-A2F6-4C1C-996E-964E6EF88895}"/>
              </a:ext>
            </a:extLst>
          </p:cNvPr>
          <p:cNvCxnSpPr/>
          <p:nvPr/>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E4E08ED9-2F5C-4673-B2C9-58FD54A06288}"/>
              </a:ext>
            </a:extLst>
          </p:cNvPr>
          <p:cNvCxnSpPr/>
          <p:nvPr/>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F2F016AC-2B99-4FAD-8E51-DBF16D223874}"/>
              </a:ext>
            </a:extLst>
          </p:cNvPr>
          <p:cNvCxnSpPr/>
          <p:nvPr/>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39154C1D-D7E1-4329-805A-56A2AF6238B6}"/>
              </a:ext>
            </a:extLst>
          </p:cNvPr>
          <p:cNvCxnSpPr/>
          <p:nvPr/>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64EB8454-5868-4B80-8FC6-E321D36FF6DF}"/>
              </a:ext>
            </a:extLst>
          </p:cNvPr>
          <p:cNvCxnSpPr/>
          <p:nvPr/>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321BF726-2F99-4573-923B-0921528BFA41}"/>
              </a:ext>
            </a:extLst>
          </p:cNvPr>
          <p:cNvCxnSpPr/>
          <p:nvPr/>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6FB32B86-65D8-493D-9FCC-86A2C41E22D7}"/>
              </a:ext>
            </a:extLst>
          </p:cNvPr>
          <p:cNvCxnSpPr/>
          <p:nvPr/>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9BA507BE-8384-4E73-AF87-E012572602CC}"/>
              </a:ext>
            </a:extLst>
          </p:cNvPr>
          <p:cNvCxnSpPr/>
          <p:nvPr/>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19850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One content | two pictures">
    <p:spTree>
      <p:nvGrpSpPr>
        <p:cNvPr id="1" name=""/>
        <p:cNvGrpSpPr/>
        <p:nvPr/>
      </p:nvGrpSpPr>
      <p:grpSpPr>
        <a:xfrm>
          <a:off x="0" y="0"/>
          <a:ext cx="0" cy="0"/>
          <a:chOff x="0" y="0"/>
          <a:chExt cx="0" cy="0"/>
        </a:xfrm>
      </p:grpSpPr>
      <p:sp>
        <p:nvSpPr>
          <p:cNvPr id="45" name="Bildplatzhalter 44">
            <a:extLst>
              <a:ext uri="{FF2B5EF4-FFF2-40B4-BE49-F238E27FC236}">
                <a16:creationId xmlns:a16="http://schemas.microsoft.com/office/drawing/2014/main" id="{FDA2D66E-DE7B-4311-8330-220717A0E3E9}"/>
              </a:ext>
            </a:extLst>
          </p:cNvPr>
          <p:cNvSpPr>
            <a:spLocks noGrp="1"/>
          </p:cNvSpPr>
          <p:nvPr>
            <p:ph type="pic" sz="quarter" idx="35" hasCustomPrompt="1"/>
          </p:nvPr>
        </p:nvSpPr>
        <p:spPr bwMode="gray">
          <a:xfrm>
            <a:off x="6096000" y="3500437"/>
            <a:ext cx="6096000" cy="3357563"/>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44" name="Bildplatzhalter 43">
            <a:extLst>
              <a:ext uri="{FF2B5EF4-FFF2-40B4-BE49-F238E27FC236}">
                <a16:creationId xmlns:a16="http://schemas.microsoft.com/office/drawing/2014/main" id="{B1771360-3925-41E7-B39A-D9465F174BF3}"/>
              </a:ext>
            </a:extLst>
          </p:cNvPr>
          <p:cNvSpPr>
            <a:spLocks noGrp="1"/>
          </p:cNvSpPr>
          <p:nvPr>
            <p:ph type="pic" sz="quarter" idx="34" hasCustomPrompt="1"/>
          </p:nvPr>
        </p:nvSpPr>
        <p:spPr bwMode="gray">
          <a:xfrm>
            <a:off x="6096000" y="0"/>
            <a:ext cx="6096000" cy="3357563"/>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3392" y="1916112"/>
            <a:ext cx="5328146" cy="4321175"/>
          </a:xfrm>
        </p:spPr>
        <p:txBody>
          <a:bodyPr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r>
              <a:rPr lang="de-DE"/>
              <a:t>Date</a:t>
            </a:r>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623392" y="548680"/>
            <a:ext cx="5328146" cy="216000"/>
          </a:xfrm>
        </p:spPr>
        <p:txBody>
          <a:bodyPr rIns="0"/>
          <a:lstStyle/>
          <a:p>
            <a:r>
              <a:rPr lang="en-US"/>
              <a:t>Title of the presentation</a:t>
            </a:r>
          </a:p>
        </p:txBody>
      </p:sp>
      <p:sp>
        <p:nvSpPr>
          <p:cNvPr id="2" name="Titel 1">
            <a:extLst>
              <a:ext uri="{FF2B5EF4-FFF2-40B4-BE49-F238E27FC236}">
                <a16:creationId xmlns:a16="http://schemas.microsoft.com/office/drawing/2014/main" id="{7E4B02F9-0024-4FDB-8A18-650E9D057322}"/>
              </a:ext>
            </a:extLst>
          </p:cNvPr>
          <p:cNvSpPr>
            <a:spLocks noGrp="1"/>
          </p:cNvSpPr>
          <p:nvPr>
            <p:ph type="title" hasCustomPrompt="1"/>
          </p:nvPr>
        </p:nvSpPr>
        <p:spPr>
          <a:xfrm>
            <a:off x="623392" y="836712"/>
            <a:ext cx="5328146" cy="648000"/>
          </a:xfrm>
        </p:spPr>
        <p:txBody>
          <a:bodyPr/>
          <a:lstStyle/>
          <a:p>
            <a:r>
              <a:rPr lang="en-US"/>
              <a:t>Headline, Arial Bold, </a:t>
            </a:r>
            <a:br>
              <a:rPr lang="en-US"/>
            </a:br>
            <a:r>
              <a:rPr lang="en-US"/>
              <a:t>24 PT, Max 2 Lines</a:t>
            </a:r>
          </a:p>
        </p:txBody>
      </p:sp>
      <p:sp>
        <p:nvSpPr>
          <p:cNvPr id="11" name="Textplatzhalter 3">
            <a:extLst>
              <a:ext uri="{FF2B5EF4-FFF2-40B4-BE49-F238E27FC236}">
                <a16:creationId xmlns:a16="http://schemas.microsoft.com/office/drawing/2014/main" id="{2C7BBC44-F676-4729-AF09-A68DDAACF273}"/>
              </a:ext>
            </a:extLst>
          </p:cNvPr>
          <p:cNvSpPr>
            <a:spLocks noGrp="1"/>
          </p:cNvSpPr>
          <p:nvPr>
            <p:ph type="body" sz="quarter" idx="22" hasCustomPrompt="1"/>
          </p:nvPr>
        </p:nvSpPr>
        <p:spPr>
          <a:xfrm>
            <a:off x="623392" y="1484784"/>
            <a:ext cx="5328146"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
        <p:nvSpPr>
          <p:cNvPr id="46" name="Textplatzhalter 45">
            <a:extLst>
              <a:ext uri="{FF2B5EF4-FFF2-40B4-BE49-F238E27FC236}">
                <a16:creationId xmlns:a16="http://schemas.microsoft.com/office/drawing/2014/main" id="{17ACC919-F36F-4FB1-B446-A81465FFEE06}"/>
              </a:ext>
            </a:extLst>
          </p:cNvPr>
          <p:cNvSpPr>
            <a:spLocks noGrp="1"/>
          </p:cNvSpPr>
          <p:nvPr>
            <p:ph type="body" sz="quarter" idx="32" hasCustomPrompt="1"/>
          </p:nvPr>
        </p:nvSpPr>
        <p:spPr bwMode="gray">
          <a:xfrm>
            <a:off x="6095999" y="0"/>
            <a:ext cx="6096001" cy="3356992"/>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42" name="Textplatzhalter 41">
            <a:extLst>
              <a:ext uri="{FF2B5EF4-FFF2-40B4-BE49-F238E27FC236}">
                <a16:creationId xmlns:a16="http://schemas.microsoft.com/office/drawing/2014/main" id="{5189C458-60DC-4AD6-BA69-490E20457E84}"/>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
        <p:nvSpPr>
          <p:cNvPr id="47" name="Textplatzhalter 46">
            <a:extLst>
              <a:ext uri="{FF2B5EF4-FFF2-40B4-BE49-F238E27FC236}">
                <a16:creationId xmlns:a16="http://schemas.microsoft.com/office/drawing/2014/main" id="{E00AE076-D1E5-45AB-954E-5F167F30C8AE}"/>
              </a:ext>
            </a:extLst>
          </p:cNvPr>
          <p:cNvSpPr>
            <a:spLocks noGrp="1"/>
          </p:cNvSpPr>
          <p:nvPr>
            <p:ph type="body" sz="quarter" idx="36" hasCustomPrompt="1"/>
          </p:nvPr>
        </p:nvSpPr>
        <p:spPr bwMode="gray">
          <a:xfrm>
            <a:off x="6095999" y="3501008"/>
            <a:ext cx="6096001" cy="3356992"/>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43" name="Textplatzhalter 42">
            <a:extLst>
              <a:ext uri="{FF2B5EF4-FFF2-40B4-BE49-F238E27FC236}">
                <a16:creationId xmlns:a16="http://schemas.microsoft.com/office/drawing/2014/main" id="{4D1114DD-3AF9-420A-B40E-27C37B4F92CA}"/>
              </a:ext>
            </a:extLst>
          </p:cNvPr>
          <p:cNvSpPr>
            <a:spLocks noGrp="1"/>
          </p:cNvSpPr>
          <p:nvPr>
            <p:ph type="body" sz="quarter" idx="27" hasCustomPrompt="1"/>
          </p:nvPr>
        </p:nvSpPr>
        <p:spPr bwMode="gray">
          <a:xfrm>
            <a:off x="5574000" y="649800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cxnSp>
        <p:nvCxnSpPr>
          <p:cNvPr id="14" name="Gerader Verbinder 13">
            <a:extLst>
              <a:ext uri="{FF2B5EF4-FFF2-40B4-BE49-F238E27FC236}">
                <a16:creationId xmlns:a16="http://schemas.microsoft.com/office/drawing/2014/main" id="{4F0F0F46-40D5-4DED-8167-EAF092CC4372}"/>
              </a:ext>
            </a:extLst>
          </p:cNvPr>
          <p:cNvCxnSpPr/>
          <p:nvPr/>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Gerader Verbinder 14">
            <a:extLst>
              <a:ext uri="{FF2B5EF4-FFF2-40B4-BE49-F238E27FC236}">
                <a16:creationId xmlns:a16="http://schemas.microsoft.com/office/drawing/2014/main" id="{B61B23EE-5318-4394-AAE4-60C4D3BBFF62}"/>
              </a:ext>
            </a:extLst>
          </p:cNvPr>
          <p:cNvCxnSpPr/>
          <p:nvPr/>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Gerader Verbinder 15">
            <a:extLst>
              <a:ext uri="{FF2B5EF4-FFF2-40B4-BE49-F238E27FC236}">
                <a16:creationId xmlns:a16="http://schemas.microsoft.com/office/drawing/2014/main" id="{B97CA1A9-277C-424F-898D-C507FA42B856}"/>
              </a:ext>
            </a:extLst>
          </p:cNvPr>
          <p:cNvCxnSpPr/>
          <p:nvPr/>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7" name="Gerader Verbinder 16">
            <a:extLst>
              <a:ext uri="{FF2B5EF4-FFF2-40B4-BE49-F238E27FC236}">
                <a16:creationId xmlns:a16="http://schemas.microsoft.com/office/drawing/2014/main" id="{93FBD3A6-9792-4049-90CF-4D7DAE925C1E}"/>
              </a:ext>
            </a:extLst>
          </p:cNvPr>
          <p:cNvCxnSpPr/>
          <p:nvPr/>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19" name="Gerader Verbinder 18">
            <a:extLst>
              <a:ext uri="{FF2B5EF4-FFF2-40B4-BE49-F238E27FC236}">
                <a16:creationId xmlns:a16="http://schemas.microsoft.com/office/drawing/2014/main" id="{DA497A67-C1DF-4D88-83FC-741361421827}"/>
              </a:ext>
            </a:extLst>
          </p:cNvPr>
          <p:cNvCxnSpPr/>
          <p:nvPr/>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0" name="Gerader Verbinder 19">
            <a:extLst>
              <a:ext uri="{FF2B5EF4-FFF2-40B4-BE49-F238E27FC236}">
                <a16:creationId xmlns:a16="http://schemas.microsoft.com/office/drawing/2014/main" id="{C75AE95F-0B94-415C-AAFB-311DDD100CF1}"/>
              </a:ext>
            </a:extLst>
          </p:cNvPr>
          <p:cNvCxnSpPr/>
          <p:nvPr/>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 name="Gerader Verbinder 20">
            <a:extLst>
              <a:ext uri="{FF2B5EF4-FFF2-40B4-BE49-F238E27FC236}">
                <a16:creationId xmlns:a16="http://schemas.microsoft.com/office/drawing/2014/main" id="{F7790566-00D4-4B85-B9A5-70617074462F}"/>
              </a:ext>
            </a:extLst>
          </p:cNvPr>
          <p:cNvCxnSpPr/>
          <p:nvPr/>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2" name="Gerader Verbinder 21">
            <a:extLst>
              <a:ext uri="{FF2B5EF4-FFF2-40B4-BE49-F238E27FC236}">
                <a16:creationId xmlns:a16="http://schemas.microsoft.com/office/drawing/2014/main" id="{44E06209-A99F-4DA6-AE49-6A3EADBC466F}"/>
              </a:ext>
            </a:extLst>
          </p:cNvPr>
          <p:cNvCxnSpPr/>
          <p:nvPr/>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3" name="Gerader Verbinder 22">
            <a:extLst>
              <a:ext uri="{FF2B5EF4-FFF2-40B4-BE49-F238E27FC236}">
                <a16:creationId xmlns:a16="http://schemas.microsoft.com/office/drawing/2014/main" id="{4DF0692F-86BC-4C7F-B5C7-942103285436}"/>
              </a:ext>
            </a:extLst>
          </p:cNvPr>
          <p:cNvCxnSpPr/>
          <p:nvPr/>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4" name="Gerader Verbinder 23">
            <a:extLst>
              <a:ext uri="{FF2B5EF4-FFF2-40B4-BE49-F238E27FC236}">
                <a16:creationId xmlns:a16="http://schemas.microsoft.com/office/drawing/2014/main" id="{2390CB8D-C952-4808-A0EA-551D32EE5C60}"/>
              </a:ext>
            </a:extLst>
          </p:cNvPr>
          <p:cNvCxnSpPr/>
          <p:nvPr/>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Gerader Verbinder 24">
            <a:extLst>
              <a:ext uri="{FF2B5EF4-FFF2-40B4-BE49-F238E27FC236}">
                <a16:creationId xmlns:a16="http://schemas.microsoft.com/office/drawing/2014/main" id="{49E689A1-87A3-4A18-90AE-595F3088B885}"/>
              </a:ext>
            </a:extLst>
          </p:cNvPr>
          <p:cNvCxnSpPr/>
          <p:nvPr/>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6" name="Gerader Verbinder 25">
            <a:extLst>
              <a:ext uri="{FF2B5EF4-FFF2-40B4-BE49-F238E27FC236}">
                <a16:creationId xmlns:a16="http://schemas.microsoft.com/office/drawing/2014/main" id="{1185B074-70BD-44F4-94DF-E83FB660E1ED}"/>
              </a:ext>
            </a:extLst>
          </p:cNvPr>
          <p:cNvCxnSpPr/>
          <p:nvPr/>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7" name="Gerader Verbinder 26">
            <a:extLst>
              <a:ext uri="{FF2B5EF4-FFF2-40B4-BE49-F238E27FC236}">
                <a16:creationId xmlns:a16="http://schemas.microsoft.com/office/drawing/2014/main" id="{450CAE5B-1309-4684-8EA4-F4C3DE4D26A8}"/>
              </a:ext>
            </a:extLst>
          </p:cNvPr>
          <p:cNvCxnSpPr/>
          <p:nvPr/>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5281DFD1-9691-487B-8295-4276D6738565}"/>
              </a:ext>
            </a:extLst>
          </p:cNvPr>
          <p:cNvCxnSpPr/>
          <p:nvPr/>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7904E1D1-3FE6-4A3F-B34F-8099BD6AFF45}"/>
              </a:ext>
            </a:extLst>
          </p:cNvPr>
          <p:cNvCxnSpPr/>
          <p:nvPr/>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B1B4113-246B-4EF7-B9A1-2D1F5A32D951}"/>
              </a:ext>
            </a:extLst>
          </p:cNvPr>
          <p:cNvCxnSpPr/>
          <p:nvPr/>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F4A425EF-9ECE-42DD-9DC4-0C4309E150EA}"/>
              </a:ext>
            </a:extLst>
          </p:cNvPr>
          <p:cNvCxnSpPr/>
          <p:nvPr/>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9F7BBA5A-AC84-4C50-A300-7206810D4022}"/>
              </a:ext>
            </a:extLst>
          </p:cNvPr>
          <p:cNvCxnSpPr/>
          <p:nvPr/>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563313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Two pictures | one content">
    <p:spTree>
      <p:nvGrpSpPr>
        <p:cNvPr id="1" name=""/>
        <p:cNvGrpSpPr/>
        <p:nvPr/>
      </p:nvGrpSpPr>
      <p:grpSpPr>
        <a:xfrm>
          <a:off x="0" y="0"/>
          <a:ext cx="0" cy="0"/>
          <a:chOff x="0" y="0"/>
          <a:chExt cx="0" cy="0"/>
        </a:xfrm>
      </p:grpSpPr>
      <p:sp>
        <p:nvSpPr>
          <p:cNvPr id="9" name="Inhaltsplatzhalter 8">
            <a:extLst>
              <a:ext uri="{FF2B5EF4-FFF2-40B4-BE49-F238E27FC236}">
                <a16:creationId xmlns:a16="http://schemas.microsoft.com/office/drawing/2014/main" id="{F14AF2F9-9AEF-455A-A858-D13ABDE86310}"/>
              </a:ext>
            </a:extLst>
          </p:cNvPr>
          <p:cNvSpPr>
            <a:spLocks noGrp="1"/>
          </p:cNvSpPr>
          <p:nvPr>
            <p:ph sz="quarter" idx="14" hasCustomPrompt="1"/>
          </p:nvPr>
        </p:nvSpPr>
        <p:spPr bwMode="gray">
          <a:xfrm>
            <a:off x="6240462" y="3717056"/>
            <a:ext cx="4680073" cy="2520232"/>
          </a:xfrm>
        </p:spPr>
        <p:txBody>
          <a:bodyPr r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6" name="Titel 5">
            <a:extLst>
              <a:ext uri="{FF2B5EF4-FFF2-40B4-BE49-F238E27FC236}">
                <a16:creationId xmlns:a16="http://schemas.microsoft.com/office/drawing/2014/main" id="{AAC81EC6-C954-40F8-B337-01B89A39A801}"/>
              </a:ext>
            </a:extLst>
          </p:cNvPr>
          <p:cNvSpPr>
            <a:spLocks noGrp="1"/>
          </p:cNvSpPr>
          <p:nvPr>
            <p:ph type="title" hasCustomPrompt="1"/>
          </p:nvPr>
        </p:nvSpPr>
        <p:spPr bwMode="gray">
          <a:xfrm>
            <a:off x="1271463" y="4005136"/>
            <a:ext cx="4680075" cy="1296072"/>
          </a:xfrm>
        </p:spPr>
        <p:txBody>
          <a:bodyPr rIns="0"/>
          <a:lstStyle>
            <a:lvl1pPr>
              <a:defRPr sz="3200"/>
            </a:lvl1pPr>
          </a:lstStyle>
          <a:p>
            <a:r>
              <a:rPr lang="en-US"/>
              <a:t>Headline, Arial Bold, 32 PT, </a:t>
            </a:r>
            <a:br>
              <a:rPr lang="en-US"/>
            </a:br>
            <a:r>
              <a:rPr lang="en-US"/>
              <a:t>Max 3 Lines</a:t>
            </a:r>
          </a:p>
        </p:txBody>
      </p:sp>
      <p:sp>
        <p:nvSpPr>
          <p:cNvPr id="8" name="Datumsplatzhalter 7">
            <a:extLst>
              <a:ext uri="{FF2B5EF4-FFF2-40B4-BE49-F238E27FC236}">
                <a16:creationId xmlns:a16="http://schemas.microsoft.com/office/drawing/2014/main" id="{F0CF52AC-183E-4408-A08D-3DE6647E9368}"/>
              </a:ext>
            </a:extLst>
          </p:cNvPr>
          <p:cNvSpPr>
            <a:spLocks noGrp="1"/>
          </p:cNvSpPr>
          <p:nvPr>
            <p:ph type="dt" sz="half" idx="18"/>
          </p:nvPr>
        </p:nvSpPr>
        <p:spPr bwMode="gray"/>
        <p:txBody>
          <a:bodyPr/>
          <a:lstStyle/>
          <a:p>
            <a:r>
              <a:rPr lang="de-DE"/>
              <a:t>Date</a:t>
            </a:r>
            <a:endParaRPr lang="en-US"/>
          </a:p>
        </p:txBody>
      </p:sp>
      <p:sp>
        <p:nvSpPr>
          <p:cNvPr id="10" name="Fußzeilenplatzhalter 9">
            <a:extLst>
              <a:ext uri="{FF2B5EF4-FFF2-40B4-BE49-F238E27FC236}">
                <a16:creationId xmlns:a16="http://schemas.microsoft.com/office/drawing/2014/main" id="{C37F1E4A-72C9-4B47-84CA-A2CA8819BF03}"/>
              </a:ext>
            </a:extLst>
          </p:cNvPr>
          <p:cNvSpPr>
            <a:spLocks noGrp="1"/>
          </p:cNvSpPr>
          <p:nvPr>
            <p:ph type="ftr" sz="quarter" idx="19"/>
          </p:nvPr>
        </p:nvSpPr>
        <p:spPr bwMode="gray">
          <a:xfrm>
            <a:off x="1271463" y="3717104"/>
            <a:ext cx="4680075" cy="216000"/>
          </a:xfrm>
        </p:spPr>
        <p:txBody>
          <a:bodyPr rIns="0"/>
          <a:lstStyle/>
          <a:p>
            <a:r>
              <a:rPr lang="en-US"/>
              <a:t>Title of the presentation</a:t>
            </a:r>
          </a:p>
        </p:txBody>
      </p:sp>
      <p:sp>
        <p:nvSpPr>
          <p:cNvPr id="11" name="Textplatzhalter 3">
            <a:extLst>
              <a:ext uri="{FF2B5EF4-FFF2-40B4-BE49-F238E27FC236}">
                <a16:creationId xmlns:a16="http://schemas.microsoft.com/office/drawing/2014/main" id="{E6B4EAA8-7D77-417E-92E6-B46C6ABF27DE}"/>
              </a:ext>
            </a:extLst>
          </p:cNvPr>
          <p:cNvSpPr>
            <a:spLocks noGrp="1"/>
          </p:cNvSpPr>
          <p:nvPr>
            <p:ph type="body" sz="quarter" idx="17" hasCustomPrompt="1"/>
          </p:nvPr>
        </p:nvSpPr>
        <p:spPr>
          <a:xfrm>
            <a:off x="1271587" y="5373248"/>
            <a:ext cx="4679951" cy="432000"/>
          </a:xfrm>
        </p:spPr>
        <p:txBody>
          <a:bodyPr tIns="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a:t>
            </a:r>
            <a:br>
              <a:rPr lang="en-US"/>
            </a:br>
            <a:r>
              <a:rPr lang="en-US"/>
              <a:t>14 PT, Max 2 Lines</a:t>
            </a:r>
          </a:p>
        </p:txBody>
      </p:sp>
      <p:sp>
        <p:nvSpPr>
          <p:cNvPr id="14" name="Bildplatzhalter 13">
            <a:extLst>
              <a:ext uri="{FF2B5EF4-FFF2-40B4-BE49-F238E27FC236}">
                <a16:creationId xmlns:a16="http://schemas.microsoft.com/office/drawing/2014/main" id="{395615A9-AC3F-4312-B9C0-0A601C02F637}"/>
              </a:ext>
            </a:extLst>
          </p:cNvPr>
          <p:cNvSpPr>
            <a:spLocks noGrp="1"/>
          </p:cNvSpPr>
          <p:nvPr>
            <p:ph type="pic" sz="quarter" idx="35" hasCustomPrompt="1"/>
          </p:nvPr>
        </p:nvSpPr>
        <p:spPr bwMode="gray">
          <a:xfrm>
            <a:off x="1" y="0"/>
            <a:ext cx="5951538" cy="3429000"/>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5" name="Bildplatzhalter 14">
            <a:extLst>
              <a:ext uri="{FF2B5EF4-FFF2-40B4-BE49-F238E27FC236}">
                <a16:creationId xmlns:a16="http://schemas.microsoft.com/office/drawing/2014/main" id="{3E95B813-5718-4359-A222-9323A241335C}"/>
              </a:ext>
            </a:extLst>
          </p:cNvPr>
          <p:cNvSpPr>
            <a:spLocks noGrp="1"/>
          </p:cNvSpPr>
          <p:nvPr>
            <p:ph type="pic" sz="quarter" idx="34" hasCustomPrompt="1"/>
          </p:nvPr>
        </p:nvSpPr>
        <p:spPr bwMode="gray">
          <a:xfrm>
            <a:off x="6240462" y="0"/>
            <a:ext cx="5951537" cy="3429000"/>
          </a:xfrm>
          <a:custGeom>
            <a:avLst/>
            <a:gdLst>
              <a:gd name="connsiteX0" fmla="*/ 0 w 6096000"/>
              <a:gd name="connsiteY0" fmla="*/ 0 h 3357563"/>
              <a:gd name="connsiteX1" fmla="*/ 527649 w 6096000"/>
              <a:gd name="connsiteY1" fmla="*/ 0 h 3357563"/>
              <a:gd name="connsiteX2" fmla="*/ 527720 w 6096000"/>
              <a:gd name="connsiteY2" fmla="*/ 0 h 3357563"/>
              <a:gd name="connsiteX3" fmla="*/ 527722 w 6096000"/>
              <a:gd name="connsiteY3" fmla="*/ 0 h 3357563"/>
              <a:gd name="connsiteX4" fmla="*/ 6096000 w 6096000"/>
              <a:gd name="connsiteY4" fmla="*/ 0 h 3357563"/>
              <a:gd name="connsiteX5" fmla="*/ 6096000 w 6096000"/>
              <a:gd name="connsiteY5" fmla="*/ 3356992 h 3357563"/>
              <a:gd name="connsiteX6" fmla="*/ 6096000 w 6096000"/>
              <a:gd name="connsiteY6" fmla="*/ 3357563 h 3357563"/>
              <a:gd name="connsiteX7" fmla="*/ 0 w 6096000"/>
              <a:gd name="connsiteY7" fmla="*/ 3357563 h 3357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096000" h="3357563">
                <a:moveTo>
                  <a:pt x="0" y="0"/>
                </a:moveTo>
                <a:lnTo>
                  <a:pt x="527649" y="0"/>
                </a:lnTo>
                <a:lnTo>
                  <a:pt x="527720" y="0"/>
                </a:lnTo>
                <a:lnTo>
                  <a:pt x="527722" y="0"/>
                </a:lnTo>
                <a:lnTo>
                  <a:pt x="6096000" y="0"/>
                </a:lnTo>
                <a:lnTo>
                  <a:pt x="6096000" y="3356992"/>
                </a:lnTo>
                <a:lnTo>
                  <a:pt x="6096000" y="3357563"/>
                </a:lnTo>
                <a:lnTo>
                  <a:pt x="0" y="3357563"/>
                </a:lnTo>
                <a:close/>
              </a:path>
            </a:pathLst>
          </a:custGeom>
          <a:solidFill>
            <a:schemeClr val="accent6"/>
          </a:solidFill>
        </p:spPr>
        <p:txBody>
          <a:bodyPr wrap="square">
            <a:noAutofit/>
          </a:bodyPr>
          <a:lstStyle>
            <a:lvl1pPr>
              <a:defRPr/>
            </a:lvl1pPr>
          </a:lstStyle>
          <a:p>
            <a:r>
              <a:rPr lang="de-DE"/>
              <a:t> </a:t>
            </a:r>
          </a:p>
        </p:txBody>
      </p:sp>
      <p:sp>
        <p:nvSpPr>
          <p:cNvPr id="17" name="Textplatzhalter 16">
            <a:extLst>
              <a:ext uri="{FF2B5EF4-FFF2-40B4-BE49-F238E27FC236}">
                <a16:creationId xmlns:a16="http://schemas.microsoft.com/office/drawing/2014/main" id="{FAF1983D-99C8-4CF6-A840-198F7AFDBEBB}"/>
              </a:ext>
            </a:extLst>
          </p:cNvPr>
          <p:cNvSpPr>
            <a:spLocks noGrp="1"/>
          </p:cNvSpPr>
          <p:nvPr>
            <p:ph type="body" sz="quarter" idx="32" hasCustomPrompt="1"/>
          </p:nvPr>
        </p:nvSpPr>
        <p:spPr bwMode="gray">
          <a:xfrm>
            <a:off x="6240463" y="0"/>
            <a:ext cx="5951537" cy="3429000"/>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1" name="Textplatzhalter 20">
            <a:extLst>
              <a:ext uri="{FF2B5EF4-FFF2-40B4-BE49-F238E27FC236}">
                <a16:creationId xmlns:a16="http://schemas.microsoft.com/office/drawing/2014/main" id="{4F9FA166-3AD9-4A67-996C-35B37F5ABEEA}"/>
              </a:ext>
            </a:extLst>
          </p:cNvPr>
          <p:cNvSpPr>
            <a:spLocks noGrp="1"/>
          </p:cNvSpPr>
          <p:nvPr>
            <p:ph type="body" sz="quarter" idx="36" hasCustomPrompt="1"/>
          </p:nvPr>
        </p:nvSpPr>
        <p:spPr bwMode="gray">
          <a:xfrm>
            <a:off x="1" y="0"/>
            <a:ext cx="5951538" cy="3429000"/>
          </a:xfrm>
          <a:custGeom>
            <a:avLst/>
            <a:gdLst>
              <a:gd name="connsiteX0" fmla="*/ 0 w 6096001"/>
              <a:gd name="connsiteY0" fmla="*/ 0 h 3356992"/>
              <a:gd name="connsiteX1" fmla="*/ 6096001 w 6096001"/>
              <a:gd name="connsiteY1" fmla="*/ 0 h 3356992"/>
              <a:gd name="connsiteX2" fmla="*/ 6096001 w 6096001"/>
              <a:gd name="connsiteY2" fmla="*/ 3356992 h 3356992"/>
              <a:gd name="connsiteX3" fmla="*/ 0 w 6096001"/>
              <a:gd name="connsiteY3" fmla="*/ 3356992 h 3356992"/>
            </a:gdLst>
            <a:ahLst/>
            <a:cxnLst>
              <a:cxn ang="0">
                <a:pos x="connsiteX0" y="connsiteY0"/>
              </a:cxn>
              <a:cxn ang="0">
                <a:pos x="connsiteX1" y="connsiteY1"/>
              </a:cxn>
              <a:cxn ang="0">
                <a:pos x="connsiteX2" y="connsiteY2"/>
              </a:cxn>
              <a:cxn ang="0">
                <a:pos x="connsiteX3" y="connsiteY3"/>
              </a:cxn>
            </a:cxnLst>
            <a:rect l="l" t="t" r="r" b="b"/>
            <a:pathLst>
              <a:path w="6096001" h="3356992">
                <a:moveTo>
                  <a:pt x="0" y="0"/>
                </a:moveTo>
                <a:lnTo>
                  <a:pt x="6096001" y="0"/>
                </a:lnTo>
                <a:lnTo>
                  <a:pt x="6096001" y="3356992"/>
                </a:lnTo>
                <a:lnTo>
                  <a:pt x="0" y="3356992"/>
                </a:lnTo>
                <a:close/>
              </a:path>
            </a:pathLst>
          </a:custGeom>
          <a:gradFill>
            <a:gsLst>
              <a:gs pos="39000">
                <a:srgbClr val="000000">
                  <a:alpha val="24000"/>
                </a:srgbClr>
              </a:gs>
              <a:gs pos="0">
                <a:srgbClr val="000000">
                  <a:alpha val="0"/>
                </a:srgbClr>
              </a:gs>
              <a:gs pos="100000">
                <a:schemeClr val="tx1">
                  <a:alpha val="88000"/>
                </a:schemeClr>
              </a:gs>
              <a:gs pos="61000">
                <a:schemeClr val="tx1">
                  <a:alpha val="59000"/>
                </a:schemeClr>
              </a:gs>
            </a:gsLst>
            <a:path path="circle">
              <a:fillToRect l="50000" t="50000" r="50000" b="50000"/>
            </a:path>
          </a:gradFill>
        </p:spPr>
        <p:txBody>
          <a:bodyPr vert="horz" wrap="square" lIns="0" tIns="0" rIns="0" bIns="0" rtlCol="0">
            <a:noAutofit/>
          </a:bodyPr>
          <a:lstStyle>
            <a:lvl1pPr>
              <a:defRPr lang="en-US" dirty="0"/>
            </a:lvl1pPr>
          </a:lstStyle>
          <a:p>
            <a:pPr lvl="0">
              <a:lnSpc>
                <a:spcPct val="100000"/>
              </a:lnSpc>
              <a:spcBef>
                <a:spcPts val="0"/>
              </a:spcBef>
            </a:pPr>
            <a:r>
              <a:rPr lang="en-US"/>
              <a:t> </a:t>
            </a:r>
          </a:p>
        </p:txBody>
      </p:sp>
      <p:sp>
        <p:nvSpPr>
          <p:cNvPr id="20" name="Textplatzhalter 19">
            <a:extLst>
              <a:ext uri="{FF2B5EF4-FFF2-40B4-BE49-F238E27FC236}">
                <a16:creationId xmlns:a16="http://schemas.microsoft.com/office/drawing/2014/main" id="{2A9B521F-2832-49F5-A6ED-E2656F1E3445}"/>
              </a:ext>
            </a:extLst>
          </p:cNvPr>
          <p:cNvSpPr>
            <a:spLocks noGrp="1"/>
          </p:cNvSpPr>
          <p:nvPr>
            <p:ph type="body" sz="quarter" idx="26" hasCustomPrompt="1"/>
          </p:nvPr>
        </p:nvSpPr>
        <p:spPr bwMode="gray">
          <a:xfrm>
            <a:off x="5574000" y="0"/>
            <a:ext cx="1044000" cy="360000"/>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096000" h="6858000">
                <a:moveTo>
                  <a:pt x="0" y="0"/>
                </a:moveTo>
                <a:lnTo>
                  <a:pt x="6096000" y="0"/>
                </a:lnTo>
                <a:lnTo>
                  <a:pt x="6096000" y="6858000"/>
                </a:lnTo>
                <a:lnTo>
                  <a:pt x="0" y="6858000"/>
                </a:lnTo>
                <a:close/>
              </a:path>
            </a:pathLst>
          </a:custGeom>
          <a:solidFill>
            <a:schemeClr val="bg2"/>
          </a:solidFill>
          <a:ln w="3175">
            <a:solidFill>
              <a:schemeClr val="bg2"/>
            </a:solidFill>
          </a:ln>
        </p:spPr>
        <p:txBody>
          <a:bodyPr vert="horz" wrap="square" lIns="0" tIns="0" rIns="0" bIns="0" rtlCol="0">
            <a:noAutofit/>
          </a:bodyPr>
          <a:lstStyle>
            <a:lvl1pPr>
              <a:defRPr lang="en-US" dirty="0">
                <a:solidFill>
                  <a:schemeClr val="bg2"/>
                </a:solidFill>
              </a:defRPr>
            </a:lvl1pPr>
          </a:lstStyle>
          <a:p>
            <a:pPr lvl="0">
              <a:lnSpc>
                <a:spcPct val="100000"/>
              </a:lnSpc>
              <a:spcBef>
                <a:spcPts val="0"/>
              </a:spcBef>
            </a:pPr>
            <a:r>
              <a:rPr lang="en-US"/>
              <a:t> </a:t>
            </a:r>
          </a:p>
        </p:txBody>
      </p:sp>
    </p:spTree>
    <p:extLst>
      <p:ext uri="{BB962C8B-B14F-4D97-AF65-F5344CB8AC3E}">
        <p14:creationId xmlns:p14="http://schemas.microsoft.com/office/powerpoint/2010/main" val="92694833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9E12C890-0851-45B5-957E-312007C751A2}"/>
              </a:ext>
            </a:extLst>
          </p:cNvPr>
          <p:cNvSpPr>
            <a:spLocks noGrp="1"/>
          </p:cNvSpPr>
          <p:nvPr>
            <p:ph type="dt" sz="half" idx="10"/>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B905894F-990B-4E89-BF9F-44AF6D2249D9}"/>
              </a:ext>
            </a:extLst>
          </p:cNvPr>
          <p:cNvSpPr>
            <a:spLocks noGrp="1"/>
          </p:cNvSpPr>
          <p:nvPr>
            <p:ph type="ftr" sz="quarter" idx="11"/>
          </p:nvPr>
        </p:nvSpPr>
        <p:spPr bwMode="gray"/>
        <p:txBody>
          <a:bodyPr/>
          <a:lstStyle>
            <a:lvl1pPr>
              <a:defRPr>
                <a:solidFill>
                  <a:schemeClr val="tx1"/>
                </a:solidFill>
              </a:defRPr>
            </a:lvl1pPr>
          </a:lstStyle>
          <a:p>
            <a:r>
              <a:rPr lang="en-US"/>
              <a:t>Title of the presentation</a:t>
            </a:r>
          </a:p>
        </p:txBody>
      </p:sp>
      <p:sp>
        <p:nvSpPr>
          <p:cNvPr id="2" name="Titel 1">
            <a:extLst>
              <a:ext uri="{FF2B5EF4-FFF2-40B4-BE49-F238E27FC236}">
                <a16:creationId xmlns:a16="http://schemas.microsoft.com/office/drawing/2014/main" id="{2DDB6CBA-095A-42A6-8C9C-8E2E57B5265C}"/>
              </a:ext>
            </a:extLst>
          </p:cNvPr>
          <p:cNvSpPr>
            <a:spLocks noGrp="1"/>
          </p:cNvSpPr>
          <p:nvPr>
            <p:ph type="title" hasCustomPrompt="1"/>
          </p:nvPr>
        </p:nvSpPr>
        <p:spPr/>
        <p:txBody>
          <a:bodyPr/>
          <a:lstStyle/>
          <a:p>
            <a:r>
              <a:rPr lang="en-US"/>
              <a:t>Headline, Arial Bold, </a:t>
            </a:r>
            <a:br>
              <a:rPr lang="en-US"/>
            </a:br>
            <a:r>
              <a:rPr lang="en-US"/>
              <a:t>24 PT, Max 2 Lines</a:t>
            </a:r>
          </a:p>
        </p:txBody>
      </p:sp>
      <p:sp>
        <p:nvSpPr>
          <p:cNvPr id="7" name="Textplatzhalter 3">
            <a:extLst>
              <a:ext uri="{FF2B5EF4-FFF2-40B4-BE49-F238E27FC236}">
                <a16:creationId xmlns:a16="http://schemas.microsoft.com/office/drawing/2014/main" id="{99B4D297-5449-4B07-983C-78CD4F65E8A8}"/>
              </a:ext>
            </a:extLst>
          </p:cNvPr>
          <p:cNvSpPr>
            <a:spLocks noGrp="1"/>
          </p:cNvSpPr>
          <p:nvPr>
            <p:ph type="body" sz="quarter" idx="17"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Tree>
    <p:extLst>
      <p:ext uri="{BB962C8B-B14F-4D97-AF65-F5344CB8AC3E}">
        <p14:creationId xmlns:p14="http://schemas.microsoft.com/office/powerpoint/2010/main" val="160713388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Only title | black">
    <p:bg>
      <p:bgPr>
        <a:solidFill>
          <a:schemeClr val="tx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56A723A-8C8F-4B48-958B-869A9D0E9F7E}"/>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4" name="Fußzeilenplatzhalter 3">
            <a:extLst>
              <a:ext uri="{FF2B5EF4-FFF2-40B4-BE49-F238E27FC236}">
                <a16:creationId xmlns:a16="http://schemas.microsoft.com/office/drawing/2014/main" id="{77DAC12A-825B-46FB-8AB7-F28AA9CA63E7}"/>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Titel 5">
            <a:extLst>
              <a:ext uri="{FF2B5EF4-FFF2-40B4-BE49-F238E27FC236}">
                <a16:creationId xmlns:a16="http://schemas.microsoft.com/office/drawing/2014/main" id="{337A71DD-C27C-406E-9EF4-396C740E09B3}"/>
              </a:ext>
            </a:extLst>
          </p:cNvPr>
          <p:cNvSpPr>
            <a:spLocks noGrp="1"/>
          </p:cNvSpPr>
          <p:nvPr>
            <p:ph type="title" hasCustomPrompt="1"/>
          </p:nvPr>
        </p:nvSpPr>
        <p:spPr/>
        <p:txBody>
          <a:bodyPr/>
          <a:lstStyle>
            <a:lvl1pPr>
              <a:defRPr>
                <a:solidFill>
                  <a:schemeClr val="bg1"/>
                </a:solidFill>
              </a:defRPr>
            </a:lvl1pPr>
          </a:lstStyle>
          <a:p>
            <a:r>
              <a:rPr lang="en-US"/>
              <a:t>Headline, Arial Bold, </a:t>
            </a:r>
            <a:br>
              <a:rPr lang="en-US"/>
            </a:br>
            <a:r>
              <a:rPr lang="en-US"/>
              <a:t>24 PT, Max 2 Lines</a:t>
            </a:r>
          </a:p>
        </p:txBody>
      </p:sp>
      <p:sp>
        <p:nvSpPr>
          <p:cNvPr id="15" name="Textplatzhalter 3">
            <a:extLst>
              <a:ext uri="{FF2B5EF4-FFF2-40B4-BE49-F238E27FC236}">
                <a16:creationId xmlns:a16="http://schemas.microsoft.com/office/drawing/2014/main" id="{48CA78E9-EF28-45D9-855B-92FBE533E4ED}"/>
              </a:ext>
            </a:extLst>
          </p:cNvPr>
          <p:cNvSpPr>
            <a:spLocks noGrp="1"/>
          </p:cNvSpPr>
          <p:nvPr>
            <p:ph type="body" sz="quarter" idx="17" hasCustomPrompt="1"/>
          </p:nvPr>
        </p:nvSpPr>
        <p:spPr bwMode="white">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2"/>
                </a:solidFill>
                <a:latin typeface="+mj-lt"/>
              </a:defRPr>
            </a:lvl1pPr>
            <a:lvl2pPr marL="0" indent="0">
              <a:lnSpc>
                <a:spcPct val="100000"/>
              </a:lnSpc>
              <a:spcBef>
                <a:spcPts val="0"/>
              </a:spcBef>
              <a:buNone/>
              <a:defRPr b="1" cap="all" spc="30" baseline="0">
                <a:solidFill>
                  <a:schemeClr val="bg2"/>
                </a:solidFill>
                <a:latin typeface="+mj-lt"/>
              </a:defRPr>
            </a:lvl2pPr>
            <a:lvl3pPr marL="0" indent="0">
              <a:lnSpc>
                <a:spcPct val="100000"/>
              </a:lnSpc>
              <a:spcBef>
                <a:spcPts val="0"/>
              </a:spcBef>
              <a:buNone/>
              <a:defRPr b="1" cap="all" spc="30" baseline="0">
                <a:solidFill>
                  <a:schemeClr val="bg2"/>
                </a:solidFill>
                <a:latin typeface="+mj-lt"/>
              </a:defRPr>
            </a:lvl3pPr>
            <a:lvl4pPr marL="0" indent="0">
              <a:lnSpc>
                <a:spcPct val="100000"/>
              </a:lnSpc>
              <a:spcBef>
                <a:spcPts val="0"/>
              </a:spcBef>
              <a:buNone/>
              <a:defRPr b="1" cap="all" spc="30" baseline="0">
                <a:solidFill>
                  <a:schemeClr val="bg2"/>
                </a:solidFill>
                <a:latin typeface="+mj-lt"/>
              </a:defRPr>
            </a:lvl4pPr>
            <a:lvl5pPr marL="0" indent="0">
              <a:lnSpc>
                <a:spcPct val="100000"/>
              </a:lnSpc>
              <a:spcBef>
                <a:spcPts val="0"/>
              </a:spcBef>
              <a:buNone/>
              <a:defRPr b="1" cap="all" spc="30" baseline="0">
                <a:solidFill>
                  <a:schemeClr val="bg2"/>
                </a:solidFill>
                <a:latin typeface="+mj-lt"/>
              </a:defRPr>
            </a:lvl5pPr>
            <a:lvl6pPr marL="0" indent="0">
              <a:lnSpc>
                <a:spcPct val="100000"/>
              </a:lnSpc>
              <a:spcBef>
                <a:spcPts val="0"/>
              </a:spcBef>
              <a:buNone/>
              <a:defRPr b="1" cap="all" spc="30" baseline="0">
                <a:solidFill>
                  <a:schemeClr val="bg2"/>
                </a:solidFill>
                <a:latin typeface="+mj-lt"/>
              </a:defRPr>
            </a:lvl6pPr>
            <a:lvl7pPr marL="0" indent="0">
              <a:lnSpc>
                <a:spcPct val="100000"/>
              </a:lnSpc>
              <a:spcBef>
                <a:spcPts val="0"/>
              </a:spcBef>
              <a:buNone/>
              <a:defRPr b="1" cap="all" spc="30" baseline="0">
                <a:solidFill>
                  <a:schemeClr val="bg2"/>
                </a:solidFill>
                <a:latin typeface="+mj-lt"/>
              </a:defRPr>
            </a:lvl7pPr>
            <a:lvl8pPr marL="0" indent="0">
              <a:lnSpc>
                <a:spcPct val="100000"/>
              </a:lnSpc>
              <a:spcBef>
                <a:spcPts val="0"/>
              </a:spcBef>
              <a:buNone/>
              <a:defRPr b="1" cap="all" spc="30" baseline="0">
                <a:solidFill>
                  <a:schemeClr val="bg2"/>
                </a:solidFill>
                <a:latin typeface="+mj-lt"/>
              </a:defRPr>
            </a:lvl8pPr>
            <a:lvl9pPr marL="0" indent="0">
              <a:lnSpc>
                <a:spcPct val="100000"/>
              </a:lnSpc>
              <a:spcBef>
                <a:spcPts val="0"/>
              </a:spcBef>
              <a:buNone/>
              <a:defRPr b="1" cap="all" spc="30" baseline="0">
                <a:solidFill>
                  <a:schemeClr val="bg2"/>
                </a:solidFill>
                <a:latin typeface="+mj-lt"/>
              </a:defRPr>
            </a:lvl9pPr>
          </a:lstStyle>
          <a:p>
            <a:r>
              <a:rPr lang="en-US"/>
              <a:t>Optional Subline, Arial Bold, 14 PT, Max 1 Line</a:t>
            </a:r>
          </a:p>
        </p:txBody>
      </p:sp>
    </p:spTree>
    <p:extLst>
      <p:ext uri="{BB962C8B-B14F-4D97-AF65-F5344CB8AC3E}">
        <p14:creationId xmlns:p14="http://schemas.microsoft.com/office/powerpoint/2010/main" val="175986640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Only title | color">
    <p:bg>
      <p:bgPr>
        <a:solidFill>
          <a:schemeClr val="bg2"/>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4C5CECE5-B948-481A-AA82-46BD7202A473}"/>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4" name="Fußzeilenplatzhalter 3">
            <a:extLst>
              <a:ext uri="{FF2B5EF4-FFF2-40B4-BE49-F238E27FC236}">
                <a16:creationId xmlns:a16="http://schemas.microsoft.com/office/drawing/2014/main" id="{385AC280-20DF-4F2E-9FA4-B1B3A1F935A4}"/>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6" name="Titel 5">
            <a:extLst>
              <a:ext uri="{FF2B5EF4-FFF2-40B4-BE49-F238E27FC236}">
                <a16:creationId xmlns:a16="http://schemas.microsoft.com/office/drawing/2014/main" id="{E7D5C809-6B1E-40F8-9F98-675201C37B4C}"/>
              </a:ext>
            </a:extLst>
          </p:cNvPr>
          <p:cNvSpPr>
            <a:spLocks noGrp="1"/>
          </p:cNvSpPr>
          <p:nvPr>
            <p:ph type="title" hasCustomPrompt="1"/>
          </p:nvPr>
        </p:nvSpPr>
        <p:spPr/>
        <p:txBody>
          <a:bodyPr/>
          <a:lstStyle>
            <a:lvl1pPr>
              <a:defRPr>
                <a:solidFill>
                  <a:schemeClr val="bg1"/>
                </a:solidFill>
              </a:defRPr>
            </a:lvl1pPr>
          </a:lstStyle>
          <a:p>
            <a:r>
              <a:rPr lang="en-US"/>
              <a:t>Headline, Arial Bold, </a:t>
            </a:r>
            <a:br>
              <a:rPr lang="en-US"/>
            </a:br>
            <a:r>
              <a:rPr lang="en-US"/>
              <a:t>24 PT, Max 2 Lines</a:t>
            </a:r>
          </a:p>
        </p:txBody>
      </p:sp>
      <p:sp>
        <p:nvSpPr>
          <p:cNvPr id="19" name="Textplatzhalter 3">
            <a:extLst>
              <a:ext uri="{FF2B5EF4-FFF2-40B4-BE49-F238E27FC236}">
                <a16:creationId xmlns:a16="http://schemas.microsoft.com/office/drawing/2014/main" id="{957C1FB4-F410-44EE-8554-AE8E73C7D9DB}"/>
              </a:ext>
            </a:extLst>
          </p:cNvPr>
          <p:cNvSpPr>
            <a:spLocks noGrp="1"/>
          </p:cNvSpPr>
          <p:nvPr>
            <p:ph type="body" sz="quarter" idx="17" hasCustomPrompt="1"/>
          </p:nvPr>
        </p:nvSpPr>
        <p:spPr>
          <a:xfrm>
            <a:off x="623392" y="1484784"/>
            <a:ext cx="10943804" cy="288000"/>
          </a:xfrm>
        </p:spPr>
        <p:txBody>
          <a:bodyPr tIns="36000"/>
          <a:lstStyle>
            <a:lvl1pPr marL="0" indent="0">
              <a:lnSpc>
                <a:spcPct val="100000"/>
              </a:lnSpc>
              <a:spcBef>
                <a:spcPts val="0"/>
              </a:spcBef>
              <a:buFont typeface="Arial" panose="020B0604020202020204" pitchFamily="34" charset="0"/>
              <a:buNone/>
              <a:defRPr b="1" cap="all" spc="30" baseline="0">
                <a:solidFill>
                  <a:schemeClr val="bg1"/>
                </a:solidFill>
                <a:latin typeface="+mj-lt"/>
              </a:defRPr>
            </a:lvl1pPr>
            <a:lvl2pPr marL="0" indent="0">
              <a:lnSpc>
                <a:spcPct val="100000"/>
              </a:lnSpc>
              <a:spcBef>
                <a:spcPts val="0"/>
              </a:spcBef>
              <a:buNone/>
              <a:defRPr b="1" cap="all" spc="30" baseline="0">
                <a:solidFill>
                  <a:schemeClr val="bg1"/>
                </a:solidFill>
                <a:latin typeface="+mj-lt"/>
              </a:defRPr>
            </a:lvl2pPr>
            <a:lvl3pPr marL="0" indent="0">
              <a:lnSpc>
                <a:spcPct val="100000"/>
              </a:lnSpc>
              <a:spcBef>
                <a:spcPts val="0"/>
              </a:spcBef>
              <a:buNone/>
              <a:defRPr b="1" cap="all" spc="30" baseline="0">
                <a:solidFill>
                  <a:schemeClr val="bg1"/>
                </a:solidFill>
                <a:latin typeface="+mj-lt"/>
              </a:defRPr>
            </a:lvl3pPr>
            <a:lvl4pPr marL="0" indent="0">
              <a:lnSpc>
                <a:spcPct val="100000"/>
              </a:lnSpc>
              <a:spcBef>
                <a:spcPts val="0"/>
              </a:spcBef>
              <a:buNone/>
              <a:defRPr b="1" cap="all" spc="30" baseline="0">
                <a:solidFill>
                  <a:schemeClr val="bg1"/>
                </a:solidFill>
                <a:latin typeface="+mj-lt"/>
              </a:defRPr>
            </a:lvl4pPr>
            <a:lvl5pPr marL="0" indent="0">
              <a:lnSpc>
                <a:spcPct val="100000"/>
              </a:lnSpc>
              <a:spcBef>
                <a:spcPts val="0"/>
              </a:spcBef>
              <a:buNone/>
              <a:defRPr b="1" cap="all" spc="30" baseline="0">
                <a:solidFill>
                  <a:schemeClr val="bg1"/>
                </a:solidFill>
                <a:latin typeface="+mj-lt"/>
              </a:defRPr>
            </a:lvl5pPr>
            <a:lvl6pPr marL="0" indent="0">
              <a:lnSpc>
                <a:spcPct val="100000"/>
              </a:lnSpc>
              <a:spcBef>
                <a:spcPts val="0"/>
              </a:spcBef>
              <a:buNone/>
              <a:defRPr b="1" cap="all" spc="30" baseline="0">
                <a:solidFill>
                  <a:schemeClr val="bg1"/>
                </a:solidFill>
                <a:latin typeface="+mj-lt"/>
              </a:defRPr>
            </a:lvl6pPr>
            <a:lvl7pPr marL="0" indent="0">
              <a:lnSpc>
                <a:spcPct val="100000"/>
              </a:lnSpc>
              <a:spcBef>
                <a:spcPts val="0"/>
              </a:spcBef>
              <a:buNone/>
              <a:defRPr b="1" cap="all" spc="30" baseline="0">
                <a:solidFill>
                  <a:schemeClr val="bg1"/>
                </a:solidFill>
                <a:latin typeface="+mj-lt"/>
              </a:defRPr>
            </a:lvl7pPr>
            <a:lvl8pPr marL="0" indent="0">
              <a:lnSpc>
                <a:spcPct val="100000"/>
              </a:lnSpc>
              <a:spcBef>
                <a:spcPts val="0"/>
              </a:spcBef>
              <a:buNone/>
              <a:defRPr b="1" cap="all" spc="30" baseline="0">
                <a:solidFill>
                  <a:schemeClr val="bg1"/>
                </a:solidFill>
                <a:latin typeface="+mj-lt"/>
              </a:defRPr>
            </a:lvl8pPr>
            <a:lvl9pPr marL="0" indent="0">
              <a:lnSpc>
                <a:spcPct val="100000"/>
              </a:lnSpc>
              <a:spcBef>
                <a:spcPts val="0"/>
              </a:spcBef>
              <a:buNone/>
              <a:defRPr b="1" cap="all" spc="30" baseline="0">
                <a:solidFill>
                  <a:schemeClr val="bg1"/>
                </a:solidFill>
                <a:latin typeface="+mj-lt"/>
              </a:defRPr>
            </a:lvl9pPr>
          </a:lstStyle>
          <a:p>
            <a:r>
              <a:rPr lang="en-US"/>
              <a:t>Optional Subline, Arial Bold, 14 PT, Max 1 Line</a:t>
            </a:r>
          </a:p>
        </p:txBody>
      </p:sp>
      <p:sp>
        <p:nvSpPr>
          <p:cNvPr id="2" name="Grafik 3">
            <a:extLst>
              <a:ext uri="{FF2B5EF4-FFF2-40B4-BE49-F238E27FC236}">
                <a16:creationId xmlns:a16="http://schemas.microsoft.com/office/drawing/2014/main" id="{82D04E11-31B8-4180-9F2E-E05201026E04}"/>
              </a:ext>
            </a:extLst>
          </p:cNvPr>
          <p:cNvSpPr/>
          <p:nvPr/>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7" name="Grafik 3">
            <a:extLst>
              <a:ext uri="{FF2B5EF4-FFF2-40B4-BE49-F238E27FC236}">
                <a16:creationId xmlns:a16="http://schemas.microsoft.com/office/drawing/2014/main" id="{5BE905D9-B8F9-430D-B2F4-E7B5A3A59CD1}"/>
              </a:ext>
            </a:extLst>
          </p:cNvPr>
          <p:cNvSpPr/>
          <p:nvPr/>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150846159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Datumsplatzhalter 5">
            <a:extLst>
              <a:ext uri="{FF2B5EF4-FFF2-40B4-BE49-F238E27FC236}">
                <a16:creationId xmlns:a16="http://schemas.microsoft.com/office/drawing/2014/main" id="{9E12C890-0851-45B5-957E-312007C751A2}"/>
              </a:ext>
            </a:extLst>
          </p:cNvPr>
          <p:cNvSpPr>
            <a:spLocks noGrp="1"/>
          </p:cNvSpPr>
          <p:nvPr>
            <p:ph type="dt" sz="half" idx="10"/>
          </p:nvPr>
        </p:nvSpPr>
        <p:spPr bwMode="gray"/>
        <p:txBody>
          <a:bodyPr/>
          <a:lstStyle/>
          <a:p>
            <a:r>
              <a:rPr lang="de-DE"/>
              <a:t>Date</a:t>
            </a:r>
            <a:endParaRPr lang="en-US"/>
          </a:p>
        </p:txBody>
      </p:sp>
      <p:sp>
        <p:nvSpPr>
          <p:cNvPr id="8" name="Fußzeilenplatzhalter 7">
            <a:extLst>
              <a:ext uri="{FF2B5EF4-FFF2-40B4-BE49-F238E27FC236}">
                <a16:creationId xmlns:a16="http://schemas.microsoft.com/office/drawing/2014/main" id="{B905894F-990B-4E89-BF9F-44AF6D2249D9}"/>
              </a:ext>
            </a:extLst>
          </p:cNvPr>
          <p:cNvSpPr>
            <a:spLocks noGrp="1"/>
          </p:cNvSpPr>
          <p:nvPr>
            <p:ph type="ftr" sz="quarter" idx="11"/>
          </p:nvPr>
        </p:nvSpPr>
        <p:spPr bwMode="gray"/>
        <p:txBody>
          <a:bodyPr/>
          <a:lstStyle/>
          <a:p>
            <a:r>
              <a:rPr lang="en-US"/>
              <a:t>Title of the presentation</a:t>
            </a:r>
          </a:p>
        </p:txBody>
      </p:sp>
    </p:spTree>
    <p:extLst>
      <p:ext uri="{BB962C8B-B14F-4D97-AF65-F5344CB8AC3E}">
        <p14:creationId xmlns:p14="http://schemas.microsoft.com/office/powerpoint/2010/main" val="355403015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 | black">
    <p:bg>
      <p:bgPr>
        <a:solidFill>
          <a:schemeClr val="tx1"/>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F56A723A-8C8F-4B48-958B-869A9D0E9F7E}"/>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4" name="Fußzeilenplatzhalter 3">
            <a:extLst>
              <a:ext uri="{FF2B5EF4-FFF2-40B4-BE49-F238E27FC236}">
                <a16:creationId xmlns:a16="http://schemas.microsoft.com/office/drawing/2014/main" id="{77DAC12A-825B-46FB-8AB7-F28AA9CA63E7}"/>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Tree>
    <p:extLst>
      <p:ext uri="{BB962C8B-B14F-4D97-AF65-F5344CB8AC3E}">
        <p14:creationId xmlns:p14="http://schemas.microsoft.com/office/powerpoint/2010/main" val="69048825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 | color">
    <p:bg>
      <p:bgPr>
        <a:solidFill>
          <a:schemeClr val="bg2"/>
        </a:solidFill>
        <a:effectLst/>
      </p:bgPr>
    </p:bg>
    <p:spTree>
      <p:nvGrpSpPr>
        <p:cNvPr id="1" name=""/>
        <p:cNvGrpSpPr/>
        <p:nvPr/>
      </p:nvGrpSpPr>
      <p:grpSpPr>
        <a:xfrm>
          <a:off x="0" y="0"/>
          <a:ext cx="0" cy="0"/>
          <a:chOff x="0" y="0"/>
          <a:chExt cx="0" cy="0"/>
        </a:xfrm>
      </p:grpSpPr>
      <p:sp>
        <p:nvSpPr>
          <p:cNvPr id="3" name="Datumsplatzhalter 2">
            <a:extLst>
              <a:ext uri="{FF2B5EF4-FFF2-40B4-BE49-F238E27FC236}">
                <a16:creationId xmlns:a16="http://schemas.microsoft.com/office/drawing/2014/main" id="{4C5CECE5-B948-481A-AA82-46BD7202A473}"/>
              </a:ext>
            </a:extLst>
          </p:cNvPr>
          <p:cNvSpPr>
            <a:spLocks noGrp="1"/>
          </p:cNvSpPr>
          <p:nvPr>
            <p:ph type="dt" sz="half" idx="10"/>
          </p:nvPr>
        </p:nvSpPr>
        <p:spPr bwMode="gray"/>
        <p:txBody>
          <a:bodyPr/>
          <a:lstStyle>
            <a:lvl1pPr>
              <a:defRPr>
                <a:solidFill>
                  <a:schemeClr val="bg1"/>
                </a:solidFill>
              </a:defRPr>
            </a:lvl1pPr>
          </a:lstStyle>
          <a:p>
            <a:r>
              <a:rPr lang="de-DE"/>
              <a:t>Date</a:t>
            </a:r>
            <a:endParaRPr lang="en-US"/>
          </a:p>
        </p:txBody>
      </p:sp>
      <p:sp>
        <p:nvSpPr>
          <p:cNvPr id="4" name="Fußzeilenplatzhalter 3">
            <a:extLst>
              <a:ext uri="{FF2B5EF4-FFF2-40B4-BE49-F238E27FC236}">
                <a16:creationId xmlns:a16="http://schemas.microsoft.com/office/drawing/2014/main" id="{385AC280-20DF-4F2E-9FA4-B1B3A1F935A4}"/>
              </a:ext>
            </a:extLst>
          </p:cNvPr>
          <p:cNvSpPr>
            <a:spLocks noGrp="1"/>
          </p:cNvSpPr>
          <p:nvPr>
            <p:ph type="ftr" sz="quarter" idx="11"/>
          </p:nvPr>
        </p:nvSpPr>
        <p:spPr bwMode="gray"/>
        <p:txBody>
          <a:bodyPr/>
          <a:lstStyle>
            <a:lvl1pPr>
              <a:defRPr>
                <a:solidFill>
                  <a:schemeClr val="bg1"/>
                </a:solidFill>
              </a:defRPr>
            </a:lvl1pPr>
          </a:lstStyle>
          <a:p>
            <a:r>
              <a:rPr lang="en-US"/>
              <a:t>Title of the presentation</a:t>
            </a:r>
          </a:p>
        </p:txBody>
      </p:sp>
      <p:sp>
        <p:nvSpPr>
          <p:cNvPr id="2" name="Grafik 3">
            <a:extLst>
              <a:ext uri="{FF2B5EF4-FFF2-40B4-BE49-F238E27FC236}">
                <a16:creationId xmlns:a16="http://schemas.microsoft.com/office/drawing/2014/main" id="{82D04E11-31B8-4180-9F2E-E05201026E04}"/>
              </a:ext>
            </a:extLst>
          </p:cNvPr>
          <p:cNvSpPr/>
          <p:nvPr/>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7" name="Grafik 3">
            <a:extLst>
              <a:ext uri="{FF2B5EF4-FFF2-40B4-BE49-F238E27FC236}">
                <a16:creationId xmlns:a16="http://schemas.microsoft.com/office/drawing/2014/main" id="{5BE905D9-B8F9-430D-B2F4-E7B5A3A59CD1}"/>
              </a:ext>
            </a:extLst>
          </p:cNvPr>
          <p:cNvSpPr/>
          <p:nvPr/>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96817931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Call to actio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628800"/>
            <a:ext cx="5371323" cy="1728763"/>
          </a:xfrm>
        </p:spPr>
        <p:txBody>
          <a:bodyPr anchor="b"/>
          <a:lstStyle>
            <a:lvl1pPr>
              <a:defRPr sz="4000"/>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p>
            <a:r>
              <a:rPr lang="en-US"/>
              <a:t>Title of the presentation</a:t>
            </a:r>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a:xfrm>
            <a:off x="5547963" y="3789040"/>
            <a:ext cx="5372449" cy="2448248"/>
          </a:xfrm>
        </p:spPr>
        <p:txBody>
          <a:body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a:xfrm>
            <a:off x="3143250" y="2636912"/>
            <a:ext cx="2090069" cy="720080"/>
          </a:xfrm>
        </p:spPr>
        <p:txBody>
          <a:bodyPr bIns="72000" anchor="b"/>
          <a:lstStyle>
            <a:lvl1pPr marL="0" indent="0" algn="r">
              <a:lnSpc>
                <a:spcPct val="100000"/>
              </a:lnSpc>
              <a:spcBef>
                <a:spcPts val="0"/>
              </a:spcBef>
              <a:buFont typeface="Arial" panose="020B0604020202020204" pitchFamily="34" charset="0"/>
              <a:buNone/>
              <a:defRPr b="1" cap="all" spc="30" baseline="0">
                <a:solidFill>
                  <a:schemeClr val="bg2"/>
                </a:solidFill>
                <a:latin typeface="+mn-lt"/>
              </a:defRPr>
            </a:lvl1pPr>
            <a:lvl2pPr marL="0" indent="0" algn="r">
              <a:lnSpc>
                <a:spcPct val="100000"/>
              </a:lnSpc>
              <a:spcBef>
                <a:spcPts val="0"/>
              </a:spcBef>
              <a:buNone/>
              <a:defRPr b="1" cap="all" spc="30" baseline="0">
                <a:solidFill>
                  <a:schemeClr val="bg2"/>
                </a:solidFill>
                <a:latin typeface="+mn-lt"/>
              </a:defRPr>
            </a:lvl2pPr>
            <a:lvl3pPr marL="0" indent="0" algn="r">
              <a:lnSpc>
                <a:spcPct val="100000"/>
              </a:lnSpc>
              <a:spcBef>
                <a:spcPts val="0"/>
              </a:spcBef>
              <a:buNone/>
              <a:defRPr b="1" cap="all" spc="30" baseline="0">
                <a:solidFill>
                  <a:schemeClr val="bg2"/>
                </a:solidFill>
                <a:latin typeface="+mn-lt"/>
              </a:defRPr>
            </a:lvl3pPr>
            <a:lvl4pPr marL="0" indent="0" algn="r">
              <a:lnSpc>
                <a:spcPct val="100000"/>
              </a:lnSpc>
              <a:spcBef>
                <a:spcPts val="0"/>
              </a:spcBef>
              <a:buNone/>
              <a:defRPr b="1" cap="all" spc="30" baseline="0">
                <a:solidFill>
                  <a:schemeClr val="bg2"/>
                </a:solidFill>
                <a:latin typeface="+mn-lt"/>
              </a:defRPr>
            </a:lvl4pPr>
            <a:lvl5pPr marL="0" indent="0" algn="r">
              <a:lnSpc>
                <a:spcPct val="100000"/>
              </a:lnSpc>
              <a:spcBef>
                <a:spcPts val="0"/>
              </a:spcBef>
              <a:buNone/>
              <a:defRPr b="1" cap="all" spc="30" baseline="0">
                <a:solidFill>
                  <a:schemeClr val="bg2"/>
                </a:solidFill>
                <a:latin typeface="+mn-lt"/>
              </a:defRPr>
            </a:lvl5pPr>
            <a:lvl6pPr marL="0" indent="0" algn="r">
              <a:lnSpc>
                <a:spcPct val="100000"/>
              </a:lnSpc>
              <a:spcBef>
                <a:spcPts val="0"/>
              </a:spcBef>
              <a:buNone/>
              <a:defRPr b="1" cap="all" spc="30" baseline="0">
                <a:solidFill>
                  <a:schemeClr val="bg2"/>
                </a:solidFill>
                <a:latin typeface="+mn-lt"/>
              </a:defRPr>
            </a:lvl6pPr>
            <a:lvl7pPr marL="0" indent="0" algn="r">
              <a:lnSpc>
                <a:spcPct val="100000"/>
              </a:lnSpc>
              <a:spcBef>
                <a:spcPts val="0"/>
              </a:spcBef>
              <a:buNone/>
              <a:defRPr b="1" cap="all" spc="30" baseline="0">
                <a:solidFill>
                  <a:schemeClr val="bg2"/>
                </a:solidFill>
                <a:latin typeface="+mn-lt"/>
              </a:defRPr>
            </a:lvl7pPr>
            <a:lvl8pPr marL="0" indent="0" algn="r">
              <a:lnSpc>
                <a:spcPct val="100000"/>
              </a:lnSpc>
              <a:spcBef>
                <a:spcPts val="0"/>
              </a:spcBef>
              <a:buNone/>
              <a:defRPr b="1" cap="all" spc="30" baseline="0">
                <a:solidFill>
                  <a:schemeClr val="bg2"/>
                </a:solidFill>
                <a:latin typeface="+mn-lt"/>
              </a:defRPr>
            </a:lvl8pPr>
            <a:lvl9pPr marL="0" indent="0" algn="r">
              <a:lnSpc>
                <a:spcPct val="100000"/>
              </a:lnSpc>
              <a:spcBef>
                <a:spcPts val="0"/>
              </a:spcBef>
              <a:buNone/>
              <a:defRPr b="1" cap="all" spc="30" baseline="0">
                <a:solidFill>
                  <a:schemeClr val="bg2"/>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Tree>
    <p:extLst>
      <p:ext uri="{BB962C8B-B14F-4D97-AF65-F5344CB8AC3E}">
        <p14:creationId xmlns:p14="http://schemas.microsoft.com/office/powerpoint/2010/main" val="203516811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Call to action | black">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628800"/>
            <a:ext cx="5371323" cy="1728763"/>
          </a:xfrm>
        </p:spPr>
        <p:txBody>
          <a:bodyPr anchor="b"/>
          <a:lstStyle>
            <a:lvl1pPr>
              <a:defRPr sz="4000">
                <a:solidFill>
                  <a:schemeClr val="bg1"/>
                </a:solidFill>
              </a:defRPr>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bwMode="white">
          <a:xfrm>
            <a:off x="5547963" y="3789040"/>
            <a:ext cx="5372449" cy="244824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bwMode="white">
          <a:xfrm>
            <a:off x="3143250" y="2636912"/>
            <a:ext cx="2090069" cy="720080"/>
          </a:xfrm>
        </p:spPr>
        <p:txBody>
          <a:bodyPr bIns="72000" anchor="b"/>
          <a:lstStyle>
            <a:lvl1pPr marL="0" indent="0" algn="r">
              <a:lnSpc>
                <a:spcPct val="100000"/>
              </a:lnSpc>
              <a:spcBef>
                <a:spcPts val="0"/>
              </a:spcBef>
              <a:buFont typeface="Arial" panose="020B0604020202020204" pitchFamily="34" charset="0"/>
              <a:buNone/>
              <a:defRPr b="1" cap="all" spc="30" baseline="0">
                <a:solidFill>
                  <a:schemeClr val="bg2"/>
                </a:solidFill>
                <a:latin typeface="+mn-lt"/>
              </a:defRPr>
            </a:lvl1pPr>
            <a:lvl2pPr marL="0" indent="0" algn="r">
              <a:lnSpc>
                <a:spcPct val="100000"/>
              </a:lnSpc>
              <a:spcBef>
                <a:spcPts val="0"/>
              </a:spcBef>
              <a:buNone/>
              <a:defRPr b="1" cap="all" spc="30" baseline="0">
                <a:solidFill>
                  <a:schemeClr val="bg2"/>
                </a:solidFill>
                <a:latin typeface="+mn-lt"/>
              </a:defRPr>
            </a:lvl2pPr>
            <a:lvl3pPr marL="0" indent="0" algn="r">
              <a:lnSpc>
                <a:spcPct val="100000"/>
              </a:lnSpc>
              <a:spcBef>
                <a:spcPts val="0"/>
              </a:spcBef>
              <a:buNone/>
              <a:defRPr b="1" cap="all" spc="30" baseline="0">
                <a:solidFill>
                  <a:schemeClr val="bg2"/>
                </a:solidFill>
                <a:latin typeface="+mn-lt"/>
              </a:defRPr>
            </a:lvl3pPr>
            <a:lvl4pPr marL="0" indent="0" algn="r">
              <a:lnSpc>
                <a:spcPct val="100000"/>
              </a:lnSpc>
              <a:spcBef>
                <a:spcPts val="0"/>
              </a:spcBef>
              <a:buNone/>
              <a:defRPr b="1" cap="all" spc="30" baseline="0">
                <a:solidFill>
                  <a:schemeClr val="bg2"/>
                </a:solidFill>
                <a:latin typeface="+mn-lt"/>
              </a:defRPr>
            </a:lvl4pPr>
            <a:lvl5pPr marL="0" indent="0" algn="r">
              <a:lnSpc>
                <a:spcPct val="100000"/>
              </a:lnSpc>
              <a:spcBef>
                <a:spcPts val="0"/>
              </a:spcBef>
              <a:buNone/>
              <a:defRPr b="1" cap="all" spc="30" baseline="0">
                <a:solidFill>
                  <a:schemeClr val="bg2"/>
                </a:solidFill>
                <a:latin typeface="+mn-lt"/>
              </a:defRPr>
            </a:lvl5pPr>
            <a:lvl6pPr marL="0" indent="0" algn="r">
              <a:lnSpc>
                <a:spcPct val="100000"/>
              </a:lnSpc>
              <a:spcBef>
                <a:spcPts val="0"/>
              </a:spcBef>
              <a:buNone/>
              <a:defRPr b="1" cap="all" spc="30" baseline="0">
                <a:solidFill>
                  <a:schemeClr val="bg2"/>
                </a:solidFill>
                <a:latin typeface="+mn-lt"/>
              </a:defRPr>
            </a:lvl6pPr>
            <a:lvl7pPr marL="0" indent="0" algn="r">
              <a:lnSpc>
                <a:spcPct val="100000"/>
              </a:lnSpc>
              <a:spcBef>
                <a:spcPts val="0"/>
              </a:spcBef>
              <a:buNone/>
              <a:defRPr b="1" cap="all" spc="30" baseline="0">
                <a:solidFill>
                  <a:schemeClr val="bg2"/>
                </a:solidFill>
                <a:latin typeface="+mn-lt"/>
              </a:defRPr>
            </a:lvl7pPr>
            <a:lvl8pPr marL="0" indent="0" algn="r">
              <a:lnSpc>
                <a:spcPct val="100000"/>
              </a:lnSpc>
              <a:spcBef>
                <a:spcPts val="0"/>
              </a:spcBef>
              <a:buNone/>
              <a:defRPr b="1" cap="all" spc="30" baseline="0">
                <a:solidFill>
                  <a:schemeClr val="bg2"/>
                </a:solidFill>
                <a:latin typeface="+mn-lt"/>
              </a:defRPr>
            </a:lvl8pPr>
            <a:lvl9pPr marL="0" indent="0" algn="r">
              <a:lnSpc>
                <a:spcPct val="100000"/>
              </a:lnSpc>
              <a:spcBef>
                <a:spcPts val="0"/>
              </a:spcBef>
              <a:buNone/>
              <a:defRPr b="1" cap="all" spc="30" baseline="0">
                <a:solidFill>
                  <a:schemeClr val="bg2"/>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Tree>
    <p:extLst>
      <p:ext uri="{BB962C8B-B14F-4D97-AF65-F5344CB8AC3E}">
        <p14:creationId xmlns:p14="http://schemas.microsoft.com/office/powerpoint/2010/main" val="1588407978"/>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Call to action | color">
    <p:bg>
      <p:bgPr>
        <a:solidFill>
          <a:schemeClr val="bg2"/>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F91C8C7-6682-401D-8923-B7BB38032BA4}"/>
              </a:ext>
            </a:extLst>
          </p:cNvPr>
          <p:cNvSpPr>
            <a:spLocks noGrp="1"/>
          </p:cNvSpPr>
          <p:nvPr>
            <p:ph type="title" hasCustomPrompt="1"/>
          </p:nvPr>
        </p:nvSpPr>
        <p:spPr bwMode="gray">
          <a:xfrm>
            <a:off x="5547964" y="1628800"/>
            <a:ext cx="5371323" cy="1728763"/>
          </a:xfrm>
        </p:spPr>
        <p:txBody>
          <a:bodyPr anchor="b"/>
          <a:lstStyle>
            <a:lvl1pPr>
              <a:defRPr sz="4000">
                <a:solidFill>
                  <a:schemeClr val="bg1"/>
                </a:solidFill>
              </a:defRPr>
            </a:lvl1pPr>
          </a:lstStyle>
          <a:p>
            <a:r>
              <a:rPr lang="en-US"/>
              <a:t>Call to action, Arial Bold, 40 PT, </a:t>
            </a:r>
            <a:br>
              <a:rPr lang="en-US"/>
            </a:br>
            <a:r>
              <a:rPr lang="en-US"/>
              <a:t>Max 3 Lines</a:t>
            </a:r>
          </a:p>
        </p:txBody>
      </p:sp>
      <p:sp>
        <p:nvSpPr>
          <p:cNvPr id="13" name="Datumsplatzhalter 12">
            <a:extLst>
              <a:ext uri="{FF2B5EF4-FFF2-40B4-BE49-F238E27FC236}">
                <a16:creationId xmlns:a16="http://schemas.microsoft.com/office/drawing/2014/main" id="{3E0593CD-9689-4568-B283-CC61D45EFFA2}"/>
              </a:ext>
            </a:extLst>
          </p:cNvPr>
          <p:cNvSpPr>
            <a:spLocks noGrp="1"/>
          </p:cNvSpPr>
          <p:nvPr>
            <p:ph type="dt" sz="half" idx="14"/>
          </p:nvPr>
        </p:nvSpPr>
        <p:spPr bwMode="gray"/>
        <p:txBody>
          <a:bodyPr/>
          <a:lstStyle>
            <a:lvl1pPr>
              <a:defRPr>
                <a:solidFill>
                  <a:schemeClr val="bg1"/>
                </a:solidFill>
              </a:defRPr>
            </a:lvl1pPr>
          </a:lstStyle>
          <a:p>
            <a:r>
              <a:rPr lang="de-DE"/>
              <a:t>Date</a:t>
            </a:r>
            <a:endParaRPr lang="en-US"/>
          </a:p>
        </p:txBody>
      </p:sp>
      <p:sp>
        <p:nvSpPr>
          <p:cNvPr id="14" name="Fußzeilenplatzhalter 13">
            <a:extLst>
              <a:ext uri="{FF2B5EF4-FFF2-40B4-BE49-F238E27FC236}">
                <a16:creationId xmlns:a16="http://schemas.microsoft.com/office/drawing/2014/main" id="{457392E0-90A3-4CA1-833F-3672CC1FEB63}"/>
              </a:ext>
            </a:extLst>
          </p:cNvPr>
          <p:cNvSpPr>
            <a:spLocks noGrp="1"/>
          </p:cNvSpPr>
          <p:nvPr>
            <p:ph type="ftr" sz="quarter" idx="15"/>
          </p:nvPr>
        </p:nvSpPr>
        <p:spPr bwMode="gray"/>
        <p:txBody>
          <a:bodyPr/>
          <a:lstStyle>
            <a:lvl1pPr>
              <a:defRPr>
                <a:solidFill>
                  <a:schemeClr val="bg1"/>
                </a:solidFill>
              </a:defRPr>
            </a:lvl1pPr>
          </a:lstStyle>
          <a:p>
            <a:r>
              <a:rPr lang="en-US"/>
              <a:t>Title of the presentation</a:t>
            </a:r>
          </a:p>
        </p:txBody>
      </p:sp>
      <p:sp>
        <p:nvSpPr>
          <p:cNvPr id="6" name="Textplatzhalter 5">
            <a:extLst>
              <a:ext uri="{FF2B5EF4-FFF2-40B4-BE49-F238E27FC236}">
                <a16:creationId xmlns:a16="http://schemas.microsoft.com/office/drawing/2014/main" id="{0773F3ED-E638-4679-8D56-5312700F0BB7}"/>
              </a:ext>
            </a:extLst>
          </p:cNvPr>
          <p:cNvSpPr>
            <a:spLocks noGrp="1"/>
          </p:cNvSpPr>
          <p:nvPr>
            <p:ph type="body" sz="quarter" idx="17" hasCustomPrompt="1"/>
          </p:nvPr>
        </p:nvSpPr>
        <p:spPr>
          <a:xfrm>
            <a:off x="5547963" y="3789040"/>
            <a:ext cx="5372449" cy="2448248"/>
          </a:xfrm>
        </p:spPr>
        <p:txBody>
          <a:bodyPr/>
          <a:lstStyle>
            <a:lvl1pPr>
              <a:defRPr>
                <a:solidFill>
                  <a:schemeClr val="bg1"/>
                </a:solidFill>
              </a:defRPr>
            </a:lvl1pPr>
            <a:lvl2pPr>
              <a:buClr>
                <a:schemeClr val="bg1"/>
              </a:buClr>
              <a:defRPr>
                <a:solidFill>
                  <a:schemeClr val="bg1"/>
                </a:solidFill>
              </a:defRPr>
            </a:lvl2pPr>
            <a:lvl3pPr>
              <a:buClrTx/>
              <a:defRPr>
                <a:solidFill>
                  <a:schemeClr val="bg1"/>
                </a:solidFill>
              </a:defRPr>
            </a:lvl3pPr>
            <a:lvl4pPr>
              <a:defRPr>
                <a:solidFill>
                  <a:schemeClr val="bg1"/>
                </a:solidFill>
              </a:defRPr>
            </a:lvl4pPr>
            <a:lvl5pPr>
              <a:defRPr>
                <a:solidFill>
                  <a:schemeClr val="bg1"/>
                </a:solidFill>
              </a:defRPr>
            </a:lvl5pPr>
            <a:lvl6pPr>
              <a:defRPr>
                <a:solidFill>
                  <a:schemeClr val="bg1"/>
                </a:solidFill>
              </a:defRPr>
            </a:lvl6pPr>
            <a:lvl7pPr>
              <a:defRPr>
                <a:solidFill>
                  <a:schemeClr val="bg1"/>
                </a:solidFill>
              </a:defRPr>
            </a:lvl7pPr>
            <a:lvl8pPr>
              <a:defRPr>
                <a:solidFill>
                  <a:schemeClr val="bg1"/>
                </a:solidFill>
              </a:defRPr>
            </a:lvl8pPr>
            <a:lvl9pPr>
              <a:defRPr>
                <a:solidFill>
                  <a:schemeClr val="bg1"/>
                </a:solidFill>
              </a:defRPr>
            </a:lvl9p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9" name="Textplatzhalter 8">
            <a:extLst>
              <a:ext uri="{FF2B5EF4-FFF2-40B4-BE49-F238E27FC236}">
                <a16:creationId xmlns:a16="http://schemas.microsoft.com/office/drawing/2014/main" id="{207A9BA6-7E76-4218-85E7-F2D78D688509}"/>
              </a:ext>
            </a:extLst>
          </p:cNvPr>
          <p:cNvSpPr>
            <a:spLocks noGrp="1"/>
          </p:cNvSpPr>
          <p:nvPr>
            <p:ph type="body" sz="quarter" idx="18" hasCustomPrompt="1"/>
          </p:nvPr>
        </p:nvSpPr>
        <p:spPr>
          <a:xfrm>
            <a:off x="3143250" y="2636912"/>
            <a:ext cx="2090069" cy="720080"/>
          </a:xfrm>
        </p:spPr>
        <p:txBody>
          <a:bodyPr bIns="72000" anchor="b"/>
          <a:lstStyle>
            <a:lvl1pPr marL="0" indent="0" algn="r">
              <a:lnSpc>
                <a:spcPct val="100000"/>
              </a:lnSpc>
              <a:spcBef>
                <a:spcPts val="0"/>
              </a:spcBef>
              <a:buFont typeface="Arial" panose="020B0604020202020204" pitchFamily="34" charset="0"/>
              <a:buNone/>
              <a:defRPr b="1" cap="all" spc="30" baseline="0">
                <a:solidFill>
                  <a:schemeClr val="bg1"/>
                </a:solidFill>
                <a:latin typeface="+mn-lt"/>
              </a:defRPr>
            </a:lvl1pPr>
            <a:lvl2pPr marL="0" indent="0" algn="r">
              <a:lnSpc>
                <a:spcPct val="100000"/>
              </a:lnSpc>
              <a:spcBef>
                <a:spcPts val="0"/>
              </a:spcBef>
              <a:buNone/>
              <a:defRPr b="1" cap="all" spc="30" baseline="0">
                <a:solidFill>
                  <a:schemeClr val="bg1"/>
                </a:solidFill>
                <a:latin typeface="+mn-lt"/>
              </a:defRPr>
            </a:lvl2pPr>
            <a:lvl3pPr marL="0" indent="0" algn="r">
              <a:lnSpc>
                <a:spcPct val="100000"/>
              </a:lnSpc>
              <a:spcBef>
                <a:spcPts val="0"/>
              </a:spcBef>
              <a:buNone/>
              <a:defRPr b="1" cap="all" spc="30" baseline="0">
                <a:solidFill>
                  <a:schemeClr val="bg1"/>
                </a:solidFill>
                <a:latin typeface="+mn-lt"/>
              </a:defRPr>
            </a:lvl3pPr>
            <a:lvl4pPr marL="0" indent="0" algn="r">
              <a:lnSpc>
                <a:spcPct val="100000"/>
              </a:lnSpc>
              <a:spcBef>
                <a:spcPts val="0"/>
              </a:spcBef>
              <a:buNone/>
              <a:defRPr b="1" cap="all" spc="30" baseline="0">
                <a:solidFill>
                  <a:schemeClr val="bg1"/>
                </a:solidFill>
                <a:latin typeface="+mn-lt"/>
              </a:defRPr>
            </a:lvl4pPr>
            <a:lvl5pPr marL="0" indent="0" algn="r">
              <a:lnSpc>
                <a:spcPct val="100000"/>
              </a:lnSpc>
              <a:spcBef>
                <a:spcPts val="0"/>
              </a:spcBef>
              <a:buNone/>
              <a:defRPr b="1" cap="all" spc="30" baseline="0">
                <a:solidFill>
                  <a:schemeClr val="bg1"/>
                </a:solidFill>
                <a:latin typeface="+mn-lt"/>
              </a:defRPr>
            </a:lvl5pPr>
            <a:lvl6pPr marL="0" indent="0" algn="r">
              <a:lnSpc>
                <a:spcPct val="100000"/>
              </a:lnSpc>
              <a:spcBef>
                <a:spcPts val="0"/>
              </a:spcBef>
              <a:buNone/>
              <a:defRPr b="1" cap="all" spc="30" baseline="0">
                <a:solidFill>
                  <a:schemeClr val="bg1"/>
                </a:solidFill>
                <a:latin typeface="+mn-lt"/>
              </a:defRPr>
            </a:lvl6pPr>
            <a:lvl7pPr marL="0" indent="0" algn="r">
              <a:lnSpc>
                <a:spcPct val="100000"/>
              </a:lnSpc>
              <a:spcBef>
                <a:spcPts val="0"/>
              </a:spcBef>
              <a:buNone/>
              <a:defRPr b="1" cap="all" spc="30" baseline="0">
                <a:solidFill>
                  <a:schemeClr val="bg1"/>
                </a:solidFill>
                <a:latin typeface="+mn-lt"/>
              </a:defRPr>
            </a:lvl7pPr>
            <a:lvl8pPr marL="0" indent="0" algn="r">
              <a:lnSpc>
                <a:spcPct val="100000"/>
              </a:lnSpc>
              <a:spcBef>
                <a:spcPts val="0"/>
              </a:spcBef>
              <a:buNone/>
              <a:defRPr b="1" cap="all" spc="30" baseline="0">
                <a:solidFill>
                  <a:schemeClr val="bg1"/>
                </a:solidFill>
                <a:latin typeface="+mn-lt"/>
              </a:defRPr>
            </a:lvl8pPr>
            <a:lvl9pPr marL="0" indent="0" algn="r">
              <a:lnSpc>
                <a:spcPct val="100000"/>
              </a:lnSpc>
              <a:spcBef>
                <a:spcPts val="0"/>
              </a:spcBef>
              <a:buNone/>
              <a:defRPr b="1" cap="all" spc="30" baseline="0">
                <a:solidFill>
                  <a:schemeClr val="bg1"/>
                </a:solidFill>
                <a:latin typeface="+mn-lt"/>
              </a:defRPr>
            </a:lvl9pPr>
          </a:lstStyle>
          <a:p>
            <a:pPr lvl="0"/>
            <a:r>
              <a:rPr lang="en-US"/>
              <a:t>Click to edit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3" name="Grafik 3">
            <a:extLst>
              <a:ext uri="{FF2B5EF4-FFF2-40B4-BE49-F238E27FC236}">
                <a16:creationId xmlns:a16="http://schemas.microsoft.com/office/drawing/2014/main" id="{63352F63-A4E4-4899-BC82-D60E0A1424EC}"/>
              </a:ext>
            </a:extLst>
          </p:cNvPr>
          <p:cNvSpPr/>
          <p:nvPr/>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
        <p:nvSpPr>
          <p:cNvPr id="4" name="Grafik 3">
            <a:extLst>
              <a:ext uri="{FF2B5EF4-FFF2-40B4-BE49-F238E27FC236}">
                <a16:creationId xmlns:a16="http://schemas.microsoft.com/office/drawing/2014/main" id="{B798796C-840F-48CE-B10E-E0FD978ABB72}"/>
              </a:ext>
            </a:extLst>
          </p:cNvPr>
          <p:cNvSpPr/>
          <p:nvPr/>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1"/>
          </a:solidFill>
          <a:ln w="3175" cap="flat">
            <a:solidFill>
              <a:schemeClr val="bg1"/>
            </a:solidFill>
            <a:prstDash val="solid"/>
            <a:miter/>
          </a:ln>
        </p:spPr>
        <p:txBody>
          <a:bodyPr rtlCol="0" anchor="ctr"/>
          <a:lstStyle/>
          <a:p>
            <a:endParaRPr lang="de-DE"/>
          </a:p>
        </p:txBody>
      </p:sp>
    </p:spTree>
    <p:extLst>
      <p:ext uri="{BB962C8B-B14F-4D97-AF65-F5344CB8AC3E}">
        <p14:creationId xmlns:p14="http://schemas.microsoft.com/office/powerpoint/2010/main" val="291243920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ontact">
    <p:bg>
      <p:bgPr>
        <a:solidFill>
          <a:schemeClr val="tx1"/>
        </a:solidFill>
        <a:effectLst/>
      </p:bgPr>
    </p:bg>
    <p:spTree>
      <p:nvGrpSpPr>
        <p:cNvPr id="1" name=""/>
        <p:cNvGrpSpPr/>
        <p:nvPr/>
      </p:nvGrpSpPr>
      <p:grpSpPr>
        <a:xfrm>
          <a:off x="0" y="0"/>
          <a:ext cx="0" cy="0"/>
          <a:chOff x="0" y="0"/>
          <a:chExt cx="0" cy="0"/>
        </a:xfrm>
      </p:grpSpPr>
      <p:sp>
        <p:nvSpPr>
          <p:cNvPr id="9" name="Textplatzhalter 8">
            <a:extLst>
              <a:ext uri="{FF2B5EF4-FFF2-40B4-BE49-F238E27FC236}">
                <a16:creationId xmlns:a16="http://schemas.microsoft.com/office/drawing/2014/main" id="{6893CD51-BDC9-4F50-A877-03C7876367E7}"/>
              </a:ext>
            </a:extLst>
          </p:cNvPr>
          <p:cNvSpPr>
            <a:spLocks noGrp="1"/>
          </p:cNvSpPr>
          <p:nvPr>
            <p:ph type="body" sz="quarter" idx="10" hasCustomPrompt="1"/>
          </p:nvPr>
        </p:nvSpPr>
        <p:spPr bwMode="black">
          <a:xfrm>
            <a:off x="624416"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10" name="Textplatzhalter 8">
            <a:extLst>
              <a:ext uri="{FF2B5EF4-FFF2-40B4-BE49-F238E27FC236}">
                <a16:creationId xmlns:a16="http://schemas.microsoft.com/office/drawing/2014/main" id="{C74A980F-D8A8-45BF-83FF-FAFDC411F9E4}"/>
              </a:ext>
            </a:extLst>
          </p:cNvPr>
          <p:cNvSpPr>
            <a:spLocks noGrp="1"/>
          </p:cNvSpPr>
          <p:nvPr>
            <p:ph type="body" sz="quarter" idx="11" hasCustomPrompt="1"/>
          </p:nvPr>
        </p:nvSpPr>
        <p:spPr bwMode="black">
          <a:xfrm>
            <a:off x="624416"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grpSp>
        <p:nvGrpSpPr>
          <p:cNvPr id="33" name="Grafik 22">
            <a:extLst>
              <a:ext uri="{FF2B5EF4-FFF2-40B4-BE49-F238E27FC236}">
                <a16:creationId xmlns:a16="http://schemas.microsoft.com/office/drawing/2014/main" id="{8CB68DFB-EF55-4A6D-9897-AD17654515C4}"/>
              </a:ext>
            </a:extLst>
          </p:cNvPr>
          <p:cNvGrpSpPr/>
          <p:nvPr/>
        </p:nvGrpSpPr>
        <p:grpSpPr bwMode="invGray">
          <a:xfrm>
            <a:off x="4512000" y="3140968"/>
            <a:ext cx="3168015" cy="579833"/>
            <a:chOff x="4512000" y="3140968"/>
            <a:chExt cx="3168015" cy="579833"/>
          </a:xfrm>
        </p:grpSpPr>
        <p:grpSp>
          <p:nvGrpSpPr>
            <p:cNvPr id="34" name="Grafik 22">
              <a:extLst>
                <a:ext uri="{FF2B5EF4-FFF2-40B4-BE49-F238E27FC236}">
                  <a16:creationId xmlns:a16="http://schemas.microsoft.com/office/drawing/2014/main" id="{202AC135-CF1E-4AC7-9E5C-1FFFD9FCE973}"/>
                </a:ext>
              </a:extLst>
            </p:cNvPr>
            <p:cNvGrpSpPr/>
            <p:nvPr/>
          </p:nvGrpSpPr>
          <p:grpSpPr bwMode="invGray">
            <a:xfrm>
              <a:off x="4512000" y="3140968"/>
              <a:ext cx="3168015" cy="422409"/>
              <a:chOff x="4512000" y="3140968"/>
              <a:chExt cx="3168015" cy="422409"/>
            </a:xfrm>
            <a:solidFill>
              <a:srgbClr val="FFFFFF"/>
            </a:solidFill>
          </p:grpSpPr>
          <p:sp>
            <p:nvSpPr>
              <p:cNvPr id="36" name="Freihandform: Form 35">
                <a:extLst>
                  <a:ext uri="{FF2B5EF4-FFF2-40B4-BE49-F238E27FC236}">
                    <a16:creationId xmlns:a16="http://schemas.microsoft.com/office/drawing/2014/main" id="{32C37C79-E55A-4866-92EE-E02B48F26AC6}"/>
                  </a:ext>
                </a:extLst>
              </p:cNvPr>
              <p:cNvSpPr/>
              <p:nvPr/>
            </p:nvSpPr>
            <p:spPr bwMode="invGray">
              <a:xfrm>
                <a:off x="4512000" y="3140968"/>
                <a:ext cx="352882" cy="422394"/>
              </a:xfrm>
              <a:custGeom>
                <a:avLst/>
                <a:gdLst>
                  <a:gd name="connsiteX0" fmla="*/ 310768 w 352882"/>
                  <a:gd name="connsiteY0" fmla="*/ 198137 h 422394"/>
                  <a:gd name="connsiteX1" fmla="*/ 196368 w 352882"/>
                  <a:gd name="connsiteY1" fmla="*/ 153851 h 422394"/>
                  <a:gd name="connsiteX2" fmla="*/ 178316 w 352882"/>
                  <a:gd name="connsiteY2" fmla="*/ 150456 h 422394"/>
                  <a:gd name="connsiteX3" fmla="*/ 134139 w 352882"/>
                  <a:gd name="connsiteY3" fmla="*/ 135543 h 422394"/>
                  <a:gd name="connsiteX4" fmla="*/ 123764 w 352882"/>
                  <a:gd name="connsiteY4" fmla="*/ 116635 h 422394"/>
                  <a:gd name="connsiteX5" fmla="*/ 132512 w 352882"/>
                  <a:gd name="connsiteY5" fmla="*/ 98030 h 422394"/>
                  <a:gd name="connsiteX6" fmla="*/ 163632 w 352882"/>
                  <a:gd name="connsiteY6" fmla="*/ 90281 h 422394"/>
                  <a:gd name="connsiteX7" fmla="*/ 206758 w 352882"/>
                  <a:gd name="connsiteY7" fmla="*/ 101745 h 422394"/>
                  <a:gd name="connsiteX8" fmla="*/ 230009 w 352882"/>
                  <a:gd name="connsiteY8" fmla="*/ 131306 h 422394"/>
                  <a:gd name="connsiteX9" fmla="*/ 233047 w 352882"/>
                  <a:gd name="connsiteY9" fmla="*/ 139352 h 422394"/>
                  <a:gd name="connsiteX10" fmla="*/ 338455 w 352882"/>
                  <a:gd name="connsiteY10" fmla="*/ 113179 h 422394"/>
                  <a:gd name="connsiteX11" fmla="*/ 334127 w 352882"/>
                  <a:gd name="connsiteY11" fmla="*/ 102782 h 422394"/>
                  <a:gd name="connsiteX12" fmla="*/ 310208 w 352882"/>
                  <a:gd name="connsiteY12" fmla="*/ 62703 h 422394"/>
                  <a:gd name="connsiteX13" fmla="*/ 273949 w 352882"/>
                  <a:gd name="connsiteY13" fmla="*/ 30035 h 422394"/>
                  <a:gd name="connsiteX14" fmla="*/ 225159 w 352882"/>
                  <a:gd name="connsiteY14" fmla="*/ 7974 h 422394"/>
                  <a:gd name="connsiteX15" fmla="*/ 163632 w 352882"/>
                  <a:gd name="connsiteY15" fmla="*/ 0 h 422394"/>
                  <a:gd name="connsiteX16" fmla="*/ 105772 w 352882"/>
                  <a:gd name="connsiteY16" fmla="*/ 7697 h 422394"/>
                  <a:gd name="connsiteX17" fmla="*/ 58860 w 352882"/>
                  <a:gd name="connsiteY17" fmla="*/ 31053 h 422394"/>
                  <a:gd name="connsiteX18" fmla="*/ 27698 w 352882"/>
                  <a:gd name="connsiteY18" fmla="*/ 69622 h 422394"/>
                  <a:gd name="connsiteX19" fmla="*/ 16606 w 352882"/>
                  <a:gd name="connsiteY19" fmla="*/ 121149 h 422394"/>
                  <a:gd name="connsiteX20" fmla="*/ 27173 w 352882"/>
                  <a:gd name="connsiteY20" fmla="*/ 171295 h 422394"/>
                  <a:gd name="connsiteX21" fmla="*/ 58488 w 352882"/>
                  <a:gd name="connsiteY21" fmla="*/ 208256 h 422394"/>
                  <a:gd name="connsiteX22" fmla="*/ 107541 w 352882"/>
                  <a:gd name="connsiteY22" fmla="*/ 233288 h 422394"/>
                  <a:gd name="connsiteX23" fmla="*/ 172557 w 352882"/>
                  <a:gd name="connsiteY23" fmla="*/ 249988 h 422394"/>
                  <a:gd name="connsiteX24" fmla="*/ 190595 w 352882"/>
                  <a:gd name="connsiteY24" fmla="*/ 253357 h 422394"/>
                  <a:gd name="connsiteX25" fmla="*/ 233990 w 352882"/>
                  <a:gd name="connsiteY25" fmla="*/ 270181 h 422394"/>
                  <a:gd name="connsiteX26" fmla="*/ 245158 w 352882"/>
                  <a:gd name="connsiteY26" fmla="*/ 295066 h 422394"/>
                  <a:gd name="connsiteX27" fmla="*/ 233558 w 352882"/>
                  <a:gd name="connsiteY27" fmla="*/ 320969 h 422394"/>
                  <a:gd name="connsiteX28" fmla="*/ 194591 w 352882"/>
                  <a:gd name="connsiteY28" fmla="*/ 332114 h 422394"/>
                  <a:gd name="connsiteX29" fmla="*/ 139127 w 352882"/>
                  <a:gd name="connsiteY29" fmla="*/ 315542 h 422394"/>
                  <a:gd name="connsiteX30" fmla="*/ 107458 w 352882"/>
                  <a:gd name="connsiteY30" fmla="*/ 271034 h 422394"/>
                  <a:gd name="connsiteX31" fmla="*/ 104547 w 352882"/>
                  <a:gd name="connsiteY31" fmla="*/ 262710 h 422394"/>
                  <a:gd name="connsiteX32" fmla="*/ 0 w 352882"/>
                  <a:gd name="connsiteY32" fmla="*/ 288861 h 422394"/>
                  <a:gd name="connsiteX33" fmla="*/ 3666 w 352882"/>
                  <a:gd name="connsiteY33" fmla="*/ 298947 h 422394"/>
                  <a:gd name="connsiteX34" fmla="*/ 30076 w 352882"/>
                  <a:gd name="connsiteY34" fmla="*/ 347601 h 422394"/>
                  <a:gd name="connsiteX35" fmla="*/ 71143 w 352882"/>
                  <a:gd name="connsiteY35" fmla="*/ 386917 h 422394"/>
                  <a:gd name="connsiteX36" fmla="*/ 125871 w 352882"/>
                  <a:gd name="connsiteY36" fmla="*/ 412963 h 422394"/>
                  <a:gd name="connsiteX37" fmla="*/ 194587 w 352882"/>
                  <a:gd name="connsiteY37" fmla="*/ 422395 h 422394"/>
                  <a:gd name="connsiteX38" fmla="*/ 257493 w 352882"/>
                  <a:gd name="connsiteY38" fmla="*/ 413207 h 422394"/>
                  <a:gd name="connsiteX39" fmla="*/ 307590 w 352882"/>
                  <a:gd name="connsiteY39" fmla="*/ 387068 h 422394"/>
                  <a:gd name="connsiteX40" fmla="*/ 340926 w 352882"/>
                  <a:gd name="connsiteY40" fmla="*/ 345482 h 422394"/>
                  <a:gd name="connsiteX41" fmla="*/ 352882 w 352882"/>
                  <a:gd name="connsiteY41" fmla="*/ 290570 h 422394"/>
                  <a:gd name="connsiteX42" fmla="*/ 310768 w 352882"/>
                  <a:gd name="connsiteY42" fmla="*/ 198137 h 422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52882" h="422394">
                    <a:moveTo>
                      <a:pt x="310768" y="198137"/>
                    </a:moveTo>
                    <a:cubicBezTo>
                      <a:pt x="284155" y="177992"/>
                      <a:pt x="245676" y="163088"/>
                      <a:pt x="196368" y="153851"/>
                    </a:cubicBezTo>
                    <a:lnTo>
                      <a:pt x="178316" y="150456"/>
                    </a:lnTo>
                    <a:cubicBezTo>
                      <a:pt x="157341" y="146620"/>
                      <a:pt x="142489" y="141591"/>
                      <a:pt x="134139" y="135543"/>
                    </a:cubicBezTo>
                    <a:cubicBezTo>
                      <a:pt x="127152" y="130480"/>
                      <a:pt x="123764" y="124297"/>
                      <a:pt x="123764" y="116635"/>
                    </a:cubicBezTo>
                    <a:cubicBezTo>
                      <a:pt x="123764" y="108795"/>
                      <a:pt x="126626" y="102695"/>
                      <a:pt x="132512" y="98030"/>
                    </a:cubicBezTo>
                    <a:cubicBezTo>
                      <a:pt x="138965" y="92891"/>
                      <a:pt x="149438" y="90281"/>
                      <a:pt x="163632" y="90281"/>
                    </a:cubicBezTo>
                    <a:cubicBezTo>
                      <a:pt x="181399" y="90281"/>
                      <a:pt x="195902" y="94142"/>
                      <a:pt x="206758" y="101745"/>
                    </a:cubicBezTo>
                    <a:cubicBezTo>
                      <a:pt x="217808" y="109509"/>
                      <a:pt x="225422" y="119170"/>
                      <a:pt x="230009" y="131306"/>
                    </a:cubicBezTo>
                    <a:lnTo>
                      <a:pt x="233047" y="139352"/>
                    </a:lnTo>
                    <a:lnTo>
                      <a:pt x="338455" y="113179"/>
                    </a:lnTo>
                    <a:lnTo>
                      <a:pt x="334127" y="102782"/>
                    </a:lnTo>
                    <a:cubicBezTo>
                      <a:pt x="328174" y="88504"/>
                      <a:pt x="320132" y="75023"/>
                      <a:pt x="310208" y="62703"/>
                    </a:cubicBezTo>
                    <a:cubicBezTo>
                      <a:pt x="300243" y="50348"/>
                      <a:pt x="288039" y="39373"/>
                      <a:pt x="273949" y="30035"/>
                    </a:cubicBezTo>
                    <a:cubicBezTo>
                      <a:pt x="259852" y="20712"/>
                      <a:pt x="243422" y="13293"/>
                      <a:pt x="225159" y="7974"/>
                    </a:cubicBezTo>
                    <a:cubicBezTo>
                      <a:pt x="206908" y="2686"/>
                      <a:pt x="186196" y="0"/>
                      <a:pt x="163632" y="0"/>
                    </a:cubicBezTo>
                    <a:cubicBezTo>
                      <a:pt x="142947" y="0"/>
                      <a:pt x="123486" y="2592"/>
                      <a:pt x="105772" y="7697"/>
                    </a:cubicBezTo>
                    <a:cubicBezTo>
                      <a:pt x="87768" y="12914"/>
                      <a:pt x="71977" y="20772"/>
                      <a:pt x="58860" y="31053"/>
                    </a:cubicBezTo>
                    <a:cubicBezTo>
                      <a:pt x="45574" y="41484"/>
                      <a:pt x="35091" y="54458"/>
                      <a:pt x="27698" y="69622"/>
                    </a:cubicBezTo>
                    <a:cubicBezTo>
                      <a:pt x="20347" y="84752"/>
                      <a:pt x="16606" y="102087"/>
                      <a:pt x="16606" y="121149"/>
                    </a:cubicBezTo>
                    <a:cubicBezTo>
                      <a:pt x="16606" y="140201"/>
                      <a:pt x="20163" y="157063"/>
                      <a:pt x="27173" y="171295"/>
                    </a:cubicBezTo>
                    <a:cubicBezTo>
                      <a:pt x="34219" y="185580"/>
                      <a:pt x="44744" y="198009"/>
                      <a:pt x="58488" y="208256"/>
                    </a:cubicBezTo>
                    <a:cubicBezTo>
                      <a:pt x="71793" y="218188"/>
                      <a:pt x="88301" y="226624"/>
                      <a:pt x="107541" y="233288"/>
                    </a:cubicBezTo>
                    <a:cubicBezTo>
                      <a:pt x="126247" y="239790"/>
                      <a:pt x="148127" y="245413"/>
                      <a:pt x="172557" y="249988"/>
                    </a:cubicBezTo>
                    <a:lnTo>
                      <a:pt x="190595" y="253357"/>
                    </a:lnTo>
                    <a:cubicBezTo>
                      <a:pt x="211224" y="257159"/>
                      <a:pt x="225828" y="262816"/>
                      <a:pt x="233990" y="270181"/>
                    </a:cubicBezTo>
                    <a:cubicBezTo>
                      <a:pt x="241484" y="276965"/>
                      <a:pt x="245158" y="285101"/>
                      <a:pt x="245158" y="295066"/>
                    </a:cubicBezTo>
                    <a:cubicBezTo>
                      <a:pt x="245158" y="305144"/>
                      <a:pt x="241349" y="313611"/>
                      <a:pt x="233558" y="320969"/>
                    </a:cubicBezTo>
                    <a:cubicBezTo>
                      <a:pt x="225700" y="328369"/>
                      <a:pt x="212591" y="332114"/>
                      <a:pt x="194591" y="332114"/>
                    </a:cubicBezTo>
                    <a:cubicBezTo>
                      <a:pt x="172118" y="332114"/>
                      <a:pt x="153453" y="326544"/>
                      <a:pt x="139127" y="315542"/>
                    </a:cubicBezTo>
                    <a:cubicBezTo>
                      <a:pt x="124564" y="304363"/>
                      <a:pt x="113926" y="289402"/>
                      <a:pt x="107458" y="271034"/>
                    </a:cubicBezTo>
                    <a:lnTo>
                      <a:pt x="104547" y="262710"/>
                    </a:lnTo>
                    <a:lnTo>
                      <a:pt x="0" y="288861"/>
                    </a:lnTo>
                    <a:lnTo>
                      <a:pt x="3666" y="298947"/>
                    </a:lnTo>
                    <a:cubicBezTo>
                      <a:pt x="9965" y="316248"/>
                      <a:pt x="18849" y="332632"/>
                      <a:pt x="30076" y="347601"/>
                    </a:cubicBezTo>
                    <a:cubicBezTo>
                      <a:pt x="41356" y="362648"/>
                      <a:pt x="55168" y="375859"/>
                      <a:pt x="71143" y="386917"/>
                    </a:cubicBezTo>
                    <a:cubicBezTo>
                      <a:pt x="87103" y="397942"/>
                      <a:pt x="105524" y="406724"/>
                      <a:pt x="125871" y="412963"/>
                    </a:cubicBezTo>
                    <a:cubicBezTo>
                      <a:pt x="146237" y="419221"/>
                      <a:pt x="169353" y="422395"/>
                      <a:pt x="194587" y="422395"/>
                    </a:cubicBezTo>
                    <a:cubicBezTo>
                      <a:pt x="217249" y="422395"/>
                      <a:pt x="238426" y="419304"/>
                      <a:pt x="257493" y="413207"/>
                    </a:cubicBezTo>
                    <a:cubicBezTo>
                      <a:pt x="276714" y="407077"/>
                      <a:pt x="293564" y="398269"/>
                      <a:pt x="307590" y="387068"/>
                    </a:cubicBezTo>
                    <a:cubicBezTo>
                      <a:pt x="321788" y="375705"/>
                      <a:pt x="333001" y="361706"/>
                      <a:pt x="340926" y="345482"/>
                    </a:cubicBezTo>
                    <a:cubicBezTo>
                      <a:pt x="348852" y="329226"/>
                      <a:pt x="352882" y="310749"/>
                      <a:pt x="352882" y="290570"/>
                    </a:cubicBezTo>
                    <a:cubicBezTo>
                      <a:pt x="352886" y="250409"/>
                      <a:pt x="338703" y="219300"/>
                      <a:pt x="310768" y="198137"/>
                    </a:cubicBezTo>
                  </a:path>
                </a:pathLst>
              </a:custGeom>
              <a:solidFill>
                <a:srgbClr val="FFFFFF"/>
              </a:solidFill>
              <a:ln w="375" cap="flat">
                <a:noFill/>
                <a:prstDash val="solid"/>
                <a:miter/>
              </a:ln>
            </p:spPr>
            <p:txBody>
              <a:bodyPr rtlCol="0" anchor="ctr"/>
              <a:lstStyle/>
              <a:p>
                <a:endParaRPr lang="en-US"/>
              </a:p>
            </p:txBody>
          </p:sp>
          <p:sp>
            <p:nvSpPr>
              <p:cNvPr id="37" name="Freihandform: Form 36">
                <a:extLst>
                  <a:ext uri="{FF2B5EF4-FFF2-40B4-BE49-F238E27FC236}">
                    <a16:creationId xmlns:a16="http://schemas.microsoft.com/office/drawing/2014/main" id="{5C586F06-1B1C-4B03-8984-6606163CE0E4}"/>
                  </a:ext>
                </a:extLst>
              </p:cNvPr>
              <p:cNvSpPr/>
              <p:nvPr/>
            </p:nvSpPr>
            <p:spPr bwMode="invGray">
              <a:xfrm>
                <a:off x="5250492" y="3140968"/>
                <a:ext cx="423521" cy="422409"/>
              </a:xfrm>
              <a:custGeom>
                <a:avLst/>
                <a:gdLst>
                  <a:gd name="connsiteX0" fmla="*/ 169545 w 423521"/>
                  <a:gd name="connsiteY0" fmla="*/ 103229 h 422409"/>
                  <a:gd name="connsiteX1" fmla="*/ 211746 w 423521"/>
                  <a:gd name="connsiteY1" fmla="*/ 94803 h 422409"/>
                  <a:gd name="connsiteX2" fmla="*/ 253958 w 423521"/>
                  <a:gd name="connsiteY2" fmla="*/ 103229 h 422409"/>
                  <a:gd name="connsiteX3" fmla="*/ 286052 w 423521"/>
                  <a:gd name="connsiteY3" fmla="*/ 126904 h 422409"/>
                  <a:gd name="connsiteX4" fmla="*/ 306730 w 423521"/>
                  <a:gd name="connsiteY4" fmla="*/ 163670 h 422409"/>
                  <a:gd name="connsiteX5" fmla="*/ 314103 w 423521"/>
                  <a:gd name="connsiteY5" fmla="*/ 211209 h 422409"/>
                  <a:gd name="connsiteX6" fmla="*/ 306730 w 423521"/>
                  <a:gd name="connsiteY6" fmla="*/ 258740 h 422409"/>
                  <a:gd name="connsiteX7" fmla="*/ 286067 w 423521"/>
                  <a:gd name="connsiteY7" fmla="*/ 295491 h 422409"/>
                  <a:gd name="connsiteX8" fmla="*/ 253973 w 423521"/>
                  <a:gd name="connsiteY8" fmla="*/ 319166 h 422409"/>
                  <a:gd name="connsiteX9" fmla="*/ 211746 w 423521"/>
                  <a:gd name="connsiteY9" fmla="*/ 327618 h 422409"/>
                  <a:gd name="connsiteX10" fmla="*/ 169545 w 423521"/>
                  <a:gd name="connsiteY10" fmla="*/ 319166 h 422409"/>
                  <a:gd name="connsiteX11" fmla="*/ 137433 w 423521"/>
                  <a:gd name="connsiteY11" fmla="*/ 295491 h 422409"/>
                  <a:gd name="connsiteX12" fmla="*/ 116781 w 423521"/>
                  <a:gd name="connsiteY12" fmla="*/ 258740 h 422409"/>
                  <a:gd name="connsiteX13" fmla="*/ 109404 w 423521"/>
                  <a:gd name="connsiteY13" fmla="*/ 211209 h 422409"/>
                  <a:gd name="connsiteX14" fmla="*/ 116781 w 423521"/>
                  <a:gd name="connsiteY14" fmla="*/ 163670 h 422409"/>
                  <a:gd name="connsiteX15" fmla="*/ 137433 w 423521"/>
                  <a:gd name="connsiteY15" fmla="*/ 126919 h 422409"/>
                  <a:gd name="connsiteX16" fmla="*/ 169545 w 423521"/>
                  <a:gd name="connsiteY16" fmla="*/ 103229 h 422409"/>
                  <a:gd name="connsiteX17" fmla="*/ 362671 w 423521"/>
                  <a:gd name="connsiteY17" fmla="*/ 58819 h 422409"/>
                  <a:gd name="connsiteX18" fmla="*/ 295529 w 423521"/>
                  <a:gd name="connsiteY18" fmla="*/ 15329 h 422409"/>
                  <a:gd name="connsiteX19" fmla="*/ 211750 w 423521"/>
                  <a:gd name="connsiteY19" fmla="*/ 0 h 422409"/>
                  <a:gd name="connsiteX20" fmla="*/ 127963 w 423521"/>
                  <a:gd name="connsiteY20" fmla="*/ 15325 h 422409"/>
                  <a:gd name="connsiteX21" fmla="*/ 60840 w 423521"/>
                  <a:gd name="connsiteY21" fmla="*/ 58815 h 422409"/>
                  <a:gd name="connsiteX22" fmla="*/ 16223 w 423521"/>
                  <a:gd name="connsiteY22" fmla="*/ 125852 h 422409"/>
                  <a:gd name="connsiteX23" fmla="*/ 0 w 423521"/>
                  <a:gd name="connsiteY23" fmla="*/ 211209 h 422409"/>
                  <a:gd name="connsiteX24" fmla="*/ 16242 w 423521"/>
                  <a:gd name="connsiteY24" fmla="*/ 296851 h 422409"/>
                  <a:gd name="connsiteX25" fmla="*/ 60843 w 423521"/>
                  <a:gd name="connsiteY25" fmla="*/ 363595 h 422409"/>
                  <a:gd name="connsiteX26" fmla="*/ 127967 w 423521"/>
                  <a:gd name="connsiteY26" fmla="*/ 407092 h 422409"/>
                  <a:gd name="connsiteX27" fmla="*/ 211753 w 423521"/>
                  <a:gd name="connsiteY27" fmla="*/ 422410 h 422409"/>
                  <a:gd name="connsiteX28" fmla="*/ 295532 w 423521"/>
                  <a:gd name="connsiteY28" fmla="*/ 407092 h 422409"/>
                  <a:gd name="connsiteX29" fmla="*/ 362675 w 423521"/>
                  <a:gd name="connsiteY29" fmla="*/ 363595 h 422409"/>
                  <a:gd name="connsiteX30" fmla="*/ 407299 w 423521"/>
                  <a:gd name="connsiteY30" fmla="*/ 296851 h 422409"/>
                  <a:gd name="connsiteX31" fmla="*/ 423522 w 423521"/>
                  <a:gd name="connsiteY31" fmla="*/ 211209 h 422409"/>
                  <a:gd name="connsiteX32" fmla="*/ 407299 w 423521"/>
                  <a:gd name="connsiteY32" fmla="*/ 125852 h 422409"/>
                  <a:gd name="connsiteX33" fmla="*/ 362671 w 423521"/>
                  <a:gd name="connsiteY33" fmla="*/ 58819 h 422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23521" h="422409">
                    <a:moveTo>
                      <a:pt x="169545" y="103229"/>
                    </a:moveTo>
                    <a:cubicBezTo>
                      <a:pt x="182102" y="97639"/>
                      <a:pt x="196312" y="94803"/>
                      <a:pt x="211746" y="94803"/>
                    </a:cubicBezTo>
                    <a:cubicBezTo>
                      <a:pt x="227191" y="94803"/>
                      <a:pt x="241382" y="97639"/>
                      <a:pt x="253958" y="103229"/>
                    </a:cubicBezTo>
                    <a:cubicBezTo>
                      <a:pt x="266482" y="108825"/>
                      <a:pt x="277288" y="116804"/>
                      <a:pt x="286052" y="126904"/>
                    </a:cubicBezTo>
                    <a:cubicBezTo>
                      <a:pt x="294950" y="137185"/>
                      <a:pt x="301903" y="149547"/>
                      <a:pt x="306730" y="163670"/>
                    </a:cubicBezTo>
                    <a:cubicBezTo>
                      <a:pt x="311616" y="178007"/>
                      <a:pt x="314103" y="193975"/>
                      <a:pt x="314103" y="211209"/>
                    </a:cubicBezTo>
                    <a:cubicBezTo>
                      <a:pt x="314103" y="228431"/>
                      <a:pt x="311613" y="244429"/>
                      <a:pt x="306730" y="258740"/>
                    </a:cubicBezTo>
                    <a:cubicBezTo>
                      <a:pt x="301903" y="272863"/>
                      <a:pt x="294950" y="285236"/>
                      <a:pt x="286067" y="295491"/>
                    </a:cubicBezTo>
                    <a:cubicBezTo>
                      <a:pt x="277269" y="305625"/>
                      <a:pt x="266482" y="313596"/>
                      <a:pt x="253973" y="319166"/>
                    </a:cubicBezTo>
                    <a:cubicBezTo>
                      <a:pt x="241382" y="324771"/>
                      <a:pt x="227191" y="327618"/>
                      <a:pt x="211746" y="327618"/>
                    </a:cubicBezTo>
                    <a:cubicBezTo>
                      <a:pt x="196308" y="327618"/>
                      <a:pt x="182102" y="324774"/>
                      <a:pt x="169545" y="319166"/>
                    </a:cubicBezTo>
                    <a:cubicBezTo>
                      <a:pt x="157014" y="313577"/>
                      <a:pt x="146215" y="305625"/>
                      <a:pt x="137433" y="295491"/>
                    </a:cubicBezTo>
                    <a:cubicBezTo>
                      <a:pt x="128549" y="285236"/>
                      <a:pt x="121581" y="272882"/>
                      <a:pt x="116781" y="258740"/>
                    </a:cubicBezTo>
                    <a:cubicBezTo>
                      <a:pt x="111887" y="244448"/>
                      <a:pt x="109404" y="228450"/>
                      <a:pt x="109404" y="211209"/>
                    </a:cubicBezTo>
                    <a:cubicBezTo>
                      <a:pt x="109404" y="193960"/>
                      <a:pt x="111887" y="177974"/>
                      <a:pt x="116781" y="163670"/>
                    </a:cubicBezTo>
                    <a:cubicBezTo>
                      <a:pt x="121600" y="149547"/>
                      <a:pt x="128553" y="137181"/>
                      <a:pt x="137433" y="126919"/>
                    </a:cubicBezTo>
                    <a:cubicBezTo>
                      <a:pt x="146215" y="116804"/>
                      <a:pt x="157014" y="108837"/>
                      <a:pt x="169545" y="103229"/>
                    </a:cubicBezTo>
                    <a:moveTo>
                      <a:pt x="362671" y="58819"/>
                    </a:moveTo>
                    <a:cubicBezTo>
                      <a:pt x="343822" y="40173"/>
                      <a:pt x="321221" y="25524"/>
                      <a:pt x="295529" y="15329"/>
                    </a:cubicBezTo>
                    <a:cubicBezTo>
                      <a:pt x="269922" y="5157"/>
                      <a:pt x="241732" y="0"/>
                      <a:pt x="211750" y="0"/>
                    </a:cubicBezTo>
                    <a:cubicBezTo>
                      <a:pt x="181767" y="0"/>
                      <a:pt x="153577" y="5157"/>
                      <a:pt x="127963" y="15325"/>
                    </a:cubicBezTo>
                    <a:cubicBezTo>
                      <a:pt x="102290" y="25520"/>
                      <a:pt x="79707" y="40154"/>
                      <a:pt x="60840" y="58815"/>
                    </a:cubicBezTo>
                    <a:cubicBezTo>
                      <a:pt x="42006" y="77461"/>
                      <a:pt x="26977" y="100009"/>
                      <a:pt x="16223" y="125852"/>
                    </a:cubicBezTo>
                    <a:cubicBezTo>
                      <a:pt x="5443" y="151688"/>
                      <a:pt x="0" y="180393"/>
                      <a:pt x="0" y="211209"/>
                    </a:cubicBezTo>
                    <a:cubicBezTo>
                      <a:pt x="0" y="242430"/>
                      <a:pt x="5462" y="271237"/>
                      <a:pt x="16242" y="296851"/>
                    </a:cubicBezTo>
                    <a:cubicBezTo>
                      <a:pt x="26977" y="322517"/>
                      <a:pt x="42010" y="344964"/>
                      <a:pt x="60843" y="363595"/>
                    </a:cubicBezTo>
                    <a:cubicBezTo>
                      <a:pt x="79726" y="382275"/>
                      <a:pt x="102308" y="396916"/>
                      <a:pt x="127967" y="407092"/>
                    </a:cubicBezTo>
                    <a:cubicBezTo>
                      <a:pt x="153581" y="417245"/>
                      <a:pt x="181771" y="422410"/>
                      <a:pt x="211753" y="422410"/>
                    </a:cubicBezTo>
                    <a:cubicBezTo>
                      <a:pt x="241754" y="422410"/>
                      <a:pt x="269945" y="417245"/>
                      <a:pt x="295532" y="407092"/>
                    </a:cubicBezTo>
                    <a:cubicBezTo>
                      <a:pt x="321225" y="396898"/>
                      <a:pt x="343807" y="382256"/>
                      <a:pt x="362675" y="363595"/>
                    </a:cubicBezTo>
                    <a:cubicBezTo>
                      <a:pt x="381497" y="344983"/>
                      <a:pt x="396503" y="322528"/>
                      <a:pt x="407299" y="296851"/>
                    </a:cubicBezTo>
                    <a:cubicBezTo>
                      <a:pt x="418053" y="271211"/>
                      <a:pt x="423522" y="242393"/>
                      <a:pt x="423522" y="211209"/>
                    </a:cubicBezTo>
                    <a:cubicBezTo>
                      <a:pt x="423522" y="180430"/>
                      <a:pt x="418068" y="151721"/>
                      <a:pt x="407299" y="125852"/>
                    </a:cubicBezTo>
                    <a:cubicBezTo>
                      <a:pt x="396515" y="100013"/>
                      <a:pt x="381508" y="77446"/>
                      <a:pt x="362671" y="58819"/>
                    </a:cubicBezTo>
                  </a:path>
                </a:pathLst>
              </a:custGeom>
              <a:solidFill>
                <a:srgbClr val="FFFFFF"/>
              </a:solidFill>
              <a:ln w="375" cap="flat">
                <a:noFill/>
                <a:prstDash val="solid"/>
                <a:miter/>
              </a:ln>
            </p:spPr>
            <p:txBody>
              <a:bodyPr rtlCol="0" anchor="ctr"/>
              <a:lstStyle/>
              <a:p>
                <a:endParaRPr lang="en-US"/>
              </a:p>
            </p:txBody>
          </p:sp>
          <p:sp>
            <p:nvSpPr>
              <p:cNvPr id="38" name="Freihandform: Form 37">
                <a:extLst>
                  <a:ext uri="{FF2B5EF4-FFF2-40B4-BE49-F238E27FC236}">
                    <a16:creationId xmlns:a16="http://schemas.microsoft.com/office/drawing/2014/main" id="{2AA04382-66CC-4E2B-AE6E-D50EF472CF99}"/>
                  </a:ext>
                </a:extLst>
              </p:cNvPr>
              <p:cNvSpPr/>
              <p:nvPr/>
            </p:nvSpPr>
            <p:spPr bwMode="invGray">
              <a:xfrm>
                <a:off x="5709522" y="3147732"/>
                <a:ext cx="355034" cy="408887"/>
              </a:xfrm>
              <a:custGeom>
                <a:avLst/>
                <a:gdLst>
                  <a:gd name="connsiteX0" fmla="*/ 224036 w 355034"/>
                  <a:gd name="connsiteY0" fmla="*/ 127892 h 408887"/>
                  <a:gd name="connsiteX1" fmla="*/ 214484 w 355034"/>
                  <a:gd name="connsiteY1" fmla="*/ 151440 h 408887"/>
                  <a:gd name="connsiteX2" fmla="*/ 183619 w 355034"/>
                  <a:gd name="connsiteY2" fmla="*/ 160984 h 408887"/>
                  <a:gd name="connsiteX3" fmla="*/ 109408 w 355034"/>
                  <a:gd name="connsiteY3" fmla="*/ 160984 h 408887"/>
                  <a:gd name="connsiteX4" fmla="*/ 109408 w 355034"/>
                  <a:gd name="connsiteY4" fmla="*/ 94800 h 408887"/>
                  <a:gd name="connsiteX5" fmla="*/ 183619 w 355034"/>
                  <a:gd name="connsiteY5" fmla="*/ 94800 h 408887"/>
                  <a:gd name="connsiteX6" fmla="*/ 214484 w 355034"/>
                  <a:gd name="connsiteY6" fmla="*/ 104344 h 408887"/>
                  <a:gd name="connsiteX7" fmla="*/ 224036 w 355034"/>
                  <a:gd name="connsiteY7" fmla="*/ 127892 h 408887"/>
                  <a:gd name="connsiteX8" fmla="*/ 312045 w 355034"/>
                  <a:gd name="connsiteY8" fmla="*/ 193449 h 408887"/>
                  <a:gd name="connsiteX9" fmla="*/ 333451 w 355034"/>
                  <a:gd name="connsiteY9" fmla="*/ 123955 h 408887"/>
                  <a:gd name="connsiteX10" fmla="*/ 323332 w 355034"/>
                  <a:gd name="connsiteY10" fmla="*/ 73851 h 408887"/>
                  <a:gd name="connsiteX11" fmla="*/ 293433 w 355034"/>
                  <a:gd name="connsiteY11" fmla="*/ 34373 h 408887"/>
                  <a:gd name="connsiteX12" fmla="*/ 245961 w 355034"/>
                  <a:gd name="connsiteY12" fmla="*/ 8917 h 408887"/>
                  <a:gd name="connsiteX13" fmla="*/ 183623 w 355034"/>
                  <a:gd name="connsiteY13" fmla="*/ 0 h 408887"/>
                  <a:gd name="connsiteX14" fmla="*/ 0 w 355034"/>
                  <a:gd name="connsiteY14" fmla="*/ 0 h 408887"/>
                  <a:gd name="connsiteX15" fmla="*/ 0 w 355034"/>
                  <a:gd name="connsiteY15" fmla="*/ 408884 h 408887"/>
                  <a:gd name="connsiteX16" fmla="*/ 109411 w 355034"/>
                  <a:gd name="connsiteY16" fmla="*/ 408884 h 408887"/>
                  <a:gd name="connsiteX17" fmla="*/ 109411 w 355034"/>
                  <a:gd name="connsiteY17" fmla="*/ 255773 h 408887"/>
                  <a:gd name="connsiteX18" fmla="*/ 161758 w 355034"/>
                  <a:gd name="connsiteY18" fmla="*/ 255773 h 408887"/>
                  <a:gd name="connsiteX19" fmla="*/ 234944 w 355034"/>
                  <a:gd name="connsiteY19" fmla="*/ 408888 h 408887"/>
                  <a:gd name="connsiteX20" fmla="*/ 355035 w 355034"/>
                  <a:gd name="connsiteY20" fmla="*/ 408888 h 408887"/>
                  <a:gd name="connsiteX21" fmla="*/ 268442 w 355034"/>
                  <a:gd name="connsiteY21" fmla="*/ 231631 h 408887"/>
                  <a:gd name="connsiteX22" fmla="*/ 312045 w 355034"/>
                  <a:gd name="connsiteY22" fmla="*/ 193449 h 408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5034" h="408887">
                    <a:moveTo>
                      <a:pt x="224036" y="127892"/>
                    </a:moveTo>
                    <a:cubicBezTo>
                      <a:pt x="224036" y="137309"/>
                      <a:pt x="220911" y="145024"/>
                      <a:pt x="214484" y="151440"/>
                    </a:cubicBezTo>
                    <a:cubicBezTo>
                      <a:pt x="208132" y="157780"/>
                      <a:pt x="197754" y="160984"/>
                      <a:pt x="183619" y="160984"/>
                    </a:cubicBezTo>
                    <a:lnTo>
                      <a:pt x="109408" y="160984"/>
                    </a:lnTo>
                    <a:lnTo>
                      <a:pt x="109408" y="94800"/>
                    </a:lnTo>
                    <a:lnTo>
                      <a:pt x="183619" y="94800"/>
                    </a:lnTo>
                    <a:cubicBezTo>
                      <a:pt x="197754" y="94800"/>
                      <a:pt x="208132" y="98000"/>
                      <a:pt x="214484" y="104344"/>
                    </a:cubicBezTo>
                    <a:cubicBezTo>
                      <a:pt x="220915" y="110771"/>
                      <a:pt x="224036" y="118475"/>
                      <a:pt x="224036" y="127892"/>
                    </a:cubicBezTo>
                    <a:moveTo>
                      <a:pt x="312045" y="193449"/>
                    </a:moveTo>
                    <a:cubicBezTo>
                      <a:pt x="326262" y="174912"/>
                      <a:pt x="333451" y="151534"/>
                      <a:pt x="333451" y="123955"/>
                    </a:cubicBezTo>
                    <a:cubicBezTo>
                      <a:pt x="333451" y="105775"/>
                      <a:pt x="330056" y="88925"/>
                      <a:pt x="323332" y="73851"/>
                    </a:cubicBezTo>
                    <a:cubicBezTo>
                      <a:pt x="316575" y="58687"/>
                      <a:pt x="306523" y="45398"/>
                      <a:pt x="293433" y="34373"/>
                    </a:cubicBezTo>
                    <a:cubicBezTo>
                      <a:pt x="280496" y="23458"/>
                      <a:pt x="264540" y="14897"/>
                      <a:pt x="245961" y="8917"/>
                    </a:cubicBezTo>
                    <a:cubicBezTo>
                      <a:pt x="227646" y="2997"/>
                      <a:pt x="206664" y="0"/>
                      <a:pt x="183623" y="0"/>
                    </a:cubicBezTo>
                    <a:lnTo>
                      <a:pt x="0" y="0"/>
                    </a:lnTo>
                    <a:lnTo>
                      <a:pt x="0" y="408884"/>
                    </a:lnTo>
                    <a:lnTo>
                      <a:pt x="109411" y="408884"/>
                    </a:lnTo>
                    <a:lnTo>
                      <a:pt x="109411" y="255773"/>
                    </a:lnTo>
                    <a:lnTo>
                      <a:pt x="161758" y="255773"/>
                    </a:lnTo>
                    <a:lnTo>
                      <a:pt x="234944" y="408888"/>
                    </a:lnTo>
                    <a:lnTo>
                      <a:pt x="355035" y="408888"/>
                    </a:lnTo>
                    <a:lnTo>
                      <a:pt x="268442" y="231631"/>
                    </a:lnTo>
                    <a:cubicBezTo>
                      <a:pt x="285522" y="221749"/>
                      <a:pt x="300197" y="208910"/>
                      <a:pt x="312045" y="193449"/>
                    </a:cubicBezTo>
                  </a:path>
                </a:pathLst>
              </a:custGeom>
              <a:solidFill>
                <a:srgbClr val="FFFFFF"/>
              </a:solidFill>
              <a:ln w="375" cap="flat">
                <a:noFill/>
                <a:prstDash val="solid"/>
                <a:miter/>
              </a:ln>
            </p:spPr>
            <p:txBody>
              <a:bodyPr rtlCol="0" anchor="ctr"/>
              <a:lstStyle/>
              <a:p>
                <a:endParaRPr lang="en-US"/>
              </a:p>
            </p:txBody>
          </p:sp>
          <p:sp>
            <p:nvSpPr>
              <p:cNvPr id="39" name="Freihandform: Form 38">
                <a:extLst>
                  <a:ext uri="{FF2B5EF4-FFF2-40B4-BE49-F238E27FC236}">
                    <a16:creationId xmlns:a16="http://schemas.microsoft.com/office/drawing/2014/main" id="{A68E1551-7C9E-486B-93A8-24FB52625A5B}"/>
                  </a:ext>
                </a:extLst>
              </p:cNvPr>
              <p:cNvSpPr/>
              <p:nvPr/>
            </p:nvSpPr>
            <p:spPr bwMode="invGray">
              <a:xfrm>
                <a:off x="6068842" y="3147714"/>
                <a:ext cx="349790" cy="408891"/>
              </a:xfrm>
              <a:custGeom>
                <a:avLst/>
                <a:gdLst>
                  <a:gd name="connsiteX0" fmla="*/ 0 w 349790"/>
                  <a:gd name="connsiteY0" fmla="*/ 94800 h 408891"/>
                  <a:gd name="connsiteX1" fmla="*/ 119884 w 349790"/>
                  <a:gd name="connsiteY1" fmla="*/ 94800 h 408891"/>
                  <a:gd name="connsiteX2" fmla="*/ 119884 w 349790"/>
                  <a:gd name="connsiteY2" fmla="*/ 408891 h 408891"/>
                  <a:gd name="connsiteX3" fmla="*/ 229314 w 349790"/>
                  <a:gd name="connsiteY3" fmla="*/ 408891 h 408891"/>
                  <a:gd name="connsiteX4" fmla="*/ 229314 w 349790"/>
                  <a:gd name="connsiteY4" fmla="*/ 94800 h 408891"/>
                  <a:gd name="connsiteX5" fmla="*/ 349791 w 349790"/>
                  <a:gd name="connsiteY5" fmla="*/ 94800 h 408891"/>
                  <a:gd name="connsiteX6" fmla="*/ 349791 w 349790"/>
                  <a:gd name="connsiteY6" fmla="*/ 0 h 408891"/>
                  <a:gd name="connsiteX7" fmla="*/ 0 w 349790"/>
                  <a:gd name="connsiteY7"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790" h="408891">
                    <a:moveTo>
                      <a:pt x="0" y="94800"/>
                    </a:moveTo>
                    <a:lnTo>
                      <a:pt x="119884" y="94800"/>
                    </a:lnTo>
                    <a:lnTo>
                      <a:pt x="119884" y="408891"/>
                    </a:lnTo>
                    <a:lnTo>
                      <a:pt x="229314" y="408891"/>
                    </a:lnTo>
                    <a:lnTo>
                      <a:pt x="229314" y="94800"/>
                    </a:lnTo>
                    <a:lnTo>
                      <a:pt x="349791" y="94800"/>
                    </a:lnTo>
                    <a:lnTo>
                      <a:pt x="349791" y="0"/>
                    </a:lnTo>
                    <a:lnTo>
                      <a:pt x="0" y="0"/>
                    </a:lnTo>
                    <a:close/>
                  </a:path>
                </a:pathLst>
              </a:custGeom>
              <a:solidFill>
                <a:srgbClr val="FFFFFF"/>
              </a:solidFill>
              <a:ln w="375" cap="flat">
                <a:noFill/>
                <a:prstDash val="solid"/>
                <a:miter/>
              </a:ln>
            </p:spPr>
            <p:txBody>
              <a:bodyPr rtlCol="0" anchor="ctr"/>
              <a:lstStyle/>
              <a:p>
                <a:endParaRPr lang="en-US"/>
              </a:p>
            </p:txBody>
          </p:sp>
          <p:sp>
            <p:nvSpPr>
              <p:cNvPr id="40" name="Freihandform: Form 39">
                <a:extLst>
                  <a:ext uri="{FF2B5EF4-FFF2-40B4-BE49-F238E27FC236}">
                    <a16:creationId xmlns:a16="http://schemas.microsoft.com/office/drawing/2014/main" id="{438C2B55-3745-4001-B3EE-52E14B5115AD}"/>
                  </a:ext>
                </a:extLst>
              </p:cNvPr>
              <p:cNvSpPr/>
              <p:nvPr/>
            </p:nvSpPr>
            <p:spPr bwMode="invGray">
              <a:xfrm>
                <a:off x="6453885" y="3147729"/>
                <a:ext cx="304742" cy="408891"/>
              </a:xfrm>
              <a:custGeom>
                <a:avLst/>
                <a:gdLst>
                  <a:gd name="connsiteX0" fmla="*/ 0 w 304742"/>
                  <a:gd name="connsiteY0" fmla="*/ 408891 h 408891"/>
                  <a:gd name="connsiteX1" fmla="*/ 109411 w 304742"/>
                  <a:gd name="connsiteY1" fmla="*/ 408891 h 408891"/>
                  <a:gd name="connsiteX2" fmla="*/ 109411 w 304742"/>
                  <a:gd name="connsiteY2" fmla="*/ 244523 h 408891"/>
                  <a:gd name="connsiteX3" fmla="*/ 277732 w 304742"/>
                  <a:gd name="connsiteY3" fmla="*/ 244523 h 408891"/>
                  <a:gd name="connsiteX4" fmla="*/ 277732 w 304742"/>
                  <a:gd name="connsiteY4" fmla="*/ 149746 h 408891"/>
                  <a:gd name="connsiteX5" fmla="*/ 109411 w 304742"/>
                  <a:gd name="connsiteY5" fmla="*/ 149746 h 408891"/>
                  <a:gd name="connsiteX6" fmla="*/ 109411 w 304742"/>
                  <a:gd name="connsiteY6" fmla="*/ 94796 h 408891"/>
                  <a:gd name="connsiteX7" fmla="*/ 304743 w 304742"/>
                  <a:gd name="connsiteY7" fmla="*/ 94796 h 408891"/>
                  <a:gd name="connsiteX8" fmla="*/ 304743 w 304742"/>
                  <a:gd name="connsiteY8" fmla="*/ 0 h 408891"/>
                  <a:gd name="connsiteX9" fmla="*/ 0 w 304742"/>
                  <a:gd name="connsiteY9"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4742" h="408891">
                    <a:moveTo>
                      <a:pt x="0" y="408891"/>
                    </a:moveTo>
                    <a:lnTo>
                      <a:pt x="109411" y="408891"/>
                    </a:lnTo>
                    <a:lnTo>
                      <a:pt x="109411" y="244523"/>
                    </a:lnTo>
                    <a:lnTo>
                      <a:pt x="277732" y="244523"/>
                    </a:lnTo>
                    <a:lnTo>
                      <a:pt x="277732" y="149746"/>
                    </a:lnTo>
                    <a:lnTo>
                      <a:pt x="109411" y="149746"/>
                    </a:lnTo>
                    <a:lnTo>
                      <a:pt x="109411" y="94796"/>
                    </a:lnTo>
                    <a:lnTo>
                      <a:pt x="304743" y="94796"/>
                    </a:lnTo>
                    <a:lnTo>
                      <a:pt x="304743" y="0"/>
                    </a:lnTo>
                    <a:lnTo>
                      <a:pt x="0" y="0"/>
                    </a:lnTo>
                    <a:close/>
                  </a:path>
                </a:pathLst>
              </a:custGeom>
              <a:solidFill>
                <a:srgbClr val="FFFFFF"/>
              </a:solidFill>
              <a:ln w="375" cap="flat">
                <a:noFill/>
                <a:prstDash val="solid"/>
                <a:miter/>
              </a:ln>
            </p:spPr>
            <p:txBody>
              <a:bodyPr rtlCol="0" anchor="ctr"/>
              <a:lstStyle/>
              <a:p>
                <a:endParaRPr lang="en-US"/>
              </a:p>
            </p:txBody>
          </p:sp>
          <p:sp>
            <p:nvSpPr>
              <p:cNvPr id="41" name="Freihandform: Form 40">
                <a:extLst>
                  <a:ext uri="{FF2B5EF4-FFF2-40B4-BE49-F238E27FC236}">
                    <a16:creationId xmlns:a16="http://schemas.microsoft.com/office/drawing/2014/main" id="{5C8E443E-C61F-4C17-9776-B17A2BFDC29B}"/>
                  </a:ext>
                </a:extLst>
              </p:cNvPr>
              <p:cNvSpPr/>
              <p:nvPr/>
            </p:nvSpPr>
            <p:spPr bwMode="invGray">
              <a:xfrm>
                <a:off x="6794503" y="3147732"/>
                <a:ext cx="109411" cy="408891"/>
              </a:xfrm>
              <a:custGeom>
                <a:avLst/>
                <a:gdLst>
                  <a:gd name="connsiteX0" fmla="*/ 0 w 109411"/>
                  <a:gd name="connsiteY0" fmla="*/ 0 h 408891"/>
                  <a:gd name="connsiteX1" fmla="*/ 109411 w 109411"/>
                  <a:gd name="connsiteY1" fmla="*/ 0 h 408891"/>
                  <a:gd name="connsiteX2" fmla="*/ 109411 w 109411"/>
                  <a:gd name="connsiteY2" fmla="*/ 408891 h 408891"/>
                  <a:gd name="connsiteX3" fmla="*/ 0 w 109411"/>
                  <a:gd name="connsiteY3" fmla="*/ 408891 h 408891"/>
                </a:gdLst>
                <a:ahLst/>
                <a:cxnLst>
                  <a:cxn ang="0">
                    <a:pos x="connsiteX0" y="connsiteY0"/>
                  </a:cxn>
                  <a:cxn ang="0">
                    <a:pos x="connsiteX1" y="connsiteY1"/>
                  </a:cxn>
                  <a:cxn ang="0">
                    <a:pos x="connsiteX2" y="connsiteY2"/>
                  </a:cxn>
                  <a:cxn ang="0">
                    <a:pos x="connsiteX3" y="connsiteY3"/>
                  </a:cxn>
                </a:cxnLst>
                <a:rect l="l" t="t" r="r" b="b"/>
                <a:pathLst>
                  <a:path w="109411" h="408891">
                    <a:moveTo>
                      <a:pt x="0" y="0"/>
                    </a:moveTo>
                    <a:lnTo>
                      <a:pt x="109411" y="0"/>
                    </a:lnTo>
                    <a:lnTo>
                      <a:pt x="109411" y="408891"/>
                    </a:lnTo>
                    <a:lnTo>
                      <a:pt x="0" y="408891"/>
                    </a:lnTo>
                    <a:close/>
                  </a:path>
                </a:pathLst>
              </a:custGeom>
              <a:solidFill>
                <a:srgbClr val="FFFFFF"/>
              </a:solidFill>
              <a:ln w="375" cap="flat">
                <a:noFill/>
                <a:prstDash val="solid"/>
                <a:miter/>
              </a:ln>
            </p:spPr>
            <p:txBody>
              <a:bodyPr rtlCol="0" anchor="ctr"/>
              <a:lstStyle/>
              <a:p>
                <a:endParaRPr lang="en-US"/>
              </a:p>
            </p:txBody>
          </p:sp>
          <p:sp>
            <p:nvSpPr>
              <p:cNvPr id="42" name="Freihandform: Form 41">
                <a:extLst>
                  <a:ext uri="{FF2B5EF4-FFF2-40B4-BE49-F238E27FC236}">
                    <a16:creationId xmlns:a16="http://schemas.microsoft.com/office/drawing/2014/main" id="{1E749FC3-5AAD-455F-B21A-77DE8F5FEF3B}"/>
                  </a:ext>
                </a:extLst>
              </p:cNvPr>
              <p:cNvSpPr/>
              <p:nvPr/>
            </p:nvSpPr>
            <p:spPr bwMode="invGray">
              <a:xfrm>
                <a:off x="6934952" y="3147732"/>
                <a:ext cx="400473" cy="408891"/>
              </a:xfrm>
              <a:custGeom>
                <a:avLst/>
                <a:gdLst>
                  <a:gd name="connsiteX0" fmla="*/ 200237 w 400473"/>
                  <a:gd name="connsiteY0" fmla="*/ 286701 h 408891"/>
                  <a:gd name="connsiteX1" fmla="*/ 117423 w 400473"/>
                  <a:gd name="connsiteY1" fmla="*/ 0 h 408891"/>
                  <a:gd name="connsiteX2" fmla="*/ 0 w 400473"/>
                  <a:gd name="connsiteY2" fmla="*/ 0 h 408891"/>
                  <a:gd name="connsiteX3" fmla="*/ 134713 w 400473"/>
                  <a:gd name="connsiteY3" fmla="*/ 408891 h 408891"/>
                  <a:gd name="connsiteX4" fmla="*/ 265753 w 400473"/>
                  <a:gd name="connsiteY4" fmla="*/ 408891 h 408891"/>
                  <a:gd name="connsiteX5" fmla="*/ 399392 w 400473"/>
                  <a:gd name="connsiteY5" fmla="*/ 3313 h 408891"/>
                  <a:gd name="connsiteX6" fmla="*/ 400474 w 400473"/>
                  <a:gd name="connsiteY6" fmla="*/ 0 h 408891"/>
                  <a:gd name="connsiteX7" fmla="*/ 283035 w 400473"/>
                  <a:gd name="connsiteY7" fmla="*/ 0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00473" h="408891">
                    <a:moveTo>
                      <a:pt x="200237" y="286701"/>
                    </a:moveTo>
                    <a:lnTo>
                      <a:pt x="117423" y="0"/>
                    </a:lnTo>
                    <a:lnTo>
                      <a:pt x="0" y="0"/>
                    </a:lnTo>
                    <a:lnTo>
                      <a:pt x="134713" y="408891"/>
                    </a:lnTo>
                    <a:lnTo>
                      <a:pt x="265753" y="408891"/>
                    </a:lnTo>
                    <a:lnTo>
                      <a:pt x="399392" y="3313"/>
                    </a:lnTo>
                    <a:lnTo>
                      <a:pt x="400474" y="0"/>
                    </a:lnTo>
                    <a:lnTo>
                      <a:pt x="283035" y="0"/>
                    </a:lnTo>
                    <a:close/>
                  </a:path>
                </a:pathLst>
              </a:custGeom>
              <a:solidFill>
                <a:srgbClr val="FFFFFF"/>
              </a:solidFill>
              <a:ln w="375" cap="flat">
                <a:noFill/>
                <a:prstDash val="solid"/>
                <a:miter/>
              </a:ln>
            </p:spPr>
            <p:txBody>
              <a:bodyPr rtlCol="0" anchor="ctr"/>
              <a:lstStyle/>
              <a:p>
                <a:endParaRPr lang="en-US"/>
              </a:p>
            </p:txBody>
          </p:sp>
          <p:sp>
            <p:nvSpPr>
              <p:cNvPr id="43" name="Freihandform: Form 42">
                <a:extLst>
                  <a:ext uri="{FF2B5EF4-FFF2-40B4-BE49-F238E27FC236}">
                    <a16:creationId xmlns:a16="http://schemas.microsoft.com/office/drawing/2014/main" id="{871D8FA2-AEF9-4226-B00D-C6EBCF383F68}"/>
                  </a:ext>
                </a:extLst>
              </p:cNvPr>
              <p:cNvSpPr/>
              <p:nvPr/>
            </p:nvSpPr>
            <p:spPr bwMode="invGray">
              <a:xfrm>
                <a:off x="7366257" y="3147736"/>
                <a:ext cx="313757" cy="408880"/>
              </a:xfrm>
              <a:custGeom>
                <a:avLst/>
                <a:gdLst>
                  <a:gd name="connsiteX0" fmla="*/ 109422 w 313757"/>
                  <a:gd name="connsiteY0" fmla="*/ 314103 h 408880"/>
                  <a:gd name="connsiteX1" fmla="*/ 109422 w 313757"/>
                  <a:gd name="connsiteY1" fmla="*/ 240560 h 408880"/>
                  <a:gd name="connsiteX2" fmla="*/ 284493 w 313757"/>
                  <a:gd name="connsiteY2" fmla="*/ 240560 h 408880"/>
                  <a:gd name="connsiteX3" fmla="*/ 284493 w 313757"/>
                  <a:gd name="connsiteY3" fmla="*/ 145779 h 408880"/>
                  <a:gd name="connsiteX4" fmla="*/ 109422 w 313757"/>
                  <a:gd name="connsiteY4" fmla="*/ 145779 h 408880"/>
                  <a:gd name="connsiteX5" fmla="*/ 109422 w 313757"/>
                  <a:gd name="connsiteY5" fmla="*/ 94796 h 408880"/>
                  <a:gd name="connsiteX6" fmla="*/ 302492 w 313757"/>
                  <a:gd name="connsiteY6" fmla="*/ 94796 h 408880"/>
                  <a:gd name="connsiteX7" fmla="*/ 302492 w 313757"/>
                  <a:gd name="connsiteY7" fmla="*/ 0 h 408880"/>
                  <a:gd name="connsiteX8" fmla="*/ 0 w 313757"/>
                  <a:gd name="connsiteY8" fmla="*/ 0 h 408880"/>
                  <a:gd name="connsiteX9" fmla="*/ 0 w 313757"/>
                  <a:gd name="connsiteY9" fmla="*/ 408880 h 408880"/>
                  <a:gd name="connsiteX10" fmla="*/ 313757 w 313757"/>
                  <a:gd name="connsiteY10" fmla="*/ 408880 h 408880"/>
                  <a:gd name="connsiteX11" fmla="*/ 313757 w 313757"/>
                  <a:gd name="connsiteY11" fmla="*/ 314103 h 408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3757" h="408880">
                    <a:moveTo>
                      <a:pt x="109422" y="314103"/>
                    </a:moveTo>
                    <a:lnTo>
                      <a:pt x="109422" y="240560"/>
                    </a:lnTo>
                    <a:lnTo>
                      <a:pt x="284493" y="240560"/>
                    </a:lnTo>
                    <a:lnTo>
                      <a:pt x="284493" y="145779"/>
                    </a:lnTo>
                    <a:lnTo>
                      <a:pt x="109422" y="145779"/>
                    </a:lnTo>
                    <a:lnTo>
                      <a:pt x="109422" y="94796"/>
                    </a:lnTo>
                    <a:lnTo>
                      <a:pt x="302492" y="94796"/>
                    </a:lnTo>
                    <a:lnTo>
                      <a:pt x="302492" y="0"/>
                    </a:lnTo>
                    <a:lnTo>
                      <a:pt x="0" y="0"/>
                    </a:lnTo>
                    <a:lnTo>
                      <a:pt x="0" y="408880"/>
                    </a:lnTo>
                    <a:lnTo>
                      <a:pt x="313757" y="408880"/>
                    </a:lnTo>
                    <a:lnTo>
                      <a:pt x="313757" y="314103"/>
                    </a:lnTo>
                    <a:close/>
                  </a:path>
                </a:pathLst>
              </a:custGeom>
              <a:solidFill>
                <a:srgbClr val="FFFFFF"/>
              </a:solidFill>
              <a:ln w="375" cap="flat">
                <a:noFill/>
                <a:prstDash val="solid"/>
                <a:miter/>
              </a:ln>
            </p:spPr>
            <p:txBody>
              <a:bodyPr rtlCol="0" anchor="ctr"/>
              <a:lstStyle/>
              <a:p>
                <a:endParaRPr lang="en-US"/>
              </a:p>
            </p:txBody>
          </p:sp>
          <p:sp>
            <p:nvSpPr>
              <p:cNvPr id="44" name="Freihandform: Form 43">
                <a:extLst>
                  <a:ext uri="{FF2B5EF4-FFF2-40B4-BE49-F238E27FC236}">
                    <a16:creationId xmlns:a16="http://schemas.microsoft.com/office/drawing/2014/main" id="{87E31CAB-153B-4B6D-BA96-076B228BE9B2}"/>
                  </a:ext>
                </a:extLst>
              </p:cNvPr>
              <p:cNvSpPr/>
              <p:nvPr/>
            </p:nvSpPr>
            <p:spPr bwMode="invGray">
              <a:xfrm>
                <a:off x="4900825" y="3147714"/>
                <a:ext cx="324458" cy="408891"/>
              </a:xfrm>
              <a:custGeom>
                <a:avLst/>
                <a:gdLst>
                  <a:gd name="connsiteX0" fmla="*/ 212783 w 324458"/>
                  <a:gd name="connsiteY0" fmla="*/ 129597 h 408891"/>
                  <a:gd name="connsiteX1" fmla="*/ 202731 w 324458"/>
                  <a:gd name="connsiteY1" fmla="*/ 155034 h 408891"/>
                  <a:gd name="connsiteX2" fmla="*/ 172925 w 324458"/>
                  <a:gd name="connsiteY2" fmla="*/ 164951 h 408891"/>
                  <a:gd name="connsiteX3" fmla="*/ 109426 w 324458"/>
                  <a:gd name="connsiteY3" fmla="*/ 164951 h 408891"/>
                  <a:gd name="connsiteX4" fmla="*/ 109426 w 324458"/>
                  <a:gd name="connsiteY4" fmla="*/ 94796 h 408891"/>
                  <a:gd name="connsiteX5" fmla="*/ 172925 w 324458"/>
                  <a:gd name="connsiteY5" fmla="*/ 94796 h 408891"/>
                  <a:gd name="connsiteX6" fmla="*/ 202817 w 324458"/>
                  <a:gd name="connsiteY6" fmla="*/ 104498 h 408891"/>
                  <a:gd name="connsiteX7" fmla="*/ 212783 w 324458"/>
                  <a:gd name="connsiteY7" fmla="*/ 129597 h 408891"/>
                  <a:gd name="connsiteX8" fmla="*/ 284286 w 324458"/>
                  <a:gd name="connsiteY8" fmla="*/ 36469 h 408891"/>
                  <a:gd name="connsiteX9" fmla="*/ 236267 w 324458"/>
                  <a:gd name="connsiteY9" fmla="*/ 9526 h 408891"/>
                  <a:gd name="connsiteX10" fmla="*/ 172929 w 324458"/>
                  <a:gd name="connsiteY10" fmla="*/ 0 h 408891"/>
                  <a:gd name="connsiteX11" fmla="*/ 0 w 324458"/>
                  <a:gd name="connsiteY11" fmla="*/ 0 h 408891"/>
                  <a:gd name="connsiteX12" fmla="*/ 0 w 324458"/>
                  <a:gd name="connsiteY12" fmla="*/ 408891 h 408891"/>
                  <a:gd name="connsiteX13" fmla="*/ 109430 w 324458"/>
                  <a:gd name="connsiteY13" fmla="*/ 408891 h 408891"/>
                  <a:gd name="connsiteX14" fmla="*/ 109430 w 324458"/>
                  <a:gd name="connsiteY14" fmla="*/ 259732 h 408891"/>
                  <a:gd name="connsiteX15" fmla="*/ 172929 w 324458"/>
                  <a:gd name="connsiteY15" fmla="*/ 259732 h 408891"/>
                  <a:gd name="connsiteX16" fmla="*/ 236267 w 324458"/>
                  <a:gd name="connsiteY16" fmla="*/ 250206 h 408891"/>
                  <a:gd name="connsiteX17" fmla="*/ 284286 w 324458"/>
                  <a:gd name="connsiteY17" fmla="*/ 223270 h 408891"/>
                  <a:gd name="connsiteX18" fmla="*/ 314415 w 324458"/>
                  <a:gd name="connsiteY18" fmla="*/ 181448 h 408891"/>
                  <a:gd name="connsiteX19" fmla="*/ 324459 w 324458"/>
                  <a:gd name="connsiteY19" fmla="*/ 129601 h 408891"/>
                  <a:gd name="connsiteX20" fmla="*/ 314400 w 324458"/>
                  <a:gd name="connsiteY20" fmla="*/ 77983 h 408891"/>
                  <a:gd name="connsiteX21" fmla="*/ 284286 w 324458"/>
                  <a:gd name="connsiteY21" fmla="*/ 36469 h 408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24458" h="408891">
                    <a:moveTo>
                      <a:pt x="212783" y="129597"/>
                    </a:moveTo>
                    <a:cubicBezTo>
                      <a:pt x="212783" y="140107"/>
                      <a:pt x="209496" y="148431"/>
                      <a:pt x="202731" y="155034"/>
                    </a:cubicBezTo>
                    <a:cubicBezTo>
                      <a:pt x="195921" y="161705"/>
                      <a:pt x="186158" y="164951"/>
                      <a:pt x="172925" y="164951"/>
                    </a:cubicBezTo>
                    <a:lnTo>
                      <a:pt x="109426" y="164951"/>
                    </a:lnTo>
                    <a:lnTo>
                      <a:pt x="109426" y="94796"/>
                    </a:lnTo>
                    <a:lnTo>
                      <a:pt x="172925" y="94796"/>
                    </a:lnTo>
                    <a:cubicBezTo>
                      <a:pt x="186023" y="94796"/>
                      <a:pt x="196086" y="98064"/>
                      <a:pt x="202817" y="104498"/>
                    </a:cubicBezTo>
                    <a:cubicBezTo>
                      <a:pt x="209530" y="110918"/>
                      <a:pt x="212783" y="119117"/>
                      <a:pt x="212783" y="129597"/>
                    </a:cubicBezTo>
                    <a:moveTo>
                      <a:pt x="284286" y="36469"/>
                    </a:moveTo>
                    <a:cubicBezTo>
                      <a:pt x="271203" y="24994"/>
                      <a:pt x="255036" y="15934"/>
                      <a:pt x="236267" y="9526"/>
                    </a:cubicBezTo>
                    <a:cubicBezTo>
                      <a:pt x="217673" y="3200"/>
                      <a:pt x="196368" y="0"/>
                      <a:pt x="172929" y="0"/>
                    </a:cubicBezTo>
                    <a:lnTo>
                      <a:pt x="0" y="0"/>
                    </a:lnTo>
                    <a:lnTo>
                      <a:pt x="0" y="408891"/>
                    </a:lnTo>
                    <a:lnTo>
                      <a:pt x="109430" y="408891"/>
                    </a:lnTo>
                    <a:lnTo>
                      <a:pt x="109430" y="259732"/>
                    </a:lnTo>
                    <a:lnTo>
                      <a:pt x="172929" y="259732"/>
                    </a:lnTo>
                    <a:cubicBezTo>
                      <a:pt x="196394" y="259732"/>
                      <a:pt x="217715" y="256531"/>
                      <a:pt x="236267" y="250206"/>
                    </a:cubicBezTo>
                    <a:cubicBezTo>
                      <a:pt x="255021" y="243839"/>
                      <a:pt x="271169" y="234760"/>
                      <a:pt x="284286" y="223270"/>
                    </a:cubicBezTo>
                    <a:cubicBezTo>
                      <a:pt x="297546" y="211637"/>
                      <a:pt x="307684" y="197562"/>
                      <a:pt x="314415" y="181448"/>
                    </a:cubicBezTo>
                    <a:cubicBezTo>
                      <a:pt x="321086" y="165511"/>
                      <a:pt x="324459" y="148067"/>
                      <a:pt x="324459" y="129601"/>
                    </a:cubicBezTo>
                    <a:cubicBezTo>
                      <a:pt x="324459" y="111109"/>
                      <a:pt x="321071" y="93740"/>
                      <a:pt x="314400" y="77983"/>
                    </a:cubicBezTo>
                    <a:cubicBezTo>
                      <a:pt x="307665" y="62060"/>
                      <a:pt x="297527" y="48087"/>
                      <a:pt x="284286" y="36469"/>
                    </a:cubicBezTo>
                  </a:path>
                </a:pathLst>
              </a:custGeom>
              <a:solidFill>
                <a:srgbClr val="FFFFFF"/>
              </a:solidFill>
              <a:ln w="375" cap="flat">
                <a:noFill/>
                <a:prstDash val="solid"/>
                <a:miter/>
              </a:ln>
            </p:spPr>
            <p:txBody>
              <a:bodyPr rtlCol="0" anchor="ctr"/>
              <a:lstStyle/>
              <a:p>
                <a:endParaRPr lang="en-US"/>
              </a:p>
            </p:txBody>
          </p:sp>
        </p:grpSp>
        <p:sp>
          <p:nvSpPr>
            <p:cNvPr id="35" name="Freihandform: Form 34">
              <a:extLst>
                <a:ext uri="{FF2B5EF4-FFF2-40B4-BE49-F238E27FC236}">
                  <a16:creationId xmlns:a16="http://schemas.microsoft.com/office/drawing/2014/main" id="{857AB202-09EE-4D92-B38C-53CD0A17DB39}"/>
                </a:ext>
              </a:extLst>
            </p:cNvPr>
            <p:cNvSpPr/>
            <p:nvPr/>
          </p:nvSpPr>
          <p:spPr bwMode="invGray">
            <a:xfrm>
              <a:off x="6977972" y="3611356"/>
              <a:ext cx="314433" cy="109445"/>
            </a:xfrm>
            <a:custGeom>
              <a:avLst/>
              <a:gdLst>
                <a:gd name="connsiteX0" fmla="*/ 0 w 314433"/>
                <a:gd name="connsiteY0" fmla="*/ 0 h 109445"/>
                <a:gd name="connsiteX1" fmla="*/ 314434 w 314433"/>
                <a:gd name="connsiteY1" fmla="*/ 0 h 109445"/>
                <a:gd name="connsiteX2" fmla="*/ 314434 w 314433"/>
                <a:gd name="connsiteY2" fmla="*/ 109445 h 109445"/>
                <a:gd name="connsiteX3" fmla="*/ 0 w 314433"/>
                <a:gd name="connsiteY3" fmla="*/ 109445 h 109445"/>
              </a:gdLst>
              <a:ahLst/>
              <a:cxnLst>
                <a:cxn ang="0">
                  <a:pos x="connsiteX0" y="connsiteY0"/>
                </a:cxn>
                <a:cxn ang="0">
                  <a:pos x="connsiteX1" y="connsiteY1"/>
                </a:cxn>
                <a:cxn ang="0">
                  <a:pos x="connsiteX2" y="connsiteY2"/>
                </a:cxn>
                <a:cxn ang="0">
                  <a:pos x="connsiteX3" y="connsiteY3"/>
                </a:cxn>
              </a:cxnLst>
              <a:rect l="l" t="t" r="r" b="b"/>
              <a:pathLst>
                <a:path w="314433" h="109445">
                  <a:moveTo>
                    <a:pt x="0" y="0"/>
                  </a:moveTo>
                  <a:lnTo>
                    <a:pt x="314434" y="0"/>
                  </a:lnTo>
                  <a:lnTo>
                    <a:pt x="314434" y="109445"/>
                  </a:lnTo>
                  <a:lnTo>
                    <a:pt x="0" y="109445"/>
                  </a:lnTo>
                  <a:close/>
                </a:path>
              </a:pathLst>
            </a:custGeom>
            <a:solidFill>
              <a:schemeClr val="bg2"/>
            </a:solidFill>
            <a:ln w="375" cap="flat">
              <a:noFill/>
              <a:prstDash val="solid"/>
              <a:miter/>
            </a:ln>
          </p:spPr>
          <p:txBody>
            <a:bodyPr rtlCol="0" anchor="ctr"/>
            <a:lstStyle/>
            <a:p>
              <a:endParaRPr lang="en-US"/>
            </a:p>
          </p:txBody>
        </p:sp>
      </p:grpSp>
      <p:sp>
        <p:nvSpPr>
          <p:cNvPr id="45" name="Textplatzhalter 8">
            <a:extLst>
              <a:ext uri="{FF2B5EF4-FFF2-40B4-BE49-F238E27FC236}">
                <a16:creationId xmlns:a16="http://schemas.microsoft.com/office/drawing/2014/main" id="{7048F146-31C6-4C40-9CD2-081E8E97B508}"/>
              </a:ext>
            </a:extLst>
          </p:cNvPr>
          <p:cNvSpPr>
            <a:spLocks noGrp="1"/>
          </p:cNvSpPr>
          <p:nvPr>
            <p:ph type="body" sz="quarter" idx="12" hasCustomPrompt="1"/>
          </p:nvPr>
        </p:nvSpPr>
        <p:spPr bwMode="black">
          <a:xfrm>
            <a:off x="3431984"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46" name="Textplatzhalter 8">
            <a:extLst>
              <a:ext uri="{FF2B5EF4-FFF2-40B4-BE49-F238E27FC236}">
                <a16:creationId xmlns:a16="http://schemas.microsoft.com/office/drawing/2014/main" id="{703277B6-8F80-4D8B-8F4B-8050CF8E3F6B}"/>
              </a:ext>
            </a:extLst>
          </p:cNvPr>
          <p:cNvSpPr>
            <a:spLocks noGrp="1"/>
          </p:cNvSpPr>
          <p:nvPr>
            <p:ph type="body" sz="quarter" idx="13" hasCustomPrompt="1"/>
          </p:nvPr>
        </p:nvSpPr>
        <p:spPr bwMode="black">
          <a:xfrm>
            <a:off x="3431984"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
        <p:nvSpPr>
          <p:cNvPr id="47" name="Textplatzhalter 8">
            <a:extLst>
              <a:ext uri="{FF2B5EF4-FFF2-40B4-BE49-F238E27FC236}">
                <a16:creationId xmlns:a16="http://schemas.microsoft.com/office/drawing/2014/main" id="{54AB44A6-B61F-4B99-9715-C185EB0F59AA}"/>
              </a:ext>
            </a:extLst>
          </p:cNvPr>
          <p:cNvSpPr>
            <a:spLocks noGrp="1"/>
          </p:cNvSpPr>
          <p:nvPr>
            <p:ph type="body" sz="quarter" idx="14" hasCustomPrompt="1"/>
          </p:nvPr>
        </p:nvSpPr>
        <p:spPr bwMode="black">
          <a:xfrm>
            <a:off x="6240296"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48" name="Textplatzhalter 8">
            <a:extLst>
              <a:ext uri="{FF2B5EF4-FFF2-40B4-BE49-F238E27FC236}">
                <a16:creationId xmlns:a16="http://schemas.microsoft.com/office/drawing/2014/main" id="{5FFBC0EB-C3F4-4BBB-AFAA-DF8F27DE6F74}"/>
              </a:ext>
            </a:extLst>
          </p:cNvPr>
          <p:cNvSpPr>
            <a:spLocks noGrp="1"/>
          </p:cNvSpPr>
          <p:nvPr>
            <p:ph type="body" sz="quarter" idx="15" hasCustomPrompt="1"/>
          </p:nvPr>
        </p:nvSpPr>
        <p:spPr bwMode="black">
          <a:xfrm>
            <a:off x="6240296"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
        <p:nvSpPr>
          <p:cNvPr id="49" name="Textplatzhalter 8">
            <a:extLst>
              <a:ext uri="{FF2B5EF4-FFF2-40B4-BE49-F238E27FC236}">
                <a16:creationId xmlns:a16="http://schemas.microsoft.com/office/drawing/2014/main" id="{96811929-4004-4013-A01C-E6C4502FE51B}"/>
              </a:ext>
            </a:extLst>
          </p:cNvPr>
          <p:cNvSpPr>
            <a:spLocks noGrp="1"/>
          </p:cNvSpPr>
          <p:nvPr>
            <p:ph type="body" sz="quarter" idx="16" hasCustomPrompt="1"/>
          </p:nvPr>
        </p:nvSpPr>
        <p:spPr bwMode="black">
          <a:xfrm>
            <a:off x="9048608" y="3861048"/>
            <a:ext cx="2520000" cy="1152000"/>
          </a:xfrm>
        </p:spPr>
        <p:txBody>
          <a:bodyPr anchor="b"/>
          <a:lstStyle>
            <a:lvl1pPr algn="ctr">
              <a:lnSpc>
                <a:spcPct val="100000"/>
              </a:lnSpc>
              <a:spcBef>
                <a:spcPts val="0"/>
              </a:spcBef>
              <a:defRPr b="1" cap="all" spc="30" baseline="0">
                <a:solidFill>
                  <a:schemeClr val="bg1"/>
                </a:solidFill>
                <a:latin typeface="+mn-lt"/>
              </a:defRPr>
            </a:lvl1pPr>
            <a:lvl2pPr marL="0" indent="0" algn="ctr">
              <a:spcBef>
                <a:spcPts val="300"/>
              </a:spcBef>
              <a:buNone/>
              <a:defRPr>
                <a:solidFill>
                  <a:schemeClr val="bg2"/>
                </a:solidFill>
              </a:defRPr>
            </a:lvl2pPr>
            <a:lvl3pPr marL="0" indent="0" algn="ctr">
              <a:spcBef>
                <a:spcPts val="300"/>
              </a:spcBef>
              <a:buNone/>
              <a:defRPr>
                <a:solidFill>
                  <a:schemeClr val="bg1"/>
                </a:solidFill>
              </a:defRPr>
            </a:lvl3pPr>
            <a:lvl4pPr marL="0" indent="0" algn="ctr">
              <a:spcBef>
                <a:spcPts val="300"/>
              </a:spcBef>
              <a:buNone/>
              <a:defRPr>
                <a:solidFill>
                  <a:schemeClr val="bg1"/>
                </a:solidFill>
              </a:defRPr>
            </a:lvl4pPr>
            <a:lvl5pPr marL="0" indent="0" algn="ctr">
              <a:spcBef>
                <a:spcPts val="300"/>
              </a:spcBef>
              <a:buNone/>
              <a:defRPr>
                <a:solidFill>
                  <a:schemeClr val="bg1"/>
                </a:solidFill>
              </a:defRPr>
            </a:lvl5pPr>
            <a:lvl6pPr marL="0" indent="0" algn="ctr">
              <a:spcBef>
                <a:spcPts val="300"/>
              </a:spcBef>
              <a:buNone/>
              <a:defRPr>
                <a:solidFill>
                  <a:schemeClr val="bg1"/>
                </a:solidFill>
              </a:defRPr>
            </a:lvl6pPr>
            <a:lvl7pPr marL="0" indent="0" algn="ctr">
              <a:spcBef>
                <a:spcPts val="300"/>
              </a:spcBef>
              <a:buNone/>
              <a:defRPr>
                <a:solidFill>
                  <a:schemeClr val="bg1"/>
                </a:solidFill>
              </a:defRPr>
            </a:lvl7pPr>
            <a:lvl8pPr marL="0" indent="0" algn="ctr">
              <a:spcBef>
                <a:spcPts val="300"/>
              </a:spcBef>
              <a:buNone/>
              <a:defRPr>
                <a:solidFill>
                  <a:schemeClr val="bg1"/>
                </a:solidFill>
              </a:defRPr>
            </a:lvl8pPr>
            <a:lvl9pPr marL="0" indent="0" algn="ctr">
              <a:spcBef>
                <a:spcPts val="300"/>
              </a:spcBef>
              <a:buNone/>
              <a:defRPr>
                <a:solidFill>
                  <a:schemeClr val="bg1"/>
                </a:solidFill>
              </a:defRPr>
            </a:lvl9pPr>
          </a:lstStyle>
          <a:p>
            <a:pPr lvl="0"/>
            <a:r>
              <a:rPr lang="en-US"/>
              <a:t>Name, Surname</a:t>
            </a:r>
          </a:p>
          <a:p>
            <a:pPr lvl="1"/>
            <a:r>
              <a:rPr lang="en-US"/>
              <a:t>Job Title</a:t>
            </a:r>
          </a:p>
        </p:txBody>
      </p:sp>
      <p:sp>
        <p:nvSpPr>
          <p:cNvPr id="50" name="Textplatzhalter 8">
            <a:extLst>
              <a:ext uri="{FF2B5EF4-FFF2-40B4-BE49-F238E27FC236}">
                <a16:creationId xmlns:a16="http://schemas.microsoft.com/office/drawing/2014/main" id="{8C52A45D-A4A4-427B-A37B-39BBD54F07ED}"/>
              </a:ext>
            </a:extLst>
          </p:cNvPr>
          <p:cNvSpPr>
            <a:spLocks noGrp="1"/>
          </p:cNvSpPr>
          <p:nvPr>
            <p:ph type="body" sz="quarter" idx="17" hasCustomPrompt="1"/>
          </p:nvPr>
        </p:nvSpPr>
        <p:spPr bwMode="black">
          <a:xfrm>
            <a:off x="9048608" y="5085184"/>
            <a:ext cx="2520000" cy="1152000"/>
          </a:xfrm>
        </p:spPr>
        <p:txBody>
          <a:bodyPr/>
          <a:lstStyle>
            <a:lvl1pPr marL="0" indent="0" algn="ctr">
              <a:spcBef>
                <a:spcPts val="300"/>
              </a:spcBef>
              <a:buFont typeface="Arial" panose="020B0604020202020204" pitchFamily="34" charset="0"/>
              <a:buNone/>
              <a:defRPr>
                <a:solidFill>
                  <a:schemeClr val="bg1"/>
                </a:solidFill>
                <a:latin typeface="+mn-lt"/>
              </a:defRPr>
            </a:lvl1pPr>
            <a:lvl2pPr marL="0" indent="0" algn="ctr">
              <a:buNone/>
              <a:defRPr>
                <a:solidFill>
                  <a:schemeClr val="bg1"/>
                </a:solidFill>
              </a:defRPr>
            </a:lvl2pPr>
            <a:lvl3pPr marL="0" indent="0" algn="ctr">
              <a:buNone/>
              <a:defRPr>
                <a:solidFill>
                  <a:schemeClr val="bg1"/>
                </a:solidFill>
              </a:defRPr>
            </a:lvl3pPr>
            <a:lvl4pPr marL="0" indent="0" algn="ctr">
              <a:buNone/>
              <a:defRPr>
                <a:solidFill>
                  <a:schemeClr val="bg1"/>
                </a:solidFill>
              </a:defRPr>
            </a:lvl4pPr>
            <a:lvl5pPr marL="0" indent="0" algn="ctr">
              <a:buNone/>
              <a:defRPr>
                <a:solidFill>
                  <a:schemeClr val="bg1"/>
                </a:solidFill>
              </a:defRPr>
            </a:lvl5pPr>
            <a:lvl6pPr marL="0" indent="0" algn="ctr">
              <a:buNone/>
              <a:defRPr>
                <a:solidFill>
                  <a:schemeClr val="bg1"/>
                </a:solidFill>
              </a:defRPr>
            </a:lvl6pPr>
            <a:lvl7pPr marL="0" indent="0" algn="ctr">
              <a:buNone/>
              <a:defRPr>
                <a:solidFill>
                  <a:schemeClr val="bg1"/>
                </a:solidFill>
              </a:defRPr>
            </a:lvl7pPr>
            <a:lvl8pPr marL="0" indent="0" algn="ctr">
              <a:buNone/>
              <a:defRPr>
                <a:solidFill>
                  <a:schemeClr val="bg1"/>
                </a:solidFill>
              </a:defRPr>
            </a:lvl8pPr>
            <a:lvl9pPr marL="0" indent="0" algn="ctr">
              <a:buNone/>
              <a:defRPr>
                <a:solidFill>
                  <a:schemeClr val="bg1"/>
                </a:solidFill>
              </a:defRPr>
            </a:lvl9pPr>
          </a:lstStyle>
          <a:p>
            <a:pPr lvl="0"/>
            <a:r>
              <a:rPr lang="en-US"/>
              <a:t>E: name@sportfive.com</a:t>
            </a:r>
            <a:br>
              <a:rPr lang="en-US"/>
            </a:br>
            <a:r>
              <a:rPr lang="en-US"/>
              <a:t>T: +01 234 567 89</a:t>
            </a:r>
          </a:p>
        </p:txBody>
      </p:sp>
    </p:spTree>
    <p:extLst>
      <p:ext uri="{BB962C8B-B14F-4D97-AF65-F5344CB8AC3E}">
        <p14:creationId xmlns:p14="http://schemas.microsoft.com/office/powerpoint/2010/main" val="217531351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opyright | black">
    <p:bg>
      <p:bgPr>
        <a:solidFill>
          <a:schemeClr val="tx1"/>
        </a:solidFill>
        <a:effectLst/>
      </p:bgPr>
    </p:bg>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6C108C6-7FF3-4791-838E-D6A33A4BFF6E}"/>
              </a:ext>
            </a:extLst>
          </p:cNvPr>
          <p:cNvSpPr/>
          <p:nvPr/>
        </p:nvSpPr>
        <p:spPr>
          <a:xfrm>
            <a:off x="623888" y="3717032"/>
            <a:ext cx="10944225" cy="1440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rtl="0" eaLnBrk="1" fontAlgn="auto" hangingPunct="1">
              <a:lnSpc>
                <a:spcPct val="110000"/>
              </a:lnSpc>
              <a:spcBef>
                <a:spcPts val="0"/>
              </a:spcBef>
              <a:spcAft>
                <a:spcPts val="0"/>
              </a:spcAft>
            </a:pPr>
            <a:r>
              <a:rPr lang="en-GB" sz="900" b="1" i="0" u="none" baseline="0" noProof="0">
                <a:solidFill>
                  <a:srgbClr val="FFFFFF"/>
                </a:solidFill>
                <a:latin typeface="Arial" panose="020B0604020202020204" pitchFamily="34" charset="0"/>
              </a:rPr>
              <a:t>Copyright</a:t>
            </a:r>
          </a:p>
          <a:p>
            <a:pPr algn="l" rtl="0" eaLnBrk="1" fontAlgn="auto" hangingPunct="1">
              <a:lnSpc>
                <a:spcPct val="110000"/>
              </a:lnSpc>
              <a:spcBef>
                <a:spcPts val="0"/>
              </a:spcBef>
              <a:spcAft>
                <a:spcPts val="0"/>
              </a:spcAft>
            </a:pPr>
            <a:r>
              <a:rPr lang="en-GB" sz="900" b="0" i="0" u="none" baseline="0" noProof="0">
                <a:solidFill>
                  <a:srgbClr val="FFFFFF"/>
                </a:solidFill>
                <a:latin typeface="Arial" panose="020B0604020202020204" pitchFamily="34" charset="0"/>
              </a:rPr>
              <a:t>All pictures, images and other illustrations as well as all thoughts, ideas, concepts and advertising materials listed in this document are protected by applicable copyright regulations, e.g. the Act on Copyright and Related Rights („Copyright Act“). Owner of the intellectual property is SPORTFI</a:t>
            </a:r>
            <a:r>
              <a:rPr lang="en-GB" sz="900" b="0" i="0" u="sng" baseline="0" noProof="0">
                <a:solidFill>
                  <a:srgbClr val="FFFFFF"/>
                </a:solidFill>
                <a:latin typeface="Arial" panose="020B0604020202020204" pitchFamily="34" charset="0"/>
              </a:rPr>
              <a:t>V</a:t>
            </a:r>
            <a:r>
              <a:rPr lang="en-GB" sz="900" b="0" i="0" u="none" baseline="0" noProof="0">
                <a:solidFill>
                  <a:srgbClr val="FFFFFF"/>
                </a:solidFill>
                <a:latin typeface="Arial" panose="020B0604020202020204" pitchFamily="34" charset="0"/>
              </a:rPr>
              <a:t>E Germany GmbH respectively the Club represented by SPORTFI</a:t>
            </a:r>
            <a:r>
              <a:rPr lang="en-GB" sz="900" b="0" i="0" u="sng" baseline="0" noProof="0">
                <a:solidFill>
                  <a:srgbClr val="FFFFFF"/>
                </a:solidFill>
                <a:latin typeface="Arial" panose="020B0604020202020204" pitchFamily="34" charset="0"/>
              </a:rPr>
              <a:t>V</a:t>
            </a:r>
            <a:r>
              <a:rPr lang="en-GB" sz="900" b="0" i="0" u="none" baseline="0" noProof="0">
                <a:solidFill>
                  <a:srgbClr val="FFFFFF"/>
                </a:solidFill>
                <a:latin typeface="Arial" panose="020B0604020202020204" pitchFamily="34" charset="0"/>
              </a:rPr>
              <a:t>E Germany GmbH („Rights-Holder“) save as expressly otherwise marked in the document. Any use of the aforementioned protected works, e.g. any adaptations and transformations, the partial or fully reproduction, distribution as well as any transfer to third parties or any other respective use protected under the Copyright Act is strictly forbidden without prior written approval by the respective Rights-holder.</a:t>
            </a:r>
          </a:p>
          <a:p>
            <a:pPr algn="l" rtl="0" eaLnBrk="1" fontAlgn="auto" hangingPunct="1">
              <a:lnSpc>
                <a:spcPct val="110000"/>
              </a:lnSpc>
              <a:spcBef>
                <a:spcPts val="0"/>
              </a:spcBef>
              <a:spcAft>
                <a:spcPts val="0"/>
              </a:spcAft>
            </a:pPr>
            <a:r>
              <a:rPr lang="en-GB" sz="900" b="0" i="0" u="none" baseline="0" noProof="0">
                <a:solidFill>
                  <a:srgbClr val="FFFFFF"/>
                </a:solidFill>
                <a:latin typeface="Arial" panose="020B0604020202020204" pitchFamily="34" charset="0"/>
              </a:rPr>
              <a:t>By receiving the document, the recipient confirms that it will maintain absolute confidentiality and non-disclosure about the ideas and proposals contained herein. Any Violation of the Copyright Act (e.g. unauthorized use of contents of the draft) can constitute a criminal offence according to § 106 ff. Copyright Act (</a:t>
            </a:r>
            <a:r>
              <a:rPr lang="en-GB" sz="900" b="0" i="0" u="none" baseline="0" noProof="0" err="1">
                <a:solidFill>
                  <a:srgbClr val="FFFFFF"/>
                </a:solidFill>
                <a:latin typeface="Arial" panose="020B0604020202020204" pitchFamily="34" charset="0"/>
              </a:rPr>
              <a:t>UrhG</a:t>
            </a:r>
            <a:r>
              <a:rPr lang="en-GB" sz="900" b="0" i="0" u="none" baseline="0" noProof="0">
                <a:solidFill>
                  <a:srgbClr val="FFFFFF"/>
                </a:solidFill>
                <a:latin typeface="Arial" panose="020B0604020202020204" pitchFamily="34" charset="0"/>
              </a:rPr>
              <a:t>). Additionally, the person conducting offence can be warned subject to a charge and also be condemned to financial damages and/or injunction. This is without prejudice to the Rights-Holders’ other statutory claims and rights.</a:t>
            </a:r>
          </a:p>
          <a:p>
            <a:pPr algn="l" rtl="0" eaLnBrk="1" fontAlgn="auto" hangingPunct="1">
              <a:lnSpc>
                <a:spcPct val="110000"/>
              </a:lnSpc>
              <a:spcBef>
                <a:spcPts val="0"/>
              </a:spcBef>
              <a:spcAft>
                <a:spcPts val="0"/>
              </a:spcAft>
            </a:pPr>
            <a:endParaRPr lang="en-GB" sz="900" b="0" i="0" u="none" baseline="0" noProof="0">
              <a:solidFill>
                <a:srgbClr val="FFFFFF"/>
              </a:solidFill>
              <a:latin typeface="Arial" panose="020B0604020202020204" pitchFamily="34" charset="0"/>
            </a:endParaRPr>
          </a:p>
          <a:p>
            <a:pPr algn="l" rtl="0" eaLnBrk="1" fontAlgn="auto" hangingPunct="1">
              <a:lnSpc>
                <a:spcPct val="110000"/>
              </a:lnSpc>
              <a:spcBef>
                <a:spcPts val="0"/>
              </a:spcBef>
              <a:spcAft>
                <a:spcPts val="0"/>
              </a:spcAft>
            </a:pPr>
            <a:r>
              <a:rPr lang="en-GB" sz="900" b="0" i="0" u="none" baseline="0" noProof="0">
                <a:solidFill>
                  <a:srgbClr val="FFFFFF"/>
                </a:solidFill>
                <a:latin typeface="Arial" panose="020B0604020202020204" pitchFamily="34" charset="0"/>
              </a:rPr>
              <a:t>The exclusive place of jurisdiction with regard to all disputes arising out of or in connection with a violation of the copyright laws shall be Hamburg, Germany.</a:t>
            </a:r>
          </a:p>
        </p:txBody>
      </p:sp>
      <p:grpSp>
        <p:nvGrpSpPr>
          <p:cNvPr id="7" name="Grafik 11">
            <a:extLst>
              <a:ext uri="{FF2B5EF4-FFF2-40B4-BE49-F238E27FC236}">
                <a16:creationId xmlns:a16="http://schemas.microsoft.com/office/drawing/2014/main" id="{296A2E6B-4063-4767-B030-F0DBA97BF774}"/>
              </a:ext>
            </a:extLst>
          </p:cNvPr>
          <p:cNvGrpSpPr/>
          <p:nvPr/>
        </p:nvGrpSpPr>
        <p:grpSpPr bwMode="gray">
          <a:xfrm>
            <a:off x="4513952" y="1930400"/>
            <a:ext cx="3166223" cy="579504"/>
            <a:chOff x="2963711" y="6039598"/>
            <a:chExt cx="1080005" cy="197670"/>
          </a:xfrm>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solidFill>
              <a:srgbClr val="FFFFFF"/>
            </a:solid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solidFill>
                <a:srgbClr val="FFFFFF"/>
              </a:solidFill>
              <a:ln w="1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solidFill>
                <a:srgbClr val="FFFFFF"/>
              </a:solidFill>
              <a:ln w="128"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solidFill>
                <a:srgbClr val="FFFFFF"/>
              </a:solid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solidFill>
                <a:srgbClr val="FFFFFF"/>
              </a:solid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solidFill>
                <a:srgbClr val="FFFFFF"/>
              </a:solid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solidFill>
                <a:srgbClr val="FFFFFF"/>
              </a:solid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solidFill>
                <a:srgbClr val="FFFFFF"/>
              </a:solid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solidFill>
                <a:srgbClr val="FFFFFF"/>
              </a:solid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solidFill>
                <a:srgbClr val="FFFFFF"/>
              </a:solidFill>
              <a:ln w="128" cap="flat">
                <a:noFill/>
                <a:prstDash val="solid"/>
                <a:miter/>
              </a:ln>
            </p:spPr>
            <p:txBody>
              <a:bodyPr rtlCol="0" anchor="ctr"/>
              <a:lstStyle/>
              <a:p>
                <a:endParaRPr lang="en-US"/>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888" y="5661248"/>
            <a:ext cx="11017250" cy="576262"/>
          </a:xfrm>
        </p:spPr>
        <p:txBody>
          <a:bodyPr/>
          <a:lstStyle>
            <a:lvl1pPr marL="0" indent="0">
              <a:buFont typeface="Arial" panose="020B0604020202020204" pitchFamily="34" charset="0"/>
              <a:buNone/>
              <a:defRPr sz="1100" b="1">
                <a:solidFill>
                  <a:schemeClr val="bg1"/>
                </a:solidFill>
              </a:defRPr>
            </a:lvl1pPr>
            <a:lvl2pPr marL="0" indent="0">
              <a:buNone/>
              <a:defRPr sz="900">
                <a:solidFill>
                  <a:schemeClr val="bg1"/>
                </a:solidFill>
              </a:defRPr>
            </a:lvl2pPr>
            <a:lvl3pPr marL="0" indent="0">
              <a:buNone/>
              <a:defRPr sz="900">
                <a:solidFill>
                  <a:schemeClr val="bg1"/>
                </a:solidFill>
              </a:defRPr>
            </a:lvl3pPr>
            <a:lvl4pPr marL="0" indent="0">
              <a:buNone/>
              <a:defRPr sz="900">
                <a:solidFill>
                  <a:schemeClr val="bg1"/>
                </a:solidFill>
              </a:defRPr>
            </a:lvl4pPr>
            <a:lvl5pPr marL="0" indent="0">
              <a:buNone/>
              <a:defRPr sz="900">
                <a:solidFill>
                  <a:schemeClr val="bg1"/>
                </a:solidFill>
              </a:defRPr>
            </a:lvl5pPr>
            <a:lvl6pPr marL="0" indent="0">
              <a:buNone/>
              <a:defRPr sz="900">
                <a:solidFill>
                  <a:schemeClr val="bg1"/>
                </a:solidFill>
              </a:defRPr>
            </a:lvl6pPr>
            <a:lvl7pPr marL="0" indent="0">
              <a:buNone/>
              <a:defRPr sz="900">
                <a:solidFill>
                  <a:schemeClr val="bg1"/>
                </a:solidFill>
              </a:defRPr>
            </a:lvl7pPr>
            <a:lvl8pPr marL="0" indent="0">
              <a:buNone/>
              <a:defRPr sz="900">
                <a:solidFill>
                  <a:schemeClr val="bg1"/>
                </a:solidFill>
              </a:defRPr>
            </a:lvl8pPr>
            <a:lvl9pPr marL="0" indent="0">
              <a:buNone/>
              <a:defRPr sz="900">
                <a:solidFill>
                  <a:schemeClr val="bg1"/>
                </a:solidFill>
              </a:defRPr>
            </a:lvl9pPr>
          </a:lstStyle>
          <a:p>
            <a:pPr lvl="0"/>
            <a:r>
              <a:rPr lang="en-US"/>
              <a:t>Address</a:t>
            </a:r>
          </a:p>
        </p:txBody>
      </p:sp>
    </p:spTree>
    <p:extLst>
      <p:ext uri="{BB962C8B-B14F-4D97-AF65-F5344CB8AC3E}">
        <p14:creationId xmlns:p14="http://schemas.microsoft.com/office/powerpoint/2010/main" val="161891373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Copyright">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E6C108C6-7FF3-4791-838E-D6A33A4BFF6E}"/>
              </a:ext>
            </a:extLst>
          </p:cNvPr>
          <p:cNvSpPr/>
          <p:nvPr/>
        </p:nvSpPr>
        <p:spPr>
          <a:xfrm>
            <a:off x="623888" y="3717032"/>
            <a:ext cx="10944225" cy="14401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algn="l" rtl="0" eaLnBrk="1" fontAlgn="auto" hangingPunct="1">
              <a:lnSpc>
                <a:spcPct val="110000"/>
              </a:lnSpc>
              <a:spcBef>
                <a:spcPts val="0"/>
              </a:spcBef>
              <a:spcAft>
                <a:spcPts val="0"/>
              </a:spcAft>
            </a:pPr>
            <a:r>
              <a:rPr lang="en-GB" sz="900" b="1" i="0" u="none" baseline="0" noProof="0">
                <a:solidFill>
                  <a:schemeClr val="tx1"/>
                </a:solidFill>
                <a:latin typeface="Arial" panose="020B0604020202020204" pitchFamily="34" charset="0"/>
              </a:rPr>
              <a:t>Copyright</a:t>
            </a:r>
          </a:p>
          <a:p>
            <a:pPr algn="l" rtl="0" eaLnBrk="1" fontAlgn="auto" hangingPunct="1">
              <a:lnSpc>
                <a:spcPct val="110000"/>
              </a:lnSpc>
              <a:spcBef>
                <a:spcPts val="0"/>
              </a:spcBef>
              <a:spcAft>
                <a:spcPts val="0"/>
              </a:spcAft>
            </a:pPr>
            <a:r>
              <a:rPr lang="en-GB" sz="900" b="0" i="0" u="none" baseline="0" noProof="0">
                <a:solidFill>
                  <a:schemeClr val="tx1"/>
                </a:solidFill>
                <a:latin typeface="Arial" panose="020B0604020202020204" pitchFamily="34" charset="0"/>
              </a:rPr>
              <a:t>All pictures, images and other illustrations as well as all thoughts, ideas, concepts and advertising materials listed in this document are protected by applicable copyright regulations, e.g. the Act on Copyright and Related Rights („Copyright Act“). Owner of the intellectual property is SPORTFI</a:t>
            </a:r>
            <a:r>
              <a:rPr lang="en-GB" sz="900" b="0" i="0" u="sng" baseline="0" noProof="0">
                <a:solidFill>
                  <a:schemeClr val="tx1"/>
                </a:solidFill>
                <a:latin typeface="Arial" panose="020B0604020202020204" pitchFamily="34" charset="0"/>
              </a:rPr>
              <a:t>V</a:t>
            </a:r>
            <a:r>
              <a:rPr lang="en-GB" sz="900" b="0" i="0" u="none" baseline="0" noProof="0">
                <a:solidFill>
                  <a:schemeClr val="tx1"/>
                </a:solidFill>
                <a:latin typeface="Arial" panose="020B0604020202020204" pitchFamily="34" charset="0"/>
              </a:rPr>
              <a:t>E Germany GmbH respectively the Club represented by SPORTFI</a:t>
            </a:r>
            <a:r>
              <a:rPr lang="en-GB" sz="900" b="0" i="0" u="sng" baseline="0" noProof="0">
                <a:solidFill>
                  <a:schemeClr val="tx1"/>
                </a:solidFill>
                <a:latin typeface="Arial" panose="020B0604020202020204" pitchFamily="34" charset="0"/>
              </a:rPr>
              <a:t>V</a:t>
            </a:r>
            <a:r>
              <a:rPr lang="en-GB" sz="900" b="0" i="0" u="none" baseline="0" noProof="0">
                <a:solidFill>
                  <a:schemeClr val="tx1"/>
                </a:solidFill>
                <a:latin typeface="Arial" panose="020B0604020202020204" pitchFamily="34" charset="0"/>
              </a:rPr>
              <a:t>E Germany GmbH („Rights-Holder“) save as expressly otherwise marked in the document. Any use of the aforementioned protected works, e.g. any adaptations and transformations, the partial or fully reproduction, distribution as well as any transfer to third parties or any other respective use protected under the Copyright Act is strictly forbidden without prior written approval by the respective Rights-holder.</a:t>
            </a:r>
          </a:p>
          <a:p>
            <a:pPr algn="l" rtl="0" eaLnBrk="1" fontAlgn="auto" hangingPunct="1">
              <a:lnSpc>
                <a:spcPct val="110000"/>
              </a:lnSpc>
              <a:spcBef>
                <a:spcPts val="0"/>
              </a:spcBef>
              <a:spcAft>
                <a:spcPts val="0"/>
              </a:spcAft>
            </a:pPr>
            <a:r>
              <a:rPr lang="en-GB" sz="900" b="0" i="0" u="none" baseline="0" noProof="0">
                <a:solidFill>
                  <a:schemeClr val="tx1"/>
                </a:solidFill>
                <a:latin typeface="Arial" panose="020B0604020202020204" pitchFamily="34" charset="0"/>
              </a:rPr>
              <a:t>By receiving the document, the recipient confirms that it will maintain absolute confidentiality and non-disclosure about the ideas and proposals contained herein. Any Violation of the Copyright Act (e.g. unauthorized use of contents of the draft) can constitute a criminal offence according to § 106 ff. Copyright Act (</a:t>
            </a:r>
            <a:r>
              <a:rPr lang="en-GB" sz="900" b="0" i="0" u="none" baseline="0" noProof="0" err="1">
                <a:solidFill>
                  <a:schemeClr val="tx1"/>
                </a:solidFill>
                <a:latin typeface="Arial" panose="020B0604020202020204" pitchFamily="34" charset="0"/>
              </a:rPr>
              <a:t>UrhG</a:t>
            </a:r>
            <a:r>
              <a:rPr lang="en-GB" sz="900" b="0" i="0" u="none" baseline="0" noProof="0">
                <a:solidFill>
                  <a:schemeClr val="tx1"/>
                </a:solidFill>
                <a:latin typeface="Arial" panose="020B0604020202020204" pitchFamily="34" charset="0"/>
              </a:rPr>
              <a:t>). Additionally, the person conducting offence can be warned subject to a charge and also be condemned to financial damages and/or injunction. This is without prejudice to the Rights-Holders’ other statutory claims and rights.</a:t>
            </a:r>
          </a:p>
          <a:p>
            <a:pPr algn="l" rtl="0" eaLnBrk="1" fontAlgn="auto" hangingPunct="1">
              <a:lnSpc>
                <a:spcPct val="110000"/>
              </a:lnSpc>
              <a:spcBef>
                <a:spcPts val="0"/>
              </a:spcBef>
              <a:spcAft>
                <a:spcPts val="0"/>
              </a:spcAft>
            </a:pPr>
            <a:endParaRPr lang="en-GB" sz="900" b="0" i="0" u="none" baseline="0" noProof="0">
              <a:solidFill>
                <a:schemeClr val="tx1"/>
              </a:solidFill>
              <a:latin typeface="Arial" panose="020B0604020202020204" pitchFamily="34" charset="0"/>
            </a:endParaRPr>
          </a:p>
          <a:p>
            <a:pPr algn="l" rtl="0" eaLnBrk="1" fontAlgn="auto" hangingPunct="1">
              <a:lnSpc>
                <a:spcPct val="110000"/>
              </a:lnSpc>
              <a:spcBef>
                <a:spcPts val="0"/>
              </a:spcBef>
              <a:spcAft>
                <a:spcPts val="0"/>
              </a:spcAft>
            </a:pPr>
            <a:r>
              <a:rPr lang="en-GB" sz="900" b="0" i="0" u="none" baseline="0" noProof="0">
                <a:solidFill>
                  <a:schemeClr val="tx1"/>
                </a:solidFill>
                <a:latin typeface="Arial" panose="020B0604020202020204" pitchFamily="34" charset="0"/>
              </a:rPr>
              <a:t>The exclusive place of jurisdiction with regard to all disputes arising out of or in connection with a violation of the copyright laws shall be Hamburg, Germany.</a:t>
            </a:r>
          </a:p>
        </p:txBody>
      </p:sp>
      <p:grpSp>
        <p:nvGrpSpPr>
          <p:cNvPr id="7" name="Grafik 11">
            <a:extLst>
              <a:ext uri="{FF2B5EF4-FFF2-40B4-BE49-F238E27FC236}">
                <a16:creationId xmlns:a16="http://schemas.microsoft.com/office/drawing/2014/main" id="{296A2E6B-4063-4767-B030-F0DBA97BF774}"/>
              </a:ext>
            </a:extLst>
          </p:cNvPr>
          <p:cNvGrpSpPr/>
          <p:nvPr/>
        </p:nvGrpSpPr>
        <p:grpSpPr bwMode="gray">
          <a:xfrm>
            <a:off x="4513952" y="1930400"/>
            <a:ext cx="3166223" cy="579504"/>
            <a:chOff x="2963711" y="6039598"/>
            <a:chExt cx="1080005" cy="197670"/>
          </a:xfrm>
          <a:solidFill>
            <a:schemeClr val="tx1"/>
          </a:solidFill>
        </p:grpSpPr>
        <p:grpSp>
          <p:nvGrpSpPr>
            <p:cNvPr id="8" name="Grafik 11">
              <a:extLst>
                <a:ext uri="{FF2B5EF4-FFF2-40B4-BE49-F238E27FC236}">
                  <a16:creationId xmlns:a16="http://schemas.microsoft.com/office/drawing/2014/main" id="{23FADAC8-85CB-4E9F-B204-5E13E1BEAD3E}"/>
                </a:ext>
              </a:extLst>
            </p:cNvPr>
            <p:cNvGrpSpPr/>
            <p:nvPr/>
          </p:nvGrpSpPr>
          <p:grpSpPr bwMode="gray">
            <a:xfrm>
              <a:off x="2963711" y="6039598"/>
              <a:ext cx="1080005" cy="144003"/>
              <a:chOff x="2963711" y="6039598"/>
              <a:chExt cx="1080005" cy="144003"/>
            </a:xfrm>
            <a:grpFill/>
          </p:grpSpPr>
          <p:sp>
            <p:nvSpPr>
              <p:cNvPr id="10" name="Freihandform: Form 9">
                <a:extLst>
                  <a:ext uri="{FF2B5EF4-FFF2-40B4-BE49-F238E27FC236}">
                    <a16:creationId xmlns:a16="http://schemas.microsoft.com/office/drawing/2014/main" id="{211AABEF-0E24-433F-9242-F991A45A365D}"/>
                  </a:ext>
                </a:extLst>
              </p:cNvPr>
              <p:cNvSpPr/>
              <p:nvPr/>
            </p:nvSpPr>
            <p:spPr bwMode="gray">
              <a:xfrm>
                <a:off x="2963711" y="6039598"/>
                <a:ext cx="120300" cy="143998"/>
              </a:xfrm>
              <a:custGeom>
                <a:avLst/>
                <a:gdLst>
                  <a:gd name="connsiteX0" fmla="*/ 105943 w 120300"/>
                  <a:gd name="connsiteY0" fmla="*/ 67547 h 143998"/>
                  <a:gd name="connsiteX1" fmla="*/ 66944 w 120300"/>
                  <a:gd name="connsiteY1" fmla="*/ 52449 h 143998"/>
                  <a:gd name="connsiteX2" fmla="*/ 60789 w 120300"/>
                  <a:gd name="connsiteY2" fmla="*/ 51292 h 143998"/>
                  <a:gd name="connsiteX3" fmla="*/ 45729 w 120300"/>
                  <a:gd name="connsiteY3" fmla="*/ 46208 h 143998"/>
                  <a:gd name="connsiteX4" fmla="*/ 42192 w 120300"/>
                  <a:gd name="connsiteY4" fmla="*/ 39762 h 143998"/>
                  <a:gd name="connsiteX5" fmla="*/ 45175 w 120300"/>
                  <a:gd name="connsiteY5" fmla="*/ 33419 h 143998"/>
                  <a:gd name="connsiteX6" fmla="*/ 55784 w 120300"/>
                  <a:gd name="connsiteY6" fmla="*/ 30778 h 143998"/>
                  <a:gd name="connsiteX7" fmla="*/ 70486 w 120300"/>
                  <a:gd name="connsiteY7" fmla="*/ 34686 h 143998"/>
                  <a:gd name="connsiteX8" fmla="*/ 78412 w 120300"/>
                  <a:gd name="connsiteY8" fmla="*/ 44764 h 143998"/>
                  <a:gd name="connsiteX9" fmla="*/ 79448 w 120300"/>
                  <a:gd name="connsiteY9" fmla="*/ 47506 h 143998"/>
                  <a:gd name="connsiteX10" fmla="*/ 115382 w 120300"/>
                  <a:gd name="connsiteY10" fmla="*/ 38584 h 143998"/>
                  <a:gd name="connsiteX11" fmla="*/ 113907 w 120300"/>
                  <a:gd name="connsiteY11" fmla="*/ 35039 h 143998"/>
                  <a:gd name="connsiteX12" fmla="*/ 105753 w 120300"/>
                  <a:gd name="connsiteY12" fmla="*/ 21376 h 143998"/>
                  <a:gd name="connsiteX13" fmla="*/ 93392 w 120300"/>
                  <a:gd name="connsiteY13" fmla="*/ 10239 h 143998"/>
                  <a:gd name="connsiteX14" fmla="*/ 76759 w 120300"/>
                  <a:gd name="connsiteY14" fmla="*/ 2719 h 143998"/>
                  <a:gd name="connsiteX15" fmla="*/ 55784 w 120300"/>
                  <a:gd name="connsiteY15" fmla="*/ 0 h 143998"/>
                  <a:gd name="connsiteX16" fmla="*/ 36058 w 120300"/>
                  <a:gd name="connsiteY16" fmla="*/ 2624 h 143998"/>
                  <a:gd name="connsiteX17" fmla="*/ 20066 w 120300"/>
                  <a:gd name="connsiteY17" fmla="*/ 10586 h 143998"/>
                  <a:gd name="connsiteX18" fmla="*/ 9443 w 120300"/>
                  <a:gd name="connsiteY18" fmla="*/ 23735 h 143998"/>
                  <a:gd name="connsiteX19" fmla="*/ 5661 w 120300"/>
                  <a:gd name="connsiteY19" fmla="*/ 41301 h 143998"/>
                  <a:gd name="connsiteX20" fmla="*/ 9263 w 120300"/>
                  <a:gd name="connsiteY20" fmla="*/ 58396 h 143998"/>
                  <a:gd name="connsiteX21" fmla="*/ 19939 w 120300"/>
                  <a:gd name="connsiteY21" fmla="*/ 70996 h 143998"/>
                  <a:gd name="connsiteX22" fmla="*/ 36662 w 120300"/>
                  <a:gd name="connsiteY22" fmla="*/ 79530 h 143998"/>
                  <a:gd name="connsiteX23" fmla="*/ 58826 w 120300"/>
                  <a:gd name="connsiteY23" fmla="*/ 85223 h 143998"/>
                  <a:gd name="connsiteX24" fmla="*/ 64975 w 120300"/>
                  <a:gd name="connsiteY24" fmla="*/ 86372 h 143998"/>
                  <a:gd name="connsiteX25" fmla="*/ 79769 w 120300"/>
                  <a:gd name="connsiteY25" fmla="*/ 92107 h 143998"/>
                  <a:gd name="connsiteX26" fmla="*/ 83576 w 120300"/>
                  <a:gd name="connsiteY26" fmla="*/ 100591 h 143998"/>
                  <a:gd name="connsiteX27" fmla="*/ 79622 w 120300"/>
                  <a:gd name="connsiteY27" fmla="*/ 109421 h 143998"/>
                  <a:gd name="connsiteX28" fmla="*/ 66338 w 120300"/>
                  <a:gd name="connsiteY28" fmla="*/ 113221 h 143998"/>
                  <a:gd name="connsiteX29" fmla="*/ 47430 w 120300"/>
                  <a:gd name="connsiteY29" fmla="*/ 107571 h 143998"/>
                  <a:gd name="connsiteX30" fmla="*/ 36633 w 120300"/>
                  <a:gd name="connsiteY30" fmla="*/ 92398 h 143998"/>
                  <a:gd name="connsiteX31" fmla="*/ 35641 w 120300"/>
                  <a:gd name="connsiteY31" fmla="*/ 89560 h 143998"/>
                  <a:gd name="connsiteX32" fmla="*/ 0 w 120300"/>
                  <a:gd name="connsiteY32" fmla="*/ 98475 h 143998"/>
                  <a:gd name="connsiteX33" fmla="*/ 1250 w 120300"/>
                  <a:gd name="connsiteY33" fmla="*/ 101914 h 143998"/>
                  <a:gd name="connsiteX34" fmla="*/ 10253 w 120300"/>
                  <a:gd name="connsiteY34" fmla="*/ 118500 h 143998"/>
                  <a:gd name="connsiteX35" fmla="*/ 24253 w 120300"/>
                  <a:gd name="connsiteY35" fmla="*/ 131904 h 143998"/>
                  <a:gd name="connsiteX36" fmla="*/ 42911 w 120300"/>
                  <a:gd name="connsiteY36" fmla="*/ 140783 h 143998"/>
                  <a:gd name="connsiteX37" fmla="*/ 66337 w 120300"/>
                  <a:gd name="connsiteY37" fmla="*/ 143998 h 143998"/>
                  <a:gd name="connsiteX38" fmla="*/ 87782 w 120300"/>
                  <a:gd name="connsiteY38" fmla="*/ 140866 h 143998"/>
                  <a:gd name="connsiteX39" fmla="*/ 104860 w 120300"/>
                  <a:gd name="connsiteY39" fmla="*/ 131955 h 143998"/>
                  <a:gd name="connsiteX40" fmla="*/ 116225 w 120300"/>
                  <a:gd name="connsiteY40" fmla="*/ 117778 h 143998"/>
                  <a:gd name="connsiteX41" fmla="*/ 120301 w 120300"/>
                  <a:gd name="connsiteY41" fmla="*/ 99058 h 143998"/>
                  <a:gd name="connsiteX42" fmla="*/ 105943 w 120300"/>
                  <a:gd name="connsiteY42" fmla="*/ 67547 h 143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20300" h="143998">
                    <a:moveTo>
                      <a:pt x="105943" y="67547"/>
                    </a:moveTo>
                    <a:cubicBezTo>
                      <a:pt x="96871" y="60679"/>
                      <a:pt x="83753" y="55598"/>
                      <a:pt x="66944" y="52449"/>
                    </a:cubicBezTo>
                    <a:lnTo>
                      <a:pt x="60789" y="51292"/>
                    </a:lnTo>
                    <a:cubicBezTo>
                      <a:pt x="53639" y="49984"/>
                      <a:pt x="48576" y="48270"/>
                      <a:pt x="45729" y="46208"/>
                    </a:cubicBezTo>
                    <a:cubicBezTo>
                      <a:pt x="43347" y="44482"/>
                      <a:pt x="42192" y="42374"/>
                      <a:pt x="42192" y="39762"/>
                    </a:cubicBezTo>
                    <a:cubicBezTo>
                      <a:pt x="42192" y="37089"/>
                      <a:pt x="43168" y="35010"/>
                      <a:pt x="45175" y="33419"/>
                    </a:cubicBezTo>
                    <a:cubicBezTo>
                      <a:pt x="47375" y="31668"/>
                      <a:pt x="50945" y="30778"/>
                      <a:pt x="55784" y="30778"/>
                    </a:cubicBezTo>
                    <a:cubicBezTo>
                      <a:pt x="61841" y="30778"/>
                      <a:pt x="66785" y="32094"/>
                      <a:pt x="70486" y="34686"/>
                    </a:cubicBezTo>
                    <a:cubicBezTo>
                      <a:pt x="74253" y="37333"/>
                      <a:pt x="76849" y="40626"/>
                      <a:pt x="78412" y="44764"/>
                    </a:cubicBezTo>
                    <a:lnTo>
                      <a:pt x="79448" y="47506"/>
                    </a:lnTo>
                    <a:lnTo>
                      <a:pt x="115382" y="38584"/>
                    </a:lnTo>
                    <a:lnTo>
                      <a:pt x="113907" y="35039"/>
                    </a:lnTo>
                    <a:cubicBezTo>
                      <a:pt x="111877" y="30172"/>
                      <a:pt x="109136" y="25576"/>
                      <a:pt x="105753" y="21376"/>
                    </a:cubicBezTo>
                    <a:cubicBezTo>
                      <a:pt x="102355" y="17164"/>
                      <a:pt x="98195" y="13423"/>
                      <a:pt x="93392" y="10239"/>
                    </a:cubicBezTo>
                    <a:cubicBezTo>
                      <a:pt x="88586" y="7061"/>
                      <a:pt x="82985" y="4532"/>
                      <a:pt x="76759" y="2719"/>
                    </a:cubicBezTo>
                    <a:cubicBezTo>
                      <a:pt x="70537" y="916"/>
                      <a:pt x="63476" y="0"/>
                      <a:pt x="55784" y="0"/>
                    </a:cubicBezTo>
                    <a:cubicBezTo>
                      <a:pt x="48732" y="0"/>
                      <a:pt x="42097" y="884"/>
                      <a:pt x="36058" y="2624"/>
                    </a:cubicBezTo>
                    <a:cubicBezTo>
                      <a:pt x="29921" y="4402"/>
                      <a:pt x="24538" y="7081"/>
                      <a:pt x="20066" y="10586"/>
                    </a:cubicBezTo>
                    <a:cubicBezTo>
                      <a:pt x="15537" y="14142"/>
                      <a:pt x="11963" y="18565"/>
                      <a:pt x="9443" y="23735"/>
                    </a:cubicBezTo>
                    <a:cubicBezTo>
                      <a:pt x="6937" y="28893"/>
                      <a:pt x="5661" y="34802"/>
                      <a:pt x="5661" y="41301"/>
                    </a:cubicBezTo>
                    <a:cubicBezTo>
                      <a:pt x="5661" y="47796"/>
                      <a:pt x="6874" y="53544"/>
                      <a:pt x="9263" y="58396"/>
                    </a:cubicBezTo>
                    <a:cubicBezTo>
                      <a:pt x="11666" y="63266"/>
                      <a:pt x="15254" y="67503"/>
                      <a:pt x="19939" y="70996"/>
                    </a:cubicBezTo>
                    <a:cubicBezTo>
                      <a:pt x="24475" y="74382"/>
                      <a:pt x="30103" y="77258"/>
                      <a:pt x="36662" y="79530"/>
                    </a:cubicBezTo>
                    <a:cubicBezTo>
                      <a:pt x="43039" y="81747"/>
                      <a:pt x="50498" y="83663"/>
                      <a:pt x="58826" y="85223"/>
                    </a:cubicBezTo>
                    <a:lnTo>
                      <a:pt x="64975" y="86372"/>
                    </a:lnTo>
                    <a:cubicBezTo>
                      <a:pt x="72008" y="87668"/>
                      <a:pt x="76987" y="89596"/>
                      <a:pt x="79769" y="92107"/>
                    </a:cubicBezTo>
                    <a:cubicBezTo>
                      <a:pt x="82324" y="94420"/>
                      <a:pt x="83576" y="97194"/>
                      <a:pt x="83576" y="100591"/>
                    </a:cubicBezTo>
                    <a:cubicBezTo>
                      <a:pt x="83576" y="104027"/>
                      <a:pt x="82278" y="106913"/>
                      <a:pt x="79622" y="109421"/>
                    </a:cubicBezTo>
                    <a:cubicBezTo>
                      <a:pt x="76943" y="111944"/>
                      <a:pt x="72474" y="113221"/>
                      <a:pt x="66338" y="113221"/>
                    </a:cubicBezTo>
                    <a:cubicBezTo>
                      <a:pt x="58677" y="113221"/>
                      <a:pt x="52314" y="111322"/>
                      <a:pt x="47430" y="107571"/>
                    </a:cubicBezTo>
                    <a:cubicBezTo>
                      <a:pt x="42465" y="103760"/>
                      <a:pt x="38839" y="98660"/>
                      <a:pt x="36633" y="92398"/>
                    </a:cubicBezTo>
                    <a:lnTo>
                      <a:pt x="35641" y="89560"/>
                    </a:lnTo>
                    <a:lnTo>
                      <a:pt x="0" y="98475"/>
                    </a:lnTo>
                    <a:lnTo>
                      <a:pt x="1250" y="101914"/>
                    </a:lnTo>
                    <a:cubicBezTo>
                      <a:pt x="3397" y="107812"/>
                      <a:pt x="6426" y="113397"/>
                      <a:pt x="10253" y="118500"/>
                    </a:cubicBezTo>
                    <a:cubicBezTo>
                      <a:pt x="14099" y="123630"/>
                      <a:pt x="18807" y="128134"/>
                      <a:pt x="24253" y="131904"/>
                    </a:cubicBezTo>
                    <a:cubicBezTo>
                      <a:pt x="29694" y="135662"/>
                      <a:pt x="35974" y="138656"/>
                      <a:pt x="42911" y="140783"/>
                    </a:cubicBezTo>
                    <a:cubicBezTo>
                      <a:pt x="49854" y="142916"/>
                      <a:pt x="57734" y="143998"/>
                      <a:pt x="66337" y="143998"/>
                    </a:cubicBezTo>
                    <a:cubicBezTo>
                      <a:pt x="74062" y="143998"/>
                      <a:pt x="81282" y="142944"/>
                      <a:pt x="87782" y="140866"/>
                    </a:cubicBezTo>
                    <a:cubicBezTo>
                      <a:pt x="94334" y="138776"/>
                      <a:pt x="100079" y="135773"/>
                      <a:pt x="104860" y="131955"/>
                    </a:cubicBezTo>
                    <a:cubicBezTo>
                      <a:pt x="109701" y="128081"/>
                      <a:pt x="113523" y="123309"/>
                      <a:pt x="116225" y="117778"/>
                    </a:cubicBezTo>
                    <a:cubicBezTo>
                      <a:pt x="118927" y="112236"/>
                      <a:pt x="120301" y="105937"/>
                      <a:pt x="120301" y="99058"/>
                    </a:cubicBezTo>
                    <a:cubicBezTo>
                      <a:pt x="120302" y="85367"/>
                      <a:pt x="115467" y="74761"/>
                      <a:pt x="105943" y="67547"/>
                    </a:cubicBezTo>
                  </a:path>
                </a:pathLst>
              </a:custGeom>
              <a:grpFill/>
              <a:ln w="128" cap="flat">
                <a:noFill/>
                <a:prstDash val="solid"/>
                <a:miter/>
              </a:ln>
            </p:spPr>
            <p:txBody>
              <a:bodyPr rtlCol="0" anchor="ctr"/>
              <a:lstStyle/>
              <a:p>
                <a:endParaRPr lang="en-US"/>
              </a:p>
            </p:txBody>
          </p:sp>
          <p:sp>
            <p:nvSpPr>
              <p:cNvPr id="11" name="Freihandform: Form 10">
                <a:extLst>
                  <a:ext uri="{FF2B5EF4-FFF2-40B4-BE49-F238E27FC236}">
                    <a16:creationId xmlns:a16="http://schemas.microsoft.com/office/drawing/2014/main" id="{5D64909A-A50E-4E86-853C-7A9BD4C03B57}"/>
                  </a:ext>
                </a:extLst>
              </p:cNvPr>
              <p:cNvSpPr/>
              <p:nvPr/>
            </p:nvSpPr>
            <p:spPr bwMode="gray">
              <a:xfrm>
                <a:off x="3215469" y="6039598"/>
                <a:ext cx="144382" cy="144003"/>
              </a:xfrm>
              <a:custGeom>
                <a:avLst/>
                <a:gdLst>
                  <a:gd name="connsiteX0" fmla="*/ 57799 w 144382"/>
                  <a:gd name="connsiteY0" fmla="*/ 35192 h 144003"/>
                  <a:gd name="connsiteX1" fmla="*/ 72186 w 144382"/>
                  <a:gd name="connsiteY1" fmla="*/ 32319 h 144003"/>
                  <a:gd name="connsiteX2" fmla="*/ 86577 w 144382"/>
                  <a:gd name="connsiteY2" fmla="*/ 35192 h 144003"/>
                  <a:gd name="connsiteX3" fmla="*/ 97518 w 144382"/>
                  <a:gd name="connsiteY3" fmla="*/ 43263 h 144003"/>
                  <a:gd name="connsiteX4" fmla="*/ 104567 w 144382"/>
                  <a:gd name="connsiteY4" fmla="*/ 55797 h 144003"/>
                  <a:gd name="connsiteX5" fmla="*/ 107081 w 144382"/>
                  <a:gd name="connsiteY5" fmla="*/ 72003 h 144003"/>
                  <a:gd name="connsiteX6" fmla="*/ 104567 w 144382"/>
                  <a:gd name="connsiteY6" fmla="*/ 88207 h 144003"/>
                  <a:gd name="connsiteX7" fmla="*/ 97523 w 144382"/>
                  <a:gd name="connsiteY7" fmla="*/ 100736 h 144003"/>
                  <a:gd name="connsiteX8" fmla="*/ 86582 w 144382"/>
                  <a:gd name="connsiteY8" fmla="*/ 108807 h 144003"/>
                  <a:gd name="connsiteX9" fmla="*/ 72186 w 144382"/>
                  <a:gd name="connsiteY9" fmla="*/ 111688 h 144003"/>
                  <a:gd name="connsiteX10" fmla="*/ 57799 w 144382"/>
                  <a:gd name="connsiteY10" fmla="*/ 108807 h 144003"/>
                  <a:gd name="connsiteX11" fmla="*/ 46852 w 144382"/>
                  <a:gd name="connsiteY11" fmla="*/ 100736 h 144003"/>
                  <a:gd name="connsiteX12" fmla="*/ 39812 w 144382"/>
                  <a:gd name="connsiteY12" fmla="*/ 88207 h 144003"/>
                  <a:gd name="connsiteX13" fmla="*/ 37297 w 144382"/>
                  <a:gd name="connsiteY13" fmla="*/ 72003 h 144003"/>
                  <a:gd name="connsiteX14" fmla="*/ 39812 w 144382"/>
                  <a:gd name="connsiteY14" fmla="*/ 55797 h 144003"/>
                  <a:gd name="connsiteX15" fmla="*/ 46852 w 144382"/>
                  <a:gd name="connsiteY15" fmla="*/ 43268 h 144003"/>
                  <a:gd name="connsiteX16" fmla="*/ 57799 w 144382"/>
                  <a:gd name="connsiteY16" fmla="*/ 35192 h 144003"/>
                  <a:gd name="connsiteX17" fmla="*/ 123638 w 144382"/>
                  <a:gd name="connsiteY17" fmla="*/ 20052 h 144003"/>
                  <a:gd name="connsiteX18" fmla="*/ 100748 w 144382"/>
                  <a:gd name="connsiteY18" fmla="*/ 5226 h 144003"/>
                  <a:gd name="connsiteX19" fmla="*/ 72187 w 144382"/>
                  <a:gd name="connsiteY19" fmla="*/ 0 h 144003"/>
                  <a:gd name="connsiteX20" fmla="*/ 43624 w 144382"/>
                  <a:gd name="connsiteY20" fmla="*/ 5225 h 144003"/>
                  <a:gd name="connsiteX21" fmla="*/ 20741 w 144382"/>
                  <a:gd name="connsiteY21" fmla="*/ 20051 h 144003"/>
                  <a:gd name="connsiteX22" fmla="*/ 5531 w 144382"/>
                  <a:gd name="connsiteY22" fmla="*/ 42904 h 144003"/>
                  <a:gd name="connsiteX23" fmla="*/ 0 w 144382"/>
                  <a:gd name="connsiteY23" fmla="*/ 72003 h 144003"/>
                  <a:gd name="connsiteX24" fmla="*/ 5537 w 144382"/>
                  <a:gd name="connsiteY24" fmla="*/ 101199 h 144003"/>
                  <a:gd name="connsiteX25" fmla="*/ 20742 w 144382"/>
                  <a:gd name="connsiteY25" fmla="*/ 123953 h 144003"/>
                  <a:gd name="connsiteX26" fmla="*/ 43625 w 144382"/>
                  <a:gd name="connsiteY26" fmla="*/ 138781 h 144003"/>
                  <a:gd name="connsiteX27" fmla="*/ 72189 w 144382"/>
                  <a:gd name="connsiteY27" fmla="*/ 144003 h 144003"/>
                  <a:gd name="connsiteX28" fmla="*/ 100750 w 144382"/>
                  <a:gd name="connsiteY28" fmla="*/ 138781 h 144003"/>
                  <a:gd name="connsiteX29" fmla="*/ 123639 w 144382"/>
                  <a:gd name="connsiteY29" fmla="*/ 123953 h 144003"/>
                  <a:gd name="connsiteX30" fmla="*/ 138852 w 144382"/>
                  <a:gd name="connsiteY30" fmla="*/ 101199 h 144003"/>
                  <a:gd name="connsiteX31" fmla="*/ 144382 w 144382"/>
                  <a:gd name="connsiteY31" fmla="*/ 72003 h 144003"/>
                  <a:gd name="connsiteX32" fmla="*/ 138852 w 144382"/>
                  <a:gd name="connsiteY32" fmla="*/ 42904 h 144003"/>
                  <a:gd name="connsiteX33" fmla="*/ 123638 w 144382"/>
                  <a:gd name="connsiteY33" fmla="*/ 20052 h 144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4382" h="144003">
                    <a:moveTo>
                      <a:pt x="57799" y="35192"/>
                    </a:moveTo>
                    <a:cubicBezTo>
                      <a:pt x="62080" y="33286"/>
                      <a:pt x="66924" y="32319"/>
                      <a:pt x="72186" y="32319"/>
                    </a:cubicBezTo>
                    <a:cubicBezTo>
                      <a:pt x="77452" y="32319"/>
                      <a:pt x="82289" y="33286"/>
                      <a:pt x="86577" y="35192"/>
                    </a:cubicBezTo>
                    <a:cubicBezTo>
                      <a:pt x="90846" y="37100"/>
                      <a:pt x="94530" y="39819"/>
                      <a:pt x="97518" y="43263"/>
                    </a:cubicBezTo>
                    <a:cubicBezTo>
                      <a:pt x="100551" y="46768"/>
                      <a:pt x="102921" y="50982"/>
                      <a:pt x="104567" y="55797"/>
                    </a:cubicBezTo>
                    <a:cubicBezTo>
                      <a:pt x="106233" y="60684"/>
                      <a:pt x="107081" y="66128"/>
                      <a:pt x="107081" y="72003"/>
                    </a:cubicBezTo>
                    <a:cubicBezTo>
                      <a:pt x="107081" y="77874"/>
                      <a:pt x="106232" y="83328"/>
                      <a:pt x="104567" y="88207"/>
                    </a:cubicBezTo>
                    <a:cubicBezTo>
                      <a:pt x="102921" y="93022"/>
                      <a:pt x="100551" y="97240"/>
                      <a:pt x="97523" y="100736"/>
                    </a:cubicBezTo>
                    <a:cubicBezTo>
                      <a:pt x="94524" y="104190"/>
                      <a:pt x="90846" y="106908"/>
                      <a:pt x="86582" y="108807"/>
                    </a:cubicBezTo>
                    <a:cubicBezTo>
                      <a:pt x="82289" y="110717"/>
                      <a:pt x="77452" y="111688"/>
                      <a:pt x="72186" y="111688"/>
                    </a:cubicBezTo>
                    <a:cubicBezTo>
                      <a:pt x="66923" y="111688"/>
                      <a:pt x="62080" y="110719"/>
                      <a:pt x="57799" y="108807"/>
                    </a:cubicBezTo>
                    <a:cubicBezTo>
                      <a:pt x="53527" y="106901"/>
                      <a:pt x="49846" y="104190"/>
                      <a:pt x="46852" y="100736"/>
                    </a:cubicBezTo>
                    <a:cubicBezTo>
                      <a:pt x="43824" y="97240"/>
                      <a:pt x="41448" y="93028"/>
                      <a:pt x="39812" y="88207"/>
                    </a:cubicBezTo>
                    <a:cubicBezTo>
                      <a:pt x="38143" y="83334"/>
                      <a:pt x="37297" y="77881"/>
                      <a:pt x="37297" y="72003"/>
                    </a:cubicBezTo>
                    <a:cubicBezTo>
                      <a:pt x="37297" y="66123"/>
                      <a:pt x="38143" y="60673"/>
                      <a:pt x="39812" y="55797"/>
                    </a:cubicBezTo>
                    <a:cubicBezTo>
                      <a:pt x="41455" y="50982"/>
                      <a:pt x="43825" y="46766"/>
                      <a:pt x="46852" y="43268"/>
                    </a:cubicBezTo>
                    <a:cubicBezTo>
                      <a:pt x="49846" y="39819"/>
                      <a:pt x="53527" y="37103"/>
                      <a:pt x="57799" y="35192"/>
                    </a:cubicBezTo>
                    <a:moveTo>
                      <a:pt x="123638" y="20052"/>
                    </a:moveTo>
                    <a:cubicBezTo>
                      <a:pt x="117212" y="13695"/>
                      <a:pt x="109507" y="8701"/>
                      <a:pt x="100748" y="5226"/>
                    </a:cubicBezTo>
                    <a:cubicBezTo>
                      <a:pt x="92019" y="1758"/>
                      <a:pt x="82409" y="0"/>
                      <a:pt x="72187" y="0"/>
                    </a:cubicBezTo>
                    <a:cubicBezTo>
                      <a:pt x="61966" y="0"/>
                      <a:pt x="52356" y="1758"/>
                      <a:pt x="43624" y="5225"/>
                    </a:cubicBezTo>
                    <a:cubicBezTo>
                      <a:pt x="34871" y="8700"/>
                      <a:pt x="27173" y="13689"/>
                      <a:pt x="20741" y="20051"/>
                    </a:cubicBezTo>
                    <a:cubicBezTo>
                      <a:pt x="14320" y="26407"/>
                      <a:pt x="9197" y="34094"/>
                      <a:pt x="5531" y="42904"/>
                    </a:cubicBezTo>
                    <a:cubicBezTo>
                      <a:pt x="1855" y="51712"/>
                      <a:pt x="0" y="61498"/>
                      <a:pt x="0" y="72003"/>
                    </a:cubicBezTo>
                    <a:cubicBezTo>
                      <a:pt x="0" y="82647"/>
                      <a:pt x="1862" y="92467"/>
                      <a:pt x="5537" y="101199"/>
                    </a:cubicBezTo>
                    <a:cubicBezTo>
                      <a:pt x="9197" y="109949"/>
                      <a:pt x="14321" y="117601"/>
                      <a:pt x="20742" y="123953"/>
                    </a:cubicBezTo>
                    <a:cubicBezTo>
                      <a:pt x="27179" y="130321"/>
                      <a:pt x="34878" y="135312"/>
                      <a:pt x="43625" y="138781"/>
                    </a:cubicBezTo>
                    <a:cubicBezTo>
                      <a:pt x="52357" y="142243"/>
                      <a:pt x="61967" y="144003"/>
                      <a:pt x="72189" y="144003"/>
                    </a:cubicBezTo>
                    <a:cubicBezTo>
                      <a:pt x="82416" y="144003"/>
                      <a:pt x="92027" y="142243"/>
                      <a:pt x="100750" y="138781"/>
                    </a:cubicBezTo>
                    <a:cubicBezTo>
                      <a:pt x="109508" y="135306"/>
                      <a:pt x="117207" y="130315"/>
                      <a:pt x="123639" y="123953"/>
                    </a:cubicBezTo>
                    <a:cubicBezTo>
                      <a:pt x="130056" y="117608"/>
                      <a:pt x="135172" y="109953"/>
                      <a:pt x="138852" y="101199"/>
                    </a:cubicBezTo>
                    <a:cubicBezTo>
                      <a:pt x="142518" y="92458"/>
                      <a:pt x="144382" y="82634"/>
                      <a:pt x="144382" y="72003"/>
                    </a:cubicBezTo>
                    <a:cubicBezTo>
                      <a:pt x="144382" y="61510"/>
                      <a:pt x="142523" y="51723"/>
                      <a:pt x="138852" y="42904"/>
                    </a:cubicBezTo>
                    <a:cubicBezTo>
                      <a:pt x="135175" y="34095"/>
                      <a:pt x="130060" y="26402"/>
                      <a:pt x="123638" y="20052"/>
                    </a:cubicBezTo>
                  </a:path>
                </a:pathLst>
              </a:custGeom>
              <a:grpFill/>
              <a:ln w="128" cap="flat">
                <a:noFill/>
                <a:prstDash val="solid"/>
                <a:miter/>
              </a:ln>
            </p:spPr>
            <p:txBody>
              <a:bodyPr rtlCol="0" anchor="ctr"/>
              <a:lstStyle/>
              <a:p>
                <a:endParaRPr lang="en-US"/>
              </a:p>
            </p:txBody>
          </p:sp>
          <p:sp>
            <p:nvSpPr>
              <p:cNvPr id="12" name="Freihandform: Form 11">
                <a:extLst>
                  <a:ext uri="{FF2B5EF4-FFF2-40B4-BE49-F238E27FC236}">
                    <a16:creationId xmlns:a16="http://schemas.microsoft.com/office/drawing/2014/main" id="{2C523F0F-20E1-48C8-B295-C88AA2FD222F}"/>
                  </a:ext>
                </a:extLst>
              </p:cNvPr>
              <p:cNvSpPr/>
              <p:nvPr/>
            </p:nvSpPr>
            <p:spPr bwMode="gray">
              <a:xfrm>
                <a:off x="3371957" y="6041904"/>
                <a:ext cx="121034" cy="139393"/>
              </a:xfrm>
              <a:custGeom>
                <a:avLst/>
                <a:gdLst>
                  <a:gd name="connsiteX0" fmla="*/ 76376 w 121034"/>
                  <a:gd name="connsiteY0" fmla="*/ 43600 h 139393"/>
                  <a:gd name="connsiteX1" fmla="*/ 73120 w 121034"/>
                  <a:gd name="connsiteY1" fmla="*/ 51627 h 139393"/>
                  <a:gd name="connsiteX2" fmla="*/ 62597 w 121034"/>
                  <a:gd name="connsiteY2" fmla="*/ 54881 h 139393"/>
                  <a:gd name="connsiteX3" fmla="*/ 37298 w 121034"/>
                  <a:gd name="connsiteY3" fmla="*/ 54881 h 139393"/>
                  <a:gd name="connsiteX4" fmla="*/ 37298 w 121034"/>
                  <a:gd name="connsiteY4" fmla="*/ 32318 h 139393"/>
                  <a:gd name="connsiteX5" fmla="*/ 62597 w 121034"/>
                  <a:gd name="connsiteY5" fmla="*/ 32318 h 139393"/>
                  <a:gd name="connsiteX6" fmla="*/ 73120 w 121034"/>
                  <a:gd name="connsiteY6" fmla="*/ 35572 h 139393"/>
                  <a:gd name="connsiteX7" fmla="*/ 76376 w 121034"/>
                  <a:gd name="connsiteY7" fmla="*/ 43600 h 139393"/>
                  <a:gd name="connsiteX8" fmla="*/ 106379 w 121034"/>
                  <a:gd name="connsiteY8" fmla="*/ 65949 h 139393"/>
                  <a:gd name="connsiteX9" fmla="*/ 113677 w 121034"/>
                  <a:gd name="connsiteY9" fmla="*/ 42258 h 139393"/>
                  <a:gd name="connsiteX10" fmla="*/ 110227 w 121034"/>
                  <a:gd name="connsiteY10" fmla="*/ 25177 h 139393"/>
                  <a:gd name="connsiteX11" fmla="*/ 100034 w 121034"/>
                  <a:gd name="connsiteY11" fmla="*/ 11718 h 139393"/>
                  <a:gd name="connsiteX12" fmla="*/ 83850 w 121034"/>
                  <a:gd name="connsiteY12" fmla="*/ 3040 h 139393"/>
                  <a:gd name="connsiteX13" fmla="*/ 62599 w 121034"/>
                  <a:gd name="connsiteY13" fmla="*/ 0 h 139393"/>
                  <a:gd name="connsiteX14" fmla="*/ 0 w 121034"/>
                  <a:gd name="connsiteY14" fmla="*/ 0 h 139393"/>
                  <a:gd name="connsiteX15" fmla="*/ 0 w 121034"/>
                  <a:gd name="connsiteY15" fmla="*/ 139392 h 139393"/>
                  <a:gd name="connsiteX16" fmla="*/ 37299 w 121034"/>
                  <a:gd name="connsiteY16" fmla="*/ 139392 h 139393"/>
                  <a:gd name="connsiteX17" fmla="*/ 37299 w 121034"/>
                  <a:gd name="connsiteY17" fmla="*/ 87195 h 139393"/>
                  <a:gd name="connsiteX18" fmla="*/ 55145 w 121034"/>
                  <a:gd name="connsiteY18" fmla="*/ 87195 h 139393"/>
                  <a:gd name="connsiteX19" fmla="*/ 80095 w 121034"/>
                  <a:gd name="connsiteY19" fmla="*/ 139393 h 139393"/>
                  <a:gd name="connsiteX20" fmla="*/ 121035 w 121034"/>
                  <a:gd name="connsiteY20" fmla="*/ 139393 h 139393"/>
                  <a:gd name="connsiteX21" fmla="*/ 91514 w 121034"/>
                  <a:gd name="connsiteY21" fmla="*/ 78965 h 139393"/>
                  <a:gd name="connsiteX22" fmla="*/ 106379 w 121034"/>
                  <a:gd name="connsiteY22" fmla="*/ 65949 h 139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034" h="139393">
                    <a:moveTo>
                      <a:pt x="76376" y="43600"/>
                    </a:moveTo>
                    <a:cubicBezTo>
                      <a:pt x="76376" y="46810"/>
                      <a:pt x="75311" y="49440"/>
                      <a:pt x="73120" y="51627"/>
                    </a:cubicBezTo>
                    <a:cubicBezTo>
                      <a:pt x="70954" y="53789"/>
                      <a:pt x="67416" y="54881"/>
                      <a:pt x="62597" y="54881"/>
                    </a:cubicBezTo>
                    <a:lnTo>
                      <a:pt x="37298" y="54881"/>
                    </a:lnTo>
                    <a:lnTo>
                      <a:pt x="37298" y="32318"/>
                    </a:lnTo>
                    <a:lnTo>
                      <a:pt x="62597" y="32318"/>
                    </a:lnTo>
                    <a:cubicBezTo>
                      <a:pt x="67416" y="32318"/>
                      <a:pt x="70954" y="33409"/>
                      <a:pt x="73120" y="35572"/>
                    </a:cubicBezTo>
                    <a:cubicBezTo>
                      <a:pt x="75312" y="37763"/>
                      <a:pt x="76376" y="40389"/>
                      <a:pt x="76376" y="43600"/>
                    </a:cubicBezTo>
                    <a:moveTo>
                      <a:pt x="106379" y="65949"/>
                    </a:moveTo>
                    <a:cubicBezTo>
                      <a:pt x="111226" y="59629"/>
                      <a:pt x="113677" y="51659"/>
                      <a:pt x="113677" y="42258"/>
                    </a:cubicBezTo>
                    <a:cubicBezTo>
                      <a:pt x="113677" y="36060"/>
                      <a:pt x="112519" y="30315"/>
                      <a:pt x="110227" y="25177"/>
                    </a:cubicBezTo>
                    <a:cubicBezTo>
                      <a:pt x="107923" y="20007"/>
                      <a:pt x="104496" y="15476"/>
                      <a:pt x="100034" y="11718"/>
                    </a:cubicBezTo>
                    <a:cubicBezTo>
                      <a:pt x="95624" y="7997"/>
                      <a:pt x="90184" y="5079"/>
                      <a:pt x="83850" y="3040"/>
                    </a:cubicBezTo>
                    <a:cubicBezTo>
                      <a:pt x="77607" y="1022"/>
                      <a:pt x="70454" y="0"/>
                      <a:pt x="62599" y="0"/>
                    </a:cubicBezTo>
                    <a:lnTo>
                      <a:pt x="0" y="0"/>
                    </a:lnTo>
                    <a:lnTo>
                      <a:pt x="0" y="139392"/>
                    </a:lnTo>
                    <a:lnTo>
                      <a:pt x="37299" y="139392"/>
                    </a:lnTo>
                    <a:lnTo>
                      <a:pt x="37299" y="87195"/>
                    </a:lnTo>
                    <a:lnTo>
                      <a:pt x="55145" y="87195"/>
                    </a:lnTo>
                    <a:lnTo>
                      <a:pt x="80095" y="139393"/>
                    </a:lnTo>
                    <a:lnTo>
                      <a:pt x="121035" y="139393"/>
                    </a:lnTo>
                    <a:lnTo>
                      <a:pt x="91514" y="78965"/>
                    </a:lnTo>
                    <a:cubicBezTo>
                      <a:pt x="97337" y="75596"/>
                      <a:pt x="102340" y="71219"/>
                      <a:pt x="106379" y="65949"/>
                    </a:cubicBezTo>
                  </a:path>
                </a:pathLst>
              </a:custGeom>
              <a:grpFill/>
              <a:ln w="128" cap="flat">
                <a:noFill/>
                <a:prstDash val="solid"/>
                <a:miter/>
              </a:ln>
            </p:spPr>
            <p:txBody>
              <a:bodyPr rtlCol="0" anchor="ctr"/>
              <a:lstStyle/>
              <a:p>
                <a:endParaRPr lang="en-US"/>
              </a:p>
            </p:txBody>
          </p:sp>
          <p:sp>
            <p:nvSpPr>
              <p:cNvPr id="13" name="Freihandform: Form 12">
                <a:extLst>
                  <a:ext uri="{FF2B5EF4-FFF2-40B4-BE49-F238E27FC236}">
                    <a16:creationId xmlns:a16="http://schemas.microsoft.com/office/drawing/2014/main" id="{555B000A-BC42-4A66-B52A-A993DEE145BF}"/>
                  </a:ext>
                </a:extLst>
              </p:cNvPr>
              <p:cNvSpPr/>
              <p:nvPr/>
            </p:nvSpPr>
            <p:spPr bwMode="gray">
              <a:xfrm>
                <a:off x="3494452" y="6041897"/>
                <a:ext cx="119246" cy="139394"/>
              </a:xfrm>
              <a:custGeom>
                <a:avLst/>
                <a:gdLst>
                  <a:gd name="connsiteX0" fmla="*/ 0 w 119246"/>
                  <a:gd name="connsiteY0" fmla="*/ 32318 h 139394"/>
                  <a:gd name="connsiteX1" fmla="*/ 40869 w 119246"/>
                  <a:gd name="connsiteY1" fmla="*/ 32318 h 139394"/>
                  <a:gd name="connsiteX2" fmla="*/ 40869 w 119246"/>
                  <a:gd name="connsiteY2" fmla="*/ 139395 h 139394"/>
                  <a:gd name="connsiteX3" fmla="*/ 78175 w 119246"/>
                  <a:gd name="connsiteY3" fmla="*/ 139395 h 139394"/>
                  <a:gd name="connsiteX4" fmla="*/ 78175 w 119246"/>
                  <a:gd name="connsiteY4" fmla="*/ 32318 h 139394"/>
                  <a:gd name="connsiteX5" fmla="*/ 119247 w 119246"/>
                  <a:gd name="connsiteY5" fmla="*/ 32318 h 139394"/>
                  <a:gd name="connsiteX6" fmla="*/ 119247 w 119246"/>
                  <a:gd name="connsiteY6" fmla="*/ 0 h 139394"/>
                  <a:gd name="connsiteX7" fmla="*/ 0 w 119246"/>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9246" h="139394">
                    <a:moveTo>
                      <a:pt x="0" y="32318"/>
                    </a:moveTo>
                    <a:lnTo>
                      <a:pt x="40869" y="32318"/>
                    </a:lnTo>
                    <a:lnTo>
                      <a:pt x="40869" y="139395"/>
                    </a:lnTo>
                    <a:lnTo>
                      <a:pt x="78175" y="139395"/>
                    </a:lnTo>
                    <a:lnTo>
                      <a:pt x="78175" y="32318"/>
                    </a:lnTo>
                    <a:lnTo>
                      <a:pt x="119247" y="32318"/>
                    </a:lnTo>
                    <a:lnTo>
                      <a:pt x="119247" y="0"/>
                    </a:lnTo>
                    <a:lnTo>
                      <a:pt x="0" y="0"/>
                    </a:lnTo>
                    <a:close/>
                  </a:path>
                </a:pathLst>
              </a:custGeom>
              <a:grpFill/>
              <a:ln w="128" cap="flat">
                <a:noFill/>
                <a:prstDash val="solid"/>
                <a:miter/>
              </a:ln>
            </p:spPr>
            <p:txBody>
              <a:bodyPr rtlCol="0" anchor="ctr"/>
              <a:lstStyle/>
              <a:p>
                <a:endParaRPr lang="en-US"/>
              </a:p>
            </p:txBody>
          </p:sp>
          <p:sp>
            <p:nvSpPr>
              <p:cNvPr id="14" name="Freihandform: Form 13">
                <a:extLst>
                  <a:ext uri="{FF2B5EF4-FFF2-40B4-BE49-F238E27FC236}">
                    <a16:creationId xmlns:a16="http://schemas.microsoft.com/office/drawing/2014/main" id="{4B13C366-6E6E-438F-84E9-21BFE314C8CC}"/>
                  </a:ext>
                </a:extLst>
              </p:cNvPr>
              <p:cNvSpPr/>
              <p:nvPr/>
            </p:nvSpPr>
            <p:spPr bwMode="gray">
              <a:xfrm>
                <a:off x="3625717" y="6041902"/>
                <a:ext cx="103889" cy="139394"/>
              </a:xfrm>
              <a:custGeom>
                <a:avLst/>
                <a:gdLst>
                  <a:gd name="connsiteX0" fmla="*/ 0 w 103889"/>
                  <a:gd name="connsiteY0" fmla="*/ 139395 h 139394"/>
                  <a:gd name="connsiteX1" fmla="*/ 37299 w 103889"/>
                  <a:gd name="connsiteY1" fmla="*/ 139395 h 139394"/>
                  <a:gd name="connsiteX2" fmla="*/ 37299 w 103889"/>
                  <a:gd name="connsiteY2" fmla="*/ 83360 h 139394"/>
                  <a:gd name="connsiteX3" fmla="*/ 94681 w 103889"/>
                  <a:gd name="connsiteY3" fmla="*/ 83360 h 139394"/>
                  <a:gd name="connsiteX4" fmla="*/ 94681 w 103889"/>
                  <a:gd name="connsiteY4" fmla="*/ 51050 h 139394"/>
                  <a:gd name="connsiteX5" fmla="*/ 37299 w 103889"/>
                  <a:gd name="connsiteY5" fmla="*/ 51050 h 139394"/>
                  <a:gd name="connsiteX6" fmla="*/ 37299 w 103889"/>
                  <a:gd name="connsiteY6" fmla="*/ 32317 h 139394"/>
                  <a:gd name="connsiteX7" fmla="*/ 103890 w 103889"/>
                  <a:gd name="connsiteY7" fmla="*/ 32317 h 139394"/>
                  <a:gd name="connsiteX8" fmla="*/ 103890 w 103889"/>
                  <a:gd name="connsiteY8" fmla="*/ 0 h 139394"/>
                  <a:gd name="connsiteX9" fmla="*/ 0 w 103889"/>
                  <a:gd name="connsiteY9"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3889" h="139394">
                    <a:moveTo>
                      <a:pt x="0" y="139395"/>
                    </a:moveTo>
                    <a:lnTo>
                      <a:pt x="37299" y="139395"/>
                    </a:lnTo>
                    <a:lnTo>
                      <a:pt x="37299" y="83360"/>
                    </a:lnTo>
                    <a:lnTo>
                      <a:pt x="94681" y="83360"/>
                    </a:lnTo>
                    <a:lnTo>
                      <a:pt x="94681" y="51050"/>
                    </a:lnTo>
                    <a:lnTo>
                      <a:pt x="37299" y="51050"/>
                    </a:lnTo>
                    <a:lnTo>
                      <a:pt x="37299" y="32317"/>
                    </a:lnTo>
                    <a:lnTo>
                      <a:pt x="103890" y="32317"/>
                    </a:lnTo>
                    <a:lnTo>
                      <a:pt x="103890" y="0"/>
                    </a:lnTo>
                    <a:lnTo>
                      <a:pt x="0" y="0"/>
                    </a:lnTo>
                    <a:close/>
                  </a:path>
                </a:pathLst>
              </a:custGeom>
              <a:grpFill/>
              <a:ln w="128" cap="flat">
                <a:noFill/>
                <a:prstDash val="solid"/>
                <a:miter/>
              </a:ln>
            </p:spPr>
            <p:txBody>
              <a:bodyPr rtlCol="0" anchor="ctr"/>
              <a:lstStyle/>
              <a:p>
                <a:endParaRPr lang="en-US"/>
              </a:p>
            </p:txBody>
          </p:sp>
          <p:sp>
            <p:nvSpPr>
              <p:cNvPr id="15" name="Freihandform: Form 14">
                <a:extLst>
                  <a:ext uri="{FF2B5EF4-FFF2-40B4-BE49-F238E27FC236}">
                    <a16:creationId xmlns:a16="http://schemas.microsoft.com/office/drawing/2014/main" id="{1F0066B7-9689-494E-901C-D07D31C58E34}"/>
                  </a:ext>
                </a:extLst>
              </p:cNvPr>
              <p:cNvSpPr/>
              <p:nvPr/>
            </p:nvSpPr>
            <p:spPr bwMode="gray">
              <a:xfrm>
                <a:off x="3741837" y="6041904"/>
                <a:ext cx="37299" cy="139394"/>
              </a:xfrm>
              <a:custGeom>
                <a:avLst/>
                <a:gdLst>
                  <a:gd name="connsiteX0" fmla="*/ 0 w 37299"/>
                  <a:gd name="connsiteY0" fmla="*/ 0 h 139394"/>
                  <a:gd name="connsiteX1" fmla="*/ 37299 w 37299"/>
                  <a:gd name="connsiteY1" fmla="*/ 0 h 139394"/>
                  <a:gd name="connsiteX2" fmla="*/ 37299 w 37299"/>
                  <a:gd name="connsiteY2" fmla="*/ 139395 h 139394"/>
                  <a:gd name="connsiteX3" fmla="*/ 0 w 37299"/>
                  <a:gd name="connsiteY3" fmla="*/ 139395 h 139394"/>
                </a:gdLst>
                <a:ahLst/>
                <a:cxnLst>
                  <a:cxn ang="0">
                    <a:pos x="connsiteX0" y="connsiteY0"/>
                  </a:cxn>
                  <a:cxn ang="0">
                    <a:pos x="connsiteX1" y="connsiteY1"/>
                  </a:cxn>
                  <a:cxn ang="0">
                    <a:pos x="connsiteX2" y="connsiteY2"/>
                  </a:cxn>
                  <a:cxn ang="0">
                    <a:pos x="connsiteX3" y="connsiteY3"/>
                  </a:cxn>
                </a:cxnLst>
                <a:rect l="l" t="t" r="r" b="b"/>
                <a:pathLst>
                  <a:path w="37299" h="139394">
                    <a:moveTo>
                      <a:pt x="0" y="0"/>
                    </a:moveTo>
                    <a:lnTo>
                      <a:pt x="37299" y="0"/>
                    </a:lnTo>
                    <a:lnTo>
                      <a:pt x="37299" y="139395"/>
                    </a:lnTo>
                    <a:lnTo>
                      <a:pt x="0" y="139395"/>
                    </a:lnTo>
                    <a:close/>
                  </a:path>
                </a:pathLst>
              </a:custGeom>
              <a:grpFill/>
              <a:ln w="128" cap="flat">
                <a:noFill/>
                <a:prstDash val="solid"/>
                <a:miter/>
              </a:ln>
            </p:spPr>
            <p:txBody>
              <a:bodyPr rtlCol="0" anchor="ctr"/>
              <a:lstStyle/>
              <a:p>
                <a:endParaRPr lang="en-US"/>
              </a:p>
            </p:txBody>
          </p:sp>
          <p:sp>
            <p:nvSpPr>
              <p:cNvPr id="16" name="Freihandform: Form 15">
                <a:extLst>
                  <a:ext uri="{FF2B5EF4-FFF2-40B4-BE49-F238E27FC236}">
                    <a16:creationId xmlns:a16="http://schemas.microsoft.com/office/drawing/2014/main" id="{5BC4D2B4-61A4-40AD-A089-15250D5CF9E6}"/>
                  </a:ext>
                </a:extLst>
              </p:cNvPr>
              <p:cNvSpPr/>
              <p:nvPr/>
            </p:nvSpPr>
            <p:spPr bwMode="gray">
              <a:xfrm>
                <a:off x="3789717" y="6041904"/>
                <a:ext cx="136525" cy="139394"/>
              </a:xfrm>
              <a:custGeom>
                <a:avLst/>
                <a:gdLst>
                  <a:gd name="connsiteX0" fmla="*/ 68263 w 136525"/>
                  <a:gd name="connsiteY0" fmla="*/ 97739 h 139394"/>
                  <a:gd name="connsiteX1" fmla="*/ 40031 w 136525"/>
                  <a:gd name="connsiteY1" fmla="*/ 0 h 139394"/>
                  <a:gd name="connsiteX2" fmla="*/ 0 w 136525"/>
                  <a:gd name="connsiteY2" fmla="*/ 0 h 139394"/>
                  <a:gd name="connsiteX3" fmla="*/ 45925 w 136525"/>
                  <a:gd name="connsiteY3" fmla="*/ 139395 h 139394"/>
                  <a:gd name="connsiteX4" fmla="*/ 90598 w 136525"/>
                  <a:gd name="connsiteY4" fmla="*/ 139395 h 139394"/>
                  <a:gd name="connsiteX5" fmla="*/ 136156 w 136525"/>
                  <a:gd name="connsiteY5" fmla="*/ 1129 h 139394"/>
                  <a:gd name="connsiteX6" fmla="*/ 136525 w 136525"/>
                  <a:gd name="connsiteY6" fmla="*/ 0 h 139394"/>
                  <a:gd name="connsiteX7" fmla="*/ 96489 w 136525"/>
                  <a:gd name="connsiteY7" fmla="*/ 0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6525" h="139394">
                    <a:moveTo>
                      <a:pt x="68263" y="97739"/>
                    </a:moveTo>
                    <a:lnTo>
                      <a:pt x="40031" y="0"/>
                    </a:lnTo>
                    <a:lnTo>
                      <a:pt x="0" y="0"/>
                    </a:lnTo>
                    <a:lnTo>
                      <a:pt x="45925" y="139395"/>
                    </a:lnTo>
                    <a:lnTo>
                      <a:pt x="90598" y="139395"/>
                    </a:lnTo>
                    <a:lnTo>
                      <a:pt x="136156" y="1129"/>
                    </a:lnTo>
                    <a:lnTo>
                      <a:pt x="136525" y="0"/>
                    </a:lnTo>
                    <a:lnTo>
                      <a:pt x="96489" y="0"/>
                    </a:lnTo>
                    <a:close/>
                  </a:path>
                </a:pathLst>
              </a:custGeom>
              <a:grpFill/>
              <a:ln w="128" cap="flat">
                <a:noFill/>
                <a:prstDash val="solid"/>
                <a:miter/>
              </a:ln>
            </p:spPr>
            <p:txBody>
              <a:bodyPr rtlCol="0" anchor="ctr"/>
              <a:lstStyle/>
              <a:p>
                <a:endParaRPr lang="en-US"/>
              </a:p>
            </p:txBody>
          </p:sp>
          <p:sp>
            <p:nvSpPr>
              <p:cNvPr id="17" name="Freihandform: Form 16">
                <a:extLst>
                  <a:ext uri="{FF2B5EF4-FFF2-40B4-BE49-F238E27FC236}">
                    <a16:creationId xmlns:a16="http://schemas.microsoft.com/office/drawing/2014/main" id="{93EFB255-A36E-468A-8536-2247BCE0ED5B}"/>
                  </a:ext>
                </a:extLst>
              </p:cNvPr>
              <p:cNvSpPr/>
              <p:nvPr/>
            </p:nvSpPr>
            <p:spPr bwMode="gray">
              <a:xfrm>
                <a:off x="3936753" y="6041905"/>
                <a:ext cx="106962" cy="139390"/>
              </a:xfrm>
              <a:custGeom>
                <a:avLst/>
                <a:gdLst>
                  <a:gd name="connsiteX0" fmla="*/ 37303 w 106962"/>
                  <a:gd name="connsiteY0" fmla="*/ 107081 h 139390"/>
                  <a:gd name="connsiteX1" fmla="*/ 37303 w 106962"/>
                  <a:gd name="connsiteY1" fmla="*/ 82009 h 139390"/>
                  <a:gd name="connsiteX2" fmla="*/ 96986 w 106962"/>
                  <a:gd name="connsiteY2" fmla="*/ 82009 h 139390"/>
                  <a:gd name="connsiteX3" fmla="*/ 96986 w 106962"/>
                  <a:gd name="connsiteY3" fmla="*/ 49697 h 139390"/>
                  <a:gd name="connsiteX4" fmla="*/ 37303 w 106962"/>
                  <a:gd name="connsiteY4" fmla="*/ 49697 h 139390"/>
                  <a:gd name="connsiteX5" fmla="*/ 37303 w 106962"/>
                  <a:gd name="connsiteY5" fmla="*/ 32317 h 139390"/>
                  <a:gd name="connsiteX6" fmla="*/ 103122 w 106962"/>
                  <a:gd name="connsiteY6" fmla="*/ 32317 h 139390"/>
                  <a:gd name="connsiteX7" fmla="*/ 103122 w 106962"/>
                  <a:gd name="connsiteY7" fmla="*/ 0 h 139390"/>
                  <a:gd name="connsiteX8" fmla="*/ 0 w 106962"/>
                  <a:gd name="connsiteY8" fmla="*/ 0 h 139390"/>
                  <a:gd name="connsiteX9" fmla="*/ 0 w 106962"/>
                  <a:gd name="connsiteY9" fmla="*/ 139391 h 139390"/>
                  <a:gd name="connsiteX10" fmla="*/ 106963 w 106962"/>
                  <a:gd name="connsiteY10" fmla="*/ 139391 h 139390"/>
                  <a:gd name="connsiteX11" fmla="*/ 106963 w 106962"/>
                  <a:gd name="connsiteY11" fmla="*/ 107081 h 139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962" h="139390">
                    <a:moveTo>
                      <a:pt x="37303" y="107081"/>
                    </a:moveTo>
                    <a:lnTo>
                      <a:pt x="37303" y="82009"/>
                    </a:lnTo>
                    <a:lnTo>
                      <a:pt x="96986" y="82009"/>
                    </a:lnTo>
                    <a:lnTo>
                      <a:pt x="96986" y="49697"/>
                    </a:lnTo>
                    <a:lnTo>
                      <a:pt x="37303" y="49697"/>
                    </a:lnTo>
                    <a:lnTo>
                      <a:pt x="37303" y="32317"/>
                    </a:lnTo>
                    <a:lnTo>
                      <a:pt x="103122" y="32317"/>
                    </a:lnTo>
                    <a:lnTo>
                      <a:pt x="103122" y="0"/>
                    </a:lnTo>
                    <a:lnTo>
                      <a:pt x="0" y="0"/>
                    </a:lnTo>
                    <a:lnTo>
                      <a:pt x="0" y="139391"/>
                    </a:lnTo>
                    <a:lnTo>
                      <a:pt x="106963" y="139391"/>
                    </a:lnTo>
                    <a:lnTo>
                      <a:pt x="106963" y="107081"/>
                    </a:lnTo>
                    <a:close/>
                  </a:path>
                </a:pathLst>
              </a:custGeom>
              <a:grpFill/>
              <a:ln w="128" cap="flat">
                <a:noFill/>
                <a:prstDash val="solid"/>
                <a:miter/>
              </a:ln>
            </p:spPr>
            <p:txBody>
              <a:bodyPr rtlCol="0" anchor="ctr"/>
              <a:lstStyle/>
              <a:p>
                <a:endParaRPr lang="en-US"/>
              </a:p>
            </p:txBody>
          </p:sp>
          <p:sp>
            <p:nvSpPr>
              <p:cNvPr id="18" name="Freihandform: Form 17">
                <a:extLst>
                  <a:ext uri="{FF2B5EF4-FFF2-40B4-BE49-F238E27FC236}">
                    <a16:creationId xmlns:a16="http://schemas.microsoft.com/office/drawing/2014/main" id="{27180221-F109-4750-90A3-DAC9CD95FDF3}"/>
                  </a:ext>
                </a:extLst>
              </p:cNvPr>
              <p:cNvSpPr/>
              <p:nvPr/>
            </p:nvSpPr>
            <p:spPr bwMode="gray">
              <a:xfrm>
                <a:off x="3096265" y="6041897"/>
                <a:ext cx="110610" cy="139394"/>
              </a:xfrm>
              <a:custGeom>
                <a:avLst/>
                <a:gdLst>
                  <a:gd name="connsiteX0" fmla="*/ 72540 w 110610"/>
                  <a:gd name="connsiteY0" fmla="*/ 44181 h 139394"/>
                  <a:gd name="connsiteX1" fmla="*/ 69113 w 110610"/>
                  <a:gd name="connsiteY1" fmla="*/ 52853 h 139394"/>
                  <a:gd name="connsiteX2" fmla="*/ 58952 w 110610"/>
                  <a:gd name="connsiteY2" fmla="*/ 56233 h 139394"/>
                  <a:gd name="connsiteX3" fmla="*/ 37304 w 110610"/>
                  <a:gd name="connsiteY3" fmla="*/ 56233 h 139394"/>
                  <a:gd name="connsiteX4" fmla="*/ 37304 w 110610"/>
                  <a:gd name="connsiteY4" fmla="*/ 32317 h 139394"/>
                  <a:gd name="connsiteX5" fmla="*/ 58952 w 110610"/>
                  <a:gd name="connsiteY5" fmla="*/ 32317 h 139394"/>
                  <a:gd name="connsiteX6" fmla="*/ 69142 w 110610"/>
                  <a:gd name="connsiteY6" fmla="*/ 35624 h 139394"/>
                  <a:gd name="connsiteX7" fmla="*/ 72540 w 110610"/>
                  <a:gd name="connsiteY7" fmla="*/ 44181 h 139394"/>
                  <a:gd name="connsiteX8" fmla="*/ 96916 w 110610"/>
                  <a:gd name="connsiteY8" fmla="*/ 12433 h 139394"/>
                  <a:gd name="connsiteX9" fmla="*/ 80545 w 110610"/>
                  <a:gd name="connsiteY9" fmla="*/ 3247 h 139394"/>
                  <a:gd name="connsiteX10" fmla="*/ 58953 w 110610"/>
                  <a:gd name="connsiteY10" fmla="*/ 0 h 139394"/>
                  <a:gd name="connsiteX11" fmla="*/ 0 w 110610"/>
                  <a:gd name="connsiteY11" fmla="*/ 0 h 139394"/>
                  <a:gd name="connsiteX12" fmla="*/ 0 w 110610"/>
                  <a:gd name="connsiteY12" fmla="*/ 139395 h 139394"/>
                  <a:gd name="connsiteX13" fmla="*/ 37306 w 110610"/>
                  <a:gd name="connsiteY13" fmla="*/ 139395 h 139394"/>
                  <a:gd name="connsiteX14" fmla="*/ 37306 w 110610"/>
                  <a:gd name="connsiteY14" fmla="*/ 88545 h 139394"/>
                  <a:gd name="connsiteX15" fmla="*/ 58953 w 110610"/>
                  <a:gd name="connsiteY15" fmla="*/ 88545 h 139394"/>
                  <a:gd name="connsiteX16" fmla="*/ 80545 w 110610"/>
                  <a:gd name="connsiteY16" fmla="*/ 85297 h 139394"/>
                  <a:gd name="connsiteX17" fmla="*/ 96916 w 110610"/>
                  <a:gd name="connsiteY17" fmla="*/ 76115 h 139394"/>
                  <a:gd name="connsiteX18" fmla="*/ 107187 w 110610"/>
                  <a:gd name="connsiteY18" fmla="*/ 61857 h 139394"/>
                  <a:gd name="connsiteX19" fmla="*/ 110611 w 110610"/>
                  <a:gd name="connsiteY19" fmla="*/ 44182 h 139394"/>
                  <a:gd name="connsiteX20" fmla="*/ 107182 w 110610"/>
                  <a:gd name="connsiteY20" fmla="*/ 26585 h 139394"/>
                  <a:gd name="connsiteX21" fmla="*/ 96916 w 110610"/>
                  <a:gd name="connsiteY21" fmla="*/ 12433 h 13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10610" h="139394">
                    <a:moveTo>
                      <a:pt x="72540" y="44181"/>
                    </a:moveTo>
                    <a:cubicBezTo>
                      <a:pt x="72540" y="47764"/>
                      <a:pt x="71419" y="50601"/>
                      <a:pt x="69113" y="52853"/>
                    </a:cubicBezTo>
                    <a:cubicBezTo>
                      <a:pt x="66791" y="55127"/>
                      <a:pt x="63463" y="56233"/>
                      <a:pt x="58952" y="56233"/>
                    </a:cubicBezTo>
                    <a:lnTo>
                      <a:pt x="37304" y="56233"/>
                    </a:lnTo>
                    <a:lnTo>
                      <a:pt x="37304" y="32317"/>
                    </a:lnTo>
                    <a:lnTo>
                      <a:pt x="58952" y="32317"/>
                    </a:lnTo>
                    <a:cubicBezTo>
                      <a:pt x="63417" y="32317"/>
                      <a:pt x="66848" y="33431"/>
                      <a:pt x="69142" y="35624"/>
                    </a:cubicBezTo>
                    <a:cubicBezTo>
                      <a:pt x="71431" y="37813"/>
                      <a:pt x="72540" y="40608"/>
                      <a:pt x="72540" y="44181"/>
                    </a:cubicBezTo>
                    <a:moveTo>
                      <a:pt x="96916" y="12433"/>
                    </a:moveTo>
                    <a:cubicBezTo>
                      <a:pt x="92456" y="8521"/>
                      <a:pt x="86944" y="5432"/>
                      <a:pt x="80545" y="3247"/>
                    </a:cubicBezTo>
                    <a:cubicBezTo>
                      <a:pt x="74207" y="1091"/>
                      <a:pt x="66944" y="0"/>
                      <a:pt x="58953" y="0"/>
                    </a:cubicBezTo>
                    <a:lnTo>
                      <a:pt x="0" y="0"/>
                    </a:lnTo>
                    <a:lnTo>
                      <a:pt x="0" y="139395"/>
                    </a:lnTo>
                    <a:lnTo>
                      <a:pt x="37306" y="139395"/>
                    </a:lnTo>
                    <a:lnTo>
                      <a:pt x="37306" y="88545"/>
                    </a:lnTo>
                    <a:lnTo>
                      <a:pt x="58953" y="88545"/>
                    </a:lnTo>
                    <a:cubicBezTo>
                      <a:pt x="66953" y="88545"/>
                      <a:pt x="74221" y="87454"/>
                      <a:pt x="80545" y="85297"/>
                    </a:cubicBezTo>
                    <a:cubicBezTo>
                      <a:pt x="86939" y="83127"/>
                      <a:pt x="92444" y="80032"/>
                      <a:pt x="96916" y="76115"/>
                    </a:cubicBezTo>
                    <a:cubicBezTo>
                      <a:pt x="101436" y="72149"/>
                      <a:pt x="104892" y="67351"/>
                      <a:pt x="107187" y="61857"/>
                    </a:cubicBezTo>
                    <a:cubicBezTo>
                      <a:pt x="109461" y="56424"/>
                      <a:pt x="110611" y="50477"/>
                      <a:pt x="110611" y="44182"/>
                    </a:cubicBezTo>
                    <a:cubicBezTo>
                      <a:pt x="110611" y="37878"/>
                      <a:pt x="109456" y="31957"/>
                      <a:pt x="107182" y="26585"/>
                    </a:cubicBezTo>
                    <a:cubicBezTo>
                      <a:pt x="104886" y="21157"/>
                      <a:pt x="101430" y="16393"/>
                      <a:pt x="96916" y="12433"/>
                    </a:cubicBezTo>
                  </a:path>
                </a:pathLst>
              </a:custGeom>
              <a:grpFill/>
              <a:ln w="128" cap="flat">
                <a:noFill/>
                <a:prstDash val="solid"/>
                <a:miter/>
              </a:ln>
            </p:spPr>
            <p:txBody>
              <a:bodyPr rtlCol="0" anchor="ctr"/>
              <a:lstStyle/>
              <a:p>
                <a:endParaRPr lang="en-US"/>
              </a:p>
            </p:txBody>
          </p:sp>
        </p:grpSp>
        <p:sp>
          <p:nvSpPr>
            <p:cNvPr id="9" name="Freihandform: Form 8">
              <a:extLst>
                <a:ext uri="{FF2B5EF4-FFF2-40B4-BE49-F238E27FC236}">
                  <a16:creationId xmlns:a16="http://schemas.microsoft.com/office/drawing/2014/main" id="{06EA6E9E-C3C2-4A56-9C03-728F3987E584}"/>
                </a:ext>
              </a:extLst>
            </p:cNvPr>
            <p:cNvSpPr/>
            <p:nvPr/>
          </p:nvSpPr>
          <p:spPr bwMode="gray">
            <a:xfrm>
              <a:off x="3804383" y="6199957"/>
              <a:ext cx="107193" cy="37310"/>
            </a:xfrm>
            <a:custGeom>
              <a:avLst/>
              <a:gdLst>
                <a:gd name="connsiteX0" fmla="*/ 0 w 107193"/>
                <a:gd name="connsiteY0" fmla="*/ 0 h 37310"/>
                <a:gd name="connsiteX1" fmla="*/ 107193 w 107193"/>
                <a:gd name="connsiteY1" fmla="*/ 0 h 37310"/>
                <a:gd name="connsiteX2" fmla="*/ 107193 w 107193"/>
                <a:gd name="connsiteY2" fmla="*/ 37311 h 37310"/>
                <a:gd name="connsiteX3" fmla="*/ 0 w 107193"/>
                <a:gd name="connsiteY3" fmla="*/ 37311 h 37310"/>
              </a:gdLst>
              <a:ahLst/>
              <a:cxnLst>
                <a:cxn ang="0">
                  <a:pos x="connsiteX0" y="connsiteY0"/>
                </a:cxn>
                <a:cxn ang="0">
                  <a:pos x="connsiteX1" y="connsiteY1"/>
                </a:cxn>
                <a:cxn ang="0">
                  <a:pos x="connsiteX2" y="connsiteY2"/>
                </a:cxn>
                <a:cxn ang="0">
                  <a:pos x="connsiteX3" y="connsiteY3"/>
                </a:cxn>
              </a:cxnLst>
              <a:rect l="l" t="t" r="r" b="b"/>
              <a:pathLst>
                <a:path w="107193" h="37310">
                  <a:moveTo>
                    <a:pt x="0" y="0"/>
                  </a:moveTo>
                  <a:lnTo>
                    <a:pt x="107193" y="0"/>
                  </a:lnTo>
                  <a:lnTo>
                    <a:pt x="107193" y="37311"/>
                  </a:lnTo>
                  <a:lnTo>
                    <a:pt x="0" y="37311"/>
                  </a:lnTo>
                  <a:close/>
                </a:path>
              </a:pathLst>
            </a:custGeom>
            <a:solidFill>
              <a:schemeClr val="bg2"/>
            </a:solidFill>
            <a:ln w="128" cap="flat">
              <a:noFill/>
              <a:prstDash val="solid"/>
              <a:miter/>
            </a:ln>
          </p:spPr>
          <p:txBody>
            <a:bodyPr rtlCol="0" anchor="ctr"/>
            <a:lstStyle/>
            <a:p>
              <a:endParaRPr lang="en-US"/>
            </a:p>
          </p:txBody>
        </p:sp>
      </p:grpSp>
      <p:sp>
        <p:nvSpPr>
          <p:cNvPr id="19" name="Textplatzhalter 4">
            <a:extLst>
              <a:ext uri="{FF2B5EF4-FFF2-40B4-BE49-F238E27FC236}">
                <a16:creationId xmlns:a16="http://schemas.microsoft.com/office/drawing/2014/main" id="{69E7CD65-2E9A-4E22-A673-DE6C7440EB2C}"/>
              </a:ext>
            </a:extLst>
          </p:cNvPr>
          <p:cNvSpPr>
            <a:spLocks noGrp="1"/>
          </p:cNvSpPr>
          <p:nvPr>
            <p:ph type="body" sz="quarter" idx="10" hasCustomPrompt="1"/>
          </p:nvPr>
        </p:nvSpPr>
        <p:spPr>
          <a:xfrm>
            <a:off x="623888" y="5661248"/>
            <a:ext cx="10944225" cy="576262"/>
          </a:xfrm>
        </p:spPr>
        <p:txBody>
          <a:bodyPr/>
          <a:lstStyle>
            <a:lvl1pPr marL="0" indent="0">
              <a:buFont typeface="Arial" panose="020B0604020202020204" pitchFamily="34" charset="0"/>
              <a:buNone/>
              <a:defRPr sz="1100" b="1">
                <a:solidFill>
                  <a:schemeClr val="tx1"/>
                </a:solidFill>
              </a:defRPr>
            </a:lvl1pPr>
            <a:lvl2pPr marL="0" indent="0">
              <a:buNone/>
              <a:defRPr sz="900">
                <a:solidFill>
                  <a:schemeClr val="tx1"/>
                </a:solidFill>
              </a:defRPr>
            </a:lvl2pPr>
            <a:lvl3pPr marL="0" indent="0">
              <a:buNone/>
              <a:defRPr sz="900">
                <a:solidFill>
                  <a:schemeClr val="tx1"/>
                </a:solidFill>
              </a:defRPr>
            </a:lvl3pPr>
            <a:lvl4pPr marL="0" indent="0">
              <a:buNone/>
              <a:defRPr sz="900">
                <a:solidFill>
                  <a:schemeClr val="tx1"/>
                </a:solidFill>
              </a:defRPr>
            </a:lvl4pPr>
            <a:lvl5pPr marL="0" indent="0">
              <a:buNone/>
              <a:defRPr sz="900">
                <a:solidFill>
                  <a:schemeClr val="tx1"/>
                </a:solidFill>
              </a:defRPr>
            </a:lvl5pPr>
            <a:lvl6pPr marL="0" indent="0">
              <a:buNone/>
              <a:defRPr sz="900">
                <a:solidFill>
                  <a:schemeClr val="tx1"/>
                </a:solidFill>
              </a:defRPr>
            </a:lvl6pPr>
            <a:lvl7pPr marL="0" indent="0">
              <a:buNone/>
              <a:defRPr sz="900">
                <a:solidFill>
                  <a:schemeClr val="tx1"/>
                </a:solidFill>
              </a:defRPr>
            </a:lvl7pPr>
            <a:lvl8pPr marL="0" indent="0">
              <a:buNone/>
              <a:defRPr sz="900">
                <a:solidFill>
                  <a:schemeClr val="tx1"/>
                </a:solidFill>
              </a:defRPr>
            </a:lvl8pPr>
            <a:lvl9pPr marL="0" indent="0">
              <a:buNone/>
              <a:defRPr sz="900">
                <a:solidFill>
                  <a:schemeClr val="tx1"/>
                </a:solidFill>
              </a:defRPr>
            </a:lvl9pPr>
          </a:lstStyle>
          <a:p>
            <a:pPr lvl="0"/>
            <a:r>
              <a:rPr lang="en-US"/>
              <a:t>Address</a:t>
            </a:r>
          </a:p>
        </p:txBody>
      </p:sp>
    </p:spTree>
    <p:extLst>
      <p:ext uri="{BB962C8B-B14F-4D97-AF65-F5344CB8AC3E}">
        <p14:creationId xmlns:p14="http://schemas.microsoft.com/office/powerpoint/2010/main" val="4238120021"/>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itle">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D12027-BCD5-F7EB-4B9F-6F190E37B53A}"/>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368510D8-01DF-0C13-1B68-F672434EB7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81E5FD7F-7772-EA67-CACF-21CEF0C3FC98}"/>
              </a:ext>
            </a:extLst>
          </p:cNvPr>
          <p:cNvSpPr>
            <a:spLocks noGrp="1"/>
          </p:cNvSpPr>
          <p:nvPr>
            <p:ph type="dt" sz="half" idx="10"/>
          </p:nvPr>
        </p:nvSpPr>
        <p:spPr/>
        <p:txBody>
          <a:bodyPr/>
          <a:lstStyle/>
          <a:p>
            <a:fld id="{5225FB8E-0221-4840-9481-8798F3FCA276}" type="datetimeFigureOut">
              <a:rPr lang="de-DE" smtClean="0"/>
              <a:t>07.10.2026</a:t>
            </a:fld>
            <a:endParaRPr lang="de-DE"/>
          </a:p>
        </p:txBody>
      </p:sp>
      <p:sp>
        <p:nvSpPr>
          <p:cNvPr id="5" name="Fußzeilenplatzhalter 4">
            <a:extLst>
              <a:ext uri="{FF2B5EF4-FFF2-40B4-BE49-F238E27FC236}">
                <a16:creationId xmlns:a16="http://schemas.microsoft.com/office/drawing/2014/main" id="{60F95BE4-3287-AFA6-F695-4290C5E17D29}"/>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45982478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8A431-4EEF-1CB1-3598-1DFE48E4282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D6DB94E8-A728-09E8-CC14-0751DE3482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DCB77B0E-004C-6FCD-17E6-A61BF7F18E3E}"/>
              </a:ext>
            </a:extLst>
          </p:cNvPr>
          <p:cNvSpPr>
            <a:spLocks noGrp="1"/>
          </p:cNvSpPr>
          <p:nvPr>
            <p:ph type="dt" sz="half" idx="10"/>
          </p:nvPr>
        </p:nvSpPr>
        <p:spPr/>
        <p:txBody>
          <a:bodyPr/>
          <a:lstStyle/>
          <a:p>
            <a:fld id="{D05579F4-42E9-4EB9-A390-785F502914AE}" type="datetime1">
              <a:rPr lang="LID4096" smtClean="0"/>
              <a:t>10/07/2026</a:t>
            </a:fld>
            <a:endParaRPr lang="en-DE"/>
          </a:p>
        </p:txBody>
      </p:sp>
      <p:sp>
        <p:nvSpPr>
          <p:cNvPr id="5" name="Footer Placeholder 4">
            <a:extLst>
              <a:ext uri="{FF2B5EF4-FFF2-40B4-BE49-F238E27FC236}">
                <a16:creationId xmlns:a16="http://schemas.microsoft.com/office/drawing/2014/main" id="{71AD0753-BB48-41A1-7F12-67266C459697}"/>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3286296043"/>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0709A-84B1-7E44-4BB2-27F791736951}"/>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72CDFB06-29E9-2DA0-B122-449DCF7560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32BF3976-71BA-9947-1CE7-02C68B2EB70E}"/>
              </a:ext>
            </a:extLst>
          </p:cNvPr>
          <p:cNvSpPr>
            <a:spLocks noGrp="1"/>
          </p:cNvSpPr>
          <p:nvPr>
            <p:ph type="dt" sz="half" idx="10"/>
          </p:nvPr>
        </p:nvSpPr>
        <p:spPr/>
        <p:txBody>
          <a:bodyPr/>
          <a:lstStyle/>
          <a:p>
            <a:fld id="{FFF6B963-2B17-4B94-A405-FEEB36056559}" type="datetime1">
              <a:rPr lang="LID4096" smtClean="0"/>
              <a:t>10/07/2026</a:t>
            </a:fld>
            <a:endParaRPr lang="en-DE"/>
          </a:p>
        </p:txBody>
      </p:sp>
      <p:sp>
        <p:nvSpPr>
          <p:cNvPr id="5" name="Footer Placeholder 4">
            <a:extLst>
              <a:ext uri="{FF2B5EF4-FFF2-40B4-BE49-F238E27FC236}">
                <a16:creationId xmlns:a16="http://schemas.microsoft.com/office/drawing/2014/main" id="{FB5346F5-DF20-67F6-DAD1-4E4EBA4EC212}"/>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375440123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3FB08-1102-FE45-6E50-C13109E30A8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98FE0FD1-5A96-9DBD-4370-F8A901FA948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D967C28-F84B-79DF-50E0-9138089AFF0D}"/>
              </a:ext>
            </a:extLst>
          </p:cNvPr>
          <p:cNvSpPr>
            <a:spLocks noGrp="1"/>
          </p:cNvSpPr>
          <p:nvPr>
            <p:ph type="dt" sz="half" idx="10"/>
          </p:nvPr>
        </p:nvSpPr>
        <p:spPr/>
        <p:txBody>
          <a:bodyPr/>
          <a:lstStyle/>
          <a:p>
            <a:fld id="{14C2B986-D9C5-4B03-9ED4-1C3B58251C84}" type="datetime1">
              <a:rPr lang="LID4096" smtClean="0"/>
              <a:t>10/07/2026</a:t>
            </a:fld>
            <a:endParaRPr lang="en-DE"/>
          </a:p>
        </p:txBody>
      </p:sp>
      <p:sp>
        <p:nvSpPr>
          <p:cNvPr id="5" name="Footer Placeholder 4">
            <a:extLst>
              <a:ext uri="{FF2B5EF4-FFF2-40B4-BE49-F238E27FC236}">
                <a16:creationId xmlns:a16="http://schemas.microsoft.com/office/drawing/2014/main" id="{0692FAE8-EF09-8683-BABD-84F97C806308}"/>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36593206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8B791-6445-4801-F023-038CA2B88E88}"/>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DEF85EF4-7BFC-A4C8-64EF-39D9837F3D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D900CE41-7E14-809D-9EAD-9D736429040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60C1C949-424E-2D67-74EF-11EF64D68176}"/>
              </a:ext>
            </a:extLst>
          </p:cNvPr>
          <p:cNvSpPr>
            <a:spLocks noGrp="1"/>
          </p:cNvSpPr>
          <p:nvPr>
            <p:ph type="dt" sz="half" idx="10"/>
          </p:nvPr>
        </p:nvSpPr>
        <p:spPr/>
        <p:txBody>
          <a:bodyPr/>
          <a:lstStyle/>
          <a:p>
            <a:fld id="{A4327753-5A3A-47F5-B9CB-82013EF39871}" type="datetime1">
              <a:rPr lang="LID4096" smtClean="0"/>
              <a:t>10/07/2026</a:t>
            </a:fld>
            <a:endParaRPr lang="en-DE"/>
          </a:p>
        </p:txBody>
      </p:sp>
      <p:sp>
        <p:nvSpPr>
          <p:cNvPr id="6" name="Footer Placeholder 5">
            <a:extLst>
              <a:ext uri="{FF2B5EF4-FFF2-40B4-BE49-F238E27FC236}">
                <a16:creationId xmlns:a16="http://schemas.microsoft.com/office/drawing/2014/main" id="{45EAE7F6-282C-D391-E69F-BFB9103E33BA}"/>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367854944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F7E28-810E-0C99-0801-2CC07CC358E0}"/>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88F59E29-84C9-1510-872A-65AAFC1104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0B88AF-61C9-097F-884E-7263C7B31CC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EB918566-B5DC-9EA7-9334-11C73B86A10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F2F52B-84F3-E490-5132-06DA3F173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4B6E831B-2E5D-4946-F1F6-6295D05DAA36}"/>
              </a:ext>
            </a:extLst>
          </p:cNvPr>
          <p:cNvSpPr>
            <a:spLocks noGrp="1"/>
          </p:cNvSpPr>
          <p:nvPr>
            <p:ph type="dt" sz="half" idx="10"/>
          </p:nvPr>
        </p:nvSpPr>
        <p:spPr/>
        <p:txBody>
          <a:bodyPr/>
          <a:lstStyle/>
          <a:p>
            <a:fld id="{F3FF7C77-06EE-477B-B102-F8DD51CA97C7}" type="datetime1">
              <a:rPr lang="LID4096" smtClean="0"/>
              <a:t>10/07/2026</a:t>
            </a:fld>
            <a:endParaRPr lang="en-DE"/>
          </a:p>
        </p:txBody>
      </p:sp>
      <p:sp>
        <p:nvSpPr>
          <p:cNvPr id="8" name="Footer Placeholder 7">
            <a:extLst>
              <a:ext uri="{FF2B5EF4-FFF2-40B4-BE49-F238E27FC236}">
                <a16:creationId xmlns:a16="http://schemas.microsoft.com/office/drawing/2014/main" id="{00C7B8B5-297C-710E-F7ED-86ECC6F493ED}"/>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386796752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1D4C8-5088-7483-8E16-86B251B8A7D4}"/>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C20213F5-AF83-3AE3-AE67-5913113883AD}"/>
              </a:ext>
            </a:extLst>
          </p:cNvPr>
          <p:cNvSpPr>
            <a:spLocks noGrp="1"/>
          </p:cNvSpPr>
          <p:nvPr>
            <p:ph type="dt" sz="half" idx="10"/>
          </p:nvPr>
        </p:nvSpPr>
        <p:spPr/>
        <p:txBody>
          <a:bodyPr/>
          <a:lstStyle/>
          <a:p>
            <a:fld id="{B1621867-13E9-43AC-AC95-4F59C3BD64E8}" type="datetime1">
              <a:rPr lang="LID4096" smtClean="0"/>
              <a:t>10/07/2026</a:t>
            </a:fld>
            <a:endParaRPr lang="en-DE"/>
          </a:p>
        </p:txBody>
      </p:sp>
      <p:sp>
        <p:nvSpPr>
          <p:cNvPr id="4" name="Footer Placeholder 3">
            <a:extLst>
              <a:ext uri="{FF2B5EF4-FFF2-40B4-BE49-F238E27FC236}">
                <a16:creationId xmlns:a16="http://schemas.microsoft.com/office/drawing/2014/main" id="{A92930D1-A613-C02D-FB53-761994CC1F11}"/>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2734226529"/>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69A677-C8D7-DA12-668D-DE6ABB9B01A0}"/>
              </a:ext>
            </a:extLst>
          </p:cNvPr>
          <p:cNvSpPr>
            <a:spLocks noGrp="1"/>
          </p:cNvSpPr>
          <p:nvPr>
            <p:ph type="dt" sz="half" idx="10"/>
          </p:nvPr>
        </p:nvSpPr>
        <p:spPr/>
        <p:txBody>
          <a:bodyPr/>
          <a:lstStyle/>
          <a:p>
            <a:fld id="{8530C389-0A7C-4CFA-BB35-5920DC2D3EC6}" type="datetime1">
              <a:rPr lang="LID4096" smtClean="0"/>
              <a:t>10/07/2026</a:t>
            </a:fld>
            <a:endParaRPr lang="en-DE"/>
          </a:p>
        </p:txBody>
      </p:sp>
      <p:sp>
        <p:nvSpPr>
          <p:cNvPr id="3" name="Footer Placeholder 2">
            <a:extLst>
              <a:ext uri="{FF2B5EF4-FFF2-40B4-BE49-F238E27FC236}">
                <a16:creationId xmlns:a16="http://schemas.microsoft.com/office/drawing/2014/main" id="{704FA5D6-9826-46A6-378D-45D258BA427E}"/>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888122362"/>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31CE74-062D-D422-61D6-7CBB42797F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F4B49DAC-D208-A0D8-3375-12691726CB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0D526FF0-925B-C8B0-723A-F664E18279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B73C49-C5EB-AE17-BADB-8463A5B84096}"/>
              </a:ext>
            </a:extLst>
          </p:cNvPr>
          <p:cNvSpPr>
            <a:spLocks noGrp="1"/>
          </p:cNvSpPr>
          <p:nvPr>
            <p:ph type="dt" sz="half" idx="10"/>
          </p:nvPr>
        </p:nvSpPr>
        <p:spPr/>
        <p:txBody>
          <a:bodyPr/>
          <a:lstStyle/>
          <a:p>
            <a:fld id="{024E9864-D142-4570-873E-A436B60492D1}" type="datetime1">
              <a:rPr lang="LID4096" smtClean="0"/>
              <a:t>10/07/2026</a:t>
            </a:fld>
            <a:endParaRPr lang="en-DE"/>
          </a:p>
        </p:txBody>
      </p:sp>
      <p:sp>
        <p:nvSpPr>
          <p:cNvPr id="6" name="Footer Placeholder 5">
            <a:extLst>
              <a:ext uri="{FF2B5EF4-FFF2-40B4-BE49-F238E27FC236}">
                <a16:creationId xmlns:a16="http://schemas.microsoft.com/office/drawing/2014/main" id="{83AE130A-5D66-E449-99D6-8BB166C10003}"/>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2789827742"/>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D50B7B-D7E7-4030-F286-4A408BCBF2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B26E5410-FDDB-B0FD-9341-E94FDB5E92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323E1589-7FD6-B263-D060-B231232D3BE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E88D11-1808-11C6-E00A-367680DAD769}"/>
              </a:ext>
            </a:extLst>
          </p:cNvPr>
          <p:cNvSpPr>
            <a:spLocks noGrp="1"/>
          </p:cNvSpPr>
          <p:nvPr>
            <p:ph type="dt" sz="half" idx="10"/>
          </p:nvPr>
        </p:nvSpPr>
        <p:spPr/>
        <p:txBody>
          <a:bodyPr/>
          <a:lstStyle/>
          <a:p>
            <a:fld id="{72460752-F2DC-4948-AAC9-45F2F0440AE2}" type="datetime1">
              <a:rPr lang="LID4096" smtClean="0"/>
              <a:t>10/07/2026</a:t>
            </a:fld>
            <a:endParaRPr lang="en-DE"/>
          </a:p>
        </p:txBody>
      </p:sp>
      <p:sp>
        <p:nvSpPr>
          <p:cNvPr id="6" name="Footer Placeholder 5">
            <a:extLst>
              <a:ext uri="{FF2B5EF4-FFF2-40B4-BE49-F238E27FC236}">
                <a16:creationId xmlns:a16="http://schemas.microsoft.com/office/drawing/2014/main" id="{1FECAD9C-1234-A408-43B4-5DCC8371B7F7}"/>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400978128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B486D-7D53-7E6D-6837-AD79995FDD36}"/>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08B35AF2-4A7C-5339-07F0-D73E12E972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8FFC0B5C-204A-7B66-0BC4-E86976CE44FF}"/>
              </a:ext>
            </a:extLst>
          </p:cNvPr>
          <p:cNvSpPr>
            <a:spLocks noGrp="1"/>
          </p:cNvSpPr>
          <p:nvPr>
            <p:ph type="dt" sz="half" idx="10"/>
          </p:nvPr>
        </p:nvSpPr>
        <p:spPr/>
        <p:txBody>
          <a:bodyPr/>
          <a:lstStyle/>
          <a:p>
            <a:fld id="{FFDFF8BA-13CB-425D-9ADD-895B976A7416}" type="datetime1">
              <a:rPr lang="LID4096" smtClean="0"/>
              <a:t>10/07/2026</a:t>
            </a:fld>
            <a:endParaRPr lang="en-DE"/>
          </a:p>
        </p:txBody>
      </p:sp>
      <p:sp>
        <p:nvSpPr>
          <p:cNvPr id="5" name="Footer Placeholder 4">
            <a:extLst>
              <a:ext uri="{FF2B5EF4-FFF2-40B4-BE49-F238E27FC236}">
                <a16:creationId xmlns:a16="http://schemas.microsoft.com/office/drawing/2014/main" id="{5F0EBBE5-E3BF-E7B5-8900-00756EE7A79F}"/>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292213035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A8B0A94-998B-980E-E759-A436DCD777E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01DA9E75-CCC5-66F2-2F90-BB1D3AED60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62D13910-761B-C6BB-37F7-F284A0322E2F}"/>
              </a:ext>
            </a:extLst>
          </p:cNvPr>
          <p:cNvSpPr>
            <a:spLocks noGrp="1"/>
          </p:cNvSpPr>
          <p:nvPr>
            <p:ph type="dt" sz="half" idx="10"/>
          </p:nvPr>
        </p:nvSpPr>
        <p:spPr/>
        <p:txBody>
          <a:bodyPr/>
          <a:lstStyle/>
          <a:p>
            <a:fld id="{9BD6E0A2-C65B-42C5-AE69-77E873D7A894}" type="datetime1">
              <a:rPr lang="LID4096" smtClean="0"/>
              <a:t>10/07/2026</a:t>
            </a:fld>
            <a:endParaRPr lang="en-DE"/>
          </a:p>
        </p:txBody>
      </p:sp>
      <p:sp>
        <p:nvSpPr>
          <p:cNvPr id="5" name="Footer Placeholder 4">
            <a:extLst>
              <a:ext uri="{FF2B5EF4-FFF2-40B4-BE49-F238E27FC236}">
                <a16:creationId xmlns:a16="http://schemas.microsoft.com/office/drawing/2014/main" id="{12BD57F2-F361-75D6-4EAF-3CE81F29CD7E}"/>
              </a:ext>
            </a:extLst>
          </p:cNvPr>
          <p:cNvSpPr>
            <a:spLocks noGrp="1"/>
          </p:cNvSpPr>
          <p:nvPr>
            <p:ph type="ftr" sz="quarter" idx="11"/>
          </p:nvPr>
        </p:nvSpPr>
        <p:spPr/>
        <p:txBody>
          <a:bodyPr/>
          <a:lstStyle/>
          <a:p>
            <a:endParaRPr lang="en-DE"/>
          </a:p>
        </p:txBody>
      </p:sp>
    </p:spTree>
    <p:extLst>
      <p:ext uri="{BB962C8B-B14F-4D97-AF65-F5344CB8AC3E}">
        <p14:creationId xmlns:p14="http://schemas.microsoft.com/office/powerpoint/2010/main" val="3651434118"/>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613527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MASTER">
    <p:bg>
      <p:bgPr>
        <a:solidFill>
          <a:srgbClr val="F7FBFD"/>
        </a:solidFill>
        <a:effectLst/>
      </p:bgPr>
    </p:bg>
    <p:spTree>
      <p:nvGrpSpPr>
        <p:cNvPr id="1" name=""/>
        <p:cNvGrpSpPr/>
        <p:nvPr/>
      </p:nvGrpSpPr>
      <p:grpSpPr>
        <a:xfrm>
          <a:off x="0" y="0"/>
          <a:ext cx="0" cy="0"/>
          <a:chOff x="0" y="0"/>
          <a:chExt cx="0" cy="0"/>
        </a:xfrm>
      </p:grpSpPr>
      <p:sp>
        <p:nvSpPr>
          <p:cNvPr id="2" name="Shape 0"/>
          <p:cNvSpPr/>
          <p:nvPr/>
        </p:nvSpPr>
        <p:spPr>
          <a:xfrm>
            <a:off x="347472" y="841248"/>
            <a:ext cx="11475720" cy="0"/>
          </a:xfrm>
          <a:prstGeom prst="line">
            <a:avLst/>
          </a:prstGeom>
          <a:noFill/>
          <a:ln w="12700">
            <a:solidFill>
              <a:srgbClr val="B9CDD7"/>
            </a:solidFill>
            <a:prstDash val="solid"/>
          </a:ln>
        </p:spPr>
        <p:txBody>
          <a:bodyPr/>
          <a:lstStyle/>
          <a:p>
            <a:endParaRPr lang="en-DE"/>
          </a:p>
        </p:txBody>
      </p:sp>
      <p:sp>
        <p:nvSpPr>
          <p:cNvPr id="3" name="Text 1"/>
          <p:cNvSpPr/>
          <p:nvPr/>
        </p:nvSpPr>
        <p:spPr>
          <a:xfrm>
            <a:off x="0" y="0"/>
            <a:ext cx="0" cy="0"/>
          </a:xfrm>
          <a:prstGeom prst="rect">
            <a:avLst/>
          </a:prstGeom>
          <a:noFill/>
          <a:ln/>
        </p:spPr>
        <p:txBody>
          <a:bodyPr wrap="square" rtlCol="0" anchor="ctr"/>
          <a:lstStyle/>
          <a:p>
            <a:pPr marL="0" indent="0">
              <a:buNone/>
            </a:pPr>
            <a:endParaRPr lang="en-US"/>
          </a:p>
        </p:txBody>
      </p:sp>
    </p:spTree>
    <p:extLst>
      <p:ext uri="{BB962C8B-B14F-4D97-AF65-F5344CB8AC3E}">
        <p14:creationId xmlns:p14="http://schemas.microsoft.com/office/powerpoint/2010/main" val="3871163991"/>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57177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slideLayout" Target="../slideLayouts/slideLayout55.xml"/><Relationship Id="rId47" Type="http://schemas.openxmlformats.org/officeDocument/2006/relationships/tags" Target="../tags/tag2.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9" Type="http://schemas.openxmlformats.org/officeDocument/2006/relationships/slideLayout" Target="../slideLayouts/slideLayout42.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theme" Target="../theme/theme2.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49" Type="http://schemas.openxmlformats.org/officeDocument/2006/relationships/image" Target="../media/image3.emf"/><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slideLayout" Target="../slideLayouts/slideLayout57.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slideLayout" Target="../slideLayouts/slideLayout56.xml"/><Relationship Id="rId48" Type="http://schemas.openxmlformats.org/officeDocument/2006/relationships/oleObject" Target="../embeddings/oleObject1.bin"/><Relationship Id="rId8" Type="http://schemas.openxmlformats.org/officeDocument/2006/relationships/slideLayout" Target="../slideLayouts/slideLayout21.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46" Type="http://schemas.openxmlformats.org/officeDocument/2006/relationships/tags" Target="../tags/tag1.xml"/><Relationship Id="rId20" Type="http://schemas.openxmlformats.org/officeDocument/2006/relationships/slideLayout" Target="../slideLayouts/slideLayout33.xml"/><Relationship Id="rId41" Type="http://schemas.openxmlformats.org/officeDocument/2006/relationships/slideLayout" Target="../slideLayouts/slideLayout54.xml"/><Relationship Id="rId1" Type="http://schemas.openxmlformats.org/officeDocument/2006/relationships/slideLayout" Target="../slideLayouts/slideLayout14.xml"/><Relationship Id="rId6"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slideLayout" Target="../slideLayouts/slideLayout83.xml"/><Relationship Id="rId39" Type="http://schemas.openxmlformats.org/officeDocument/2006/relationships/tags" Target="../tags/tag4.xml"/><Relationship Id="rId21" Type="http://schemas.openxmlformats.org/officeDocument/2006/relationships/slideLayout" Target="../slideLayouts/slideLayout78.xml"/><Relationship Id="rId34" Type="http://schemas.openxmlformats.org/officeDocument/2006/relationships/slideLayout" Target="../slideLayouts/slideLayout91.xml"/><Relationship Id="rId7" Type="http://schemas.openxmlformats.org/officeDocument/2006/relationships/slideLayout" Target="../slideLayouts/slideLayout6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slideLayout" Target="../slideLayouts/slideLayout86.xml"/><Relationship Id="rId41" Type="http://schemas.openxmlformats.org/officeDocument/2006/relationships/image" Target="../media/image3.emf"/><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32" Type="http://schemas.openxmlformats.org/officeDocument/2006/relationships/slideLayout" Target="../slideLayouts/slideLayout89.xml"/><Relationship Id="rId37" Type="http://schemas.openxmlformats.org/officeDocument/2006/relationships/theme" Target="../theme/theme3.xml"/><Relationship Id="rId40" Type="http://schemas.openxmlformats.org/officeDocument/2006/relationships/oleObject" Target="../embeddings/oleObject2.bin"/><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slideLayout" Target="../slideLayouts/slideLayout85.xml"/><Relationship Id="rId36" Type="http://schemas.openxmlformats.org/officeDocument/2006/relationships/slideLayout" Target="../slideLayouts/slideLayout93.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31" Type="http://schemas.openxmlformats.org/officeDocument/2006/relationships/slideLayout" Target="../slideLayouts/slideLayout88.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slideLayout" Target="../slideLayouts/slideLayout84.xml"/><Relationship Id="rId30" Type="http://schemas.openxmlformats.org/officeDocument/2006/relationships/slideLayout" Target="../slideLayouts/slideLayout87.xml"/><Relationship Id="rId35" Type="http://schemas.openxmlformats.org/officeDocument/2006/relationships/slideLayout" Target="../slideLayouts/slideLayout92.xml"/><Relationship Id="rId8" Type="http://schemas.openxmlformats.org/officeDocument/2006/relationships/slideLayout" Target="../slideLayouts/slideLayout65.xml"/><Relationship Id="rId3" Type="http://schemas.openxmlformats.org/officeDocument/2006/relationships/slideLayout" Target="../slideLayouts/slideLayout60.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slideLayout" Target="../slideLayouts/slideLayout82.xml"/><Relationship Id="rId33" Type="http://schemas.openxmlformats.org/officeDocument/2006/relationships/slideLayout" Target="../slideLayouts/slideLayout90.xml"/><Relationship Id="rId38" Type="http://schemas.openxmlformats.org/officeDocument/2006/relationships/tags" Target="../tags/tag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1.xml"/><Relationship Id="rId3" Type="http://schemas.openxmlformats.org/officeDocument/2006/relationships/slideLayout" Target="../slideLayouts/slideLayout96.xml"/><Relationship Id="rId7" Type="http://schemas.openxmlformats.org/officeDocument/2006/relationships/slideLayout" Target="../slideLayouts/slideLayout100.xml"/><Relationship Id="rId12" Type="http://schemas.openxmlformats.org/officeDocument/2006/relationships/theme" Target="../theme/theme4.xml"/><Relationship Id="rId2" Type="http://schemas.openxmlformats.org/officeDocument/2006/relationships/slideLayout" Target="../slideLayouts/slideLayout95.xml"/><Relationship Id="rId1" Type="http://schemas.openxmlformats.org/officeDocument/2006/relationships/slideLayout" Target="../slideLayouts/slideLayout94.xml"/><Relationship Id="rId6" Type="http://schemas.openxmlformats.org/officeDocument/2006/relationships/slideLayout" Target="../slideLayouts/slideLayout99.xml"/><Relationship Id="rId11" Type="http://schemas.openxmlformats.org/officeDocument/2006/relationships/slideLayout" Target="../slideLayouts/slideLayout104.xml"/><Relationship Id="rId5" Type="http://schemas.openxmlformats.org/officeDocument/2006/relationships/slideLayout" Target="../slideLayouts/slideLayout98.xml"/><Relationship Id="rId10" Type="http://schemas.openxmlformats.org/officeDocument/2006/relationships/slideLayout" Target="../slideLayouts/slideLayout103.xml"/><Relationship Id="rId4" Type="http://schemas.openxmlformats.org/officeDocument/2006/relationships/slideLayout" Target="../slideLayouts/slideLayout97.xml"/><Relationship Id="rId9" Type="http://schemas.openxmlformats.org/officeDocument/2006/relationships/slideLayout" Target="../slideLayouts/slideLayout10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06.xml"/><Relationship Id="rId1" Type="http://schemas.openxmlformats.org/officeDocument/2006/relationships/slideLayout" Target="../slideLayouts/slideLayout10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0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5B03ABC-CC2B-4C20-BE8B-06640BFD4E6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DAFE73F-D566-487F-BBF6-0416C07545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B74BFCA-8825-4731-A3D3-6DDF39DD3CA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58A2D1-CDA2-4E2E-9F94-911EA117E445}" type="datetimeFigureOut">
              <a:rPr lang="en-GB" smtClean="0"/>
              <a:t>07/10/2026</a:t>
            </a:fld>
            <a:endParaRPr lang="en-GB"/>
          </a:p>
        </p:txBody>
      </p:sp>
      <p:sp>
        <p:nvSpPr>
          <p:cNvPr id="5" name="Footer Placeholder 4">
            <a:extLst>
              <a:ext uri="{FF2B5EF4-FFF2-40B4-BE49-F238E27FC236}">
                <a16:creationId xmlns:a16="http://schemas.microsoft.com/office/drawing/2014/main" id="{8C8780D9-FA9D-455E-BEA3-8F41113B52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Tree>
    <p:extLst>
      <p:ext uri="{BB962C8B-B14F-4D97-AF65-F5344CB8AC3E}">
        <p14:creationId xmlns:p14="http://schemas.microsoft.com/office/powerpoint/2010/main" val="36429277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Datumsplatzhalter 8">
            <a:extLst>
              <a:ext uri="{FF2B5EF4-FFF2-40B4-BE49-F238E27FC236}">
                <a16:creationId xmlns:a16="http://schemas.microsoft.com/office/drawing/2014/main" id="{7D7355F1-46D4-4016-8686-BB54E5AF16A7}"/>
              </a:ext>
            </a:extLst>
          </p:cNvPr>
          <p:cNvSpPr>
            <a:spLocks noGrp="1"/>
          </p:cNvSpPr>
          <p:nvPr>
            <p:ph type="dt" sz="half" idx="2"/>
          </p:nvPr>
        </p:nvSpPr>
        <p:spPr bwMode="gray">
          <a:xfrm>
            <a:off x="623392" y="6525376"/>
            <a:ext cx="1440000" cy="288000"/>
          </a:xfrm>
          <a:prstGeom prst="rect">
            <a:avLst/>
          </a:prstGeom>
        </p:spPr>
        <p:txBody>
          <a:bodyPr vert="horz" lIns="0" tIns="0" rIns="0" bIns="0" rtlCol="0" anchor="ctr"/>
          <a:lstStyle>
            <a:lvl1pPr algn="l">
              <a:defRPr sz="1000" b="1" cap="all" baseline="0">
                <a:solidFill>
                  <a:schemeClr val="tx1"/>
                </a:solidFill>
                <a:latin typeface="+mj-lt"/>
              </a:defRPr>
            </a:lvl1pPr>
            <a:lvl2pPr marL="0" algn="l">
              <a:defRPr sz="1067" b="1" cap="all" baseline="0">
                <a:solidFill>
                  <a:schemeClr val="accent4"/>
                </a:solidFill>
                <a:latin typeface="+mj-lt"/>
              </a:defRPr>
            </a:lvl2pPr>
            <a:lvl3pPr marL="0">
              <a:defRPr sz="1067" b="1" cap="all" baseline="0">
                <a:solidFill>
                  <a:schemeClr val="accent4"/>
                </a:solidFill>
                <a:latin typeface="+mj-lt"/>
              </a:defRPr>
            </a:lvl3pPr>
            <a:lvl4pPr marL="0">
              <a:defRPr sz="1067" b="1" cap="all" baseline="0">
                <a:solidFill>
                  <a:schemeClr val="accent4"/>
                </a:solidFill>
                <a:latin typeface="+mj-lt"/>
              </a:defRPr>
            </a:lvl4pPr>
            <a:lvl5pPr marL="0">
              <a:defRPr sz="1067" b="1" cap="all" baseline="0">
                <a:solidFill>
                  <a:schemeClr val="accent4"/>
                </a:solidFill>
                <a:latin typeface="+mj-lt"/>
              </a:defRPr>
            </a:lvl5pPr>
            <a:lvl6pPr marL="0">
              <a:defRPr sz="1067" b="1" cap="all" baseline="0">
                <a:solidFill>
                  <a:schemeClr val="accent4"/>
                </a:solidFill>
                <a:latin typeface="+mj-lt"/>
              </a:defRPr>
            </a:lvl6pPr>
            <a:lvl7pPr marL="0">
              <a:defRPr sz="1067" b="1" cap="all" baseline="0">
                <a:solidFill>
                  <a:schemeClr val="accent4"/>
                </a:solidFill>
                <a:latin typeface="+mj-lt"/>
              </a:defRPr>
            </a:lvl7pPr>
            <a:lvl8pPr marL="0">
              <a:defRPr sz="1067" b="1" cap="all" baseline="0">
                <a:solidFill>
                  <a:schemeClr val="accent4"/>
                </a:solidFill>
                <a:latin typeface="+mj-lt"/>
              </a:defRPr>
            </a:lvl8pPr>
            <a:lvl9pPr marL="0">
              <a:defRPr sz="1067" b="1" cap="all" baseline="0">
                <a:solidFill>
                  <a:schemeClr val="accent4"/>
                </a:solidFill>
                <a:latin typeface="+mj-lt"/>
              </a:defRPr>
            </a:lvl9pPr>
          </a:lstStyle>
          <a:p>
            <a:endParaRPr lang="en-US"/>
          </a:p>
        </p:txBody>
      </p:sp>
      <p:graphicFrame>
        <p:nvGraphicFramePr>
          <p:cNvPr id="2" name="Object 1" hidden="1"/>
          <p:cNvGraphicFramePr>
            <a:graphicFrameLocks noChangeAspect="1"/>
          </p:cNvGraphicFramePr>
          <p:nvPr userDrawn="1">
            <p:custDataLst>
              <p:tags r:id="rId46"/>
            </p:custDataLst>
            <p:extLst>
              <p:ext uri="{D42A27DB-BD31-4B8C-83A1-F6EECF244321}">
                <p14:modId xmlns:p14="http://schemas.microsoft.com/office/powerpoint/2010/main" val="3224912082"/>
              </p:ext>
            </p:ext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Folie" r:id="rId48" imgW="270" imgH="270" progId="TCLayout.ActiveDocument.1">
                  <p:embed/>
                </p:oleObj>
              </mc:Choice>
              <mc:Fallback>
                <p:oleObj name="think-cell Folie" r:id="rId48" imgW="270" imgH="270" progId="TCLayout.ActiveDocument.1">
                  <p:embed/>
                  <p:pic>
                    <p:nvPicPr>
                      <p:cNvPr id="2" name="Object 1" hidden="1"/>
                      <p:cNvPicPr/>
                      <p:nvPr/>
                    </p:nvPicPr>
                    <p:blipFill>
                      <a:blip r:embed="rId49"/>
                      <a:stretch>
                        <a:fillRect/>
                      </a:stretch>
                    </p:blipFill>
                    <p:spPr>
                      <a:xfrm>
                        <a:off x="2118" y="2118"/>
                        <a:ext cx="2116" cy="2116"/>
                      </a:xfrm>
                      <a:prstGeom prst="rect">
                        <a:avLst/>
                      </a:prstGeom>
                    </p:spPr>
                  </p:pic>
                </p:oleObj>
              </mc:Fallback>
            </mc:AlternateContent>
          </a:graphicData>
        </a:graphic>
      </p:graphicFrame>
      <p:sp>
        <p:nvSpPr>
          <p:cNvPr id="3" name="empower - DO NOT DELETE!!!" hidden="1"/>
          <p:cNvSpPr/>
          <p:nvPr userDrawn="1">
            <p:custDataLst>
              <p:tags r:id="rId47"/>
            </p:custDataLst>
          </p:nvPr>
        </p:nvSpPr>
        <p:spPr bwMode="gray">
          <a:xfrm>
            <a:off x="0" y="0"/>
            <a:ext cx="0" cy="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3200"/>
          </a:p>
        </p:txBody>
      </p:sp>
      <p:sp>
        <p:nvSpPr>
          <p:cNvPr id="6" name="Titelplatzhalter 5">
            <a:extLst>
              <a:ext uri="{FF2B5EF4-FFF2-40B4-BE49-F238E27FC236}">
                <a16:creationId xmlns:a16="http://schemas.microsoft.com/office/drawing/2014/main" id="{DB880A2D-C062-4D44-952D-FCAD04EEFAC8}"/>
              </a:ext>
            </a:extLst>
          </p:cNvPr>
          <p:cNvSpPr>
            <a:spLocks noGrp="1"/>
          </p:cNvSpPr>
          <p:nvPr>
            <p:ph type="title"/>
          </p:nvPr>
        </p:nvSpPr>
        <p:spPr bwMode="gray">
          <a:xfrm>
            <a:off x="623392" y="836712"/>
            <a:ext cx="10944000" cy="648000"/>
          </a:xfrm>
          <a:prstGeom prst="rect">
            <a:avLst/>
          </a:prstGeom>
        </p:spPr>
        <p:txBody>
          <a:bodyPr vert="horz" lIns="0" tIns="0" rIns="0" bIns="0" rtlCol="0" anchor="b">
            <a:noAutofit/>
          </a:bodyPr>
          <a:lstStyle/>
          <a:p>
            <a:r>
              <a:rPr lang="en-US"/>
              <a:t>Click </a:t>
            </a:r>
            <a:br>
              <a:rPr lang="en-US"/>
            </a:br>
            <a:r>
              <a:rPr lang="en-US"/>
              <a:t>to edit title</a:t>
            </a:r>
          </a:p>
        </p:txBody>
      </p:sp>
      <p:sp>
        <p:nvSpPr>
          <p:cNvPr id="7" name="Textplatzhalter 6">
            <a:extLst>
              <a:ext uri="{FF2B5EF4-FFF2-40B4-BE49-F238E27FC236}">
                <a16:creationId xmlns:a16="http://schemas.microsoft.com/office/drawing/2014/main" id="{0AA6BBE1-B3CD-494B-8C99-ABDC60748E7F}"/>
              </a:ext>
            </a:extLst>
          </p:cNvPr>
          <p:cNvSpPr>
            <a:spLocks noGrp="1"/>
          </p:cNvSpPr>
          <p:nvPr>
            <p:ph type="body" idx="1"/>
          </p:nvPr>
        </p:nvSpPr>
        <p:spPr bwMode="gray">
          <a:xfrm>
            <a:off x="623392" y="1916832"/>
            <a:ext cx="10944000" cy="4320456"/>
          </a:xfrm>
          <a:prstGeom prst="rect">
            <a:avLst/>
          </a:prstGeom>
        </p:spPr>
        <p:txBody>
          <a:bodyPr vert="horz" lIns="0" tIns="0" rIns="0" bIns="0" rtlCol="0">
            <a:noAutofit/>
          </a:body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0" name="Fußzeilenplatzhalter 9">
            <a:extLst>
              <a:ext uri="{FF2B5EF4-FFF2-40B4-BE49-F238E27FC236}">
                <a16:creationId xmlns:a16="http://schemas.microsoft.com/office/drawing/2014/main" id="{19AEF450-6254-4895-97C8-01D71AE9A7D0}"/>
              </a:ext>
            </a:extLst>
          </p:cNvPr>
          <p:cNvSpPr>
            <a:spLocks noGrp="1"/>
          </p:cNvSpPr>
          <p:nvPr>
            <p:ph type="ftr" sz="quarter" idx="3"/>
          </p:nvPr>
        </p:nvSpPr>
        <p:spPr bwMode="gray">
          <a:xfrm>
            <a:off x="623392" y="548680"/>
            <a:ext cx="10944000" cy="216000"/>
          </a:xfrm>
          <a:prstGeom prst="rect">
            <a:avLst/>
          </a:prstGeom>
        </p:spPr>
        <p:txBody>
          <a:bodyPr vert="horz" lIns="0" tIns="0" rIns="0" bIns="0" rtlCol="0" anchor="t"/>
          <a:lstStyle>
            <a:lvl1pPr algn="l">
              <a:defRPr sz="1000" b="1" cap="all" spc="30" baseline="0">
                <a:solidFill>
                  <a:srgbClr val="000105"/>
                </a:solidFill>
                <a:latin typeface="+mj-lt"/>
              </a:defRPr>
            </a:lvl1pPr>
            <a:lvl2pPr marL="0">
              <a:defRPr sz="1067" b="1" cap="all" baseline="0">
                <a:solidFill>
                  <a:schemeClr val="tx1"/>
                </a:solidFill>
                <a:latin typeface="+mj-lt"/>
              </a:defRPr>
            </a:lvl2pPr>
            <a:lvl3pPr marL="0">
              <a:defRPr sz="1067" b="1" cap="all" baseline="0">
                <a:solidFill>
                  <a:schemeClr val="tx1"/>
                </a:solidFill>
                <a:latin typeface="+mj-lt"/>
              </a:defRPr>
            </a:lvl3pPr>
            <a:lvl4pPr marL="0">
              <a:defRPr sz="1067" b="1" cap="all" baseline="0">
                <a:solidFill>
                  <a:schemeClr val="tx1"/>
                </a:solidFill>
                <a:latin typeface="+mj-lt"/>
              </a:defRPr>
            </a:lvl4pPr>
            <a:lvl5pPr marL="0">
              <a:defRPr sz="1067" b="1" cap="all" baseline="0">
                <a:solidFill>
                  <a:schemeClr val="tx1"/>
                </a:solidFill>
                <a:latin typeface="+mj-lt"/>
              </a:defRPr>
            </a:lvl5pPr>
            <a:lvl6pPr marL="0">
              <a:defRPr sz="1067" b="1" cap="all" baseline="0">
                <a:solidFill>
                  <a:schemeClr val="tx1"/>
                </a:solidFill>
                <a:latin typeface="+mj-lt"/>
              </a:defRPr>
            </a:lvl6pPr>
            <a:lvl7pPr marL="0">
              <a:defRPr sz="1067" b="1" cap="all" baseline="0">
                <a:solidFill>
                  <a:schemeClr val="tx1"/>
                </a:solidFill>
                <a:latin typeface="+mj-lt"/>
              </a:defRPr>
            </a:lvl7pPr>
            <a:lvl8pPr marL="0">
              <a:defRPr sz="1067" b="1" cap="all" baseline="0">
                <a:solidFill>
                  <a:schemeClr val="tx1"/>
                </a:solidFill>
                <a:latin typeface="+mj-lt"/>
              </a:defRPr>
            </a:lvl8pPr>
            <a:lvl9pPr marL="0">
              <a:defRPr sz="1067" b="1" cap="all" baseline="0">
                <a:solidFill>
                  <a:schemeClr val="tx1"/>
                </a:solidFill>
                <a:latin typeface="+mj-lt"/>
              </a:defRPr>
            </a:lvl9pPr>
          </a:lstStyle>
          <a:p>
            <a:r>
              <a:rPr lang="en-US"/>
              <a:t>GLOBAL CREDENTIALS</a:t>
            </a:r>
          </a:p>
        </p:txBody>
      </p:sp>
      <p:cxnSp>
        <p:nvCxnSpPr>
          <p:cNvPr id="14" name="Gerader Verbinder 13">
            <a:extLst>
              <a:ext uri="{FF2B5EF4-FFF2-40B4-BE49-F238E27FC236}">
                <a16:creationId xmlns:a16="http://schemas.microsoft.com/office/drawing/2014/main" id="{6AAE0DBC-28BE-40D0-B783-A342169E761D}"/>
              </a:ext>
            </a:extLst>
          </p:cNvPr>
          <p:cNvCxnSpPr/>
          <p:nvPr userDrawn="1"/>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CC515ABE-B67A-4021-A839-97C01999930D}"/>
              </a:ext>
            </a:extLst>
          </p:cNvPr>
          <p:cNvCxnSpPr/>
          <p:nvPr userDrawn="1"/>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167709D4-2642-43CD-9521-757457584705}"/>
              </a:ext>
            </a:extLst>
          </p:cNvPr>
          <p:cNvCxnSpPr/>
          <p:nvPr userDrawn="1"/>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CA26CF1-CE52-4C33-879B-2E14445A5578}"/>
              </a:ext>
            </a:extLst>
          </p:cNvPr>
          <p:cNvCxnSpPr/>
          <p:nvPr userDrawn="1"/>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7A80618A-7365-4479-B969-338981696CA5}"/>
              </a:ext>
            </a:extLst>
          </p:cNvPr>
          <p:cNvCxnSpPr/>
          <p:nvPr userDrawn="1"/>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91931F2E-3507-46A0-8CB6-EFE5945CC292}"/>
              </a:ext>
            </a:extLst>
          </p:cNvPr>
          <p:cNvCxnSpPr/>
          <p:nvPr userDrawn="1"/>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0990D3E4-6C8E-4DF5-9CFE-D8998AB1D93B}"/>
              </a:ext>
            </a:extLst>
          </p:cNvPr>
          <p:cNvCxnSpPr/>
          <p:nvPr userDrawn="1"/>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64BAD6B8-1689-482F-93D6-AFBC516F78A2}"/>
              </a:ext>
            </a:extLst>
          </p:cNvPr>
          <p:cNvCxnSpPr/>
          <p:nvPr userDrawn="1"/>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0DB33E1B-ED21-458F-A9D8-1D425827CC17}"/>
              </a:ext>
            </a:extLst>
          </p:cNvPr>
          <p:cNvCxnSpPr/>
          <p:nvPr userDrawn="1"/>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A411B6A5-6A33-4880-A59C-C9948CA136B1}"/>
              </a:ext>
            </a:extLst>
          </p:cNvPr>
          <p:cNvCxnSpPr/>
          <p:nvPr userDrawn="1"/>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8FC1791E-69BB-491C-9A41-369011898EA0}"/>
              </a:ext>
            </a:extLst>
          </p:cNvPr>
          <p:cNvCxnSpPr/>
          <p:nvPr userDrawn="1"/>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9D6C18EA-6C7E-4EAA-BD84-A6B0EAB308BD}"/>
              </a:ext>
            </a:extLst>
          </p:cNvPr>
          <p:cNvCxnSpPr/>
          <p:nvPr userDrawn="1"/>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5721F760-3B24-42F0-A207-0BC9F646D185}"/>
              </a:ext>
            </a:extLst>
          </p:cNvPr>
          <p:cNvCxnSpPr/>
          <p:nvPr userDrawn="1"/>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2B551C91-9EDE-47CC-9680-57826EA986FF}"/>
              </a:ext>
            </a:extLst>
          </p:cNvPr>
          <p:cNvCxnSpPr/>
          <p:nvPr userDrawn="1"/>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5639AFFB-D329-45C1-A33E-3AB8AD3986C2}"/>
              </a:ext>
            </a:extLst>
          </p:cNvPr>
          <p:cNvCxnSpPr/>
          <p:nvPr userDrawn="1"/>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F2F4ECF5-A06F-479F-AEB1-A7681929DFDC}"/>
              </a:ext>
            </a:extLst>
          </p:cNvPr>
          <p:cNvCxnSpPr/>
          <p:nvPr userDrawn="1"/>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EA190E5B-14D2-4C86-88B4-7D7A74E4169D}"/>
              </a:ext>
            </a:extLst>
          </p:cNvPr>
          <p:cNvCxnSpPr/>
          <p:nvPr userDrawn="1"/>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32800909-2565-417F-B2A6-4F05A8EB81D7}"/>
              </a:ext>
            </a:extLst>
          </p:cNvPr>
          <p:cNvCxnSpPr/>
          <p:nvPr userDrawn="1"/>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
        <p:nvSpPr>
          <p:cNvPr id="5" name="Grafik 3">
            <a:extLst>
              <a:ext uri="{FF2B5EF4-FFF2-40B4-BE49-F238E27FC236}">
                <a16:creationId xmlns:a16="http://schemas.microsoft.com/office/drawing/2014/main" id="{4D088147-77BE-4E9A-9F59-DA70A18F7E4A}"/>
              </a:ext>
            </a:extLst>
          </p:cNvPr>
          <p:cNvSpPr/>
          <p:nvPr userDrawn="1"/>
        </p:nvSpPr>
        <p:spPr>
          <a:xfrm>
            <a:off x="5574000" y="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2"/>
          </a:solidFill>
          <a:ln w="3175" cap="flat">
            <a:solidFill>
              <a:schemeClr val="bg2"/>
            </a:solidFill>
            <a:prstDash val="solid"/>
            <a:miter/>
          </a:ln>
        </p:spPr>
        <p:txBody>
          <a:bodyPr rtlCol="0" anchor="ctr"/>
          <a:lstStyle/>
          <a:p>
            <a:endParaRPr lang="de-DE"/>
          </a:p>
        </p:txBody>
      </p:sp>
      <p:sp>
        <p:nvSpPr>
          <p:cNvPr id="40" name="Grafik 3">
            <a:extLst>
              <a:ext uri="{FF2B5EF4-FFF2-40B4-BE49-F238E27FC236}">
                <a16:creationId xmlns:a16="http://schemas.microsoft.com/office/drawing/2014/main" id="{5AB57AE4-8CE9-4774-A303-B362D5F461CF}"/>
              </a:ext>
            </a:extLst>
          </p:cNvPr>
          <p:cNvSpPr/>
          <p:nvPr userDrawn="1"/>
        </p:nvSpPr>
        <p:spPr>
          <a:xfrm>
            <a:off x="5574000" y="6498000"/>
            <a:ext cx="1044000" cy="360000"/>
          </a:xfrm>
          <a:custGeom>
            <a:avLst/>
            <a:gdLst>
              <a:gd name="connsiteX0" fmla="*/ 0 w 1055367"/>
              <a:gd name="connsiteY0" fmla="*/ 0 h 367360"/>
              <a:gd name="connsiteX1" fmla="*/ 1055367 w 1055367"/>
              <a:gd name="connsiteY1" fmla="*/ 0 h 367360"/>
              <a:gd name="connsiteX2" fmla="*/ 1055367 w 1055367"/>
              <a:gd name="connsiteY2" fmla="*/ 367360 h 367360"/>
              <a:gd name="connsiteX3" fmla="*/ 0 w 1055367"/>
              <a:gd name="connsiteY3" fmla="*/ 367360 h 367360"/>
            </a:gdLst>
            <a:ahLst/>
            <a:cxnLst>
              <a:cxn ang="0">
                <a:pos x="connsiteX0" y="connsiteY0"/>
              </a:cxn>
              <a:cxn ang="0">
                <a:pos x="connsiteX1" y="connsiteY1"/>
              </a:cxn>
              <a:cxn ang="0">
                <a:pos x="connsiteX2" y="connsiteY2"/>
              </a:cxn>
              <a:cxn ang="0">
                <a:pos x="connsiteX3" y="connsiteY3"/>
              </a:cxn>
            </a:cxnLst>
            <a:rect l="l" t="t" r="r" b="b"/>
            <a:pathLst>
              <a:path w="1055367" h="367360">
                <a:moveTo>
                  <a:pt x="0" y="0"/>
                </a:moveTo>
                <a:lnTo>
                  <a:pt x="1055367" y="0"/>
                </a:lnTo>
                <a:lnTo>
                  <a:pt x="1055367" y="367360"/>
                </a:lnTo>
                <a:lnTo>
                  <a:pt x="0" y="367360"/>
                </a:lnTo>
                <a:close/>
              </a:path>
            </a:pathLst>
          </a:custGeom>
          <a:solidFill>
            <a:schemeClr val="bg2"/>
          </a:solidFill>
          <a:ln w="3175" cap="flat">
            <a:solidFill>
              <a:schemeClr val="bg2"/>
            </a:solidFill>
            <a:prstDash val="solid"/>
            <a:miter/>
          </a:ln>
        </p:spPr>
        <p:txBody>
          <a:bodyPr rtlCol="0" anchor="ctr"/>
          <a:lstStyle/>
          <a:p>
            <a:endParaRPr lang="de-DE"/>
          </a:p>
        </p:txBody>
      </p:sp>
    </p:spTree>
    <p:extLst>
      <p:ext uri="{BB962C8B-B14F-4D97-AF65-F5344CB8AC3E}">
        <p14:creationId xmlns:p14="http://schemas.microsoft.com/office/powerpoint/2010/main" val="49472811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2" r:id="rId37"/>
    <p:sldLayoutId id="2147483713" r:id="rId38"/>
    <p:sldLayoutId id="2147483714" r:id="rId39"/>
    <p:sldLayoutId id="2147483715" r:id="rId40"/>
    <p:sldLayoutId id="2147483716" r:id="rId41"/>
    <p:sldLayoutId id="2147483717" r:id="rId42"/>
    <p:sldLayoutId id="2147483718" r:id="rId43"/>
    <p:sldLayoutId id="2147483719" r:id="rId44"/>
  </p:sldLayoutIdLst>
  <p:hf sldNum="0" hdr="0" ftr="0" dt="0"/>
  <p:txStyles>
    <p:titleStyle>
      <a:lvl1pPr algn="l" defTabSz="1219170" rtl="0" eaLnBrk="1" latinLnBrk="0" hangingPunct="1">
        <a:lnSpc>
          <a:spcPct val="90000"/>
        </a:lnSpc>
        <a:spcBef>
          <a:spcPts val="0"/>
        </a:spcBef>
        <a:spcAft>
          <a:spcPts val="0"/>
        </a:spcAft>
        <a:buNone/>
        <a:defRPr sz="2400" b="1" i="0" kern="1200" cap="all" spc="67" baseline="0">
          <a:solidFill>
            <a:schemeClr val="tx1"/>
          </a:solidFill>
          <a:latin typeface="+mj-lt"/>
          <a:ea typeface="+mj-ea"/>
          <a:cs typeface="+mj-cs"/>
        </a:defRPr>
      </a:lvl1pPr>
    </p:titleStyle>
    <p:bodyStyle>
      <a:lvl1pPr marL="0" indent="0" algn="l" defTabSz="1219170" rtl="0" eaLnBrk="1" latinLnBrk="0" hangingPunct="1">
        <a:lnSpc>
          <a:spcPct val="110000"/>
        </a:lnSpc>
        <a:spcBef>
          <a:spcPts val="600"/>
        </a:spcBef>
        <a:spcAft>
          <a:spcPts val="0"/>
        </a:spcAft>
        <a:buSzPct val="100000"/>
        <a:buFont typeface="Arial" panose="020B0604020202020204" pitchFamily="34" charset="0"/>
        <a:buNone/>
        <a:defRPr sz="1400" b="0" kern="1200">
          <a:solidFill>
            <a:schemeClr val="tx1"/>
          </a:solidFill>
          <a:latin typeface="+mj-lt"/>
          <a:ea typeface="+mn-ea"/>
          <a:cs typeface="+mn-cs"/>
        </a:defRPr>
      </a:lvl1pPr>
      <a:lvl2pPr marL="180000" indent="-180000" algn="l" defTabSz="1219170" rtl="0" eaLnBrk="1" latinLnBrk="0" hangingPunct="1">
        <a:lnSpc>
          <a:spcPct val="110000"/>
        </a:lnSpc>
        <a:spcBef>
          <a:spcPts val="600"/>
        </a:spcBef>
        <a:spcAft>
          <a:spcPts val="0"/>
        </a:spcAft>
        <a:buClr>
          <a:schemeClr val="bg2"/>
        </a:buClr>
        <a:buSzPct val="105000"/>
        <a:buFont typeface="Wingdings 3" panose="05040102010807070707" pitchFamily="18" charset="2"/>
        <a:buChar char=""/>
        <a:defRPr sz="1400" b="0" kern="1200">
          <a:solidFill>
            <a:schemeClr val="tx1"/>
          </a:solidFill>
          <a:latin typeface="+mn-lt"/>
          <a:ea typeface="+mn-ea"/>
          <a:cs typeface="+mn-cs"/>
        </a:defRPr>
      </a:lvl2pPr>
      <a:lvl3pPr marL="360000" indent="-180000" algn="l" defTabSz="1219170" rtl="0" eaLnBrk="1" latinLnBrk="0" hangingPunct="1">
        <a:lnSpc>
          <a:spcPct val="110000"/>
        </a:lnSpc>
        <a:spcBef>
          <a:spcPts val="600"/>
        </a:spcBef>
        <a:spcAft>
          <a:spcPts val="0"/>
        </a:spcAft>
        <a:buClrTx/>
        <a:buSzPct val="105000"/>
        <a:buFont typeface="Wingdings 3" panose="05040102010807070707" pitchFamily="18" charset="2"/>
        <a:buChar char=""/>
        <a:defRPr sz="1400" kern="1200">
          <a:solidFill>
            <a:schemeClr val="tx1"/>
          </a:solidFill>
          <a:latin typeface="+mn-lt"/>
          <a:ea typeface="+mn-ea"/>
          <a:cs typeface="+mn-cs"/>
        </a:defRPr>
      </a:lvl3pPr>
      <a:lvl4pPr marL="540000" indent="-180000" algn="l" defTabSz="1219170" rtl="0" eaLnBrk="1" latinLnBrk="0" hangingPunct="1">
        <a:lnSpc>
          <a:spcPct val="110000"/>
        </a:lnSpc>
        <a:spcBef>
          <a:spcPts val="600"/>
        </a:spcBef>
        <a:spcAft>
          <a:spcPts val="0"/>
        </a:spcAft>
        <a:buClrTx/>
        <a:buSzPct val="100000"/>
        <a:buFont typeface="Arial" panose="020B0604020202020204" pitchFamily="34" charset="0"/>
        <a:buChar char="−"/>
        <a:defRPr sz="1400" kern="1200">
          <a:solidFill>
            <a:schemeClr val="tx1"/>
          </a:solidFill>
          <a:latin typeface="+mn-lt"/>
          <a:ea typeface="+mn-ea"/>
          <a:cs typeface="+mn-cs"/>
        </a:defRPr>
      </a:lvl4pPr>
      <a:lvl5pPr marL="540000" indent="-180000" algn="l" defTabSz="1219170" rtl="0" eaLnBrk="1" latinLnBrk="0" hangingPunct="1">
        <a:lnSpc>
          <a:spcPct val="110000"/>
        </a:lnSpc>
        <a:spcBef>
          <a:spcPts val="600"/>
        </a:spcBef>
        <a:spcAft>
          <a:spcPts val="0"/>
        </a:spcAft>
        <a:buClrTx/>
        <a:buSzPct val="100000"/>
        <a:buFont typeface="Arial" panose="020B0604020202020204" pitchFamily="34" charset="0"/>
        <a:buChar char="−"/>
        <a:defRPr sz="1400" kern="1200">
          <a:solidFill>
            <a:schemeClr val="tx1"/>
          </a:solidFill>
          <a:latin typeface="+mn-lt"/>
          <a:ea typeface="+mn-ea"/>
          <a:cs typeface="+mn-cs"/>
        </a:defRPr>
      </a:lvl5pPr>
      <a:lvl6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6pPr>
      <a:lvl7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7pPr>
      <a:lvl8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8pPr>
      <a:lvl9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9pPr>
    </p:bodyStyle>
    <p:otherStyle>
      <a:defPPr>
        <a:defRPr lang="fr-FR"/>
      </a:defPPr>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Datumsplatzhalter 8">
            <a:extLst>
              <a:ext uri="{FF2B5EF4-FFF2-40B4-BE49-F238E27FC236}">
                <a16:creationId xmlns:a16="http://schemas.microsoft.com/office/drawing/2014/main" id="{7D7355F1-46D4-4016-8686-BB54E5AF16A7}"/>
              </a:ext>
            </a:extLst>
          </p:cNvPr>
          <p:cNvSpPr>
            <a:spLocks noGrp="1"/>
          </p:cNvSpPr>
          <p:nvPr>
            <p:ph type="dt" sz="half" idx="2"/>
          </p:nvPr>
        </p:nvSpPr>
        <p:spPr bwMode="gray">
          <a:xfrm>
            <a:off x="623392" y="6525376"/>
            <a:ext cx="1440000" cy="288000"/>
          </a:xfrm>
          <a:prstGeom prst="rect">
            <a:avLst/>
          </a:prstGeom>
        </p:spPr>
        <p:txBody>
          <a:bodyPr vert="horz" lIns="0" tIns="0" rIns="0" bIns="0" rtlCol="0" anchor="ctr"/>
          <a:lstStyle>
            <a:lvl1pPr algn="l">
              <a:defRPr sz="1000" b="1" cap="all" baseline="0">
                <a:solidFill>
                  <a:schemeClr val="tx1"/>
                </a:solidFill>
                <a:latin typeface="+mj-lt"/>
              </a:defRPr>
            </a:lvl1pPr>
            <a:lvl2pPr marL="0" algn="l">
              <a:defRPr sz="1067" b="1" cap="all" baseline="0">
                <a:solidFill>
                  <a:schemeClr val="accent4"/>
                </a:solidFill>
                <a:latin typeface="+mj-lt"/>
              </a:defRPr>
            </a:lvl2pPr>
            <a:lvl3pPr marL="0">
              <a:defRPr sz="1067" b="1" cap="all" baseline="0">
                <a:solidFill>
                  <a:schemeClr val="accent4"/>
                </a:solidFill>
                <a:latin typeface="+mj-lt"/>
              </a:defRPr>
            </a:lvl3pPr>
            <a:lvl4pPr marL="0">
              <a:defRPr sz="1067" b="1" cap="all" baseline="0">
                <a:solidFill>
                  <a:schemeClr val="accent4"/>
                </a:solidFill>
                <a:latin typeface="+mj-lt"/>
              </a:defRPr>
            </a:lvl4pPr>
            <a:lvl5pPr marL="0">
              <a:defRPr sz="1067" b="1" cap="all" baseline="0">
                <a:solidFill>
                  <a:schemeClr val="accent4"/>
                </a:solidFill>
                <a:latin typeface="+mj-lt"/>
              </a:defRPr>
            </a:lvl5pPr>
            <a:lvl6pPr marL="0">
              <a:defRPr sz="1067" b="1" cap="all" baseline="0">
                <a:solidFill>
                  <a:schemeClr val="accent4"/>
                </a:solidFill>
                <a:latin typeface="+mj-lt"/>
              </a:defRPr>
            </a:lvl6pPr>
            <a:lvl7pPr marL="0">
              <a:defRPr sz="1067" b="1" cap="all" baseline="0">
                <a:solidFill>
                  <a:schemeClr val="accent4"/>
                </a:solidFill>
                <a:latin typeface="+mj-lt"/>
              </a:defRPr>
            </a:lvl7pPr>
            <a:lvl8pPr marL="0">
              <a:defRPr sz="1067" b="1" cap="all" baseline="0">
                <a:solidFill>
                  <a:schemeClr val="accent4"/>
                </a:solidFill>
                <a:latin typeface="+mj-lt"/>
              </a:defRPr>
            </a:lvl8pPr>
            <a:lvl9pPr marL="0">
              <a:defRPr sz="1067" b="1" cap="all" baseline="0">
                <a:solidFill>
                  <a:schemeClr val="accent4"/>
                </a:solidFill>
                <a:latin typeface="+mj-lt"/>
              </a:defRPr>
            </a:lvl9pPr>
          </a:lstStyle>
          <a:p>
            <a:r>
              <a:rPr lang="de-DE"/>
              <a:t>Date</a:t>
            </a:r>
            <a:endParaRPr lang="en-US"/>
          </a:p>
        </p:txBody>
      </p:sp>
      <p:graphicFrame>
        <p:nvGraphicFramePr>
          <p:cNvPr id="2" name="Object 1" hidden="1"/>
          <p:cNvGraphicFramePr>
            <a:graphicFrameLocks noChangeAspect="1"/>
          </p:cNvGraphicFramePr>
          <p:nvPr>
            <p:custDataLst>
              <p:tags r:id="rId38"/>
            </p:custDataLst>
            <p:extLst>
              <p:ext uri="{D42A27DB-BD31-4B8C-83A1-F6EECF244321}">
                <p14:modId xmlns:p14="http://schemas.microsoft.com/office/powerpoint/2010/main" val="1226198513"/>
              </p:ext>
            </p:extLst>
          </p:nvPr>
        </p:nvGraphicFramePr>
        <p:xfrm>
          <a:off x="2118" y="2118"/>
          <a:ext cx="2116" cy="2116"/>
        </p:xfrm>
        <a:graphic>
          <a:graphicData uri="http://schemas.openxmlformats.org/presentationml/2006/ole">
            <mc:AlternateContent xmlns:mc="http://schemas.openxmlformats.org/markup-compatibility/2006">
              <mc:Choice xmlns:v="urn:schemas-microsoft-com:vml" Requires="v">
                <p:oleObj name="think-cell Slide" r:id="rId40" imgW="270" imgH="270" progId="TCLayout.ActiveDocument.1">
                  <p:embed/>
                </p:oleObj>
              </mc:Choice>
              <mc:Fallback>
                <p:oleObj name="think-cell Slide" r:id="rId40" imgW="270" imgH="270" progId="TCLayout.ActiveDocument.1">
                  <p:embed/>
                  <p:pic>
                    <p:nvPicPr>
                      <p:cNvPr id="2" name="Object 1" hidden="1"/>
                      <p:cNvPicPr/>
                      <p:nvPr/>
                    </p:nvPicPr>
                    <p:blipFill>
                      <a:blip r:embed="rId41"/>
                      <a:stretch>
                        <a:fillRect/>
                      </a:stretch>
                    </p:blipFill>
                    <p:spPr>
                      <a:xfrm>
                        <a:off x="2118" y="2118"/>
                        <a:ext cx="2116" cy="2116"/>
                      </a:xfrm>
                      <a:prstGeom prst="rect">
                        <a:avLst/>
                      </a:prstGeom>
                    </p:spPr>
                  </p:pic>
                </p:oleObj>
              </mc:Fallback>
            </mc:AlternateContent>
          </a:graphicData>
        </a:graphic>
      </p:graphicFrame>
      <p:sp>
        <p:nvSpPr>
          <p:cNvPr id="3" name="empower - DO NOT DELETE!!!" hidden="1"/>
          <p:cNvSpPr/>
          <p:nvPr>
            <p:custDataLst>
              <p:tags r:id="rId39"/>
            </p:custDataLst>
          </p:nvPr>
        </p:nvSpPr>
        <p:spPr bwMode="gray">
          <a:xfrm>
            <a:off x="0" y="0"/>
            <a:ext cx="0" cy="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3200"/>
          </a:p>
        </p:txBody>
      </p:sp>
      <p:sp>
        <p:nvSpPr>
          <p:cNvPr id="6" name="Titelplatzhalter 5">
            <a:extLst>
              <a:ext uri="{FF2B5EF4-FFF2-40B4-BE49-F238E27FC236}">
                <a16:creationId xmlns:a16="http://schemas.microsoft.com/office/drawing/2014/main" id="{DB880A2D-C062-4D44-952D-FCAD04EEFAC8}"/>
              </a:ext>
            </a:extLst>
          </p:cNvPr>
          <p:cNvSpPr>
            <a:spLocks noGrp="1"/>
          </p:cNvSpPr>
          <p:nvPr>
            <p:ph type="title"/>
          </p:nvPr>
        </p:nvSpPr>
        <p:spPr bwMode="gray">
          <a:xfrm>
            <a:off x="623392" y="836712"/>
            <a:ext cx="10944000" cy="648000"/>
          </a:xfrm>
          <a:prstGeom prst="rect">
            <a:avLst/>
          </a:prstGeom>
        </p:spPr>
        <p:txBody>
          <a:bodyPr vert="horz" lIns="0" tIns="0" rIns="0" bIns="0" rtlCol="0" anchor="b">
            <a:noAutofit/>
          </a:bodyPr>
          <a:lstStyle/>
          <a:p>
            <a:r>
              <a:rPr lang="en-US"/>
              <a:t>Click </a:t>
            </a:r>
            <a:br>
              <a:rPr lang="en-US"/>
            </a:br>
            <a:r>
              <a:rPr lang="en-US"/>
              <a:t>to edit title</a:t>
            </a:r>
          </a:p>
        </p:txBody>
      </p:sp>
      <p:sp>
        <p:nvSpPr>
          <p:cNvPr id="7" name="Textplatzhalter 6">
            <a:extLst>
              <a:ext uri="{FF2B5EF4-FFF2-40B4-BE49-F238E27FC236}">
                <a16:creationId xmlns:a16="http://schemas.microsoft.com/office/drawing/2014/main" id="{0AA6BBE1-B3CD-494B-8C99-ABDC60748E7F}"/>
              </a:ext>
            </a:extLst>
          </p:cNvPr>
          <p:cNvSpPr>
            <a:spLocks noGrp="1"/>
          </p:cNvSpPr>
          <p:nvPr>
            <p:ph type="body" idx="1"/>
          </p:nvPr>
        </p:nvSpPr>
        <p:spPr bwMode="gray">
          <a:xfrm>
            <a:off x="623392" y="1916832"/>
            <a:ext cx="10944000" cy="4320456"/>
          </a:xfrm>
          <a:prstGeom prst="rect">
            <a:avLst/>
          </a:prstGeom>
        </p:spPr>
        <p:txBody>
          <a:bodyPr vert="horz" lIns="0" tIns="0" rIns="0" bIns="0" rtlCol="0">
            <a:noAutofit/>
          </a:bodyPr>
          <a:lstStyle/>
          <a:p>
            <a:pPr lvl="0"/>
            <a:r>
              <a:rPr lang="en-US"/>
              <a:t>Click to edit text. Use the buttons “Increase List Level” and “Decrease List Level” for copytext or bullet levels.</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p:txBody>
      </p:sp>
      <p:sp>
        <p:nvSpPr>
          <p:cNvPr id="10" name="Fußzeilenplatzhalter 9">
            <a:extLst>
              <a:ext uri="{FF2B5EF4-FFF2-40B4-BE49-F238E27FC236}">
                <a16:creationId xmlns:a16="http://schemas.microsoft.com/office/drawing/2014/main" id="{19AEF450-6254-4895-97C8-01D71AE9A7D0}"/>
              </a:ext>
            </a:extLst>
          </p:cNvPr>
          <p:cNvSpPr>
            <a:spLocks noGrp="1"/>
          </p:cNvSpPr>
          <p:nvPr>
            <p:ph type="ftr" sz="quarter" idx="3"/>
          </p:nvPr>
        </p:nvSpPr>
        <p:spPr bwMode="gray">
          <a:xfrm>
            <a:off x="623392" y="548680"/>
            <a:ext cx="10944000" cy="216000"/>
          </a:xfrm>
          <a:prstGeom prst="rect">
            <a:avLst/>
          </a:prstGeom>
        </p:spPr>
        <p:txBody>
          <a:bodyPr vert="horz" lIns="0" tIns="0" rIns="0" bIns="0" rtlCol="0" anchor="t"/>
          <a:lstStyle>
            <a:lvl1pPr algn="l">
              <a:defRPr sz="1000" b="1" cap="all" spc="30" baseline="0">
                <a:solidFill>
                  <a:schemeClr val="tx1"/>
                </a:solidFill>
                <a:latin typeface="+mj-lt"/>
              </a:defRPr>
            </a:lvl1pPr>
            <a:lvl2pPr marL="0">
              <a:defRPr sz="1067" b="1" cap="all" baseline="0">
                <a:solidFill>
                  <a:schemeClr val="tx1"/>
                </a:solidFill>
                <a:latin typeface="+mj-lt"/>
              </a:defRPr>
            </a:lvl2pPr>
            <a:lvl3pPr marL="0">
              <a:defRPr sz="1067" b="1" cap="all" baseline="0">
                <a:solidFill>
                  <a:schemeClr val="tx1"/>
                </a:solidFill>
                <a:latin typeface="+mj-lt"/>
              </a:defRPr>
            </a:lvl3pPr>
            <a:lvl4pPr marL="0">
              <a:defRPr sz="1067" b="1" cap="all" baseline="0">
                <a:solidFill>
                  <a:schemeClr val="tx1"/>
                </a:solidFill>
                <a:latin typeface="+mj-lt"/>
              </a:defRPr>
            </a:lvl4pPr>
            <a:lvl5pPr marL="0">
              <a:defRPr sz="1067" b="1" cap="all" baseline="0">
                <a:solidFill>
                  <a:schemeClr val="tx1"/>
                </a:solidFill>
                <a:latin typeface="+mj-lt"/>
              </a:defRPr>
            </a:lvl5pPr>
            <a:lvl6pPr marL="0">
              <a:defRPr sz="1067" b="1" cap="all" baseline="0">
                <a:solidFill>
                  <a:schemeClr val="tx1"/>
                </a:solidFill>
                <a:latin typeface="+mj-lt"/>
              </a:defRPr>
            </a:lvl6pPr>
            <a:lvl7pPr marL="0">
              <a:defRPr sz="1067" b="1" cap="all" baseline="0">
                <a:solidFill>
                  <a:schemeClr val="tx1"/>
                </a:solidFill>
                <a:latin typeface="+mj-lt"/>
              </a:defRPr>
            </a:lvl7pPr>
            <a:lvl8pPr marL="0">
              <a:defRPr sz="1067" b="1" cap="all" baseline="0">
                <a:solidFill>
                  <a:schemeClr val="tx1"/>
                </a:solidFill>
                <a:latin typeface="+mj-lt"/>
              </a:defRPr>
            </a:lvl8pPr>
            <a:lvl9pPr marL="0">
              <a:defRPr sz="1067" b="1" cap="all" baseline="0">
                <a:solidFill>
                  <a:schemeClr val="tx1"/>
                </a:solidFill>
                <a:latin typeface="+mj-lt"/>
              </a:defRPr>
            </a:lvl9pPr>
          </a:lstStyle>
          <a:p>
            <a:r>
              <a:rPr lang="en-US"/>
              <a:t>Title of the presentation</a:t>
            </a:r>
          </a:p>
        </p:txBody>
      </p:sp>
      <p:cxnSp>
        <p:nvCxnSpPr>
          <p:cNvPr id="14" name="Gerader Verbinder 13">
            <a:extLst>
              <a:ext uri="{FF2B5EF4-FFF2-40B4-BE49-F238E27FC236}">
                <a16:creationId xmlns:a16="http://schemas.microsoft.com/office/drawing/2014/main" id="{6AAE0DBC-28BE-40D0-B783-A342169E761D}"/>
              </a:ext>
            </a:extLst>
          </p:cNvPr>
          <p:cNvCxnSpPr/>
          <p:nvPr/>
        </p:nvCxnSpPr>
        <p:spPr bwMode="gray">
          <a:xfrm>
            <a:off x="11568608"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8" name="Gerader Verbinder 27">
            <a:extLst>
              <a:ext uri="{FF2B5EF4-FFF2-40B4-BE49-F238E27FC236}">
                <a16:creationId xmlns:a16="http://schemas.microsoft.com/office/drawing/2014/main" id="{CC515ABE-B67A-4021-A839-97C01999930D}"/>
              </a:ext>
            </a:extLst>
          </p:cNvPr>
          <p:cNvCxnSpPr/>
          <p:nvPr/>
        </p:nvCxnSpPr>
        <p:spPr bwMode="gray">
          <a:xfrm>
            <a:off x="1185664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9" name="Gerader Verbinder 28">
            <a:extLst>
              <a:ext uri="{FF2B5EF4-FFF2-40B4-BE49-F238E27FC236}">
                <a16:creationId xmlns:a16="http://schemas.microsoft.com/office/drawing/2014/main" id="{167709D4-2642-43CD-9521-757457584705}"/>
              </a:ext>
            </a:extLst>
          </p:cNvPr>
          <p:cNvCxnSpPr/>
          <p:nvPr/>
        </p:nvCxnSpPr>
        <p:spPr bwMode="gray">
          <a:xfrm>
            <a:off x="595198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0" name="Gerader Verbinder 29">
            <a:extLst>
              <a:ext uri="{FF2B5EF4-FFF2-40B4-BE49-F238E27FC236}">
                <a16:creationId xmlns:a16="http://schemas.microsoft.com/office/drawing/2014/main" id="{0CA26CF1-CE52-4C33-879B-2E14445A5578}"/>
              </a:ext>
            </a:extLst>
          </p:cNvPr>
          <p:cNvCxnSpPr/>
          <p:nvPr/>
        </p:nvCxnSpPr>
        <p:spPr bwMode="gray">
          <a:xfrm>
            <a:off x="624001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31" name="Gerader Verbinder 30">
            <a:extLst>
              <a:ext uri="{FF2B5EF4-FFF2-40B4-BE49-F238E27FC236}">
                <a16:creationId xmlns:a16="http://schemas.microsoft.com/office/drawing/2014/main" id="{7A80618A-7365-4479-B969-338981696CA5}"/>
              </a:ext>
            </a:extLst>
          </p:cNvPr>
          <p:cNvCxnSpPr/>
          <p:nvPr/>
        </p:nvCxnSpPr>
        <p:spPr bwMode="gray">
          <a:xfrm>
            <a:off x="335360"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2" name="Gerader Verbinder 31">
            <a:extLst>
              <a:ext uri="{FF2B5EF4-FFF2-40B4-BE49-F238E27FC236}">
                <a16:creationId xmlns:a16="http://schemas.microsoft.com/office/drawing/2014/main" id="{91931F2E-3507-46A0-8CB6-EFE5945CC292}"/>
              </a:ext>
            </a:extLst>
          </p:cNvPr>
          <p:cNvCxnSpPr/>
          <p:nvPr/>
        </p:nvCxnSpPr>
        <p:spPr bwMode="gray">
          <a:xfrm>
            <a:off x="623392" y="-207392"/>
            <a:ext cx="0" cy="10800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3" name="Gerader Verbinder 32">
            <a:extLst>
              <a:ext uri="{FF2B5EF4-FFF2-40B4-BE49-F238E27FC236}">
                <a16:creationId xmlns:a16="http://schemas.microsoft.com/office/drawing/2014/main" id="{0990D3E4-6C8E-4DF5-9CFE-D8998AB1D93B}"/>
              </a:ext>
            </a:extLst>
          </p:cNvPr>
          <p:cNvCxnSpPr/>
          <p:nvPr/>
        </p:nvCxnSpPr>
        <p:spPr bwMode="gray">
          <a:xfrm>
            <a:off x="4079776"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Gerader Verbinder 33">
            <a:extLst>
              <a:ext uri="{FF2B5EF4-FFF2-40B4-BE49-F238E27FC236}">
                <a16:creationId xmlns:a16="http://schemas.microsoft.com/office/drawing/2014/main" id="{64BAD6B8-1689-482F-93D6-AFBC516F78A2}"/>
              </a:ext>
            </a:extLst>
          </p:cNvPr>
          <p:cNvCxnSpPr/>
          <p:nvPr/>
        </p:nvCxnSpPr>
        <p:spPr bwMode="gray">
          <a:xfrm>
            <a:off x="4367808"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5" name="Gerader Verbinder 34">
            <a:extLst>
              <a:ext uri="{FF2B5EF4-FFF2-40B4-BE49-F238E27FC236}">
                <a16:creationId xmlns:a16="http://schemas.microsoft.com/office/drawing/2014/main" id="{0DB33E1B-ED21-458F-A9D8-1D425827CC17}"/>
              </a:ext>
            </a:extLst>
          </p:cNvPr>
          <p:cNvCxnSpPr/>
          <p:nvPr/>
        </p:nvCxnSpPr>
        <p:spPr bwMode="gray">
          <a:xfrm>
            <a:off x="7824192"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Gerader Verbinder 35">
            <a:extLst>
              <a:ext uri="{FF2B5EF4-FFF2-40B4-BE49-F238E27FC236}">
                <a16:creationId xmlns:a16="http://schemas.microsoft.com/office/drawing/2014/main" id="{A411B6A5-6A33-4880-A59C-C9948CA136B1}"/>
              </a:ext>
            </a:extLst>
          </p:cNvPr>
          <p:cNvCxnSpPr/>
          <p:nvPr/>
        </p:nvCxnSpPr>
        <p:spPr bwMode="gray">
          <a:xfrm>
            <a:off x="8112224" y="-207392"/>
            <a:ext cx="0" cy="10800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7" name="Gerader Verbinder 36">
            <a:extLst>
              <a:ext uri="{FF2B5EF4-FFF2-40B4-BE49-F238E27FC236}">
                <a16:creationId xmlns:a16="http://schemas.microsoft.com/office/drawing/2014/main" id="{8FC1791E-69BB-491C-9A41-369011898EA0}"/>
              </a:ext>
            </a:extLst>
          </p:cNvPr>
          <p:cNvCxnSpPr/>
          <p:nvPr/>
        </p:nvCxnSpPr>
        <p:spPr bwMode="gray">
          <a:xfrm>
            <a:off x="-204688" y="62373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38" name="Gerader Verbinder 37">
            <a:extLst>
              <a:ext uri="{FF2B5EF4-FFF2-40B4-BE49-F238E27FC236}">
                <a16:creationId xmlns:a16="http://schemas.microsoft.com/office/drawing/2014/main" id="{9D6C18EA-6C7E-4EAA-BD84-A6B0EAB308BD}"/>
              </a:ext>
            </a:extLst>
          </p:cNvPr>
          <p:cNvCxnSpPr/>
          <p:nvPr/>
        </p:nvCxnSpPr>
        <p:spPr bwMode="gray">
          <a:xfrm>
            <a:off x="-204688" y="83671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41" name="Gerader Verbinder 40">
            <a:extLst>
              <a:ext uri="{FF2B5EF4-FFF2-40B4-BE49-F238E27FC236}">
                <a16:creationId xmlns:a16="http://schemas.microsoft.com/office/drawing/2014/main" id="{5721F760-3B24-42F0-A207-0BC9F646D185}"/>
              </a:ext>
            </a:extLst>
          </p:cNvPr>
          <p:cNvCxnSpPr/>
          <p:nvPr/>
        </p:nvCxnSpPr>
        <p:spPr bwMode="gray">
          <a:xfrm>
            <a:off x="3143672"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2" name="Gerader Verbinder 41">
            <a:extLst>
              <a:ext uri="{FF2B5EF4-FFF2-40B4-BE49-F238E27FC236}">
                <a16:creationId xmlns:a16="http://schemas.microsoft.com/office/drawing/2014/main" id="{2B551C91-9EDE-47CC-9680-57826EA986FF}"/>
              </a:ext>
            </a:extLst>
          </p:cNvPr>
          <p:cNvCxnSpPr/>
          <p:nvPr/>
        </p:nvCxnSpPr>
        <p:spPr bwMode="gray">
          <a:xfrm>
            <a:off x="3431704"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5" name="Gerader Verbinder 44">
            <a:extLst>
              <a:ext uri="{FF2B5EF4-FFF2-40B4-BE49-F238E27FC236}">
                <a16:creationId xmlns:a16="http://schemas.microsoft.com/office/drawing/2014/main" id="{5639AFFB-D329-45C1-A33E-3AB8AD3986C2}"/>
              </a:ext>
            </a:extLst>
          </p:cNvPr>
          <p:cNvCxnSpPr/>
          <p:nvPr/>
        </p:nvCxnSpPr>
        <p:spPr bwMode="gray">
          <a:xfrm>
            <a:off x="8760296"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46" name="Gerader Verbinder 45">
            <a:extLst>
              <a:ext uri="{FF2B5EF4-FFF2-40B4-BE49-F238E27FC236}">
                <a16:creationId xmlns:a16="http://schemas.microsoft.com/office/drawing/2014/main" id="{F2F4ECF5-A06F-479F-AEB1-A7681929DFDC}"/>
              </a:ext>
            </a:extLst>
          </p:cNvPr>
          <p:cNvCxnSpPr/>
          <p:nvPr/>
        </p:nvCxnSpPr>
        <p:spPr bwMode="gray">
          <a:xfrm>
            <a:off x="9048328" y="-207392"/>
            <a:ext cx="0" cy="10800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67" name="Gerader Verbinder 66">
            <a:extLst>
              <a:ext uri="{FF2B5EF4-FFF2-40B4-BE49-F238E27FC236}">
                <a16:creationId xmlns:a16="http://schemas.microsoft.com/office/drawing/2014/main" id="{EA190E5B-14D2-4C86-88B4-7D7A74E4169D}"/>
              </a:ext>
            </a:extLst>
          </p:cNvPr>
          <p:cNvCxnSpPr/>
          <p:nvPr/>
        </p:nvCxnSpPr>
        <p:spPr bwMode="gray">
          <a:xfrm>
            <a:off x="-204688" y="2492896"/>
            <a:ext cx="108000" cy="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Gerader Verbinder 67">
            <a:extLst>
              <a:ext uri="{FF2B5EF4-FFF2-40B4-BE49-F238E27FC236}">
                <a16:creationId xmlns:a16="http://schemas.microsoft.com/office/drawing/2014/main" id="{32800909-2565-417F-B2A6-4F05A8EB81D7}"/>
              </a:ext>
            </a:extLst>
          </p:cNvPr>
          <p:cNvCxnSpPr/>
          <p:nvPr/>
        </p:nvCxnSpPr>
        <p:spPr bwMode="gray">
          <a:xfrm>
            <a:off x="-204688" y="1916832"/>
            <a:ext cx="108000" cy="0"/>
          </a:xfrm>
          <a:prstGeom prst="line">
            <a:avLst/>
          </a:prstGeom>
          <a:ln w="3175">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1640347"/>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 id="2147483750" r:id="rId13"/>
    <p:sldLayoutId id="2147483751" r:id="rId14"/>
    <p:sldLayoutId id="2147483752" r:id="rId15"/>
    <p:sldLayoutId id="2147483753" r:id="rId16"/>
    <p:sldLayoutId id="2147483754" r:id="rId17"/>
    <p:sldLayoutId id="2147483755" r:id="rId18"/>
    <p:sldLayoutId id="2147483756" r:id="rId19"/>
    <p:sldLayoutId id="2147483757" r:id="rId20"/>
    <p:sldLayoutId id="2147483758" r:id="rId21"/>
    <p:sldLayoutId id="2147483759" r:id="rId22"/>
    <p:sldLayoutId id="2147483760" r:id="rId23"/>
    <p:sldLayoutId id="2147483761" r:id="rId24"/>
    <p:sldLayoutId id="2147483762" r:id="rId25"/>
    <p:sldLayoutId id="2147483763" r:id="rId26"/>
    <p:sldLayoutId id="2147483764" r:id="rId27"/>
    <p:sldLayoutId id="2147483765" r:id="rId28"/>
    <p:sldLayoutId id="2147483766" r:id="rId29"/>
    <p:sldLayoutId id="2147483767" r:id="rId30"/>
    <p:sldLayoutId id="2147483768" r:id="rId31"/>
    <p:sldLayoutId id="2147483769" r:id="rId32"/>
    <p:sldLayoutId id="2147483770" r:id="rId33"/>
    <p:sldLayoutId id="2147483771" r:id="rId34"/>
    <p:sldLayoutId id="2147483772" r:id="rId35"/>
    <p:sldLayoutId id="2147483773" r:id="rId36"/>
  </p:sldLayoutIdLst>
  <p:hf sldNum="0" hdr="0" dt="0"/>
  <p:txStyles>
    <p:titleStyle>
      <a:lvl1pPr algn="l" defTabSz="1219170" rtl="0" eaLnBrk="1" latinLnBrk="0" hangingPunct="1">
        <a:lnSpc>
          <a:spcPct val="90000"/>
        </a:lnSpc>
        <a:spcBef>
          <a:spcPts val="0"/>
        </a:spcBef>
        <a:spcAft>
          <a:spcPts val="0"/>
        </a:spcAft>
        <a:buNone/>
        <a:defRPr sz="2400" b="1" i="0" kern="1200" cap="all" spc="67" baseline="0">
          <a:solidFill>
            <a:schemeClr val="tx1"/>
          </a:solidFill>
          <a:latin typeface="+mj-lt"/>
          <a:ea typeface="+mj-ea"/>
          <a:cs typeface="+mj-cs"/>
        </a:defRPr>
      </a:lvl1pPr>
    </p:titleStyle>
    <p:bodyStyle>
      <a:lvl1pPr marL="0" indent="0" algn="l" defTabSz="1219170" rtl="0" eaLnBrk="1" latinLnBrk="0" hangingPunct="1">
        <a:lnSpc>
          <a:spcPct val="110000"/>
        </a:lnSpc>
        <a:spcBef>
          <a:spcPts val="600"/>
        </a:spcBef>
        <a:spcAft>
          <a:spcPts val="0"/>
        </a:spcAft>
        <a:buSzPct val="100000"/>
        <a:buFont typeface="Arial" panose="020B0604020202020204" pitchFamily="34" charset="0"/>
        <a:buNone/>
        <a:defRPr sz="1400" b="0" kern="1200">
          <a:solidFill>
            <a:schemeClr val="tx1"/>
          </a:solidFill>
          <a:latin typeface="+mj-lt"/>
          <a:ea typeface="+mn-ea"/>
          <a:cs typeface="+mn-cs"/>
        </a:defRPr>
      </a:lvl1pPr>
      <a:lvl2pPr marL="180000" indent="-180000" algn="l" defTabSz="1219170" rtl="0" eaLnBrk="1" latinLnBrk="0" hangingPunct="1">
        <a:lnSpc>
          <a:spcPct val="110000"/>
        </a:lnSpc>
        <a:spcBef>
          <a:spcPts val="600"/>
        </a:spcBef>
        <a:spcAft>
          <a:spcPts val="0"/>
        </a:spcAft>
        <a:buClr>
          <a:schemeClr val="bg2"/>
        </a:buClr>
        <a:buSzPct val="105000"/>
        <a:buFont typeface="Wingdings 3" panose="05040102010807070707" pitchFamily="18" charset="2"/>
        <a:buChar char=""/>
        <a:defRPr sz="1400" b="0" kern="1200">
          <a:solidFill>
            <a:schemeClr val="tx1"/>
          </a:solidFill>
          <a:latin typeface="+mn-lt"/>
          <a:ea typeface="+mn-ea"/>
          <a:cs typeface="+mn-cs"/>
        </a:defRPr>
      </a:lvl2pPr>
      <a:lvl3pPr marL="360000" indent="-180000" algn="l" defTabSz="1219170" rtl="0" eaLnBrk="1" latinLnBrk="0" hangingPunct="1">
        <a:lnSpc>
          <a:spcPct val="110000"/>
        </a:lnSpc>
        <a:spcBef>
          <a:spcPts val="600"/>
        </a:spcBef>
        <a:spcAft>
          <a:spcPts val="0"/>
        </a:spcAft>
        <a:buClrTx/>
        <a:buSzPct val="105000"/>
        <a:buFont typeface="Wingdings 3" panose="05040102010807070707" pitchFamily="18" charset="2"/>
        <a:buChar char=""/>
        <a:defRPr sz="1400" kern="1200">
          <a:solidFill>
            <a:schemeClr val="tx1"/>
          </a:solidFill>
          <a:latin typeface="+mn-lt"/>
          <a:ea typeface="+mn-ea"/>
          <a:cs typeface="+mn-cs"/>
        </a:defRPr>
      </a:lvl3pPr>
      <a:lvl4pPr marL="540000" indent="-180000" algn="l" defTabSz="1219170" rtl="0" eaLnBrk="1" latinLnBrk="0" hangingPunct="1">
        <a:lnSpc>
          <a:spcPct val="110000"/>
        </a:lnSpc>
        <a:spcBef>
          <a:spcPts val="600"/>
        </a:spcBef>
        <a:spcAft>
          <a:spcPts val="0"/>
        </a:spcAft>
        <a:buClrTx/>
        <a:buSzPct val="100000"/>
        <a:buFont typeface="Arial" panose="020B0604020202020204" pitchFamily="34" charset="0"/>
        <a:buChar char="−"/>
        <a:defRPr sz="1400" kern="1200">
          <a:solidFill>
            <a:schemeClr val="tx1"/>
          </a:solidFill>
          <a:latin typeface="+mn-lt"/>
          <a:ea typeface="+mn-ea"/>
          <a:cs typeface="+mn-cs"/>
        </a:defRPr>
      </a:lvl4pPr>
      <a:lvl5pPr marL="540000" indent="-180000" algn="l" defTabSz="1219170" rtl="0" eaLnBrk="1" latinLnBrk="0" hangingPunct="1">
        <a:lnSpc>
          <a:spcPct val="110000"/>
        </a:lnSpc>
        <a:spcBef>
          <a:spcPts val="600"/>
        </a:spcBef>
        <a:spcAft>
          <a:spcPts val="0"/>
        </a:spcAft>
        <a:buClrTx/>
        <a:buSzPct val="100000"/>
        <a:buFont typeface="Arial" panose="020B0604020202020204" pitchFamily="34" charset="0"/>
        <a:buChar char="−"/>
        <a:defRPr sz="1400" kern="1200">
          <a:solidFill>
            <a:schemeClr val="tx1"/>
          </a:solidFill>
          <a:latin typeface="+mn-lt"/>
          <a:ea typeface="+mn-ea"/>
          <a:cs typeface="+mn-cs"/>
        </a:defRPr>
      </a:lvl5pPr>
      <a:lvl6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6pPr>
      <a:lvl7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7pPr>
      <a:lvl8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8pPr>
      <a:lvl9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9pPr>
    </p:bodyStyle>
    <p:otherStyle>
      <a:defPPr>
        <a:defRPr lang="fr-FR"/>
      </a:defPPr>
      <a:lvl1pPr marL="0" algn="l" defTabSz="1219170" rtl="0" eaLnBrk="1" latinLnBrk="0" hangingPunct="1">
        <a:defRPr sz="1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9E171AB-F4DD-DE19-F3D5-0CAF2684B4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4FD0A123-4ECE-D81A-D77C-509098DD6E4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1C159FF1-17F4-0AD7-4B4D-2691E21878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747C432-EDA0-4EE8-9876-0B936B361D93}" type="datetime1">
              <a:rPr lang="LID4096" smtClean="0"/>
              <a:t>10/07/2026</a:t>
            </a:fld>
            <a:endParaRPr lang="en-DE"/>
          </a:p>
        </p:txBody>
      </p:sp>
      <p:sp>
        <p:nvSpPr>
          <p:cNvPr id="5" name="Footer Placeholder 4">
            <a:extLst>
              <a:ext uri="{FF2B5EF4-FFF2-40B4-BE49-F238E27FC236}">
                <a16:creationId xmlns:a16="http://schemas.microsoft.com/office/drawing/2014/main" id="{EA3FEB3E-FCD8-CA18-C339-82DB68811C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Tree>
    <p:extLst>
      <p:ext uri="{BB962C8B-B14F-4D97-AF65-F5344CB8AC3E}">
        <p14:creationId xmlns:p14="http://schemas.microsoft.com/office/powerpoint/2010/main" val="1326262030"/>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0044653"/>
      </p:ext>
    </p:extLst>
  </p:cSld>
  <p:clrMap bg1="lt1" tx1="dk1" bg2="lt2" tx2="dk2" accent1="accent1" accent2="accent2" accent3="accent3" accent4="accent4" accent5="accent5" accent6="accent6" hlink="hlink" folHlink="folHlink"/>
  <p:sldLayoutIdLst>
    <p:sldLayoutId id="2147483787" r:id="rId1"/>
    <p:sldLayoutId id="2147483788"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5636789"/>
      </p:ext>
    </p:extLst>
  </p:cSld>
  <p:clrMap bg1="lt1" tx1="dk1" bg2="lt2" tx2="dk2" accent1="accent1" accent2="accent2" accent3="accent3" accent4="accent4" accent5="accent5" accent6="accent6" hlink="hlink" folHlink="folHlink"/>
  <p:sldLayoutIdLst>
    <p:sldLayoutId id="2147483790"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4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AA2C5-C01E-885C-DE4D-5CA89691E4B8}"/>
            </a:ext>
          </a:extLst>
        </p:cNvPr>
        <p:cNvGrpSpPr/>
        <p:nvPr/>
      </p:nvGrpSpPr>
      <p:grpSpPr>
        <a:xfrm>
          <a:off x="0" y="0"/>
          <a:ext cx="0" cy="0"/>
          <a:chOff x="0" y="0"/>
          <a:chExt cx="0" cy="0"/>
        </a:xfrm>
      </p:grpSpPr>
      <p:pic>
        <p:nvPicPr>
          <p:cNvPr id="8" name="Picture 7" descr="2026_Explainer_FIA_Above_1920x1080.jpg">
            <a:extLst>
              <a:ext uri="{FF2B5EF4-FFF2-40B4-BE49-F238E27FC236}">
                <a16:creationId xmlns:a16="http://schemas.microsoft.com/office/drawing/2014/main" id="{8D268701-4073-8FC5-3831-C6721D0AB574}"/>
              </a:ext>
            </a:extLst>
          </p:cNvPr>
          <p:cNvPicPr>
            <a:picLocks noChangeAspect="1"/>
          </p:cNvPicPr>
          <p:nvPr/>
        </p:nvPicPr>
        <p:blipFill>
          <a:blip r:embed="rId3"/>
          <a:stretch>
            <a:fillRect/>
          </a:stretch>
        </p:blipFill>
        <p:spPr>
          <a:xfrm>
            <a:off x="-2" y="0"/>
            <a:ext cx="12192000" cy="6858000"/>
          </a:xfrm>
          <a:prstGeom prst="rect">
            <a:avLst/>
          </a:prstGeom>
        </p:spPr>
      </p:pic>
      <p:sp>
        <p:nvSpPr>
          <p:cNvPr id="14" name="Untertitel 2">
            <a:extLst>
              <a:ext uri="{FF2B5EF4-FFF2-40B4-BE49-F238E27FC236}">
                <a16:creationId xmlns:a16="http://schemas.microsoft.com/office/drawing/2014/main" id="{27CF63C6-8D9F-6A86-13BB-25D2A8D8EEB9}"/>
              </a:ext>
            </a:extLst>
          </p:cNvPr>
          <p:cNvSpPr txBox="1">
            <a:spLocks/>
          </p:cNvSpPr>
          <p:nvPr/>
        </p:nvSpPr>
        <p:spPr>
          <a:xfrm>
            <a:off x="-2" y="0"/>
            <a:ext cx="2446422" cy="491228"/>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GB" sz="1000" b="0" i="0" u="none" strike="noStrike" kern="1200" cap="all" spc="67" normalizeH="0" baseline="0" noProof="0">
              <a:ln w="25400">
                <a:noFill/>
                <a:miter lim="800000"/>
              </a:ln>
              <a:solidFill>
                <a:srgbClr val="FFFFFF"/>
              </a:solidFill>
              <a:effectLst/>
              <a:uLnTx/>
              <a:uFillTx/>
              <a:latin typeface="MB Corpo S Text Office Light" panose="020B0404050000000004" pitchFamily="34" charset="77"/>
              <a:ea typeface="+mn-ea"/>
              <a:cs typeface="+mn-cs"/>
            </a:endParaRPr>
          </a:p>
        </p:txBody>
      </p:sp>
      <p:sp>
        <p:nvSpPr>
          <p:cNvPr id="16" name="Text Placeholder 1">
            <a:extLst>
              <a:ext uri="{FF2B5EF4-FFF2-40B4-BE49-F238E27FC236}">
                <a16:creationId xmlns:a16="http://schemas.microsoft.com/office/drawing/2014/main" id="{EF9ABF65-D03C-44A5-8BD8-BAB233C1B3DF}"/>
              </a:ext>
            </a:extLst>
          </p:cNvPr>
          <p:cNvSpPr txBox="1">
            <a:spLocks/>
          </p:cNvSpPr>
          <p:nvPr/>
        </p:nvSpPr>
        <p:spPr>
          <a:xfrm>
            <a:off x="1062532" y="5285232"/>
            <a:ext cx="5669280" cy="566928"/>
          </a:xfrm>
          <a:prstGeom prst="rect">
            <a:avLst/>
          </a:prstGeom>
        </p:spPr>
        <p:txBody>
          <a:bodyPr wrap="square" lIns="91440" tIns="45720" rIns="91440" bIns="45720" anchor="t"/>
          <a:lstStyle>
            <a:lvl1pPr marL="0" indent="0" algn="l" defTabSz="1219170" rtl="0" eaLnBrk="1" latinLnBrk="0" hangingPunct="1">
              <a:lnSpc>
                <a:spcPct val="110000"/>
              </a:lnSpc>
              <a:spcBef>
                <a:spcPts val="600"/>
              </a:spcBef>
              <a:spcAft>
                <a:spcPts val="0"/>
              </a:spcAft>
              <a:buSzPct val="100000"/>
              <a:buFont typeface="Arial" panose="020B0604020202020204" pitchFamily="34" charset="0"/>
              <a:buNone/>
              <a:defRPr sz="1400" b="0" kern="1200">
                <a:solidFill>
                  <a:schemeClr val="tx1"/>
                </a:solidFill>
                <a:latin typeface="+mj-lt"/>
                <a:ea typeface="+mn-ea"/>
                <a:cs typeface="+mn-cs"/>
              </a:defRPr>
            </a:lvl1pPr>
            <a:lvl2pPr marL="180000" indent="-180000" algn="l" defTabSz="1219170" rtl="0" eaLnBrk="1" latinLnBrk="0" hangingPunct="1">
              <a:lnSpc>
                <a:spcPct val="110000"/>
              </a:lnSpc>
              <a:spcBef>
                <a:spcPts val="600"/>
              </a:spcBef>
              <a:spcAft>
                <a:spcPts val="0"/>
              </a:spcAft>
              <a:buClr>
                <a:schemeClr val="bg2"/>
              </a:buClr>
              <a:buSzPct val="105000"/>
              <a:buFont typeface="Wingdings 3" panose="05040102010807070707" pitchFamily="18" charset="2"/>
              <a:buChar char=""/>
              <a:defRPr sz="1400" b="0" kern="1200">
                <a:solidFill>
                  <a:schemeClr val="tx1"/>
                </a:solidFill>
                <a:latin typeface="+mn-lt"/>
                <a:ea typeface="+mn-ea"/>
                <a:cs typeface="+mn-cs"/>
              </a:defRPr>
            </a:lvl2pPr>
            <a:lvl3pPr marL="360000" indent="-180000" algn="l" defTabSz="1219170" rtl="0" eaLnBrk="1" latinLnBrk="0" hangingPunct="1">
              <a:lnSpc>
                <a:spcPct val="110000"/>
              </a:lnSpc>
              <a:spcBef>
                <a:spcPts val="600"/>
              </a:spcBef>
              <a:spcAft>
                <a:spcPts val="0"/>
              </a:spcAft>
              <a:buClrTx/>
              <a:buSzPct val="105000"/>
              <a:buFont typeface="Wingdings 3" panose="05040102010807070707" pitchFamily="18" charset="2"/>
              <a:buChar char=""/>
              <a:defRPr sz="1400" kern="1200">
                <a:solidFill>
                  <a:schemeClr val="tx1"/>
                </a:solidFill>
                <a:latin typeface="+mn-lt"/>
                <a:ea typeface="+mn-ea"/>
                <a:cs typeface="+mn-cs"/>
              </a:defRPr>
            </a:lvl3pPr>
            <a:lvl4pPr marL="540000" indent="-180000" algn="l" defTabSz="1219170" rtl="0" eaLnBrk="1" latinLnBrk="0" hangingPunct="1">
              <a:lnSpc>
                <a:spcPct val="110000"/>
              </a:lnSpc>
              <a:spcBef>
                <a:spcPts val="600"/>
              </a:spcBef>
              <a:spcAft>
                <a:spcPts val="0"/>
              </a:spcAft>
              <a:buClrTx/>
              <a:buSzPct val="100000"/>
              <a:buFont typeface="Arial" panose="020B0604020202020204" pitchFamily="34" charset="0"/>
              <a:buChar char="−"/>
              <a:defRPr sz="1400" kern="1200">
                <a:solidFill>
                  <a:schemeClr val="tx1"/>
                </a:solidFill>
                <a:latin typeface="+mn-lt"/>
                <a:ea typeface="+mn-ea"/>
                <a:cs typeface="+mn-cs"/>
              </a:defRPr>
            </a:lvl4pPr>
            <a:lvl5pPr marL="540000" indent="-180000" algn="l" defTabSz="1219170" rtl="0" eaLnBrk="1" latinLnBrk="0" hangingPunct="1">
              <a:lnSpc>
                <a:spcPct val="110000"/>
              </a:lnSpc>
              <a:spcBef>
                <a:spcPts val="600"/>
              </a:spcBef>
              <a:spcAft>
                <a:spcPts val="0"/>
              </a:spcAft>
              <a:buClrTx/>
              <a:buSzPct val="100000"/>
              <a:buFont typeface="Arial" panose="020B0604020202020204" pitchFamily="34" charset="0"/>
              <a:buChar char="−"/>
              <a:defRPr sz="1400" kern="1200">
                <a:solidFill>
                  <a:schemeClr val="tx1"/>
                </a:solidFill>
                <a:latin typeface="+mn-lt"/>
                <a:ea typeface="+mn-ea"/>
                <a:cs typeface="+mn-cs"/>
              </a:defRPr>
            </a:lvl5pPr>
            <a:lvl6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6pPr>
            <a:lvl7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7pPr>
            <a:lvl8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8pPr>
            <a:lvl9pPr marL="540000" indent="-180000" algn="l" defTabSz="1219170" rtl="0" eaLnBrk="1" latinLnBrk="0" hangingPunct="1">
              <a:lnSpc>
                <a:spcPct val="110000"/>
              </a:lnSpc>
              <a:spcBef>
                <a:spcPts val="600"/>
              </a:spcBef>
              <a:spcAft>
                <a:spcPts val="0"/>
              </a:spcAft>
              <a:buClrTx/>
              <a:buFont typeface="Arial" panose="020B0604020202020204" pitchFamily="34" charset="0"/>
              <a:buChar char="−"/>
              <a:defRPr sz="1400" kern="1200">
                <a:solidFill>
                  <a:schemeClr val="tx1"/>
                </a:solidFill>
                <a:latin typeface="+mn-lt"/>
                <a:ea typeface="+mn-ea"/>
                <a:cs typeface="+mn-cs"/>
              </a:defRPr>
            </a:lvl9pPr>
          </a:lstStyle>
          <a:p>
            <a:pPr marL="0" marR="0" lvl="0" indent="0" algn="l" defTabSz="1219170" rtl="0" eaLnBrk="1" fontAlgn="auto" latinLnBrk="0" hangingPunct="1">
              <a:lnSpc>
                <a:spcPct val="110000"/>
              </a:lnSpc>
              <a:spcBef>
                <a:spcPts val="600"/>
              </a:spcBef>
              <a:spcAft>
                <a:spcPts val="0"/>
              </a:spcAft>
              <a:buClrTx/>
              <a:buSzPct val="100000"/>
              <a:buFont typeface="Arial" panose="020B0604020202020204" pitchFamily="34" charset="0"/>
              <a:buNone/>
              <a:tabLst>
                <a:tab pos="2955925" algn="l"/>
              </a:tabLst>
              <a:defRPr/>
            </a:pPr>
            <a:r>
              <a:rPr kumimoji="0" lang="en-US" sz="2000" b="1" i="0" u="none" strike="noStrike" kern="1200" cap="none" spc="0" normalizeH="0" baseline="0" noProof="0">
                <a:ln>
                  <a:noFill/>
                </a:ln>
                <a:solidFill>
                  <a:srgbClr val="FFFFFF"/>
                </a:solidFill>
                <a:effectLst/>
                <a:uLnTx/>
                <a:uFillTx/>
                <a:latin typeface="Arial"/>
                <a:ea typeface="+mn-ea"/>
                <a:cs typeface="+mn-cs"/>
              </a:rPr>
              <a:t>MARIANA MINERALS  |  F1 BRIEF</a:t>
            </a:r>
          </a:p>
          <a:p>
            <a:pPr marL="0" marR="0" lvl="0" indent="0" algn="l" defTabSz="1219170" rtl="0" eaLnBrk="1" fontAlgn="auto" latinLnBrk="0" hangingPunct="1">
              <a:lnSpc>
                <a:spcPct val="110000"/>
              </a:lnSpc>
              <a:spcBef>
                <a:spcPts val="600"/>
              </a:spcBef>
              <a:spcAft>
                <a:spcPts val="0"/>
              </a:spcAft>
              <a:buClrTx/>
              <a:buSzPct val="100000"/>
              <a:buFont typeface="Arial" panose="020B0604020202020204" pitchFamily="34" charset="0"/>
              <a:buNone/>
              <a:tabLst>
                <a:tab pos="2955925" algn="l"/>
              </a:tabLst>
              <a:defRPr/>
            </a:pPr>
            <a:endParaRPr kumimoji="0" lang="en-US" sz="3200" b="1" i="0" u="none" strike="noStrike" kern="1200" cap="none" spc="0" normalizeH="0" baseline="0" noProof="0">
              <a:ln>
                <a:noFill/>
              </a:ln>
              <a:solidFill>
                <a:srgbClr val="FFFFFF"/>
              </a:solidFill>
              <a:effectLst/>
              <a:uLnTx/>
              <a:uFillTx/>
              <a:latin typeface="MB Corpo S Text Office"/>
              <a:ea typeface="+mn-ea"/>
              <a:cs typeface="+mn-cs"/>
            </a:endParaRPr>
          </a:p>
        </p:txBody>
      </p:sp>
      <p:pic>
        <p:nvPicPr>
          <p:cNvPr id="9" name="Picture 8" descr="A black and white sign&#10;&#10;Description automatically generated with medium confidence">
            <a:extLst>
              <a:ext uri="{FF2B5EF4-FFF2-40B4-BE49-F238E27FC236}">
                <a16:creationId xmlns:a16="http://schemas.microsoft.com/office/drawing/2014/main" id="{75E8B637-EBCE-8639-BC8A-CDFC1FF9EA4D}"/>
              </a:ext>
            </a:extLst>
          </p:cNvPr>
          <p:cNvPicPr>
            <a:picLocks noChangeAspect="1"/>
          </p:cNvPicPr>
          <p:nvPr/>
        </p:nvPicPr>
        <p:blipFill>
          <a:blip r:embed="rId4"/>
          <a:stretch>
            <a:fillRect/>
          </a:stretch>
        </p:blipFill>
        <p:spPr>
          <a:xfrm>
            <a:off x="1062663" y="899381"/>
            <a:ext cx="3551909" cy="650559"/>
          </a:xfrm>
          <a:prstGeom prst="rect">
            <a:avLst/>
          </a:prstGeom>
        </p:spPr>
      </p:pic>
      <p:sp>
        <p:nvSpPr>
          <p:cNvPr id="17" name="Cover title accent"/>
          <p:cNvSpPr/>
          <p:nvPr/>
        </p:nvSpPr>
        <p:spPr>
          <a:xfrm>
            <a:off x="1062532" y="5154433"/>
            <a:ext cx="960120" cy="50292"/>
          </a:xfrm>
          <a:prstGeom prst="rect">
            <a:avLst/>
          </a:prstGeom>
          <a:solidFill>
            <a:srgbClr val="C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18" name="Cover accent extension"/>
          <p:cNvSpPr/>
          <p:nvPr/>
        </p:nvSpPr>
        <p:spPr>
          <a:xfrm>
            <a:off x="2020824" y="5177293"/>
            <a:ext cx="4370832" cy="10972"/>
          </a:xfrm>
          <a:prstGeom prst="rect">
            <a:avLst/>
          </a:prstGeom>
          <a:solidFill>
            <a:srgbClr val="7A7E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11302872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ACC7D0-9671-A124-CEB8-05D0A0669AF8}"/>
            </a:ext>
          </a:extLst>
        </p:cNvPr>
        <p:cNvGrpSpPr/>
        <p:nvPr/>
      </p:nvGrpSpPr>
      <p:grpSpPr>
        <a:xfrm>
          <a:off x="0" y="0"/>
          <a:ext cx="0" cy="0"/>
          <a:chOff x="0" y="0"/>
          <a:chExt cx="0" cy="0"/>
        </a:xfrm>
      </p:grpSpPr>
      <p:grpSp>
        <p:nvGrpSpPr>
          <p:cNvPr id="34" name="Gruppieren 94">
            <a:extLst>
              <a:ext uri="{FF2B5EF4-FFF2-40B4-BE49-F238E27FC236}">
                <a16:creationId xmlns:a16="http://schemas.microsoft.com/office/drawing/2014/main" id="{C237E93C-72D3-DD4A-7D13-732D328DDCD3}"/>
              </a:ext>
            </a:extLst>
          </p:cNvPr>
          <p:cNvGrpSpPr/>
          <p:nvPr/>
        </p:nvGrpSpPr>
        <p:grpSpPr>
          <a:xfrm>
            <a:off x="146507" y="221888"/>
            <a:ext cx="295342" cy="295342"/>
            <a:chOff x="-1680864" y="-1449512"/>
            <a:chExt cx="540000" cy="540000"/>
          </a:xfrm>
        </p:grpSpPr>
        <p:cxnSp>
          <p:nvCxnSpPr>
            <p:cNvPr id="35" name="Gerader Verbinder 95">
              <a:extLst>
                <a:ext uri="{FF2B5EF4-FFF2-40B4-BE49-F238E27FC236}">
                  <a16:creationId xmlns:a16="http://schemas.microsoft.com/office/drawing/2014/main" id="{E2CA5123-AEA7-B077-1A4D-7CCD3E0F15E3}"/>
                </a:ext>
              </a:extLst>
            </p:cNvPr>
            <p:cNvCxnSpPr>
              <a:cxnSpLocks/>
            </p:cNvCxnSpPr>
            <p:nvPr/>
          </p:nvCxnSpPr>
          <p:spPr>
            <a:xfrm rot="16200000" flipH="1" flipV="1">
              <a:off x="-1680864" y="-1179512"/>
              <a:ext cx="540000" cy="0"/>
            </a:xfrm>
            <a:prstGeom prst="line">
              <a:avLst/>
            </a:prstGeom>
            <a:noFill/>
            <a:ln w="3175" cap="flat" cmpd="sng" algn="ctr">
              <a:solidFill>
                <a:schemeClr val="bg1"/>
              </a:solidFill>
              <a:prstDash val="solid"/>
              <a:miter lim="800000"/>
            </a:ln>
            <a:effectLst/>
          </p:spPr>
        </p:cxnSp>
        <p:cxnSp>
          <p:nvCxnSpPr>
            <p:cNvPr id="36" name="Gerader Verbinder 96">
              <a:extLst>
                <a:ext uri="{FF2B5EF4-FFF2-40B4-BE49-F238E27FC236}">
                  <a16:creationId xmlns:a16="http://schemas.microsoft.com/office/drawing/2014/main" id="{7CBFE2DF-8E03-7307-B500-A2CBA1129846}"/>
                </a:ext>
              </a:extLst>
            </p:cNvPr>
            <p:cNvCxnSpPr>
              <a:cxnSpLocks/>
            </p:cNvCxnSpPr>
            <p:nvPr/>
          </p:nvCxnSpPr>
          <p:spPr>
            <a:xfrm>
              <a:off x="-1680864" y="-1179512"/>
              <a:ext cx="540000" cy="0"/>
            </a:xfrm>
            <a:prstGeom prst="line">
              <a:avLst/>
            </a:prstGeom>
            <a:noFill/>
            <a:ln w="3175" cap="flat" cmpd="sng" algn="ctr">
              <a:solidFill>
                <a:schemeClr val="bg1"/>
              </a:solidFill>
              <a:prstDash val="solid"/>
              <a:miter lim="800000"/>
            </a:ln>
            <a:effectLst/>
          </p:spPr>
        </p:cxnSp>
      </p:grpSp>
      <p:sp>
        <p:nvSpPr>
          <p:cNvPr id="2057" name="Design top rule 5">
            <a:extLst>
              <a:ext uri="{FF2B5EF4-FFF2-40B4-BE49-F238E27FC236}">
                <a16:creationId xmlns:a16="http://schemas.microsoft.com/office/drawing/2014/main" id="{80C990FD-7A31-8FC0-2CD8-A347E0A7F2DF}"/>
              </a:ext>
            </a:extLst>
          </p:cNvPr>
          <p:cNvSpPr/>
          <p:nvPr/>
        </p:nvSpPr>
        <p:spPr>
          <a:xfrm>
            <a:off x="0" y="7290"/>
            <a:ext cx="12192000"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8" name="Design header accent 5">
            <a:extLst>
              <a:ext uri="{FF2B5EF4-FFF2-40B4-BE49-F238E27FC236}">
                <a16:creationId xmlns:a16="http://schemas.microsoft.com/office/drawing/2014/main" id="{9A7C521F-EC54-6D0E-39D4-B8A421BCAE21}"/>
              </a:ext>
            </a:extLst>
          </p:cNvPr>
          <p:cNvSpPr/>
          <p:nvPr/>
        </p:nvSpPr>
        <p:spPr>
          <a:xfrm>
            <a:off x="438912" y="1260043"/>
            <a:ext cx="566928"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9" name="Design header hairline 5">
            <a:extLst>
              <a:ext uri="{FF2B5EF4-FFF2-40B4-BE49-F238E27FC236}">
                <a16:creationId xmlns:a16="http://schemas.microsoft.com/office/drawing/2014/main" id="{AECECDC0-6981-269E-6FFF-A94C4677DDB4}"/>
              </a:ext>
            </a:extLst>
          </p:cNvPr>
          <p:cNvSpPr/>
          <p:nvPr/>
        </p:nvSpPr>
        <p:spPr>
          <a:xfrm>
            <a:off x="1005840" y="1270101"/>
            <a:ext cx="10698480" cy="10972"/>
          </a:xfrm>
          <a:prstGeom prst="rect">
            <a:avLst/>
          </a:prstGeom>
          <a:solidFill>
            <a:srgbClr val="CFD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feld 3">
            <a:extLst>
              <a:ext uri="{FF2B5EF4-FFF2-40B4-BE49-F238E27FC236}">
                <a16:creationId xmlns:a16="http://schemas.microsoft.com/office/drawing/2014/main" id="{F24F1ED2-2BAF-AC89-2B82-BDBFA81DAE75}"/>
              </a:ext>
            </a:extLst>
          </p:cNvPr>
          <p:cNvSpPr txBox="1"/>
          <p:nvPr/>
        </p:nvSpPr>
        <p:spPr>
          <a:xfrm>
            <a:off x="438912" y="271219"/>
            <a:ext cx="10378440" cy="914400"/>
          </a:xfrm>
          <a:prstGeom prst="rect">
            <a:avLst/>
          </a:prstGeom>
          <a:noFill/>
          <a:ln>
            <a:noFill/>
          </a:ln>
        </p:spPr>
        <p:txBody>
          <a:bodyPr wrap="none" lIns="0" tIns="0" rIns="0" bIns="0" anchor="t">
            <a:noAutofit/>
          </a:bodyPr>
          <a:lstStyle/>
          <a:p>
            <a:pPr>
              <a:lnSpc>
                <a:spcPts val="3982"/>
              </a:lnSpc>
              <a:spcAft>
                <a:spcPts val="100"/>
              </a:spcAft>
              <a:defRPr/>
            </a:pPr>
            <a:r>
              <a:rPr lang="de-DE" sz="3200" b="1">
                <a:solidFill>
                  <a:srgbClr val="FF0000"/>
                </a:solidFill>
                <a:latin typeface="Arial"/>
              </a:rPr>
              <a:t>HOW TEAMS DRIVE B2B RESULTS</a:t>
            </a:r>
            <a:endParaRPr lang="en-US"/>
          </a:p>
          <a:p>
            <a:pPr>
              <a:lnSpc>
                <a:spcPct val="150000"/>
              </a:lnSpc>
              <a:defRPr/>
            </a:pPr>
            <a:r>
              <a:rPr lang="en-GB" sz="1600" b="1" i="1">
                <a:solidFill>
                  <a:srgbClr val="333333"/>
                </a:solidFill>
                <a:latin typeface="Arial"/>
                <a:cs typeface="Arial"/>
              </a:rPr>
              <a:t>EXAMPLARY  CONCEPTS</a:t>
            </a:r>
            <a:endParaRPr lang="en-US"/>
          </a:p>
        </p:txBody>
      </p:sp>
      <p:sp>
        <p:nvSpPr>
          <p:cNvPr id="8" name="TextBox 7">
            <a:extLst>
              <a:ext uri="{FF2B5EF4-FFF2-40B4-BE49-F238E27FC236}">
                <a16:creationId xmlns:a16="http://schemas.microsoft.com/office/drawing/2014/main" id="{30EF536E-37B3-262F-E72F-44DB28B5E2B7}"/>
              </a:ext>
            </a:extLst>
          </p:cNvPr>
          <p:cNvSpPr txBox="1"/>
          <p:nvPr/>
        </p:nvSpPr>
        <p:spPr>
          <a:xfrm>
            <a:off x="789426" y="1855442"/>
            <a:ext cx="10808208" cy="643766"/>
          </a:xfrm>
          <a:prstGeom prst="rect">
            <a:avLst/>
          </a:prstGeom>
          <a:noFill/>
        </p:spPr>
        <p:txBody>
          <a:bodyPr vert="horz" wrap="square" lIns="0" tIns="0" rIns="0" bIns="0" rtlCol="0" anchor="t">
            <a:spAutoFit/>
          </a:bodyPr>
          <a:lstStyle/>
          <a:p>
            <a:pPr marL="0" marR="0" lvl="0" indent="0" algn="l" defTabSz="914400" rtl="0" eaLnBrk="1" fontAlgn="t" latinLnBrk="0" hangingPunct="1">
              <a:lnSpc>
                <a:spcPct val="100000"/>
              </a:lnSpc>
              <a:spcBef>
                <a:spcPts val="0"/>
              </a:spcBef>
              <a:spcAft>
                <a:spcPts val="400"/>
              </a:spcAft>
              <a:buClrTx/>
              <a:buSzTx/>
              <a:buFontTx/>
              <a:buNone/>
              <a:tabLst/>
              <a:defRPr/>
            </a:pPr>
            <a:r>
              <a:rPr lang="de-DE" sz="1400" i="1">
                <a:solidFill>
                  <a:srgbClr val="181818"/>
                </a:solidFill>
                <a:latin typeface="Aptos"/>
              </a:rPr>
              <a:t>"</a:t>
            </a:r>
            <a:r>
              <a:rPr kumimoji="0" lang="de-DE" sz="1400" b="0" i="1" u="none" strike="noStrike" kern="1200" cap="none" spc="0" normalizeH="0" baseline="0" noProof="0" err="1">
                <a:ln>
                  <a:noFill/>
                </a:ln>
                <a:solidFill>
                  <a:srgbClr val="181818"/>
                </a:solidFill>
                <a:effectLst/>
                <a:uLnTx/>
                <a:uFillTx/>
                <a:latin typeface="Aptos"/>
              </a:rPr>
              <a:t>We</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work</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with</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your</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sales</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leads</a:t>
            </a:r>
            <a:r>
              <a:rPr kumimoji="0" lang="de-DE" sz="1400" b="0" i="1" u="none" strike="noStrike" kern="1200" cap="none" spc="0" normalizeH="0" baseline="0" noProof="0">
                <a:ln>
                  <a:noFill/>
                </a:ln>
                <a:solidFill>
                  <a:srgbClr val="181818"/>
                </a:solidFill>
                <a:effectLst/>
                <a:uLnTx/>
                <a:uFillTx/>
                <a:latin typeface="Aptos"/>
              </a:rPr>
              <a:t> to </a:t>
            </a:r>
            <a:r>
              <a:rPr kumimoji="0" lang="de-DE" sz="1400" b="0" i="1" u="none" strike="noStrike" kern="1200" cap="none" spc="0" normalizeH="0" baseline="0" noProof="0" err="1">
                <a:ln>
                  <a:noFill/>
                </a:ln>
                <a:solidFill>
                  <a:srgbClr val="181818"/>
                </a:solidFill>
                <a:effectLst/>
                <a:uLnTx/>
                <a:uFillTx/>
                <a:latin typeface="Aptos"/>
              </a:rPr>
              <a:t>develop</a:t>
            </a:r>
            <a:r>
              <a:rPr kumimoji="0" lang="de-DE" sz="1400" b="0" i="1" u="none" strike="noStrike" kern="1200" cap="none" spc="0" normalizeH="0" baseline="0" noProof="0">
                <a:ln>
                  <a:noFill/>
                </a:ln>
                <a:solidFill>
                  <a:srgbClr val="181818"/>
                </a:solidFill>
                <a:effectLst/>
                <a:uLnTx/>
                <a:uFillTx/>
                <a:latin typeface="Aptos"/>
              </a:rPr>
              <a:t> a bespoke outreach </a:t>
            </a:r>
            <a:r>
              <a:rPr kumimoji="0" lang="de-DE" sz="1400" b="0" i="1" u="none" strike="noStrike" kern="1200" cap="none" spc="0" normalizeH="0" baseline="0" noProof="0" err="1">
                <a:ln>
                  <a:noFill/>
                </a:ln>
                <a:solidFill>
                  <a:srgbClr val="181818"/>
                </a:solidFill>
                <a:effectLst/>
                <a:uLnTx/>
                <a:uFillTx/>
                <a:latin typeface="Aptos"/>
              </a:rPr>
              <a:t>programme</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that</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puts</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our</a:t>
            </a:r>
            <a:r>
              <a:rPr kumimoji="0" lang="de-DE" sz="1400" b="0" i="1" u="none" strike="noStrike" kern="1200" cap="none" spc="0" normalizeH="0" baseline="0" noProof="0">
                <a:ln>
                  <a:noFill/>
                </a:ln>
                <a:solidFill>
                  <a:srgbClr val="181818"/>
                </a:solidFill>
                <a:effectLst/>
                <a:uLnTx/>
                <a:uFillTx/>
                <a:latin typeface="Aptos"/>
              </a:rPr>
              <a:t> network to </a:t>
            </a:r>
            <a:r>
              <a:rPr kumimoji="0" lang="de-DE" sz="1400" b="0" i="1" u="none" strike="noStrike" kern="1200" cap="none" spc="0" normalizeH="0" baseline="0" noProof="0" err="1">
                <a:ln>
                  <a:noFill/>
                </a:ln>
                <a:solidFill>
                  <a:srgbClr val="181818"/>
                </a:solidFill>
                <a:effectLst/>
                <a:uLnTx/>
                <a:uFillTx/>
                <a:latin typeface="Aptos"/>
              </a:rPr>
              <a:t>work</a:t>
            </a:r>
            <a:r>
              <a:rPr kumimoji="0" lang="de-DE" sz="1400" b="0" i="1" u="none" strike="noStrike" kern="1200" cap="none" spc="0" normalizeH="0" baseline="0" noProof="0">
                <a:ln>
                  <a:noFill/>
                </a:ln>
                <a:solidFill>
                  <a:srgbClr val="181818"/>
                </a:solidFill>
                <a:effectLst/>
                <a:uLnTx/>
                <a:uFillTx/>
                <a:latin typeface="Aptos"/>
              </a:rPr>
              <a:t> for </a:t>
            </a:r>
            <a:r>
              <a:rPr kumimoji="0" lang="de-DE" sz="1400" b="0" i="1" u="none" strike="noStrike" kern="1200" cap="none" spc="0" normalizeH="0" baseline="0" noProof="0" err="1">
                <a:ln>
                  <a:noFill/>
                </a:ln>
                <a:solidFill>
                  <a:srgbClr val="181818"/>
                </a:solidFill>
                <a:effectLst/>
                <a:uLnTx/>
                <a:uFillTx/>
                <a:latin typeface="Aptos"/>
              </a:rPr>
              <a:t>your</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business</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development</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goals</a:t>
            </a:r>
            <a:r>
              <a:rPr kumimoji="0" lang="de-DE" sz="1400" b="0" i="1" u="none" strike="noStrike" kern="1200" cap="none" spc="0" normalizeH="0" baseline="0" noProof="0">
                <a:ln>
                  <a:noFill/>
                </a:ln>
                <a:solidFill>
                  <a:srgbClr val="181818"/>
                </a:solidFill>
                <a:effectLst/>
                <a:uLnTx/>
                <a:uFillTx/>
                <a:latin typeface="Aptos"/>
              </a:rPr>
              <a:t>. For </a:t>
            </a:r>
            <a:r>
              <a:rPr kumimoji="0" lang="de-DE" sz="1400" b="0" i="1" u="none" strike="noStrike" kern="1200" cap="none" spc="0" normalizeH="0" baseline="0" noProof="0" err="1">
                <a:ln>
                  <a:noFill/>
                </a:ln>
                <a:solidFill>
                  <a:srgbClr val="181818"/>
                </a:solidFill>
                <a:effectLst/>
                <a:uLnTx/>
                <a:uFillTx/>
                <a:latin typeface="Aptos"/>
              </a:rPr>
              <a:t>example</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one</a:t>
            </a:r>
            <a:r>
              <a:rPr kumimoji="0" lang="de-DE" sz="1400" b="0" i="1" u="none" strike="noStrike" kern="1200" cap="none" spc="0" normalizeH="0" baseline="0" noProof="0">
                <a:ln>
                  <a:noFill/>
                </a:ln>
                <a:solidFill>
                  <a:srgbClr val="181818"/>
                </a:solidFill>
                <a:effectLst/>
                <a:uLnTx/>
                <a:uFillTx/>
                <a:latin typeface="Aptos"/>
              </a:rPr>
              <a:t> of </a:t>
            </a:r>
            <a:r>
              <a:rPr kumimoji="0" lang="de-DE" sz="1400" b="0" i="1" u="none" strike="noStrike" kern="1200" cap="none" spc="0" normalizeH="0" baseline="0" noProof="0" err="1">
                <a:ln>
                  <a:noFill/>
                </a:ln>
                <a:solidFill>
                  <a:srgbClr val="181818"/>
                </a:solidFill>
                <a:effectLst/>
                <a:uLnTx/>
                <a:uFillTx/>
                <a:latin typeface="Aptos"/>
              </a:rPr>
              <a:t>our</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partners</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recently</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secured</a:t>
            </a:r>
            <a:r>
              <a:rPr kumimoji="0" lang="de-DE" sz="1400" b="0" i="1" u="none" strike="noStrike" kern="1200" cap="none" spc="0" normalizeH="0" baseline="0" noProof="0">
                <a:ln>
                  <a:noFill/>
                </a:ln>
                <a:solidFill>
                  <a:srgbClr val="181818"/>
                </a:solidFill>
                <a:effectLst/>
                <a:uLnTx/>
                <a:uFillTx/>
                <a:latin typeface="Aptos"/>
              </a:rPr>
              <a:t> a </a:t>
            </a:r>
            <a:r>
              <a:rPr kumimoji="0" lang="de-DE" sz="1400" b="1" i="1" u="none" strike="noStrike" kern="1200" cap="none" spc="0" normalizeH="0" baseline="0" noProof="0">
                <a:ln>
                  <a:noFill/>
                </a:ln>
                <a:solidFill>
                  <a:srgbClr val="FF0000"/>
                </a:solidFill>
                <a:effectLst/>
                <a:uLnTx/>
                <a:uFillTx/>
                <a:latin typeface="Aptos"/>
              </a:rPr>
              <a:t>$130M </a:t>
            </a:r>
            <a:r>
              <a:rPr kumimoji="0" lang="de-DE" sz="1400" b="0" i="1" u="none" strike="noStrike" kern="1200" cap="none" spc="0" normalizeH="0" baseline="0" noProof="0" err="1">
                <a:ln>
                  <a:noFill/>
                </a:ln>
                <a:solidFill>
                  <a:srgbClr val="181818"/>
                </a:solidFill>
                <a:effectLst/>
                <a:uLnTx/>
                <a:uFillTx/>
                <a:latin typeface="Aptos"/>
              </a:rPr>
              <a:t>new</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business</a:t>
            </a:r>
            <a:r>
              <a:rPr kumimoji="0" lang="de-DE" sz="1400" b="0" i="1" u="none" strike="noStrike" kern="1200" cap="none" spc="0" normalizeH="0" baseline="0" noProof="0">
                <a:ln>
                  <a:noFill/>
                </a:ln>
                <a:solidFill>
                  <a:srgbClr val="181818"/>
                </a:solidFill>
                <a:effectLst/>
                <a:uLnTx/>
                <a:uFillTx/>
                <a:latin typeface="Aptos"/>
              </a:rPr>
              <a:t> deal as a </a:t>
            </a:r>
            <a:r>
              <a:rPr kumimoji="0" lang="de-DE" sz="1400" b="0" i="1" u="none" strike="noStrike" kern="1200" cap="none" spc="0" normalizeH="0" baseline="0" noProof="0" err="1">
                <a:ln>
                  <a:noFill/>
                </a:ln>
                <a:solidFill>
                  <a:srgbClr val="181818"/>
                </a:solidFill>
                <a:effectLst/>
                <a:uLnTx/>
                <a:uFillTx/>
                <a:latin typeface="Aptos"/>
              </a:rPr>
              <a:t>direct</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result</a:t>
            </a:r>
            <a:r>
              <a:rPr kumimoji="0" lang="de-DE" sz="1400" b="0" i="1" u="none" strike="noStrike" kern="1200" cap="none" spc="0" normalizeH="0" baseline="0" noProof="0">
                <a:ln>
                  <a:noFill/>
                </a:ln>
                <a:solidFill>
                  <a:srgbClr val="181818"/>
                </a:solidFill>
                <a:effectLst/>
                <a:uLnTx/>
                <a:uFillTx/>
                <a:latin typeface="Aptos"/>
              </a:rPr>
              <a:t> of </a:t>
            </a:r>
            <a:r>
              <a:rPr kumimoji="0" lang="de-DE" sz="1400" b="0" i="1" u="none" strike="noStrike" kern="1200" cap="none" spc="0" normalizeH="0" baseline="0" noProof="0" err="1">
                <a:ln>
                  <a:noFill/>
                </a:ln>
                <a:solidFill>
                  <a:srgbClr val="181818"/>
                </a:solidFill>
                <a:effectLst/>
                <a:uLnTx/>
                <a:uFillTx/>
                <a:latin typeface="Aptos"/>
              </a:rPr>
              <a:t>our</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strategic</a:t>
            </a:r>
            <a:r>
              <a:rPr kumimoji="0" lang="de-DE" sz="1400" b="0" i="1" u="none" strike="noStrike" kern="1200" cap="none" spc="0" normalizeH="0" baseline="0" noProof="0">
                <a:ln>
                  <a:noFill/>
                </a:ln>
                <a:solidFill>
                  <a:srgbClr val="181818"/>
                </a:solidFill>
                <a:effectLst/>
                <a:uLnTx/>
                <a:uFillTx/>
                <a:latin typeface="Aptos"/>
              </a:rPr>
              <a:t> </a:t>
            </a:r>
            <a:r>
              <a:rPr kumimoji="0" lang="de-DE" sz="1400" b="0" i="1" u="none" strike="noStrike" kern="1200" cap="none" spc="0" normalizeH="0" baseline="0" noProof="0" err="1">
                <a:ln>
                  <a:noFill/>
                </a:ln>
                <a:solidFill>
                  <a:srgbClr val="181818"/>
                </a:solidFill>
                <a:effectLst/>
                <a:uLnTx/>
                <a:uFillTx/>
                <a:latin typeface="Aptos"/>
              </a:rPr>
              <a:t>approach</a:t>
            </a:r>
            <a:r>
              <a:rPr lang="de-DE" sz="1400" i="1">
                <a:solidFill>
                  <a:srgbClr val="181818"/>
                </a:solidFill>
                <a:latin typeface="Aptos"/>
              </a:rPr>
              <a:t>."</a:t>
            </a:r>
            <a:endParaRPr kumimoji="0" lang="de-DE" sz="1400" b="0" i="1" u="none" strike="noStrike" kern="1200" cap="none" spc="0" normalizeH="0" baseline="0" noProof="0">
              <a:ln>
                <a:noFill/>
              </a:ln>
              <a:solidFill>
                <a:srgbClr val="181818"/>
              </a:solidFill>
              <a:effectLst/>
              <a:uLnTx/>
              <a:uFillTx/>
              <a:latin typeface="Aptos"/>
            </a:endParaRPr>
          </a:p>
          <a:p>
            <a:pPr marL="0" marR="0" lvl="0" indent="0" algn="l" defTabSz="914400" rtl="0" eaLnBrk="1" fontAlgn="t" latinLnBrk="0" hangingPunct="1">
              <a:lnSpc>
                <a:spcPct val="100000"/>
              </a:lnSpc>
              <a:spcBef>
                <a:spcPts val="0"/>
              </a:spcBef>
              <a:spcAft>
                <a:spcPts val="400"/>
              </a:spcAft>
              <a:buClrTx/>
              <a:buSzTx/>
              <a:buFontTx/>
              <a:buNone/>
              <a:tabLst/>
              <a:defRPr/>
            </a:pPr>
            <a:r>
              <a:rPr kumimoji="0" lang="de-DE" sz="1050" b="0" i="0" u="none" strike="noStrike" kern="1200" cap="none" spc="0" normalizeH="0" baseline="0" noProof="0">
                <a:ln>
                  <a:noFill/>
                </a:ln>
                <a:solidFill>
                  <a:srgbClr val="6B6B6B"/>
                </a:solidFill>
                <a:effectLst/>
                <a:uLnTx/>
                <a:uFillTx/>
                <a:latin typeface="Aptos"/>
              </a:rPr>
              <a:t>(Tech </a:t>
            </a:r>
            <a:r>
              <a:rPr kumimoji="0" lang="de-DE" sz="1050" b="0" i="0" u="none" strike="noStrike" kern="1200" cap="none" spc="0" normalizeH="0" baseline="0" noProof="0" err="1">
                <a:ln>
                  <a:noFill/>
                </a:ln>
                <a:solidFill>
                  <a:srgbClr val="6B6B6B"/>
                </a:solidFill>
                <a:effectLst/>
                <a:uLnTx/>
                <a:uFillTx/>
                <a:latin typeface="Aptos"/>
              </a:rPr>
              <a:t>company</a:t>
            </a:r>
            <a:r>
              <a:rPr kumimoji="0" lang="de-DE" sz="1050" b="0" i="0" u="none" strike="noStrike" kern="1200" cap="none" spc="0" normalizeH="0" baseline="0" noProof="0">
                <a:ln>
                  <a:noFill/>
                </a:ln>
                <a:solidFill>
                  <a:srgbClr val="6B6B6B"/>
                </a:solidFill>
                <a:effectLst/>
                <a:uLnTx/>
                <a:uFillTx/>
                <a:latin typeface="Aptos"/>
              </a:rPr>
              <a:t>, </a:t>
            </a:r>
            <a:r>
              <a:rPr kumimoji="0" lang="de-DE" sz="1050" b="0" i="0" u="none" strike="noStrike" kern="1200" cap="none" spc="0" normalizeH="0" baseline="0" noProof="0" err="1">
                <a:ln>
                  <a:noFill/>
                </a:ln>
                <a:solidFill>
                  <a:srgbClr val="6B6B6B"/>
                </a:solidFill>
                <a:effectLst/>
                <a:uLnTx/>
                <a:uFillTx/>
                <a:latin typeface="Aptos"/>
              </a:rPr>
              <a:t>Mclaren</a:t>
            </a:r>
            <a:r>
              <a:rPr kumimoji="0" lang="de-DE" sz="1050" b="0" i="0" u="none" strike="noStrike" kern="1200" cap="none" spc="0" normalizeH="0" baseline="0" noProof="0">
                <a:ln>
                  <a:noFill/>
                </a:ln>
                <a:solidFill>
                  <a:srgbClr val="6B6B6B"/>
                </a:solidFill>
                <a:effectLst/>
                <a:uLnTx/>
                <a:uFillTx/>
                <a:latin typeface="Aptos"/>
              </a:rPr>
              <a:t> Racing, 2025)</a:t>
            </a:r>
            <a:endParaRPr lang="de-DE" sz="1050" b="0" i="0" u="none" strike="noStrike" kern="1200" cap="none" spc="0" normalizeH="0" baseline="0" noProof="0">
              <a:ln>
                <a:noFill/>
              </a:ln>
              <a:solidFill>
                <a:srgbClr val="6B6B6B"/>
              </a:solidFill>
              <a:effectLst/>
              <a:uLnTx/>
              <a:uFillTx/>
              <a:latin typeface="Aptos"/>
            </a:endParaRPr>
          </a:p>
        </p:txBody>
      </p:sp>
      <p:sp>
        <p:nvSpPr>
          <p:cNvPr id="11" name="Rectangle 10">
            <a:extLst>
              <a:ext uri="{FF2B5EF4-FFF2-40B4-BE49-F238E27FC236}">
                <a16:creationId xmlns:a16="http://schemas.microsoft.com/office/drawing/2014/main" id="{BA05B47C-B077-EC35-997C-427EC94F6B9F}"/>
              </a:ext>
            </a:extLst>
          </p:cNvPr>
          <p:cNvSpPr/>
          <p:nvPr/>
        </p:nvSpPr>
        <p:spPr>
          <a:xfrm>
            <a:off x="554956" y="4120763"/>
            <a:ext cx="658368" cy="50292"/>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de-DE" sz="1400" b="0" i="0" u="none" strike="noStrike" kern="1200" cap="none" spc="0" normalizeH="0" baseline="0" noProof="0" err="1">
              <a:ln>
                <a:noFill/>
              </a:ln>
              <a:solidFill>
                <a:sysClr val="windowText" lastClr="000000"/>
              </a:solidFill>
              <a:effectLst/>
              <a:uLnTx/>
              <a:uFillTx/>
              <a:latin typeface="Arial" panose="020B0604020202020204" pitchFamily="34" charset="0"/>
              <a:ea typeface="+mn-ea"/>
              <a:cs typeface="+mn-cs"/>
            </a:endParaRPr>
          </a:p>
        </p:txBody>
      </p:sp>
      <p:sp>
        <p:nvSpPr>
          <p:cNvPr id="14" name="TextBox 13">
            <a:extLst>
              <a:ext uri="{FF2B5EF4-FFF2-40B4-BE49-F238E27FC236}">
                <a16:creationId xmlns:a16="http://schemas.microsoft.com/office/drawing/2014/main" id="{36699D3C-9574-7FDA-0D43-F2D3A3070ED1}"/>
              </a:ext>
            </a:extLst>
          </p:cNvPr>
          <p:cNvSpPr txBox="1"/>
          <p:nvPr/>
        </p:nvSpPr>
        <p:spPr>
          <a:xfrm>
            <a:off x="554956" y="4277107"/>
            <a:ext cx="2624328" cy="1844736"/>
          </a:xfrm>
          <a:prstGeom prst="rect">
            <a:avLst/>
          </a:prstGeom>
          <a:noFill/>
        </p:spPr>
        <p:txBody>
          <a:bodyPr vert="horz" wrap="square" lIns="0" tIns="0" rIns="0" bIns="0" rtlCol="0">
            <a:spAutoFit/>
          </a:bodyPr>
          <a:lstStyle/>
          <a:p>
            <a:pPr marL="228600" marR="0" lvl="0" indent="-228600" algn="l" defTabSz="914400" rtl="0" eaLnBrk="1" fontAlgn="t" latinLnBrk="0" hangingPunct="1">
              <a:lnSpc>
                <a:spcPct val="104000"/>
              </a:lnSpc>
              <a:spcBef>
                <a:spcPts val="0"/>
              </a:spcBef>
              <a:spcAft>
                <a:spcPts val="900"/>
              </a:spcAft>
              <a:buClrTx/>
              <a:buSzTx/>
              <a:buFontTx/>
              <a:buAutoNum type="arabicPeriod"/>
              <a:tabLst/>
              <a:defRPr/>
            </a:pPr>
            <a:r>
              <a:rPr kumimoji="0" lang="de-DE" sz="1400" b="1" i="0" u="none" strike="noStrike" kern="1200" cap="none" spc="0" normalizeH="0" baseline="0" noProof="0">
                <a:ln>
                  <a:noFill/>
                </a:ln>
                <a:solidFill>
                  <a:srgbClr val="181818"/>
                </a:solidFill>
                <a:effectLst/>
                <a:uLnTx/>
                <a:uFillTx/>
                <a:latin typeface="MB Corpo S Text Office" panose="020B0004020202020204" pitchFamily="34" charset="0"/>
                <a:ea typeface="+mn-ea"/>
                <a:cs typeface="+mn-cs"/>
              </a:rPr>
              <a:t>Ecosystem strategy</a:t>
            </a:r>
            <a:endParaRPr kumimoji="0" lang="de-DE" sz="11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228600" marR="0" lvl="0" indent="-228600" algn="l" defTabSz="914400" rtl="0" eaLnBrk="1" fontAlgn="t" latinLnBrk="0" hangingPunct="1">
              <a:lnSpc>
                <a:spcPct val="104000"/>
              </a:lnSpc>
              <a:spcBef>
                <a:spcPts val="0"/>
              </a:spcBef>
              <a:spcAft>
                <a:spcPts val="0"/>
              </a:spcAft>
              <a:buClrTx/>
              <a:buSzTx/>
              <a:buFontTx/>
              <a:buAutoNum type="arabicPeriod"/>
              <a:tabLst/>
              <a:defRPr/>
            </a:pPr>
            <a:endParaRPr kumimoji="0" lang="de-DE" sz="11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t" latinLnBrk="0" hangingPunct="1">
              <a:lnSpc>
                <a:spcPct val="104000"/>
              </a:lnSpc>
              <a:spcBef>
                <a:spcPts val="0"/>
              </a:spcBef>
              <a:spcAft>
                <a:spcPts val="0"/>
              </a:spcAft>
              <a:buClrTx/>
              <a:buSzTx/>
              <a:buFontTx/>
              <a:buNone/>
              <a:tabLst/>
              <a:defRPr/>
            </a:pPr>
            <a:r>
              <a:rPr kumimoji="0" lang="de-DE" sz="1125" b="0" i="0" u="none" strike="noStrike" kern="1200" cap="none" spc="0" normalizeH="0" baseline="0" noProof="0">
                <a:ln>
                  <a:noFill/>
                </a:ln>
                <a:solidFill>
                  <a:srgbClr val="181818"/>
                </a:solidFill>
                <a:effectLst/>
                <a:uLnTx/>
                <a:uFillTx/>
                <a:latin typeface="Aptos" panose="020B0004020202020204" pitchFamily="34" charset="0"/>
                <a:ea typeface="+mn-ea"/>
                <a:cs typeface="+mn-cs"/>
              </a:rPr>
              <a:t>Quarterly review of your growth strategy with a dedicated team staff member, identifying opportunities from across our partner ecosystem, OEM relationships and extensive Senior Leadership and Advisory Team ‘black book’ contacts.</a:t>
            </a:r>
          </a:p>
          <a:p>
            <a:pPr marL="180000" marR="0" lvl="0" indent="-180000" algn="l" defTabSz="914400" rtl="0" eaLnBrk="1" fontAlgn="auto" latinLnBrk="0" hangingPunct="1">
              <a:lnSpc>
                <a:spcPct val="104000"/>
              </a:lnSpc>
              <a:spcBef>
                <a:spcPts val="0"/>
              </a:spcBef>
              <a:spcAft>
                <a:spcPts val="0"/>
              </a:spcAft>
              <a:buClr>
                <a:srgbClr val="D50029"/>
              </a:buClr>
              <a:buSzPct val="105000"/>
              <a:buFont typeface="Wingdings 3" panose="05040102010807070707" pitchFamily="18" charset="2"/>
              <a:buChar char="¬"/>
              <a:tabLst/>
              <a:defRPr/>
            </a:pPr>
            <a:endParaRPr kumimoji="0" lang="de-DE" sz="1600" b="0"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p:txBody>
      </p:sp>
      <p:sp>
        <p:nvSpPr>
          <p:cNvPr id="19" name="Rectangle 18">
            <a:extLst>
              <a:ext uri="{FF2B5EF4-FFF2-40B4-BE49-F238E27FC236}">
                <a16:creationId xmlns:a16="http://schemas.microsoft.com/office/drawing/2014/main" id="{4824AE82-69E1-233A-D8B3-1A342CDB6DE9}"/>
              </a:ext>
            </a:extLst>
          </p:cNvPr>
          <p:cNvSpPr/>
          <p:nvPr/>
        </p:nvSpPr>
        <p:spPr>
          <a:xfrm>
            <a:off x="3407884" y="4075939"/>
            <a:ext cx="658368" cy="50292"/>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de-DE" sz="1400" b="0" i="0" u="none" strike="noStrike" kern="1200" cap="none" spc="0" normalizeH="0" baseline="0" noProof="0" err="1">
              <a:ln>
                <a:noFill/>
              </a:ln>
              <a:solidFill>
                <a:sysClr val="windowText" lastClr="000000"/>
              </a:solidFill>
              <a:effectLst/>
              <a:uLnTx/>
              <a:uFillTx/>
              <a:latin typeface="Arial" panose="020B0604020202020204" pitchFamily="34" charset="0"/>
              <a:ea typeface="+mn-ea"/>
              <a:cs typeface="+mn-cs"/>
            </a:endParaRPr>
          </a:p>
        </p:txBody>
      </p:sp>
      <p:sp>
        <p:nvSpPr>
          <p:cNvPr id="27" name="Rectangle 26">
            <a:extLst>
              <a:ext uri="{FF2B5EF4-FFF2-40B4-BE49-F238E27FC236}">
                <a16:creationId xmlns:a16="http://schemas.microsoft.com/office/drawing/2014/main" id="{FE67E9BC-4013-4B91-4934-90162586702F}"/>
              </a:ext>
            </a:extLst>
          </p:cNvPr>
          <p:cNvSpPr/>
          <p:nvPr/>
        </p:nvSpPr>
        <p:spPr>
          <a:xfrm>
            <a:off x="6260812" y="4075939"/>
            <a:ext cx="658368" cy="50292"/>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de-DE" sz="1400" b="0" i="0" u="none" strike="noStrike" kern="1200" cap="none" spc="0" normalizeH="0" baseline="0" noProof="0" err="1">
              <a:ln>
                <a:noFill/>
              </a:ln>
              <a:solidFill>
                <a:sysClr val="windowText" lastClr="000000"/>
              </a:solidFill>
              <a:effectLst/>
              <a:uLnTx/>
              <a:uFillTx/>
              <a:latin typeface="Arial" panose="020B0604020202020204" pitchFamily="34" charset="0"/>
              <a:ea typeface="+mn-ea"/>
              <a:cs typeface="+mn-cs"/>
            </a:endParaRPr>
          </a:p>
        </p:txBody>
      </p:sp>
      <p:sp>
        <p:nvSpPr>
          <p:cNvPr id="33" name="Rectangle 32">
            <a:extLst>
              <a:ext uri="{FF2B5EF4-FFF2-40B4-BE49-F238E27FC236}">
                <a16:creationId xmlns:a16="http://schemas.microsoft.com/office/drawing/2014/main" id="{9D35087A-0A30-97A4-8C24-13A80EEFE8B8}"/>
              </a:ext>
            </a:extLst>
          </p:cNvPr>
          <p:cNvSpPr/>
          <p:nvPr/>
        </p:nvSpPr>
        <p:spPr>
          <a:xfrm>
            <a:off x="9113740" y="4075939"/>
            <a:ext cx="658368" cy="50292"/>
          </a:xfrm>
          <a:prstGeom prst="rect">
            <a:avLst/>
          </a:prstGeom>
          <a:solidFill>
            <a:srgbClr val="FF00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288000" tIns="288000" rIns="288000" bIns="288000" rtlCol="0" anchor="ctr"/>
          <a:lstStyle/>
          <a:p>
            <a:pPr marL="0" marR="0" lvl="0" indent="0" algn="ctr" defTabSz="914400" rtl="0" eaLnBrk="1" fontAlgn="auto" latinLnBrk="0" hangingPunct="1">
              <a:lnSpc>
                <a:spcPct val="110000"/>
              </a:lnSpc>
              <a:spcBef>
                <a:spcPts val="0"/>
              </a:spcBef>
              <a:spcAft>
                <a:spcPts val="0"/>
              </a:spcAft>
              <a:buClrTx/>
              <a:buSzTx/>
              <a:buFontTx/>
              <a:buNone/>
              <a:tabLst/>
              <a:defRPr/>
            </a:pPr>
            <a:endParaRPr kumimoji="0" lang="de-DE" sz="1400" b="0" i="0" u="none" strike="noStrike" kern="1200" cap="none" spc="0" normalizeH="0" baseline="0" noProof="0" err="1">
              <a:ln>
                <a:noFill/>
              </a:ln>
              <a:solidFill>
                <a:sysClr val="windowText" lastClr="000000"/>
              </a:solidFill>
              <a:effectLst/>
              <a:uLnTx/>
              <a:uFillTx/>
              <a:latin typeface="Arial" panose="020B0604020202020204" pitchFamily="34" charset="0"/>
              <a:ea typeface="+mn-ea"/>
              <a:cs typeface="+mn-cs"/>
            </a:endParaRPr>
          </a:p>
        </p:txBody>
      </p:sp>
      <p:sp>
        <p:nvSpPr>
          <p:cNvPr id="38" name="TextBox 37">
            <a:extLst>
              <a:ext uri="{FF2B5EF4-FFF2-40B4-BE49-F238E27FC236}">
                <a16:creationId xmlns:a16="http://schemas.microsoft.com/office/drawing/2014/main" id="{AC1C1E52-DAA0-E46A-A531-59126166B3FE}"/>
              </a:ext>
            </a:extLst>
          </p:cNvPr>
          <p:cNvSpPr txBox="1"/>
          <p:nvPr/>
        </p:nvSpPr>
        <p:spPr>
          <a:xfrm>
            <a:off x="6608194" y="4277107"/>
            <a:ext cx="2624328" cy="1962781"/>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4000"/>
              </a:lnSpc>
              <a:spcBef>
                <a:spcPts val="0"/>
              </a:spcBef>
              <a:spcAft>
                <a:spcPts val="900"/>
              </a:spcAft>
              <a:buClr>
                <a:srgbClr val="D50029"/>
              </a:buClr>
              <a:buSzPct val="105000"/>
              <a:buFontTx/>
              <a:buNone/>
              <a:tabLst/>
              <a:defRPr/>
            </a:pPr>
            <a:r>
              <a:rPr kumimoji="0" lang="de-DE" sz="1400" b="1" i="0" u="none" strike="noStrike" kern="1200" cap="none" spc="0" normalizeH="0" baseline="0" noProof="0">
                <a:ln>
                  <a:noFill/>
                </a:ln>
                <a:solidFill>
                  <a:srgbClr val="181818"/>
                </a:solidFill>
                <a:effectLst/>
                <a:uLnTx/>
                <a:uFillTx/>
                <a:latin typeface="MB Corpo S Text Office" panose="020B0004020202020204" pitchFamily="34" charset="0"/>
                <a:ea typeface="+mn-ea"/>
                <a:cs typeface="+mn-cs"/>
              </a:rPr>
              <a:t>3. Contact </a:t>
            </a:r>
            <a:r>
              <a:rPr kumimoji="0" lang="de-DE" sz="1400" b="1" i="0" u="none" strike="noStrike" kern="1200" cap="none" spc="0" normalizeH="0" baseline="0" noProof="0" err="1">
                <a:ln>
                  <a:noFill/>
                </a:ln>
                <a:solidFill>
                  <a:srgbClr val="181818"/>
                </a:solidFill>
                <a:effectLst/>
                <a:uLnTx/>
                <a:uFillTx/>
                <a:latin typeface="MB Corpo S Text Office" panose="020B0004020202020204" pitchFamily="34" charset="0"/>
                <a:ea typeface="+mn-ea"/>
                <a:cs typeface="+mn-cs"/>
              </a:rPr>
              <a:t>made</a:t>
            </a:r>
            <a:endParaRPr kumimoji="0" lang="de-DE" sz="11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4000"/>
              </a:lnSpc>
              <a:spcBef>
                <a:spcPts val="0"/>
              </a:spcBef>
              <a:spcAft>
                <a:spcPts val="0"/>
              </a:spcAft>
              <a:buClr>
                <a:srgbClr val="D50029"/>
              </a:buClr>
              <a:buSzPct val="105000"/>
              <a:buFontTx/>
              <a:buNone/>
              <a:tabLst/>
              <a:defRPr/>
            </a:pPr>
            <a:endParaRPr kumimoji="0" lang="de-DE" sz="11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4000"/>
              </a:lnSpc>
              <a:spcBef>
                <a:spcPts val="0"/>
              </a:spcBef>
              <a:spcAft>
                <a:spcPts val="300"/>
              </a:spcAft>
              <a:buClr>
                <a:srgbClr val="D50029"/>
              </a:buClr>
              <a:buSzPct val="105000"/>
              <a:buFontTx/>
              <a:buNone/>
              <a:tabLst/>
              <a:defRPr/>
            </a:pP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Supporting</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introductions</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a:t>
            </a:r>
          </a:p>
          <a:p>
            <a:pPr marL="171450" marR="0" lvl="0" indent="-171450" algn="l" defTabSz="914400" rtl="0" eaLnBrk="1" fontAlgn="auto" latinLnBrk="0" hangingPunct="1">
              <a:lnSpc>
                <a:spcPct val="104000"/>
              </a:lnSpc>
              <a:spcBef>
                <a:spcPts val="0"/>
              </a:spcBef>
              <a:spcAft>
                <a:spcPts val="300"/>
              </a:spcAft>
              <a:buClr>
                <a:srgbClr val="D50029"/>
              </a:buClr>
              <a:buSzPct val="105000"/>
              <a:buFont typeface="Arial" panose="020B0604020202020204" pitchFamily="34" charset="0"/>
              <a:buChar char="•"/>
              <a:tabLst/>
              <a:defRPr/>
            </a:pP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Direct</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meetings</a:t>
            </a:r>
            <a:endParaRPr kumimoji="0" lang="de-DE" sz="1100" b="0"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4000"/>
              </a:lnSpc>
              <a:spcBef>
                <a:spcPts val="0"/>
              </a:spcBef>
              <a:spcAft>
                <a:spcPts val="300"/>
              </a:spcAft>
              <a:buClr>
                <a:srgbClr val="D50029"/>
              </a:buClr>
              <a:buSzPct val="105000"/>
              <a:buFont typeface="Arial" panose="020B0604020202020204" pitchFamily="34" charset="0"/>
              <a:buChar char="•"/>
              <a:tabLst/>
              <a:defRPr/>
            </a:pP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Dinners/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Receptions</a:t>
            </a:r>
            <a:endParaRPr kumimoji="0" lang="de-DE" sz="1100" b="0"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4000"/>
              </a:lnSpc>
              <a:spcBef>
                <a:spcPts val="0"/>
              </a:spcBef>
              <a:spcAft>
                <a:spcPts val="300"/>
              </a:spcAft>
              <a:buClr>
                <a:srgbClr val="D50029"/>
              </a:buClr>
              <a:buSzPct val="105000"/>
              <a:buFont typeface="Arial" panose="020B0604020202020204" pitchFamily="34" charset="0"/>
              <a:buChar char="•"/>
              <a:tabLst/>
              <a:defRPr/>
            </a:pP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Partner Summits</a:t>
            </a:r>
          </a:p>
          <a:p>
            <a:pPr marL="171450" marR="0" lvl="0" indent="-171450" algn="l" defTabSz="914400" rtl="0" eaLnBrk="1" fontAlgn="auto" latinLnBrk="0" hangingPunct="1">
              <a:lnSpc>
                <a:spcPct val="104000"/>
              </a:lnSpc>
              <a:spcBef>
                <a:spcPts val="0"/>
              </a:spcBef>
              <a:spcAft>
                <a:spcPts val="300"/>
              </a:spcAft>
              <a:buClr>
                <a:srgbClr val="D50029"/>
              </a:buClr>
              <a:buSzPct val="105000"/>
              <a:buFont typeface="Arial" panose="020B0604020202020204" pitchFamily="34" charset="0"/>
              <a:buChar char="•"/>
              <a:tabLst/>
              <a:defRPr/>
            </a:pP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B2B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networking</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events</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
            </a:r>
          </a:p>
          <a:p>
            <a:pPr marL="171450" marR="0" lvl="0" indent="-171450" algn="l" defTabSz="914400" rtl="0" eaLnBrk="1" fontAlgn="auto" latinLnBrk="0" hangingPunct="1">
              <a:lnSpc>
                <a:spcPct val="104000"/>
              </a:lnSpc>
              <a:spcBef>
                <a:spcPts val="0"/>
              </a:spcBef>
              <a:spcAft>
                <a:spcPts val="300"/>
              </a:spcAft>
              <a:buClr>
                <a:srgbClr val="D50029"/>
              </a:buClr>
              <a:buSzPct val="105000"/>
              <a:buFont typeface="Arial" panose="020B0604020202020204" pitchFamily="34" charset="0"/>
              <a:buChar char="•"/>
              <a:tabLst/>
              <a:defRPr/>
            </a:pP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Trackside</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hosting</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at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races</a:t>
            </a:r>
            <a:endParaRPr kumimoji="0" lang="de-DE" sz="1100" b="0"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171450" marR="0" lvl="0" indent="-171450" algn="l" defTabSz="914400" rtl="0" eaLnBrk="1" fontAlgn="auto" latinLnBrk="0" hangingPunct="1">
              <a:lnSpc>
                <a:spcPct val="104000"/>
              </a:lnSpc>
              <a:spcBef>
                <a:spcPts val="0"/>
              </a:spcBef>
              <a:spcAft>
                <a:spcPts val="300"/>
              </a:spcAft>
              <a:buClr>
                <a:srgbClr val="D50029"/>
              </a:buClr>
              <a:buSzPct val="105000"/>
              <a:buFont typeface="Arial" panose="020B0604020202020204" pitchFamily="34" charset="0"/>
              <a:buChar char="•"/>
              <a:tabLst/>
              <a:defRPr/>
            </a:pP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HQ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tours</a:t>
            </a:r>
            <a:r>
              <a:rPr kumimoji="0" lang="de-DE" sz="1090" b="0" i="0" u="none" strike="noStrike" kern="1200" cap="none" spc="0" normalizeH="0" baseline="0" noProof="0">
                <a:ln>
                  <a:noFill/>
                </a:ln>
                <a:solidFill>
                  <a:srgbClr val="181818"/>
                </a:solidFill>
                <a:effectLst/>
                <a:uLnTx/>
                <a:uFillTx/>
                <a:latin typeface="Aptos" panose="020B0004020202020204" pitchFamily="34" charset="0"/>
                <a:ea typeface="+mn-ea"/>
                <a:cs typeface="+mn-cs"/>
              </a:rPr>
              <a:t> and </a:t>
            </a:r>
            <a:r>
              <a:rPr kumimoji="0" lang="de-DE" sz="1090" b="0" i="0" u="none" strike="noStrike" kern="1200" cap="none" spc="0" normalizeH="0" baseline="0" noProof="0" err="1">
                <a:ln>
                  <a:noFill/>
                </a:ln>
                <a:solidFill>
                  <a:srgbClr val="181818"/>
                </a:solidFill>
                <a:effectLst/>
                <a:uLnTx/>
                <a:uFillTx/>
                <a:latin typeface="Aptos" panose="020B0004020202020204" pitchFamily="34" charset="0"/>
                <a:ea typeface="+mn-ea"/>
                <a:cs typeface="+mn-cs"/>
              </a:rPr>
              <a:t>experiences</a:t>
            </a:r>
            <a:endParaRPr kumimoji="0" lang="de-DE" sz="1100" b="0"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p:txBody>
      </p:sp>
      <p:sp>
        <p:nvSpPr>
          <p:cNvPr id="41" name="TextBox 40">
            <a:extLst>
              <a:ext uri="{FF2B5EF4-FFF2-40B4-BE49-F238E27FC236}">
                <a16:creationId xmlns:a16="http://schemas.microsoft.com/office/drawing/2014/main" id="{48243B6B-E0CE-3D52-72F6-61F1F88C3582}"/>
              </a:ext>
            </a:extLst>
          </p:cNvPr>
          <p:cNvSpPr txBox="1"/>
          <p:nvPr/>
        </p:nvSpPr>
        <p:spPr>
          <a:xfrm>
            <a:off x="9113740" y="4277107"/>
            <a:ext cx="2624328" cy="1595821"/>
          </a:xfrm>
          <a:prstGeom prst="rect">
            <a:avLst/>
          </a:prstGeom>
          <a:noFill/>
        </p:spPr>
        <p:txBody>
          <a:bodyPr vert="horz" wrap="square" lIns="0" tIns="0" rIns="0" bIns="0" rtlCol="0">
            <a:spAutoFit/>
          </a:bodyPr>
          <a:lstStyle/>
          <a:p>
            <a:pPr marL="0" marR="0" lvl="0" indent="0" algn="l" defTabSz="914400" rtl="0" eaLnBrk="1" fontAlgn="t" latinLnBrk="0" hangingPunct="1">
              <a:lnSpc>
                <a:spcPct val="104000"/>
              </a:lnSpc>
              <a:spcBef>
                <a:spcPts val="0"/>
              </a:spcBef>
              <a:spcAft>
                <a:spcPts val="900"/>
              </a:spcAft>
              <a:buClrTx/>
              <a:buSzTx/>
              <a:buFontTx/>
              <a:buNone/>
              <a:tabLst/>
              <a:defRPr/>
            </a:pPr>
            <a:r>
              <a:rPr kumimoji="0" lang="de-DE" sz="1400" b="1" i="0" u="none" strike="noStrike" kern="1200" cap="none" spc="0" normalizeH="0" baseline="0" noProof="0">
                <a:ln>
                  <a:noFill/>
                </a:ln>
                <a:solidFill>
                  <a:srgbClr val="181818"/>
                </a:solidFill>
                <a:effectLst/>
                <a:uLnTx/>
                <a:uFillTx/>
                <a:latin typeface="MB Corpo S Text Office" panose="020B0004020202020204" pitchFamily="34" charset="0"/>
                <a:ea typeface="+mn-ea"/>
                <a:cs typeface="+mn-cs"/>
              </a:rPr>
              <a:t>4. Contact review</a:t>
            </a:r>
          </a:p>
          <a:p>
            <a:pPr marL="0" marR="0" lvl="0" indent="0" algn="l" defTabSz="914400" rtl="0" eaLnBrk="1" fontAlgn="t" latinLnBrk="0" hangingPunct="1">
              <a:lnSpc>
                <a:spcPct val="104000"/>
              </a:lnSpc>
              <a:spcBef>
                <a:spcPts val="0"/>
              </a:spcBef>
              <a:spcAft>
                <a:spcPts val="0"/>
              </a:spcAft>
              <a:buClrTx/>
              <a:buSzTx/>
              <a:buFontTx/>
              <a:buNone/>
              <a:tabLst/>
              <a:defRPr/>
            </a:pPr>
            <a:endParaRPr kumimoji="0" lang="de-DE" sz="11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t" latinLnBrk="0" hangingPunct="1">
              <a:lnSpc>
                <a:spcPct val="104000"/>
              </a:lnSpc>
              <a:spcBef>
                <a:spcPts val="0"/>
              </a:spcBef>
              <a:spcAft>
                <a:spcPts val="0"/>
              </a:spcAft>
              <a:buClrTx/>
              <a:buSzTx/>
              <a:buFontTx/>
              <a:buNone/>
              <a:tabLst/>
              <a:defRPr/>
            </a:pPr>
            <a:r>
              <a:rPr kumimoji="0" lang="de-DE" sz="1125" b="0" i="0" u="none" strike="noStrike" kern="1200" cap="none" spc="0" normalizeH="0" baseline="0" noProof="0">
                <a:ln>
                  <a:noFill/>
                </a:ln>
                <a:solidFill>
                  <a:srgbClr val="181818"/>
                </a:solidFill>
                <a:effectLst/>
                <a:uLnTx/>
                <a:uFillTx/>
                <a:latin typeface="Aptos" panose="020B0004020202020204" pitchFamily="34" charset="0"/>
                <a:ea typeface="+mn-ea"/>
                <a:cs typeface="+mn-cs"/>
              </a:rPr>
              <a:t>Checking in with your teams following each planned introduction to ensure all needs have been met, and setting up new introductions where required. Monthly status and progress reports can be provided.</a:t>
            </a:r>
          </a:p>
        </p:txBody>
      </p:sp>
      <p:sp>
        <p:nvSpPr>
          <p:cNvPr id="43" name="TextBox 42">
            <a:extLst>
              <a:ext uri="{FF2B5EF4-FFF2-40B4-BE49-F238E27FC236}">
                <a16:creationId xmlns:a16="http://schemas.microsoft.com/office/drawing/2014/main" id="{3C6C51B1-0B85-3458-2A6E-BE128639E7AD}"/>
              </a:ext>
            </a:extLst>
          </p:cNvPr>
          <p:cNvSpPr txBox="1"/>
          <p:nvPr/>
        </p:nvSpPr>
        <p:spPr>
          <a:xfrm>
            <a:off x="3463913" y="4277107"/>
            <a:ext cx="2624328" cy="1590756"/>
          </a:xfrm>
          <a:prstGeom prst="rect">
            <a:avLst/>
          </a:prstGeom>
          <a:noFill/>
        </p:spPr>
        <p:txBody>
          <a:bodyPr vert="horz" wrap="square" lIns="0" tIns="0" rIns="0" bIns="0" rtlCol="0">
            <a:spAutoFit/>
          </a:bodyPr>
          <a:lstStyle/>
          <a:p>
            <a:pPr marL="0" marR="0" lvl="0" indent="0" algn="l" defTabSz="914400" rtl="0" eaLnBrk="1" fontAlgn="auto" latinLnBrk="0" hangingPunct="1">
              <a:lnSpc>
                <a:spcPct val="104000"/>
              </a:lnSpc>
              <a:spcBef>
                <a:spcPts val="0"/>
              </a:spcBef>
              <a:spcAft>
                <a:spcPts val="900"/>
              </a:spcAft>
              <a:buClr>
                <a:srgbClr val="D50029"/>
              </a:buClr>
              <a:buSzPct val="105000"/>
              <a:buFontTx/>
              <a:buNone/>
              <a:tabLst/>
              <a:defRPr/>
            </a:pPr>
            <a:r>
              <a:rPr kumimoji="0" lang="en-US" sz="1400" b="1" i="0" u="none" strike="noStrike" kern="1200" cap="none" spc="0" normalizeH="0" baseline="0" noProof="0">
                <a:ln>
                  <a:noFill/>
                </a:ln>
                <a:solidFill>
                  <a:srgbClr val="181818"/>
                </a:solidFill>
                <a:effectLst/>
                <a:uLnTx/>
                <a:uFillTx/>
                <a:latin typeface="MB Corpo S Text Office" panose="020B0004020202020204" pitchFamily="34" charset="0"/>
                <a:ea typeface="+mn-ea"/>
                <a:cs typeface="+mn-cs"/>
              </a:rPr>
              <a:t>2. Introduction planning</a:t>
            </a:r>
          </a:p>
          <a:p>
            <a:pPr marL="0" marR="0" lvl="0" indent="0" algn="l" defTabSz="914400" rtl="0" eaLnBrk="1" fontAlgn="auto" latinLnBrk="0" hangingPunct="1">
              <a:lnSpc>
                <a:spcPct val="104000"/>
              </a:lnSpc>
              <a:spcBef>
                <a:spcPts val="0"/>
              </a:spcBef>
              <a:spcAft>
                <a:spcPts val="0"/>
              </a:spcAft>
              <a:buClr>
                <a:srgbClr val="D50029"/>
              </a:buClr>
              <a:buSzPct val="105000"/>
              <a:buFontTx/>
              <a:buNone/>
              <a:tabLst/>
              <a:defRPr/>
            </a:pPr>
            <a:endParaRPr kumimoji="0" lang="en-US" sz="1100" b="1"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a:p>
            <a:pPr marL="0" marR="0" lvl="0" indent="0" algn="l" defTabSz="914400" rtl="0" eaLnBrk="1" fontAlgn="auto" latinLnBrk="0" hangingPunct="1">
              <a:lnSpc>
                <a:spcPct val="104000"/>
              </a:lnSpc>
              <a:spcBef>
                <a:spcPts val="0"/>
              </a:spcBef>
              <a:spcAft>
                <a:spcPts val="0"/>
              </a:spcAft>
              <a:buClr>
                <a:srgbClr val="D50029"/>
              </a:buClr>
              <a:buSzPct val="105000"/>
              <a:buFontTx/>
              <a:buNone/>
              <a:tabLst/>
              <a:defRPr/>
            </a:pPr>
            <a:r>
              <a:rPr kumimoji="0" lang="en-US" sz="1125" b="0" i="0" u="none" strike="noStrike" kern="1200" cap="none" spc="0" normalizeH="0" baseline="0" noProof="0">
                <a:ln>
                  <a:noFill/>
                </a:ln>
                <a:solidFill>
                  <a:srgbClr val="181818"/>
                </a:solidFill>
                <a:effectLst/>
                <a:uLnTx/>
                <a:uFillTx/>
                <a:latin typeface="Aptos" panose="020B0004020202020204" pitchFamily="34" charset="0"/>
                <a:ea typeface="+mn-ea"/>
                <a:cs typeface="+mn-cs"/>
              </a:rPr>
              <a:t>Identifying the specific target contacts (e.g. CEO, CFO, CTO) and best method of introduction (e.g. direct meetings, invitations to scheduled events), with background and briefing materials provided in advance.</a:t>
            </a:r>
            <a:endParaRPr kumimoji="0" lang="de-DE" sz="1100" b="0" i="0" u="none" strike="noStrike" kern="1200" cap="none" spc="0" normalizeH="0" baseline="0" noProof="0">
              <a:ln>
                <a:noFill/>
              </a:ln>
              <a:solidFill>
                <a:srgbClr val="000000"/>
              </a:solidFill>
              <a:effectLst/>
              <a:uLnTx/>
              <a:uFillTx/>
              <a:latin typeface="Aptos" panose="020B0004020202020204" pitchFamily="34" charset="0"/>
              <a:ea typeface="+mn-ea"/>
              <a:cs typeface="+mn-cs"/>
            </a:endParaRPr>
          </a:p>
        </p:txBody>
      </p:sp>
      <p:sp>
        <p:nvSpPr>
          <p:cNvPr id="51" name="TextBox 50">
            <a:extLst>
              <a:ext uri="{FF2B5EF4-FFF2-40B4-BE49-F238E27FC236}">
                <a16:creationId xmlns:a16="http://schemas.microsoft.com/office/drawing/2014/main" id="{E0187669-6524-18EA-7CCD-EE8FB746F2EA}"/>
              </a:ext>
            </a:extLst>
          </p:cNvPr>
          <p:cNvSpPr txBox="1"/>
          <p:nvPr/>
        </p:nvSpPr>
        <p:spPr>
          <a:xfrm>
            <a:off x="789426" y="3050359"/>
            <a:ext cx="10808208" cy="428322"/>
          </a:xfrm>
          <a:prstGeom prst="rect">
            <a:avLst/>
          </a:prstGeom>
          <a:noFill/>
        </p:spPr>
        <p:txBody>
          <a:bodyPr vert="horz" wrap="square" lIns="0" tIns="0" rIns="0" bIns="0" rtlCol="0" anchor="t">
            <a:spAutoFit/>
          </a:bodyPr>
          <a:lstStyle/>
          <a:p>
            <a:pPr marL="0" marR="0" lvl="0" indent="0" algn="l" defTabSz="914400" rtl="0" eaLnBrk="1" fontAlgn="t" latinLnBrk="0" hangingPunct="1">
              <a:lnSpc>
                <a:spcPct val="100000"/>
              </a:lnSpc>
              <a:spcBef>
                <a:spcPts val="0"/>
              </a:spcBef>
              <a:spcAft>
                <a:spcPts val="400"/>
              </a:spcAft>
              <a:buClrTx/>
              <a:buSzTx/>
              <a:buFontTx/>
              <a:buNone/>
              <a:tabLst/>
              <a:defRPr/>
            </a:pPr>
            <a:r>
              <a:rPr lang="en-GB" sz="1400" i="1">
                <a:solidFill>
                  <a:srgbClr val="181818"/>
                </a:solidFill>
                <a:latin typeface="Aptos"/>
              </a:rPr>
              <a:t>"</a:t>
            </a:r>
            <a:r>
              <a:rPr kumimoji="0" lang="en-GB" sz="1400" b="0" i="1" u="none" strike="noStrike" kern="1200" cap="none" spc="0" normalizeH="0" baseline="0" noProof="0">
                <a:ln>
                  <a:noFill/>
                </a:ln>
                <a:solidFill>
                  <a:srgbClr val="181818"/>
                </a:solidFill>
                <a:effectLst/>
                <a:uLnTx/>
                <a:uFillTx/>
                <a:latin typeface="Aptos"/>
                <a:ea typeface="+mn-ea"/>
                <a:cs typeface="+mn-cs"/>
              </a:rPr>
              <a:t>From race activations alone, we’ve accelerated over </a:t>
            </a:r>
            <a:r>
              <a:rPr kumimoji="0" lang="en-GB" sz="1400" b="1" i="1" u="none" strike="noStrike" kern="1200" cap="none" spc="0" normalizeH="0" baseline="0" noProof="0">
                <a:ln>
                  <a:noFill/>
                </a:ln>
                <a:solidFill>
                  <a:srgbClr val="FF0000"/>
                </a:solidFill>
                <a:effectLst/>
                <a:uLnTx/>
                <a:uFillTx/>
                <a:latin typeface="Aptos"/>
                <a:ea typeface="+mn-ea"/>
                <a:cs typeface="+mn-cs"/>
              </a:rPr>
              <a:t>$300M</a:t>
            </a:r>
            <a:r>
              <a:rPr kumimoji="0" lang="en-GB" sz="1400" b="0" i="1" u="none" strike="noStrike" kern="1200" cap="none" spc="0" normalizeH="0" baseline="0" noProof="0">
                <a:ln>
                  <a:noFill/>
                </a:ln>
                <a:solidFill>
                  <a:srgbClr val="181818"/>
                </a:solidFill>
                <a:effectLst/>
                <a:uLnTx/>
                <a:uFillTx/>
                <a:latin typeface="Aptos"/>
                <a:ea typeface="+mn-ea"/>
                <a:cs typeface="+mn-cs"/>
              </a:rPr>
              <a:t> in revenue opportunity</a:t>
            </a:r>
            <a:r>
              <a:rPr lang="en-GB" sz="1400" i="1">
                <a:solidFill>
                  <a:srgbClr val="181818"/>
                </a:solidFill>
                <a:latin typeface="Aptos"/>
              </a:rPr>
              <a:t>."</a:t>
            </a:r>
            <a:endParaRPr kumimoji="0" lang="en-GB" sz="1400" b="0" i="1" u="none" strike="noStrike" kern="1200" cap="none" spc="0" normalizeH="0" baseline="0" noProof="0">
              <a:ln>
                <a:noFill/>
              </a:ln>
              <a:solidFill>
                <a:srgbClr val="181818"/>
              </a:solidFill>
              <a:effectLst/>
              <a:uLnTx/>
              <a:uFillTx/>
              <a:latin typeface="Aptos"/>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1200" cap="none" spc="0" normalizeH="0" baseline="0" noProof="0">
                <a:ln>
                  <a:noFill/>
                </a:ln>
                <a:solidFill>
                  <a:srgbClr val="6B6B6B"/>
                </a:solidFill>
                <a:effectLst/>
                <a:uLnTx/>
                <a:uFillTx/>
                <a:latin typeface="Aptos"/>
                <a:ea typeface="+mn-ea"/>
                <a:cs typeface="+mn-cs"/>
              </a:rPr>
              <a:t>(Tech company, Mercedes F1 Partner, 2025)</a:t>
            </a:r>
            <a:endParaRPr lang="en-GB" sz="1050" b="0" i="0" u="none" strike="noStrike" kern="1200" cap="none" spc="0" normalizeH="0" baseline="0" noProof="0">
              <a:ln>
                <a:noFill/>
              </a:ln>
              <a:solidFill>
                <a:srgbClr val="6B6B6B"/>
              </a:solidFill>
              <a:effectLst/>
              <a:uLnTx/>
              <a:uFillTx/>
              <a:latin typeface="Aptos"/>
            </a:endParaRPr>
          </a:p>
        </p:txBody>
      </p:sp>
      <p:pic>
        <p:nvPicPr>
          <p:cNvPr id="63" name="SPORTFIVE mark 5" descr="image.png">
            <a:extLst>
              <a:ext uri="{FF2B5EF4-FFF2-40B4-BE49-F238E27FC236}">
                <a16:creationId xmlns:a16="http://schemas.microsoft.com/office/drawing/2014/main" id="{4062AEA6-CB0E-E8FA-566A-5AC1229A6257}"/>
              </a:ext>
            </a:extLst>
          </p:cNvPr>
          <p:cNvPicPr>
            <a:picLocks noChangeAspect="1"/>
          </p:cNvPicPr>
          <p:nvPr/>
        </p:nvPicPr>
        <p:blipFill>
          <a:blip r:embed="rId3"/>
          <a:srcRect/>
          <a:stretch>
            <a:fillRect/>
          </a:stretch>
        </p:blipFill>
        <p:spPr>
          <a:xfrm>
            <a:off x="11006189" y="163403"/>
            <a:ext cx="1091453" cy="335755"/>
          </a:xfrm>
          <a:prstGeom prst="rect">
            <a:avLst/>
          </a:prstGeom>
        </p:spPr>
      </p:pic>
      <p:sp>
        <p:nvSpPr>
          <p:cNvPr id="64" name="Rectangle 63">
            <a:extLst>
              <a:ext uri="{FF2B5EF4-FFF2-40B4-BE49-F238E27FC236}">
                <a16:creationId xmlns:a16="http://schemas.microsoft.com/office/drawing/2014/main" id="{58FFF237-60E9-3817-D6E8-29FE22DC8508}"/>
              </a:ext>
            </a:extLst>
          </p:cNvPr>
          <p:cNvSpPr/>
          <p:nvPr/>
        </p:nvSpPr>
        <p:spPr>
          <a:xfrm>
            <a:off x="8710417" y="4288313"/>
            <a:ext cx="45719" cy="2299539"/>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66" name="Rectangle 65">
            <a:extLst>
              <a:ext uri="{FF2B5EF4-FFF2-40B4-BE49-F238E27FC236}">
                <a16:creationId xmlns:a16="http://schemas.microsoft.com/office/drawing/2014/main" id="{04948D13-06E5-A976-18B3-CC3FB9C4690D}"/>
              </a:ext>
            </a:extLst>
          </p:cNvPr>
          <p:cNvSpPr/>
          <p:nvPr/>
        </p:nvSpPr>
        <p:spPr>
          <a:xfrm>
            <a:off x="3253152" y="4288313"/>
            <a:ext cx="45719" cy="2299539"/>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67" name="HPE quote rule">
            <a:extLst>
              <a:ext uri="{FF2B5EF4-FFF2-40B4-BE49-F238E27FC236}">
                <a16:creationId xmlns:a16="http://schemas.microsoft.com/office/drawing/2014/main" id="{DCD40E7C-3910-314D-D73B-0FCC9666DAC9}"/>
              </a:ext>
            </a:extLst>
          </p:cNvPr>
          <p:cNvSpPr/>
          <p:nvPr/>
        </p:nvSpPr>
        <p:spPr>
          <a:xfrm>
            <a:off x="580640" y="2907903"/>
            <a:ext cx="41148" cy="713232"/>
          </a:xfrm>
          <a:prstGeom prst="rect">
            <a:avLst/>
          </a:prstGeom>
          <a:solidFill>
            <a:schemeClr val="bg2">
              <a:lumMod val="5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2" name="Rectangle 1">
            <a:extLst>
              <a:ext uri="{FF2B5EF4-FFF2-40B4-BE49-F238E27FC236}">
                <a16:creationId xmlns:a16="http://schemas.microsoft.com/office/drawing/2014/main" id="{FB85FDC8-B92A-CC8E-5085-7F7397FBB4B3}"/>
              </a:ext>
            </a:extLst>
          </p:cNvPr>
          <p:cNvSpPr/>
          <p:nvPr/>
        </p:nvSpPr>
        <p:spPr>
          <a:xfrm>
            <a:off x="6256328" y="4288313"/>
            <a:ext cx="45719" cy="2299539"/>
          </a:xfrm>
          <a:prstGeom prst="rect">
            <a:avLst/>
          </a:prstGeom>
          <a:solidFill>
            <a:srgbClr val="D9D9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
        <p:nvSpPr>
          <p:cNvPr id="3" name="Rectangle 2">
            <a:extLst>
              <a:ext uri="{FF2B5EF4-FFF2-40B4-BE49-F238E27FC236}">
                <a16:creationId xmlns:a16="http://schemas.microsoft.com/office/drawing/2014/main" id="{A8CF88E1-2A60-CF7A-528B-84DC515A4216}"/>
              </a:ext>
            </a:extLst>
          </p:cNvPr>
          <p:cNvSpPr/>
          <p:nvPr/>
        </p:nvSpPr>
        <p:spPr>
          <a:xfrm>
            <a:off x="576069" y="1856892"/>
            <a:ext cx="45719" cy="643766"/>
          </a:xfrm>
          <a:prstGeom prst="rect">
            <a:avLst/>
          </a:prstGeom>
          <a:solidFill>
            <a:schemeClr val="accent2"/>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DE"/>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298690361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ACC7D0-9671-A124-CEB8-05D0A0669AF8}"/>
            </a:ext>
          </a:extLst>
        </p:cNvPr>
        <p:cNvGrpSpPr/>
        <p:nvPr/>
      </p:nvGrpSpPr>
      <p:grpSpPr>
        <a:xfrm>
          <a:off x="0" y="0"/>
          <a:ext cx="0" cy="0"/>
          <a:chOff x="0" y="0"/>
          <a:chExt cx="0" cy="0"/>
        </a:xfrm>
      </p:grpSpPr>
      <p:sp>
        <p:nvSpPr>
          <p:cNvPr id="2057" name="Design top rule 5">
            <a:extLst>
              <a:ext uri="{FF2B5EF4-FFF2-40B4-BE49-F238E27FC236}">
                <a16:creationId xmlns:a16="http://schemas.microsoft.com/office/drawing/2014/main" id="{80C990FD-7A31-8FC0-2CD8-A347E0A7F2DF}"/>
              </a:ext>
            </a:extLst>
          </p:cNvPr>
          <p:cNvSpPr/>
          <p:nvPr/>
        </p:nvSpPr>
        <p:spPr>
          <a:xfrm>
            <a:off x="0" y="7290"/>
            <a:ext cx="12192000"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8" name="Design header accent 5">
            <a:extLst>
              <a:ext uri="{FF2B5EF4-FFF2-40B4-BE49-F238E27FC236}">
                <a16:creationId xmlns:a16="http://schemas.microsoft.com/office/drawing/2014/main" id="{9A7C521F-EC54-6D0E-39D4-B8A421BCAE21}"/>
              </a:ext>
            </a:extLst>
          </p:cNvPr>
          <p:cNvSpPr/>
          <p:nvPr/>
        </p:nvSpPr>
        <p:spPr>
          <a:xfrm>
            <a:off x="438912" y="1260043"/>
            <a:ext cx="566928"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9" name="Design header hairline 5">
            <a:extLst>
              <a:ext uri="{FF2B5EF4-FFF2-40B4-BE49-F238E27FC236}">
                <a16:creationId xmlns:a16="http://schemas.microsoft.com/office/drawing/2014/main" id="{AECECDC0-6981-269E-6FFF-A94C4677DDB4}"/>
              </a:ext>
            </a:extLst>
          </p:cNvPr>
          <p:cNvSpPr/>
          <p:nvPr/>
        </p:nvSpPr>
        <p:spPr>
          <a:xfrm>
            <a:off x="1005840" y="1270101"/>
            <a:ext cx="10698480" cy="10972"/>
          </a:xfrm>
          <a:prstGeom prst="rect">
            <a:avLst/>
          </a:prstGeom>
          <a:solidFill>
            <a:srgbClr val="CFD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feld 3">
            <a:extLst>
              <a:ext uri="{FF2B5EF4-FFF2-40B4-BE49-F238E27FC236}">
                <a16:creationId xmlns:a16="http://schemas.microsoft.com/office/drawing/2014/main" id="{F24F1ED2-2BAF-AC89-2B82-BDBFA81DAE75}"/>
              </a:ext>
            </a:extLst>
          </p:cNvPr>
          <p:cNvSpPr txBox="1"/>
          <p:nvPr/>
        </p:nvSpPr>
        <p:spPr>
          <a:xfrm>
            <a:off x="438912" y="271219"/>
            <a:ext cx="10378440" cy="914400"/>
          </a:xfrm>
          <a:prstGeom prst="rect">
            <a:avLst/>
          </a:prstGeom>
          <a:noFill/>
          <a:ln>
            <a:noFill/>
          </a:ln>
        </p:spPr>
        <p:txBody>
          <a:bodyPr wrap="none" lIns="0" tIns="0" rIns="0" bIns="0" anchor="t">
            <a:noAutofit/>
          </a:bodyPr>
          <a:lstStyle/>
          <a:p>
            <a:pPr>
              <a:lnSpc>
                <a:spcPts val="3982"/>
              </a:lnSpc>
              <a:spcAft>
                <a:spcPts val="100"/>
              </a:spcAft>
              <a:defRPr/>
            </a:pPr>
            <a:r>
              <a:rPr lang="de-DE" sz="3200" b="1">
                <a:solidFill>
                  <a:srgbClr val="FF0000"/>
                </a:solidFill>
                <a:latin typeface="Arial"/>
              </a:rPr>
              <a:t>ABOUT MARIANA MINERALS</a:t>
            </a:r>
            <a:endParaRPr lang="en-US"/>
          </a:p>
          <a:p>
            <a:pPr>
              <a:lnSpc>
                <a:spcPct val="150000"/>
              </a:lnSpc>
              <a:defRPr/>
            </a:pPr>
            <a:r>
              <a:rPr lang="en-GB" sz="1600" b="1" i="1">
                <a:solidFill>
                  <a:srgbClr val="333333"/>
                </a:solidFill>
                <a:latin typeface="Arial"/>
                <a:cs typeface="Arial"/>
              </a:rPr>
              <a:t>EIGHT QUESTIONS TO HELP US FIND THE RIGHT FIT</a:t>
            </a:r>
            <a:endParaRPr lang="en-US"/>
          </a:p>
        </p:txBody>
      </p:sp>
      <p:pic>
        <p:nvPicPr>
          <p:cNvPr id="63" name="SPORTFIVE mark 5" descr="image.png">
            <a:extLst>
              <a:ext uri="{FF2B5EF4-FFF2-40B4-BE49-F238E27FC236}">
                <a16:creationId xmlns:a16="http://schemas.microsoft.com/office/drawing/2014/main" id="{4062AEA6-CB0E-E8FA-566A-5AC1229A6257}"/>
              </a:ext>
            </a:extLst>
          </p:cNvPr>
          <p:cNvPicPr>
            <a:picLocks noChangeAspect="1"/>
          </p:cNvPicPr>
          <p:nvPr/>
        </p:nvPicPr>
        <p:blipFill>
          <a:blip r:embed="rId3"/>
          <a:srcRect/>
          <a:stretch>
            <a:fillRect/>
          </a:stretch>
        </p:blipFill>
        <p:spPr>
          <a:xfrm>
            <a:off x="11006189" y="163403"/>
            <a:ext cx="1091453" cy="335755"/>
          </a:xfrm>
          <a:prstGeom prst="rect">
            <a:avLst/>
          </a:prstGeom>
        </p:spPr>
      </p:pic>
      <p:graphicFrame>
        <p:nvGraphicFramePr>
          <p:cNvPr id="200" name="Questionnaire table"/>
          <p:cNvGraphicFramePr>
            <a:graphicFrameLocks noGrp="1"/>
          </p:cNvGraphicFramePr>
          <p:nvPr/>
        </p:nvGraphicFramePr>
        <p:xfrm>
          <a:off x="438912" y="1389888"/>
          <a:ext cx="11265408" cy="4700016"/>
        </p:xfrm>
        <a:graphic>
          <a:graphicData uri="http://schemas.openxmlformats.org/drawingml/2006/table">
            <a:tbl>
              <a:tblPr firstRow="1"/>
              <a:tblGrid>
                <a:gridCol w="384048"/>
                <a:gridCol w="6035040"/>
                <a:gridCol w="4846320"/>
              </a:tblGrid>
              <a:tr h="310896">
                <a:tc>
                  <a:txBody>
                    <a:bodyPr/>
                    <a:lstStyle/>
                    <a:p>
                      <a:pPr algn="ctr">
                        <a:lnSpc>
                          <a:spcPct val="100000"/>
                        </a:lnSpc>
                        <a:spcBef>
                          <a:spcPts val="0"/>
                        </a:spcBef>
                        <a:spcAft>
                          <a:spcPts val="0"/>
                        </a:spcAft>
                        <a:buNone/>
                      </a:pPr>
                      <a:r>
                        <a:rPr lang="en-US" sz="1000" b="1" i="0" dirty="0">
                          <a:solidFill>
                            <a:srgbClr val="FFFFFF"/>
                          </a:solidFill>
                          <a:latin typeface="Arial"/>
                          <a:cs typeface="Arial"/>
                        </a:rPr>
                        <a:t>#</a:t>
                      </a:r>
                      <a:endParaRPr lang="en-US" sz="1100"/>
                    </a:p>
                  </a:txBody>
                  <a:tcPr marL="73152" marR="73152" marT="45720" marB="45720" anchor="ctr">
                    <a:lnL w="0">
                      <a:noFill/>
                    </a:lnL>
                    <a:lnR w="0">
                      <a:noFill/>
                    </a:lnR>
                    <a:lnT w="0">
                      <a:noFill/>
                    </a:lnT>
                    <a:lnB w="0">
                      <a:noFill/>
                    </a:lnB>
                    <a:solidFill>
                      <a:srgbClr val="181818"/>
                    </a:solidFill>
                  </a:tcPr>
                </a:tc>
                <a:tc>
                  <a:txBody>
                    <a:bodyPr/>
                    <a:lstStyle/>
                    <a:p>
                      <a:pPr algn="l">
                        <a:lnSpc>
                          <a:spcPct val="100000"/>
                        </a:lnSpc>
                        <a:spcBef>
                          <a:spcPts val="0"/>
                        </a:spcBef>
                        <a:spcAft>
                          <a:spcPts val="0"/>
                        </a:spcAft>
                        <a:buNone/>
                      </a:pPr>
                      <a:r>
                        <a:rPr lang="en-US" sz="1000" b="1" i="0" dirty="0">
                          <a:solidFill>
                            <a:srgbClr val="FFFFFF"/>
                          </a:solidFill>
                          <a:latin typeface="Arial"/>
                          <a:cs typeface="Arial"/>
                        </a:rPr>
                        <a:t>QUESTION</a:t>
                      </a:r>
                      <a:endParaRPr lang="en-US" sz="1100"/>
                    </a:p>
                  </a:txBody>
                  <a:tcPr marL="73152" marR="73152" marT="45720" marB="45720" anchor="ctr">
                    <a:lnL w="0">
                      <a:noFill/>
                    </a:lnL>
                    <a:lnR w="0">
                      <a:noFill/>
                    </a:lnR>
                    <a:lnT w="0">
                      <a:noFill/>
                    </a:lnT>
                    <a:lnB w="0">
                      <a:noFill/>
                    </a:lnB>
                    <a:solidFill>
                      <a:srgbClr val="181818"/>
                    </a:solidFill>
                  </a:tcPr>
                </a:tc>
                <a:tc>
                  <a:txBody>
                    <a:bodyPr/>
                    <a:lstStyle/>
                    <a:p>
                      <a:pPr algn="l">
                        <a:lnSpc>
                          <a:spcPct val="100000"/>
                        </a:lnSpc>
                        <a:spcBef>
                          <a:spcPts val="0"/>
                        </a:spcBef>
                        <a:spcAft>
                          <a:spcPts val="0"/>
                        </a:spcAft>
                        <a:buNone/>
                      </a:pPr>
                      <a:r>
                        <a:rPr lang="en-US" sz="1000" b="1" i="0" dirty="0">
                          <a:solidFill>
                            <a:srgbClr val="FFFFFF"/>
                          </a:solidFill>
                          <a:latin typeface="Arial"/>
                          <a:cs typeface="Arial"/>
                        </a:rPr>
                        <a:t>YOUR ANSWER  (bullet points are perfect)</a:t>
                      </a:r>
                      <a:endParaRPr lang="en-US" sz="1100"/>
                    </a:p>
                  </a:txBody>
                  <a:tcPr marL="73152" marR="73152" marT="45720" marB="45720" anchor="ctr">
                    <a:lnL w="0">
                      <a:noFill/>
                    </a:lnL>
                    <a:lnR w="0">
                      <a:noFill/>
                    </a:lnR>
                    <a:lnT w="0">
                      <a:noFill/>
                    </a:lnT>
                    <a:lnB w="0">
                      <a:noFill/>
                    </a:lnB>
                    <a:solidFill>
                      <a:srgbClr val="181818"/>
                    </a:solidFill>
                  </a:tcPr>
                </a:tc>
              </a:tr>
              <a:tr h="548640">
                <a:tc>
                  <a:txBody>
                    <a:bodyPr/>
                    <a:lstStyle/>
                    <a:p>
                      <a:pPr algn="ctr">
                        <a:lnSpc>
                          <a:spcPct val="100000"/>
                        </a:lnSpc>
                        <a:spcBef>
                          <a:spcPts val="0"/>
                        </a:spcBef>
                        <a:spcAft>
                          <a:spcPts val="0"/>
                        </a:spcAft>
                        <a:buNone/>
                      </a:pPr>
                      <a:r>
                        <a:rPr lang="en-US" sz="1600" b="1" i="0" dirty="0">
                          <a:solidFill>
                            <a:srgbClr val="FF0000"/>
                          </a:solidFill>
                          <a:latin typeface="Arial"/>
                          <a:cs typeface="Arial"/>
                        </a:rPr>
                        <a:t>1</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OBJECTIVES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What are the three most important things you want this partnership to achieve?</a:t>
                      </a:r>
                      <a:endParaRPr lang="en-US" sz="1200"/>
                    </a:p>
                    <a:p>
                      <a:pPr algn="l">
                        <a:lnSpc>
                          <a:spcPct val="100000"/>
                        </a:lnSpc>
                        <a:spcBef>
                          <a:spcPts val="0"/>
                        </a:spcBef>
                        <a:spcAft>
                          <a:spcPts val="0"/>
                        </a:spcAft>
                        <a:buNone/>
                      </a:pPr>
                      <a:r>
                        <a:rPr lang="en-US" sz="950" b="0" i="1" dirty="0">
                          <a:solidFill>
                            <a:srgbClr val="5F6368"/>
                          </a:solidFill>
                          <a:latin typeface="Arial"/>
                          <a:cs typeface="Arial"/>
                        </a:rPr>
                        <a:t>e.g. investor visibility, attracting engineering talent, opening doors with operating partners</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548640">
                <a:tc>
                  <a:txBody>
                    <a:bodyPr/>
                    <a:lstStyle/>
                    <a:p>
                      <a:pPr algn="ctr">
                        <a:lnSpc>
                          <a:spcPct val="100000"/>
                        </a:lnSpc>
                        <a:spcBef>
                          <a:spcPts val="0"/>
                        </a:spcBef>
                        <a:spcAft>
                          <a:spcPts val="0"/>
                        </a:spcAft>
                        <a:buNone/>
                      </a:pPr>
                      <a:r>
                        <a:rPr lang="en-US" sz="1600" b="1" i="0" dirty="0">
                          <a:solidFill>
                            <a:srgbClr val="FF0000"/>
                          </a:solidFill>
                          <a:latin typeface="Arial"/>
                          <a:cs typeface="Arial"/>
                        </a:rPr>
                        <a:t>2</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AUDIENCE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How would you rank your audiences, and roughly split your focus?</a:t>
                      </a:r>
                      <a:endParaRPr lang="en-US" sz="1200"/>
                    </a:p>
                    <a:p>
                      <a:pPr algn="l">
                        <a:lnSpc>
                          <a:spcPct val="100000"/>
                        </a:lnSpc>
                        <a:spcBef>
                          <a:spcPts val="0"/>
                        </a:spcBef>
                        <a:spcAft>
                          <a:spcPts val="0"/>
                        </a:spcAft>
                        <a:buNone/>
                      </a:pPr>
                      <a:r>
                        <a:rPr lang="en-US" sz="950" b="0" i="1" dirty="0">
                          <a:solidFill>
                            <a:srgbClr val="5F6368"/>
                          </a:solidFill>
                          <a:latin typeface="Arial"/>
                          <a:cs typeface="Arial"/>
                        </a:rPr>
                        <a:t>You mentioned VC and talent first, then operating partners. Does that still hold?</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548640">
                <a:tc>
                  <a:txBody>
                    <a:bodyPr/>
                    <a:lstStyle/>
                    <a:p>
                      <a:pPr algn="ctr">
                        <a:lnSpc>
                          <a:spcPct val="100000"/>
                        </a:lnSpc>
                        <a:spcBef>
                          <a:spcPts val="0"/>
                        </a:spcBef>
                        <a:spcAft>
                          <a:spcPts val="0"/>
                        </a:spcAft>
                        <a:buNone/>
                      </a:pPr>
                      <a:r>
                        <a:rPr lang="en-US" sz="1600" b="1" i="0" dirty="0">
                          <a:solidFill>
                            <a:srgbClr val="FF0000"/>
                          </a:solidFill>
                          <a:latin typeface="Arial"/>
                          <a:cs typeface="Arial"/>
                        </a:rPr>
                        <a:t>3</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TARGET ACCOUNTS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Which companies or investors would you most like to get in front of?</a:t>
                      </a:r>
                      <a:endParaRPr lang="en-US" sz="1200"/>
                    </a:p>
                    <a:p>
                      <a:pPr algn="l">
                        <a:lnSpc>
                          <a:spcPct val="100000"/>
                        </a:lnSpc>
                        <a:spcBef>
                          <a:spcPts val="0"/>
                        </a:spcBef>
                        <a:spcAft>
                          <a:spcPts val="0"/>
                        </a:spcAft>
                        <a:buNone/>
                      </a:pPr>
                      <a:r>
                        <a:rPr lang="en-US" sz="950" b="0" i="1" dirty="0">
                          <a:solidFill>
                            <a:srgbClr val="5F6368"/>
                          </a:solidFill>
                          <a:latin typeface="Arial"/>
                          <a:cs typeface="Arial"/>
                        </a:rPr>
                        <a:t>We'll map these against each team's partners, owners and board members</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548640">
                <a:tc>
                  <a:txBody>
                    <a:bodyPr/>
                    <a:lstStyle/>
                    <a:p>
                      <a:pPr algn="ctr">
                        <a:lnSpc>
                          <a:spcPct val="100000"/>
                        </a:lnSpc>
                        <a:spcBef>
                          <a:spcPts val="0"/>
                        </a:spcBef>
                        <a:spcAft>
                          <a:spcPts val="0"/>
                        </a:spcAft>
                        <a:buNone/>
                      </a:pPr>
                      <a:r>
                        <a:rPr lang="en-US" sz="1600" b="1" i="0" dirty="0">
                          <a:solidFill>
                            <a:srgbClr val="FF0000"/>
                          </a:solidFill>
                          <a:latin typeface="Arial"/>
                          <a:cs typeface="Arial"/>
                        </a:rPr>
                        <a:t>4</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MARKETS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Beyond the US, which markets matter most to you over the next few years?</a:t>
                      </a:r>
                      <a:endParaRPr lang="en-US" sz="1200"/>
                    </a:p>
                    <a:p>
                      <a:pPr algn="l">
                        <a:lnSpc>
                          <a:spcPct val="100000"/>
                        </a:lnSpc>
                        <a:spcBef>
                          <a:spcPts val="0"/>
                        </a:spcBef>
                        <a:spcAft>
                          <a:spcPts val="0"/>
                        </a:spcAft>
                        <a:buNone/>
                      </a:pPr>
                      <a:r>
                        <a:rPr lang="en-US" sz="950" b="0" i="1" dirty="0">
                          <a:solidFill>
                            <a:srgbClr val="5F6368"/>
                          </a:solidFill>
                          <a:latin typeface="Arial"/>
                          <a:cs typeface="Arial"/>
                        </a:rPr>
                        <a:t>e.g. where your sites, operating partners, investors and future hires are</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548640">
                <a:tc>
                  <a:txBody>
                    <a:bodyPr/>
                    <a:lstStyle/>
                    <a:p>
                      <a:pPr algn="ctr">
                        <a:lnSpc>
                          <a:spcPct val="100000"/>
                        </a:lnSpc>
                        <a:spcBef>
                          <a:spcPts val="0"/>
                        </a:spcBef>
                        <a:spcAft>
                          <a:spcPts val="0"/>
                        </a:spcAft>
                        <a:buNone/>
                      </a:pPr>
                      <a:r>
                        <a:rPr lang="en-US" sz="1600" b="1" i="0" dirty="0">
                          <a:solidFill>
                            <a:srgbClr val="FF0000"/>
                          </a:solidFill>
                          <a:latin typeface="Arial"/>
                          <a:cs typeface="Arial"/>
                        </a:rPr>
                        <a:t>5</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COMPETITORS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Which companies would you not want alongside you at a team?</a:t>
                      </a:r>
                      <a:endParaRPr lang="en-US" sz="1200"/>
                    </a:p>
                    <a:p>
                      <a:pPr algn="l">
                        <a:lnSpc>
                          <a:spcPct val="100000"/>
                        </a:lnSpc>
                        <a:spcBef>
                          <a:spcPts val="0"/>
                        </a:spcBef>
                        <a:spcAft>
                          <a:spcPts val="0"/>
                        </a:spcAft>
                        <a:buNone/>
                      </a:pPr>
                      <a:r>
                        <a:rPr lang="en-US" sz="950" b="0" i="1" dirty="0">
                          <a:solidFill>
                            <a:srgbClr val="5F6368"/>
                          </a:solidFill>
                          <a:latin typeface="Arial"/>
                          <a:cs typeface="Arial"/>
                        </a:rPr>
                        <a:t>Teams lock out competitors in your category, so name direct rivals and any no-go brands</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548640">
                <a:tc>
                  <a:txBody>
                    <a:bodyPr/>
                    <a:lstStyle/>
                    <a:p>
                      <a:pPr algn="ctr">
                        <a:lnSpc>
                          <a:spcPct val="100000"/>
                        </a:lnSpc>
                        <a:spcBef>
                          <a:spcPts val="0"/>
                        </a:spcBef>
                        <a:spcAft>
                          <a:spcPts val="0"/>
                        </a:spcAft>
                        <a:buNone/>
                      </a:pPr>
                      <a:r>
                        <a:rPr lang="en-US" sz="1600" b="1" i="0" dirty="0">
                          <a:solidFill>
                            <a:srgbClr val="FF0000"/>
                          </a:solidFill>
                          <a:latin typeface="Arial"/>
                          <a:cs typeface="Arial"/>
                        </a:rPr>
                        <a:t>6</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STORY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What story do you want to tell through F1?</a:t>
                      </a:r>
                      <a:endParaRPr lang="en-US" sz="1200"/>
                    </a:p>
                    <a:p>
                      <a:pPr algn="l">
                        <a:lnSpc>
                          <a:spcPct val="100000"/>
                        </a:lnSpc>
                        <a:spcBef>
                          <a:spcPts val="0"/>
                        </a:spcBef>
                        <a:spcAft>
                          <a:spcPts val="0"/>
                        </a:spcAft>
                        <a:buNone/>
                      </a:pPr>
                      <a:r>
                        <a:rPr lang="en-US" sz="950" b="0" i="1" dirty="0">
                          <a:solidFill>
                            <a:srgbClr val="5F6368"/>
                          </a:solidFill>
                          <a:latin typeface="Arial"/>
                          <a:cs typeface="Arial"/>
                        </a:rPr>
                        <a:t>e.g. sustainability and electrification, engineering and AI, launching the new brand</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548640">
                <a:tc>
                  <a:txBody>
                    <a:bodyPr/>
                    <a:lstStyle/>
                    <a:p>
                      <a:pPr algn="ctr">
                        <a:lnSpc>
                          <a:spcPct val="100000"/>
                        </a:lnSpc>
                        <a:spcBef>
                          <a:spcPts val="0"/>
                        </a:spcBef>
                        <a:spcAft>
                          <a:spcPts val="0"/>
                        </a:spcAft>
                        <a:buNone/>
                      </a:pPr>
                      <a:r>
                        <a:rPr lang="en-US" sz="1600" b="1" i="0" dirty="0">
                          <a:solidFill>
                            <a:srgbClr val="FF0000"/>
                          </a:solidFill>
                          <a:latin typeface="Arial"/>
                          <a:cs typeface="Arial"/>
                        </a:rPr>
                        <a:t>7</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MEASURING SUCCESS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What does success look like, and how will your founders judge it?</a:t>
                      </a:r>
                      <a:endParaRPr lang="en-US" sz="1200"/>
                    </a:p>
                    <a:p>
                      <a:pPr algn="l">
                        <a:lnSpc>
                          <a:spcPct val="100000"/>
                        </a:lnSpc>
                        <a:spcBef>
                          <a:spcPts val="0"/>
                        </a:spcBef>
                        <a:spcAft>
                          <a:spcPts val="0"/>
                        </a:spcAft>
                        <a:buNone/>
                      </a:pPr>
                      <a:r>
                        <a:rPr lang="en-US" sz="950" b="0" i="1" dirty="0">
                          <a:solidFill>
                            <a:srgbClr val="5F6368"/>
                          </a:solidFill>
                          <a:latin typeface="Arial"/>
                          <a:cs typeface="Arial"/>
                        </a:rPr>
                        <a:t>e.g. investor meetings, hires made, partner deals, awareness after the rebrand</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548640">
                <a:tc>
                  <a:txBody>
                    <a:bodyPr/>
                    <a:lstStyle/>
                    <a:p>
                      <a:pPr algn="ctr">
                        <a:lnSpc>
                          <a:spcPct val="100000"/>
                        </a:lnSpc>
                        <a:spcBef>
                          <a:spcPts val="0"/>
                        </a:spcBef>
                        <a:spcAft>
                          <a:spcPts val="0"/>
                        </a:spcAft>
                        <a:buNone/>
                      </a:pPr>
                      <a:r>
                        <a:rPr lang="en-US" sz="1600" b="1" i="0" dirty="0">
                          <a:solidFill>
                            <a:srgbClr val="FF0000"/>
                          </a:solidFill>
                          <a:latin typeface="Arial"/>
                          <a:cs typeface="Arial"/>
                        </a:rPr>
                        <a:t>8</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200"/>
                        </a:spcAft>
                        <a:buNone/>
                      </a:pPr>
                      <a:r>
                        <a:rPr lang="en-US" sz="900" b="1" i="0" dirty="0">
                          <a:solidFill>
                            <a:srgbClr val="FF0000"/>
                          </a:solidFill>
                          <a:latin typeface="Arial"/>
                          <a:cs typeface="Arial"/>
                        </a:rPr>
                        <a:t>VALUE &amp; BUDGET  </a:t>
                      </a:r>
                      <a:endParaRPr lang="en-US" sz="900"/>
                    </a:p>
                    <a:p>
                      <a:pPr algn="l">
                        <a:lnSpc>
                          <a:spcPct val="100000"/>
                        </a:lnSpc>
                        <a:spcBef>
                          <a:spcPts val="0"/>
                        </a:spcBef>
                        <a:spcAft>
                          <a:spcPts val="200"/>
                        </a:spcAft>
                        <a:buNone/>
                      </a:pPr>
                      <a:r>
                        <a:rPr lang="en-US" sz="1200" b="1" i="0" dirty="0">
                          <a:solidFill>
                            <a:srgbClr val="181818"/>
                          </a:solidFill>
                          <a:latin typeface="Arial"/>
                          <a:cs typeface="Arial"/>
                        </a:rPr>
                        <a:t>You mentioned USD 6M with room to grow. What would justify going higher?</a:t>
                      </a:r>
                      <a:endParaRPr lang="en-US" sz="1200"/>
                    </a:p>
                    <a:p>
                      <a:pPr algn="l">
                        <a:lnSpc>
                          <a:spcPct val="100000"/>
                        </a:lnSpc>
                        <a:spcBef>
                          <a:spcPts val="0"/>
                        </a:spcBef>
                        <a:spcAft>
                          <a:spcPts val="0"/>
                        </a:spcAft>
                        <a:buNone/>
                      </a:pPr>
                      <a:r>
                        <a:rPr lang="en-US" sz="950" b="0" i="1" dirty="0">
                          <a:solidFill>
                            <a:srgbClr val="5F6368"/>
                          </a:solidFill>
                          <a:latin typeface="Arial"/>
                          <a:cs typeface="Arial"/>
                        </a:rPr>
                        <a:t>e.g. stronger network access, more hospitality, a bigger talent programme</a:t>
                      </a:r>
                      <a:endParaRPr lang="en-US" sz="95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00" b="0" i="0" dirty="0">
                          <a:solidFill>
                            <a:srgbClr val="181818"/>
                          </a:solidFill>
                          <a:latin typeface="Arial"/>
                          <a:cs typeface="Arial"/>
                        </a:rPr>
                        <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bl>
          </a:graphicData>
        </a:graphic>
      </p:graphicFrame>
      <p:sp>
        <p:nvSpPr>
          <p:cNvPr id="201" name="Footnote"/>
          <p:cNvSpPr txBox="1"/>
          <p:nvPr/>
        </p:nvSpPr>
        <p:spPr>
          <a:xfrm>
            <a:off x="438912" y="6382512"/>
            <a:ext cx="11265408" cy="22860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950" b="0" i="1" dirty="0">
                <a:solidFill>
                  <a:srgbClr val="5F6368"/>
                </a:solidFill>
                <a:latin typeface="Arial"/>
                <a:cs typeface="Arial"/>
              </a:rPr>
              <a:t>Rough thinking is all we need. We know the rebrand is still under way, so best guesses are fine.</a:t>
            </a:r>
            <a:endParaRPr lang="en-US" sz="1100"/>
          </a:p>
        </p:txBody>
      </p:sp>
    </p:spTree>
    <p:extLst>
      <p:ext uri="{BB962C8B-B14F-4D97-AF65-F5344CB8AC3E}">
        <p14:creationId xmlns:p14="http://schemas.microsoft.com/office/powerpoint/2010/main" val="2986903611"/>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ACC7D0-9671-A124-CEB8-05D0A0669AF8}"/>
            </a:ext>
          </a:extLst>
        </p:cNvPr>
        <p:cNvGrpSpPr/>
        <p:nvPr/>
      </p:nvGrpSpPr>
      <p:grpSpPr>
        <a:xfrm>
          <a:off x="0" y="0"/>
          <a:ext cx="0" cy="0"/>
          <a:chOff x="0" y="0"/>
          <a:chExt cx="0" cy="0"/>
        </a:xfrm>
      </p:grpSpPr>
      <p:sp>
        <p:nvSpPr>
          <p:cNvPr id="2057" name="Design top rule 5">
            <a:extLst>
              <a:ext uri="{FF2B5EF4-FFF2-40B4-BE49-F238E27FC236}">
                <a16:creationId xmlns:a16="http://schemas.microsoft.com/office/drawing/2014/main" id="{80C990FD-7A31-8FC0-2CD8-A347E0A7F2DF}"/>
              </a:ext>
            </a:extLst>
          </p:cNvPr>
          <p:cNvSpPr/>
          <p:nvPr/>
        </p:nvSpPr>
        <p:spPr>
          <a:xfrm>
            <a:off x="0" y="7290"/>
            <a:ext cx="12192000"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8" name="Design header accent 5">
            <a:extLst>
              <a:ext uri="{FF2B5EF4-FFF2-40B4-BE49-F238E27FC236}">
                <a16:creationId xmlns:a16="http://schemas.microsoft.com/office/drawing/2014/main" id="{9A7C521F-EC54-6D0E-39D4-B8A421BCAE21}"/>
              </a:ext>
            </a:extLst>
          </p:cNvPr>
          <p:cNvSpPr/>
          <p:nvPr/>
        </p:nvSpPr>
        <p:spPr>
          <a:xfrm>
            <a:off x="438912" y="1260043"/>
            <a:ext cx="566928" cy="32004"/>
          </a:xfrm>
          <a:prstGeom prst="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59" name="Design header hairline 5">
            <a:extLst>
              <a:ext uri="{FF2B5EF4-FFF2-40B4-BE49-F238E27FC236}">
                <a16:creationId xmlns:a16="http://schemas.microsoft.com/office/drawing/2014/main" id="{AECECDC0-6981-269E-6FFF-A94C4677DDB4}"/>
              </a:ext>
            </a:extLst>
          </p:cNvPr>
          <p:cNvSpPr/>
          <p:nvPr/>
        </p:nvSpPr>
        <p:spPr>
          <a:xfrm>
            <a:off x="1005840" y="1270101"/>
            <a:ext cx="10698480" cy="10972"/>
          </a:xfrm>
          <a:prstGeom prst="rect">
            <a:avLst/>
          </a:prstGeom>
          <a:solidFill>
            <a:srgbClr val="CFD3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feld 3">
            <a:extLst>
              <a:ext uri="{FF2B5EF4-FFF2-40B4-BE49-F238E27FC236}">
                <a16:creationId xmlns:a16="http://schemas.microsoft.com/office/drawing/2014/main" id="{F24F1ED2-2BAF-AC89-2B82-BDBFA81DAE75}"/>
              </a:ext>
            </a:extLst>
          </p:cNvPr>
          <p:cNvSpPr txBox="1"/>
          <p:nvPr/>
        </p:nvSpPr>
        <p:spPr>
          <a:xfrm>
            <a:off x="438912" y="271219"/>
            <a:ext cx="10378440" cy="914400"/>
          </a:xfrm>
          <a:prstGeom prst="rect">
            <a:avLst/>
          </a:prstGeom>
          <a:noFill/>
          <a:ln>
            <a:noFill/>
          </a:ln>
        </p:spPr>
        <p:txBody>
          <a:bodyPr wrap="none" lIns="0" tIns="0" rIns="0" bIns="0" anchor="t">
            <a:noAutofit/>
          </a:bodyPr>
          <a:lstStyle/>
          <a:p>
            <a:pPr>
              <a:lnSpc>
                <a:spcPts val="3982"/>
              </a:lnSpc>
              <a:spcAft>
                <a:spcPts val="100"/>
              </a:spcAft>
              <a:defRPr/>
            </a:pPr>
            <a:r>
              <a:rPr lang="de-DE" sz="3200" b="1">
                <a:solidFill>
                  <a:srgbClr val="FF0000"/>
                </a:solidFill>
                <a:latin typeface="Arial"/>
              </a:rPr>
              <a:t>WHAT YOU NEED FROM A PARTNERSHIP</a:t>
            </a:r>
            <a:endParaRPr lang="en-US"/>
          </a:p>
          <a:p>
            <a:pPr>
              <a:lnSpc>
                <a:spcPct val="150000"/>
              </a:lnSpc>
              <a:defRPr/>
            </a:pPr>
            <a:r>
              <a:rPr lang="en-GB" sz="1600" b="1" i="1">
                <a:solidFill>
                  <a:srgbClr val="333333"/>
                </a:solidFill>
                <a:latin typeface="Arial"/>
                <a:cs typeface="Arial"/>
              </a:rPr>
              <a:t>MARK HOW IMPORTANT EACH ONE IS TO YOU</a:t>
            </a:r>
            <a:endParaRPr lang="en-US"/>
          </a:p>
        </p:txBody>
      </p:sp>
      <p:pic>
        <p:nvPicPr>
          <p:cNvPr id="63" name="SPORTFIVE mark 5" descr="image.png">
            <a:extLst>
              <a:ext uri="{FF2B5EF4-FFF2-40B4-BE49-F238E27FC236}">
                <a16:creationId xmlns:a16="http://schemas.microsoft.com/office/drawing/2014/main" id="{4062AEA6-CB0E-E8FA-566A-5AC1229A6257}"/>
              </a:ext>
            </a:extLst>
          </p:cNvPr>
          <p:cNvPicPr>
            <a:picLocks noChangeAspect="1"/>
          </p:cNvPicPr>
          <p:nvPr/>
        </p:nvPicPr>
        <p:blipFill>
          <a:blip r:embed="rId3"/>
          <a:srcRect/>
          <a:stretch>
            <a:fillRect/>
          </a:stretch>
        </p:blipFill>
        <p:spPr>
          <a:xfrm>
            <a:off x="11006189" y="163403"/>
            <a:ext cx="1091453" cy="335755"/>
          </a:xfrm>
          <a:prstGeom prst="rect">
            <a:avLst/>
          </a:prstGeom>
        </p:spPr>
      </p:pic>
      <p:graphicFrame>
        <p:nvGraphicFramePr>
          <p:cNvPr id="300" name="Rights priority table"/>
          <p:cNvGraphicFramePr>
            <a:graphicFrameLocks noGrp="1"/>
          </p:cNvGraphicFramePr>
          <p:nvPr/>
        </p:nvGraphicFramePr>
        <p:xfrm>
          <a:off x="438912" y="1389888"/>
          <a:ext cx="11265408" cy="4407408"/>
        </p:xfrm>
        <a:graphic>
          <a:graphicData uri="http://schemas.openxmlformats.org/drawingml/2006/table">
            <a:tbl>
              <a:tblPr firstRow="1"/>
              <a:tblGrid>
                <a:gridCol w="1554480"/>
                <a:gridCol w="6537960"/>
                <a:gridCol w="1051560"/>
                <a:gridCol w="1051560"/>
                <a:gridCol w="1069848"/>
              </a:tblGrid>
              <a:tr h="384048">
                <a:tc>
                  <a:txBody>
                    <a:bodyPr/>
                    <a:lstStyle/>
                    <a:p>
                      <a:pPr algn="l">
                        <a:lnSpc>
                          <a:spcPct val="100000"/>
                        </a:lnSpc>
                        <a:spcBef>
                          <a:spcPts val="0"/>
                        </a:spcBef>
                        <a:spcAft>
                          <a:spcPts val="0"/>
                        </a:spcAft>
                        <a:buNone/>
                      </a:pPr>
                      <a:r>
                        <a:rPr lang="en-US" sz="1000" b="1" i="0" dirty="0">
                          <a:solidFill>
                            <a:srgbClr val="FFFFFF"/>
                          </a:solidFill>
                          <a:latin typeface="Arial"/>
                          <a:cs typeface="Arial"/>
                        </a:rPr>
                        <a:t>FOCUS AREA</a:t>
                      </a:r>
                      <a:endParaRPr lang="en-US" sz="1100"/>
                    </a:p>
                  </a:txBody>
                  <a:tcPr marL="73152" marR="73152" marT="45720" marB="45720" anchor="ctr">
                    <a:lnL w="0">
                      <a:noFill/>
                    </a:lnL>
                    <a:lnR w="0">
                      <a:noFill/>
                    </a:lnR>
                    <a:lnT w="0">
                      <a:noFill/>
                    </a:lnT>
                    <a:lnB w="0">
                      <a:noFill/>
                    </a:lnB>
                    <a:solidFill>
                      <a:srgbClr val="181818"/>
                    </a:solidFill>
                  </a:tcPr>
                </a:tc>
                <a:tc>
                  <a:txBody>
                    <a:bodyPr/>
                    <a:lstStyle/>
                    <a:p>
                      <a:pPr algn="l">
                        <a:lnSpc>
                          <a:spcPct val="100000"/>
                        </a:lnSpc>
                        <a:spcBef>
                          <a:spcPts val="0"/>
                        </a:spcBef>
                        <a:spcAft>
                          <a:spcPts val="0"/>
                        </a:spcAft>
                        <a:buNone/>
                      </a:pPr>
                      <a:r>
                        <a:rPr lang="en-US" sz="1000" b="1" i="0" dirty="0">
                          <a:solidFill>
                            <a:srgbClr val="FFFFFF"/>
                          </a:solidFill>
                          <a:latin typeface="Arial"/>
                          <a:cs typeface="Arial"/>
                        </a:rPr>
                        <a:t>WHAT YOU GET</a:t>
                      </a:r>
                      <a:endParaRPr lang="en-US" sz="1100"/>
                    </a:p>
                  </a:txBody>
                  <a:tcPr marL="73152" marR="73152" marT="45720" marB="45720" anchor="ctr">
                    <a:lnL w="0">
                      <a:noFill/>
                    </a:lnL>
                    <a:lnR w="0">
                      <a:noFill/>
                    </a:lnR>
                    <a:lnT w="0">
                      <a:noFill/>
                    </a:lnT>
                    <a:lnB w="0">
                      <a:noFill/>
                    </a:lnB>
                    <a:solidFill>
                      <a:srgbClr val="181818"/>
                    </a:solidFill>
                  </a:tcPr>
                </a:tc>
                <a:tc>
                  <a:txBody>
                    <a:bodyPr/>
                    <a:lstStyle/>
                    <a:p>
                      <a:pPr algn="ctr">
                        <a:lnSpc>
                          <a:spcPct val="100000"/>
                        </a:lnSpc>
                        <a:spcBef>
                          <a:spcPts val="0"/>
                        </a:spcBef>
                        <a:spcAft>
                          <a:spcPts val="0"/>
                        </a:spcAft>
                        <a:buNone/>
                      </a:pPr>
                      <a:r>
                        <a:rPr lang="en-US" sz="1000" b="1" i="0" dirty="0">
                          <a:solidFill>
                            <a:srgbClr val="FFFFFF"/>
                          </a:solidFill>
                          <a:latin typeface="Arial"/>
                          <a:cs typeface="Arial"/>
                        </a:rPr>
                        <a:t>NICE TO HAVE</a:t>
                      </a:r>
                      <a:endParaRPr lang="en-US" sz="1100"/>
                    </a:p>
                  </a:txBody>
                  <a:tcPr marL="73152" marR="73152" marT="45720" marB="45720" anchor="ctr">
                    <a:lnL w="0">
                      <a:noFill/>
                    </a:lnL>
                    <a:lnR w="0">
                      <a:noFill/>
                    </a:lnR>
                    <a:lnT w="0">
                      <a:noFill/>
                    </a:lnT>
                    <a:lnB w="0">
                      <a:noFill/>
                    </a:lnB>
                    <a:solidFill>
                      <a:srgbClr val="181818"/>
                    </a:solidFill>
                  </a:tcPr>
                </a:tc>
                <a:tc>
                  <a:txBody>
                    <a:bodyPr/>
                    <a:lstStyle/>
                    <a:p>
                      <a:pPr algn="ctr">
                        <a:lnSpc>
                          <a:spcPct val="100000"/>
                        </a:lnSpc>
                        <a:spcBef>
                          <a:spcPts val="0"/>
                        </a:spcBef>
                        <a:spcAft>
                          <a:spcPts val="0"/>
                        </a:spcAft>
                        <a:buNone/>
                      </a:pPr>
                      <a:r>
                        <a:rPr lang="en-US" sz="1000" b="1" i="0" dirty="0">
                          <a:solidFill>
                            <a:srgbClr val="FFFFFF"/>
                          </a:solidFill>
                          <a:latin typeface="Arial"/>
                          <a:cs typeface="Arial"/>
                        </a:rPr>
                        <a:t>IMPORTANT</a:t>
                      </a:r>
                      <a:endParaRPr lang="en-US" sz="1100"/>
                    </a:p>
                  </a:txBody>
                  <a:tcPr marL="73152" marR="73152" marT="45720" marB="45720" anchor="ctr">
                    <a:lnL w="0">
                      <a:noFill/>
                    </a:lnL>
                    <a:lnR w="0">
                      <a:noFill/>
                    </a:lnR>
                    <a:lnT w="0">
                      <a:noFill/>
                    </a:lnT>
                    <a:lnB w="0">
                      <a:noFill/>
                    </a:lnB>
                    <a:solidFill>
                      <a:srgbClr val="181818"/>
                    </a:solidFill>
                  </a:tcPr>
                </a:tc>
                <a:tc>
                  <a:txBody>
                    <a:bodyPr/>
                    <a:lstStyle/>
                    <a:p>
                      <a:pPr algn="ctr">
                        <a:lnSpc>
                          <a:spcPct val="100000"/>
                        </a:lnSpc>
                        <a:spcBef>
                          <a:spcPts val="0"/>
                        </a:spcBef>
                        <a:spcAft>
                          <a:spcPts val="0"/>
                        </a:spcAft>
                        <a:buNone/>
                      </a:pPr>
                      <a:r>
                        <a:rPr lang="en-US" sz="1000" b="1" i="0" dirty="0">
                          <a:solidFill>
                            <a:srgbClr val="FFFFFF"/>
                          </a:solidFill>
                          <a:latin typeface="Arial"/>
                          <a:cs typeface="Arial"/>
                        </a:rPr>
                        <a:t>MUST</a:t>
                      </a:r>
                      <a:endParaRPr lang="en-US" sz="1100"/>
                    </a:p>
                  </a:txBody>
                  <a:tcPr marL="73152" marR="73152" marT="45720" marB="45720" anchor="ctr">
                    <a:lnL w="0">
                      <a:noFill/>
                    </a:lnL>
                    <a:lnR w="0">
                      <a:noFill/>
                    </a:lnR>
                    <a:lnT w="0">
                      <a:noFill/>
                    </a:lnT>
                    <a:lnB w="0">
                      <a:noFill/>
                    </a:lnB>
                    <a:solidFill>
                      <a:srgbClr val="181818"/>
                    </a:solidFill>
                  </a:tcPr>
                </a:tc>
              </a:tr>
              <a:tr h="402336">
                <a:tc rowSpan="3">
                  <a:txBody>
                    <a:bodyPr/>
                    <a:lstStyle/>
                    <a:p>
                      <a:pPr algn="l">
                        <a:lnSpc>
                          <a:spcPct val="100000"/>
                        </a:lnSpc>
                        <a:spcBef>
                          <a:spcPts val="0"/>
                        </a:spcBef>
                        <a:spcAft>
                          <a:spcPts val="0"/>
                        </a:spcAft>
                        <a:buNone/>
                      </a:pPr>
                      <a:r>
                        <a:rPr lang="en-US" sz="1200" b="1" i="0" dirty="0">
                          <a:solidFill>
                            <a:srgbClr val="FF0000"/>
                          </a:solidFill>
                          <a:latin typeface="Arial"/>
                          <a:cs typeface="Arial"/>
                        </a:rPr>
                        <a:t>Visibility</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50" b="0" i="0" dirty="0">
                          <a:solidFill>
                            <a:srgbClr val="181818"/>
                          </a:solidFill>
                          <a:latin typeface="Arial"/>
                          <a:cs typeface="Arial"/>
                        </a:rPr>
                        <a:t>Official partner title in your category, with competitors locked out</a:t>
                      </a:r>
                      <a:endParaRPr lang="en-US" sz="11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402336">
                <a:tc vMerge="1">
                  <a:txBody>
                    <a:bodyPr/>
                    <a:lstStyle/>
                    <a:p>
                      <a:pPr algn="l">
                        <a:lnSpc>
                          <a:spcPct val="100000"/>
                        </a:lnSpc>
                        <a:spcBef>
                          <a:spcPts val="0"/>
                        </a:spcBef>
                        <a:spcAft>
                          <a:spcPts val="0"/>
                        </a:spcAft>
                        <a:buNone/>
                      </a:pPr>
                      <a:r>
                        <a:rPr lang="en-US" sz="1000" b="0" i="0" dirty="0">
                          <a:solidFill>
                            <a:srgbClr val="181818"/>
                          </a:solidFill>
                          <a:latin typeface="Arial"/>
                          <a:cs typeface="Arial"/>
                        </a:rPr>
                        <a:t/>
                      </a:r>
                      <a:endParaRPr lang="en-US" sz="1100"/>
                    </a:p>
                  </a:txBody>
                  <a:tcPr marL="73152" marR="73152" marT="45720" marB="45720" anchor="ctr">
                    <a:lnL w="0">
                      <a:noFill/>
                    </a:lnL>
                    <a:lnR w="0">
                      <a:noFill/>
                    </a:lnR>
                    <a:lnT w="9525">
                      <a:solidFill>
                        <a:srgbClr val="CFD3D7"/>
                      </a:solidFill>
                    </a:lnT>
                    <a:lnB w="9525">
                      <a:solidFill>
                        <a:srgbClr val="CFD3D7"/>
                      </a:solidFill>
                    </a:lnB>
                    <a:noFill/>
                  </a:tcPr>
                </a:tc>
                <a:tc>
                  <a:txBody>
                    <a:bodyPr/>
                    <a:lstStyle/>
                    <a:p>
                      <a:pPr algn="l">
                        <a:lnSpc>
                          <a:spcPct val="100000"/>
                        </a:lnSpc>
                        <a:spcBef>
                          <a:spcPts val="0"/>
                        </a:spcBef>
                        <a:spcAft>
                          <a:spcPts val="0"/>
                        </a:spcAft>
                        <a:buNone/>
                      </a:pPr>
                      <a:r>
                        <a:rPr lang="en-US" sz="1150" b="0" i="0" dirty="0">
                          <a:solidFill>
                            <a:srgbClr val="181818"/>
                          </a:solidFill>
                          <a:latin typeface="Arial"/>
                          <a:cs typeface="Arial"/>
                        </a:rPr>
                        <a:t>Branding on the car, race suits and garage (price dependent)</a:t>
                      </a:r>
                      <a:endParaRPr lang="en-US" sz="11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402336">
                <a:tc vMerge="1">
                  <a:txBody>
                    <a:bodyPr/>
                    <a:lstStyle/>
                    <a:p>
                      <a:pPr algn="l">
                        <a:lnSpc>
                          <a:spcPct val="100000"/>
                        </a:lnSpc>
                        <a:spcBef>
                          <a:spcPts val="0"/>
                        </a:spcBef>
                        <a:spcAft>
                          <a:spcPts val="0"/>
                        </a:spcAft>
                        <a:buNone/>
                      </a:pPr>
                      <a:r>
                        <a:rPr lang="en-US" sz="1000" b="0" i="0" dirty="0">
                          <a:solidFill>
                            <a:srgbClr val="181818"/>
                          </a:solidFill>
                          <a:latin typeface="Arial"/>
                          <a:cs typeface="Arial"/>
                        </a:rPr>
                        <a:t/>
                      </a:r>
                      <a:endParaRPr lang="en-US" sz="1100"/>
                    </a:p>
                  </a:txBody>
                  <a:tcPr marL="73152" marR="73152" marT="45720" marB="45720" anchor="ctr">
                    <a:lnL w="0">
                      <a:noFill/>
                    </a:lnL>
                    <a:lnR w="0">
                      <a:noFill/>
                    </a:lnR>
                    <a:lnT w="9525">
                      <a:solidFill>
                        <a:srgbClr val="CFD3D7"/>
                      </a:solidFill>
                    </a:lnT>
                    <a:lnB w="9525">
                      <a:solidFill>
                        <a:srgbClr val="CFD3D7"/>
                      </a:solidFill>
                    </a:lnB>
                    <a:noFill/>
                  </a:tcPr>
                </a:tc>
                <a:tc>
                  <a:txBody>
                    <a:bodyPr/>
                    <a:lstStyle/>
                    <a:p>
                      <a:pPr algn="l">
                        <a:lnSpc>
                          <a:spcPct val="100000"/>
                        </a:lnSpc>
                        <a:spcBef>
                          <a:spcPts val="0"/>
                        </a:spcBef>
                        <a:spcAft>
                          <a:spcPts val="0"/>
                        </a:spcAft>
                        <a:buNone/>
                      </a:pPr>
                      <a:r>
                        <a:rPr lang="en-US" sz="1150" b="0" i="0" dirty="0">
                          <a:solidFill>
                            <a:srgbClr val="181818"/>
                          </a:solidFill>
                          <a:latin typeface="Arial"/>
                          <a:cs typeface="Arial"/>
                        </a:rPr>
                        <a:t>Branding at the team factory and on team assets</a:t>
                      </a:r>
                      <a:endParaRPr lang="en-US" sz="11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402336">
                <a:tc rowSpan="3">
                  <a:txBody>
                    <a:bodyPr/>
                    <a:lstStyle/>
                    <a:p>
                      <a:pPr algn="l">
                        <a:lnSpc>
                          <a:spcPct val="100000"/>
                        </a:lnSpc>
                        <a:spcBef>
                          <a:spcPts val="0"/>
                        </a:spcBef>
                        <a:spcAft>
                          <a:spcPts val="0"/>
                        </a:spcAft>
                        <a:buNone/>
                      </a:pPr>
                      <a:r>
                        <a:rPr lang="en-US" sz="1200" b="1" i="0" dirty="0">
                          <a:solidFill>
                            <a:srgbClr val="FF0000"/>
                          </a:solidFill>
                          <a:latin typeface="Arial"/>
                          <a:cs typeface="Arial"/>
                        </a:rPr>
                        <a:t>Engagement</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50" b="0" i="0" dirty="0">
                          <a:solidFill>
                            <a:srgbClr val="181818"/>
                          </a:solidFill>
                          <a:latin typeface="Arial"/>
                          <a:cs typeface="Arial"/>
                        </a:rPr>
                        <a:t>Access to drivers, team principal and engineers for content</a:t>
                      </a:r>
                      <a:endParaRPr lang="en-US" sz="11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402336">
                <a:tc vMerge="1">
                  <a:txBody>
                    <a:bodyPr/>
                    <a:lstStyle/>
                    <a:p>
                      <a:pPr algn="l">
                        <a:lnSpc>
                          <a:spcPct val="100000"/>
                        </a:lnSpc>
                        <a:spcBef>
                          <a:spcPts val="0"/>
                        </a:spcBef>
                        <a:spcAft>
                          <a:spcPts val="0"/>
                        </a:spcAft>
                        <a:buNone/>
                      </a:pPr>
                      <a:r>
                        <a:rPr lang="en-US" sz="1000" b="0" i="0" dirty="0">
                          <a:solidFill>
                            <a:srgbClr val="181818"/>
                          </a:solidFill>
                          <a:latin typeface="Arial"/>
                          <a:cs typeface="Arial"/>
                        </a:rPr>
                        <a:t/>
                      </a:r>
                      <a:endParaRPr lang="en-US" sz="1100"/>
                    </a:p>
                  </a:txBody>
                  <a:tcPr marL="73152" marR="73152" marT="45720" marB="45720" anchor="ctr">
                    <a:lnL w="0">
                      <a:noFill/>
                    </a:lnL>
                    <a:lnR w="0">
                      <a:noFill/>
                    </a:lnR>
                    <a:lnT w="9525">
                      <a:solidFill>
                        <a:srgbClr val="CFD3D7"/>
                      </a:solidFill>
                    </a:lnT>
                    <a:lnB w="9525">
                      <a:solidFill>
                        <a:srgbClr val="CFD3D7"/>
                      </a:solidFill>
                    </a:lnB>
                    <a:noFill/>
                  </a:tcPr>
                </a:tc>
                <a:tc>
                  <a:txBody>
                    <a:bodyPr/>
                    <a:lstStyle/>
                    <a:p>
                      <a:pPr algn="l">
                        <a:lnSpc>
                          <a:spcPct val="100000"/>
                        </a:lnSpc>
                        <a:spcBef>
                          <a:spcPts val="0"/>
                        </a:spcBef>
                        <a:spcAft>
                          <a:spcPts val="0"/>
                        </a:spcAft>
                        <a:buNone/>
                      </a:pPr>
                      <a:r>
                        <a:rPr lang="en-US" sz="1150" b="0" i="0" dirty="0">
                          <a:solidFill>
                            <a:srgbClr val="181818"/>
                          </a:solidFill>
                          <a:latin typeface="Arial"/>
                          <a:cs typeface="Arial"/>
                        </a:rPr>
                        <a:t>Team engineers speaking at your panels and events</a:t>
                      </a:r>
                      <a:endParaRPr lang="en-US" sz="11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402336">
                <a:tc vMerge="1">
                  <a:txBody>
                    <a:bodyPr/>
                    <a:lstStyle/>
                    <a:p>
                      <a:pPr algn="l">
                        <a:lnSpc>
                          <a:spcPct val="100000"/>
                        </a:lnSpc>
                        <a:spcBef>
                          <a:spcPts val="0"/>
                        </a:spcBef>
                        <a:spcAft>
                          <a:spcPts val="0"/>
                        </a:spcAft>
                        <a:buNone/>
                      </a:pPr>
                      <a:r>
                        <a:rPr lang="en-US" sz="1000" b="0" i="0" dirty="0">
                          <a:solidFill>
                            <a:srgbClr val="181818"/>
                          </a:solidFill>
                          <a:latin typeface="Arial"/>
                          <a:cs typeface="Arial"/>
                        </a:rPr>
                        <a:t/>
                      </a:r>
                      <a:endParaRPr lang="en-US" sz="1100"/>
                    </a:p>
                  </a:txBody>
                  <a:tcPr marL="73152" marR="73152" marT="45720" marB="45720" anchor="ctr">
                    <a:lnL w="0">
                      <a:noFill/>
                    </a:lnL>
                    <a:lnR w="0">
                      <a:noFill/>
                    </a:lnR>
                    <a:lnT w="9525">
                      <a:solidFill>
                        <a:srgbClr val="CFD3D7"/>
                      </a:solidFill>
                    </a:lnT>
                    <a:lnB w="9525">
                      <a:solidFill>
                        <a:srgbClr val="CFD3D7"/>
                      </a:solidFill>
                    </a:lnB>
                    <a:noFill/>
                  </a:tcPr>
                </a:tc>
                <a:tc>
                  <a:txBody>
                    <a:bodyPr/>
                    <a:lstStyle/>
                    <a:p>
                      <a:pPr algn="l">
                        <a:lnSpc>
                          <a:spcPct val="100000"/>
                        </a:lnSpc>
                        <a:spcBef>
                          <a:spcPts val="0"/>
                        </a:spcBef>
                        <a:spcAft>
                          <a:spcPts val="0"/>
                        </a:spcAft>
                        <a:buNone/>
                      </a:pPr>
                      <a:r>
                        <a:rPr lang="en-US" sz="1150" b="0" i="0" dirty="0">
                          <a:solidFill>
                            <a:srgbClr val="181818"/>
                          </a:solidFill>
                          <a:latin typeface="Arial"/>
                          <a:cs typeface="Arial"/>
                        </a:rPr>
                        <a:t>Deploying your AI in the team's operations, with a joint case study</a:t>
                      </a:r>
                      <a:endParaRPr lang="en-US" sz="11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402336">
                <a:tc rowSpan="3">
                  <a:txBody>
                    <a:bodyPr/>
                    <a:lstStyle/>
                    <a:p>
                      <a:pPr algn="l">
                        <a:lnSpc>
                          <a:spcPct val="100000"/>
                        </a:lnSpc>
                        <a:spcBef>
                          <a:spcPts val="0"/>
                        </a:spcBef>
                        <a:spcAft>
                          <a:spcPts val="0"/>
                        </a:spcAft>
                        <a:buNone/>
                      </a:pPr>
                      <a:r>
                        <a:rPr lang="en-US" sz="1200" b="1" i="0" dirty="0">
                          <a:solidFill>
                            <a:srgbClr val="FF0000"/>
                          </a:solidFill>
                          <a:latin typeface="Arial"/>
                          <a:cs typeface="Arial"/>
                        </a:rPr>
                        <a:t>Hosting &amp; network</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50" b="0" i="0" dirty="0">
                          <a:solidFill>
                            <a:srgbClr val="181818"/>
                          </a:solidFill>
                          <a:latin typeface="Arial"/>
                          <a:cs typeface="Arial"/>
                        </a:rPr>
                        <a:t>Race hospitality and money-can't-buy experiences (e.g. hot laps)</a:t>
                      </a:r>
                      <a:endParaRPr lang="en-US" sz="11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402336">
                <a:tc vMerge="1">
                  <a:txBody>
                    <a:bodyPr/>
                    <a:lstStyle/>
                    <a:p>
                      <a:pPr algn="l">
                        <a:lnSpc>
                          <a:spcPct val="100000"/>
                        </a:lnSpc>
                        <a:spcBef>
                          <a:spcPts val="0"/>
                        </a:spcBef>
                        <a:spcAft>
                          <a:spcPts val="0"/>
                        </a:spcAft>
                        <a:buNone/>
                      </a:pPr>
                      <a:r>
                        <a:rPr lang="en-US" sz="1000" b="0" i="0" dirty="0">
                          <a:solidFill>
                            <a:srgbClr val="181818"/>
                          </a:solidFill>
                          <a:latin typeface="Arial"/>
                          <a:cs typeface="Arial"/>
                        </a:rPr>
                        <a:t/>
                      </a:r>
                      <a:endParaRPr lang="en-US" sz="1100"/>
                    </a:p>
                  </a:txBody>
                  <a:tcPr marL="73152" marR="73152" marT="45720" marB="45720" anchor="ctr">
                    <a:lnL w="0">
                      <a:noFill/>
                    </a:lnL>
                    <a:lnR w="0">
                      <a:noFill/>
                    </a:lnR>
                    <a:lnT w="9525">
                      <a:solidFill>
                        <a:srgbClr val="CFD3D7"/>
                      </a:solidFill>
                    </a:lnT>
                    <a:lnB w="9525">
                      <a:solidFill>
                        <a:srgbClr val="CFD3D7"/>
                      </a:solidFill>
                    </a:lnB>
                    <a:noFill/>
                  </a:tcPr>
                </a:tc>
                <a:tc>
                  <a:txBody>
                    <a:bodyPr/>
                    <a:lstStyle/>
                    <a:p>
                      <a:pPr algn="l">
                        <a:lnSpc>
                          <a:spcPct val="100000"/>
                        </a:lnSpc>
                        <a:spcBef>
                          <a:spcPts val="0"/>
                        </a:spcBef>
                        <a:spcAft>
                          <a:spcPts val="0"/>
                        </a:spcAft>
                        <a:buNone/>
                      </a:pPr>
                      <a:r>
                        <a:rPr lang="en-US" sz="1150" b="0" i="0" dirty="0">
                          <a:solidFill>
                            <a:srgbClr val="181818"/>
                          </a:solidFill>
                          <a:latin typeface="Arial"/>
                          <a:cs typeface="Arial"/>
                        </a:rPr>
                        <a:t>Off-track events (e.g. Davos, WEF, team golf days with leadership)</a:t>
                      </a:r>
                      <a:endParaRPr lang="en-US" sz="11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402336">
                <a:tc vMerge="1">
                  <a:txBody>
                    <a:bodyPr/>
                    <a:lstStyle/>
                    <a:p>
                      <a:pPr algn="l">
                        <a:lnSpc>
                          <a:spcPct val="100000"/>
                        </a:lnSpc>
                        <a:spcBef>
                          <a:spcPts val="0"/>
                        </a:spcBef>
                        <a:spcAft>
                          <a:spcPts val="0"/>
                        </a:spcAft>
                        <a:buNone/>
                      </a:pPr>
                      <a:r>
                        <a:rPr lang="en-US" sz="1000" b="0" i="0" dirty="0">
                          <a:solidFill>
                            <a:srgbClr val="181818"/>
                          </a:solidFill>
                          <a:latin typeface="Arial"/>
                          <a:cs typeface="Arial"/>
                        </a:rPr>
                        <a:t/>
                      </a:r>
                      <a:endParaRPr lang="en-US" sz="1100"/>
                    </a:p>
                  </a:txBody>
                  <a:tcPr marL="73152" marR="73152" marT="45720" marB="45720" anchor="ctr">
                    <a:lnL w="0">
                      <a:noFill/>
                    </a:lnL>
                    <a:lnR w="0">
                      <a:noFill/>
                    </a:lnR>
                    <a:lnT w="9525">
                      <a:solidFill>
                        <a:srgbClr val="CFD3D7"/>
                      </a:solidFill>
                    </a:lnT>
                    <a:lnB w="9525">
                      <a:solidFill>
                        <a:srgbClr val="CFD3D7"/>
                      </a:solidFill>
                    </a:lnB>
                    <a:noFill/>
                  </a:tcPr>
                </a:tc>
                <a:tc>
                  <a:txBody>
                    <a:bodyPr/>
                    <a:lstStyle/>
                    <a:p>
                      <a:pPr algn="l">
                        <a:lnSpc>
                          <a:spcPct val="100000"/>
                        </a:lnSpc>
                        <a:spcBef>
                          <a:spcPts val="0"/>
                        </a:spcBef>
                        <a:spcAft>
                          <a:spcPts val="0"/>
                        </a:spcAft>
                        <a:buNone/>
                      </a:pPr>
                      <a:r>
                        <a:rPr lang="en-US" sz="1150" b="0" i="0" dirty="0">
                          <a:solidFill>
                            <a:srgbClr val="181818"/>
                          </a:solidFill>
                          <a:latin typeface="Arial"/>
                          <a:cs typeface="Arial"/>
                        </a:rPr>
                        <a:t>Introductions to the team's owners and partner network</a:t>
                      </a:r>
                      <a:endParaRPr lang="en-US" sz="11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r h="402336">
                <a:tc rowSpan="1">
                  <a:txBody>
                    <a:bodyPr/>
                    <a:lstStyle/>
                    <a:p>
                      <a:pPr algn="l">
                        <a:lnSpc>
                          <a:spcPct val="100000"/>
                        </a:lnSpc>
                        <a:spcBef>
                          <a:spcPts val="0"/>
                        </a:spcBef>
                        <a:spcAft>
                          <a:spcPts val="0"/>
                        </a:spcAft>
                        <a:buNone/>
                      </a:pPr>
                      <a:r>
                        <a:rPr lang="en-US" sz="1200" b="1" i="0" dirty="0">
                          <a:solidFill>
                            <a:srgbClr val="FF0000"/>
                          </a:solidFill>
                          <a:latin typeface="Arial"/>
                          <a:cs typeface="Arial"/>
                        </a:rPr>
                        <a:t>Talent</a:t>
                      </a:r>
                      <a:endParaRPr lang="en-US" sz="1100"/>
                    </a:p>
                  </a:txBody>
                  <a:tcPr marL="73152" marR="73152" marT="45720" marB="45720" anchor="ctr">
                    <a:lnL w="0">
                      <a:noFill/>
                    </a:lnL>
                    <a:lnR w="0">
                      <a:noFill/>
                    </a:lnR>
                    <a:lnT w="0">
                      <a:noFill/>
                    </a:lnT>
                    <a:lnB w="9525">
                      <a:solidFill>
                        <a:srgbClr val="CFD3D7"/>
                      </a:solidFill>
                    </a:lnB>
                    <a:noFill/>
                  </a:tcPr>
                </a:tc>
                <a:tc>
                  <a:txBody>
                    <a:bodyPr/>
                    <a:lstStyle/>
                    <a:p>
                      <a:pPr algn="l">
                        <a:lnSpc>
                          <a:spcPct val="100000"/>
                        </a:lnSpc>
                        <a:spcBef>
                          <a:spcPts val="0"/>
                        </a:spcBef>
                        <a:spcAft>
                          <a:spcPts val="0"/>
                        </a:spcAft>
                        <a:buNone/>
                      </a:pPr>
                      <a:r>
                        <a:rPr lang="en-US" sz="1150" b="0" i="0" dirty="0">
                          <a:solidFill>
                            <a:srgbClr val="181818"/>
                          </a:solidFill>
                          <a:latin typeface="Arial"/>
                          <a:cs typeface="Arial"/>
                        </a:rPr>
                        <a:t>Recruitment programmes using the team's engineering brand</a:t>
                      </a:r>
                      <a:endParaRPr lang="en-US" sz="1150"/>
                    </a:p>
                  </a:txBody>
                  <a:tcPr marL="73152" marR="73152" marT="45720" marB="45720" anchor="ctr">
                    <a:lnL w="0">
                      <a:noFill/>
                    </a:lnL>
                    <a:lnR w="0">
                      <a:noFill/>
                    </a:lnR>
                    <a:lnT w="0">
                      <a:noFill/>
                    </a:lnT>
                    <a:lnB w="9525">
                      <a:solidFill>
                        <a:srgbClr val="CFD3D7"/>
                      </a:solidFill>
                    </a:lnB>
                    <a:no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c>
                  <a:txBody>
                    <a:bodyPr/>
                    <a:lstStyle/>
                    <a:p>
                      <a:pPr algn="ctr">
                        <a:lnSpc>
                          <a:spcPct val="100000"/>
                        </a:lnSpc>
                        <a:spcBef>
                          <a:spcPts val="0"/>
                        </a:spcBef>
                        <a:spcAft>
                          <a:spcPts val="0"/>
                        </a:spcAft>
                        <a:buNone/>
                      </a:pPr>
                      <a:r>
                        <a:rPr lang="en-US" sz="1600" b="0" i="0" dirty="0">
                          <a:solidFill>
                            <a:srgbClr val="9AA0A6"/>
                          </a:solidFill>
                          <a:latin typeface="Arial"/>
                          <a:cs typeface="Arial"/>
                        </a:rPr>
                        <a:t>☐</a:t>
                      </a:r>
                      <a:endParaRPr lang="en-US" sz="1100"/>
                    </a:p>
                  </a:txBody>
                  <a:tcPr marL="73152" marR="73152" marT="45720" marB="45720" anchor="ctr">
                    <a:lnL w="9525">
                      <a:solidFill>
                        <a:srgbClr val="FFFFFF"/>
                      </a:solidFill>
                    </a:lnL>
                    <a:lnR w="0">
                      <a:noFill/>
                    </a:lnR>
                    <a:lnT w="0">
                      <a:noFill/>
                    </a:lnT>
                    <a:lnB w="9525">
                      <a:solidFill>
                        <a:srgbClr val="CFD3D7"/>
                      </a:solidFill>
                    </a:lnB>
                    <a:solidFill>
                      <a:srgbClr val="F7F8F9"/>
                    </a:solidFill>
                  </a:tcPr>
                </a:tc>
              </a:tr>
            </a:tbl>
          </a:graphicData>
        </a:graphic>
      </p:graphicFrame>
      <p:sp>
        <p:nvSpPr>
          <p:cNvPr id="301" name="Rights note"/>
          <p:cNvSpPr txBox="1"/>
          <p:nvPr/>
        </p:nvSpPr>
        <p:spPr>
          <a:xfrm>
            <a:off x="438912" y="5907024"/>
            <a:ext cx="11265408" cy="274320"/>
          </a:xfrm>
          <a:prstGeom prst="rect">
            <a:avLst/>
          </a:prstGeom>
          <a:noFill/>
        </p:spPr>
        <p:txBody>
          <a:bodyPr wrap="square" lIns="0" tIns="0" rIns="0" bIns="0" anchor="t">
            <a:noAutofit/>
          </a:bodyPr>
          <a:lstStyle/>
          <a:p>
            <a:pPr algn="l">
              <a:lnSpc>
                <a:spcPct val="100000"/>
              </a:lnSpc>
              <a:spcBef>
                <a:spcPts val="0"/>
              </a:spcBef>
              <a:spcAft>
                <a:spcPts val="0"/>
              </a:spcAft>
              <a:buNone/>
            </a:pPr>
            <a:r>
              <a:rPr lang="en-US" sz="1000" b="1" i="0" dirty="0">
                <a:solidFill>
                  <a:srgbClr val="181818"/>
                </a:solidFill>
                <a:latin typeface="Arial"/>
                <a:cs typeface="Arial"/>
              </a:rPr>
              <a:t>One tick per row. </a:t>
            </a:r>
            <a:r>
              <a:rPr lang="en-US" sz="1000" b="0" i="1" dirty="0">
                <a:solidFill>
                  <a:srgbClr val="5F6368"/>
                </a:solidFill>
                <a:latin typeface="Arial"/>
                <a:cs typeface="Arial"/>
              </a:rPr>
              <a:t>Anything missing that you'd like us to consider? Add it in the margin.</a:t>
            </a:r>
            <a:endParaRPr lang="en-US" sz="1100"/>
          </a:p>
        </p:txBody>
      </p:sp>
    </p:spTree>
    <p:extLst>
      <p:ext uri="{BB962C8B-B14F-4D97-AF65-F5344CB8AC3E}">
        <p14:creationId xmlns:p14="http://schemas.microsoft.com/office/powerpoint/2010/main" val="2986903611"/>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IO_AVOID_BLANK_LAYOUT" val="True"/>
  <p:tag name="MIO_CD_LAYOUT_VALID_AREA" val="False"/>
  <p:tag name="MIO_CDID" val="0722931d-696e-438f-becc-08b36b95b167"/>
  <p:tag name="MIO_DBID" val="5D26C5CC-D506-4A5E-AF9E-56B0C6F2B9E0"/>
  <p:tag name="MIO_EKGUID" val="ae593d36-719a-4bf8-b043-5bf93fa6ff3b"/>
  <p:tag name="MIO_FALLBACK_LAYOUT" val="5"/>
  <p:tag name="MIO_HDS" val="True"/>
  <p:tag name="MIO_LASTDOWNLOADED" val="25.05.2020 11:26:56"/>
  <p:tag name="MIO_LASTEDITORNAME" val="Katharina Schmidt"/>
  <p:tag name="MIO_NUMBER_OF_VALID_LAYOUTS" val="40"/>
  <p:tag name="MIO_OBJECTNAME" val="Lagardère Sports 2018"/>
  <p:tag name="MIO_PRESI_FIRST_SLIDENUMBER" val="1"/>
  <p:tag name="MIO_SHOW_DATE" val="False"/>
  <p:tag name="MIO_SHOW_FOOTER" val="False"/>
  <p:tag name="MIO_SHOW_PAGENUMBER" val="True"/>
  <p:tag name="MIO_SKIPVERSION" val="01.01.0001 00:00:00"/>
  <p:tag name="MIO_UPDATE" val="True"/>
  <p:tag name="MIO_VERSION" val="04.10.2019 13:16:08"/>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MIO_AVOID_BLANK_LAYOUT" val="True"/>
  <p:tag name="MIO_CD_LAYOUT_VALID_AREA" val="False"/>
  <p:tag name="MIO_CDID" val="0722931d-696e-438f-becc-08b36b95b167"/>
  <p:tag name="MIO_DBID" val="5D26C5CC-D506-4A5E-AF9E-56B0C6F2B9E0"/>
  <p:tag name="MIO_EKGUID" val="ae593d36-719a-4bf8-b043-5bf93fa6ff3b"/>
  <p:tag name="MIO_FALLBACK_LAYOUT" val="5"/>
  <p:tag name="MIO_HDS" val="True"/>
  <p:tag name="MIO_LASTDOWNLOADED" val="25.05.2020 11:26:56"/>
  <p:tag name="MIO_LASTEDITORNAME" val="Katharina Schmidt"/>
  <p:tag name="MIO_NUMBER_OF_VALID_LAYOUTS" val="40"/>
  <p:tag name="MIO_OBJECTNAME" val="Lagardère Sports 2018"/>
  <p:tag name="MIO_PRESI_FIRST_SLIDENUMBER" val="1"/>
  <p:tag name="MIO_SHOW_DATE" val="False"/>
  <p:tag name="MIO_SHOW_FOOTER" val="False"/>
  <p:tag name="MIO_SHOW_PAGENUMBER" val="True"/>
  <p:tag name="MIO_SKIPVERSION" val="01.01.0001 00:00:00"/>
  <p:tag name="MIO_UPDATE" val="True"/>
  <p:tag name="MIO_VERSION" val="04.10.2019 13:16:08"/>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0_SPORTFIVE">
  <a:themeElements>
    <a:clrScheme name="Mercedes AMG">
      <a:dk1>
        <a:srgbClr val="000000"/>
      </a:dk1>
      <a:lt1>
        <a:srgbClr val="FFFFFF"/>
      </a:lt1>
      <a:dk2>
        <a:srgbClr val="3470C6"/>
      </a:dk2>
      <a:lt2>
        <a:srgbClr val="D50029"/>
      </a:lt2>
      <a:accent1>
        <a:srgbClr val="262626"/>
      </a:accent1>
      <a:accent2>
        <a:srgbClr val="737373"/>
      </a:accent2>
      <a:accent3>
        <a:srgbClr val="BFBFBF"/>
      </a:accent3>
      <a:accent4>
        <a:srgbClr val="4D4D4D"/>
      </a:accent4>
      <a:accent5>
        <a:srgbClr val="999999"/>
      </a:accent5>
      <a:accent6>
        <a:srgbClr val="DFDFDF"/>
      </a:accent6>
      <a:hlink>
        <a:srgbClr val="000000"/>
      </a:hlink>
      <a:folHlink>
        <a:srgbClr val="000000"/>
      </a:folHlink>
    </a:clrScheme>
    <a:fontScheme name="Benutzerdefiniert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38100">
          <a:solidFill>
            <a:schemeClr val="tx1"/>
          </a:solidFill>
        </a:ln>
      </a:spPr>
      <a:bodyPr lIns="288000" tIns="288000" rIns="288000" bIns="288000" rtlCol="0" anchor="ctr"/>
      <a:lstStyle>
        <a:defPPr algn="ctr" rtl="0" eaLnBrk="1" fontAlgn="auto" hangingPunct="1">
          <a:lnSpc>
            <a:spcPct val="110000"/>
          </a:lnSpc>
          <a:spcBef>
            <a:spcPts val="0"/>
          </a:spcBef>
          <a:spcAft>
            <a:spcPts val="0"/>
          </a:spcAft>
          <a:defRPr sz="1400" b="0" i="0" u="none" baseline="0" dirty="0" err="1" smtClean="0">
            <a:solidFill>
              <a:sysClr val="windowText" lastClr="000000"/>
            </a:solidFill>
            <a:latin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marL="180000" indent="-180000" algn="l" rtl="0" eaLnBrk="1" fontAlgn="auto" hangingPunct="1">
          <a:lnSpc>
            <a:spcPct val="110000"/>
          </a:lnSpc>
          <a:spcBef>
            <a:spcPts val="0"/>
          </a:spcBef>
          <a:spcAft>
            <a:spcPts val="0"/>
          </a:spcAft>
          <a:buClr>
            <a:schemeClr val="bg2"/>
          </a:buClr>
          <a:buSzPct val="105000"/>
          <a:buFont typeface="Wingdings 3" panose="05040102010807070707" pitchFamily="18" charset="2"/>
          <a:buChar char="¬"/>
          <a:defRPr sz="1400" b="0" i="0" u="none" baseline="0" dirty="0" err="1">
            <a:solidFill>
              <a:srgbClr val="000000"/>
            </a:solidFill>
            <a:latin typeface="Arial" panose="020B0604020202020204" pitchFamily="34" charset="0"/>
          </a:defRPr>
        </a:defPPr>
      </a:lstStyle>
    </a:txDef>
  </a:objectDefaults>
  <a:extraClrSchemeLst/>
  <a:extLst>
    <a:ext uri="{05A4C25C-085E-4340-85A3-A5531E510DB2}">
      <thm15:themeFamily xmlns:thm15="http://schemas.microsoft.com/office/thememl/2012/main" name="SPORTFIVE_Folienbibliothek_Credentials_Design_01.potx" id="{834C5850-7E73-4C3C-9C76-DD1A73C7F18E}" vid="{4464DD29-A2C0-4512-8F13-CBD40330CF44}"/>
    </a:ext>
  </a:extLst>
</a:theme>
</file>

<file path=ppt/theme/theme3.xml><?xml version="1.0" encoding="utf-8"?>
<a:theme xmlns:a="http://schemas.openxmlformats.org/drawingml/2006/main" name="SPORTFIVE">
  <a:themeElements>
    <a:clrScheme name="SPORTFIVE">
      <a:dk1>
        <a:srgbClr val="000000"/>
      </a:dk1>
      <a:lt1>
        <a:srgbClr val="FFFFFF"/>
      </a:lt1>
      <a:dk2>
        <a:srgbClr val="3470C6"/>
      </a:dk2>
      <a:lt2>
        <a:srgbClr val="F40009"/>
      </a:lt2>
      <a:accent1>
        <a:srgbClr val="262626"/>
      </a:accent1>
      <a:accent2>
        <a:srgbClr val="737373"/>
      </a:accent2>
      <a:accent3>
        <a:srgbClr val="BFBFBF"/>
      </a:accent3>
      <a:accent4>
        <a:srgbClr val="4D4D4D"/>
      </a:accent4>
      <a:accent5>
        <a:srgbClr val="999999"/>
      </a:accent5>
      <a:accent6>
        <a:srgbClr val="DFDFDF"/>
      </a:accent6>
      <a:hlink>
        <a:srgbClr val="000000"/>
      </a:hlink>
      <a:folHlink>
        <a:srgbClr val="000000"/>
      </a:folHlink>
    </a:clrScheme>
    <a:fontScheme name="Benutzerdefiniert 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38100">
          <a:solidFill>
            <a:schemeClr val="tx1"/>
          </a:solidFill>
        </a:ln>
      </a:spPr>
      <a:bodyPr lIns="288000" tIns="288000" rIns="288000" bIns="288000" rtlCol="0" anchor="ctr"/>
      <a:lstStyle>
        <a:defPPr algn="ctr" rtl="0" eaLnBrk="1" fontAlgn="auto" hangingPunct="1">
          <a:lnSpc>
            <a:spcPct val="110000"/>
          </a:lnSpc>
          <a:spcBef>
            <a:spcPts val="0"/>
          </a:spcBef>
          <a:spcAft>
            <a:spcPts val="0"/>
          </a:spcAft>
          <a:defRPr sz="1400" b="0" i="0" u="none" baseline="0" dirty="0" err="1" smtClean="0">
            <a:solidFill>
              <a:sysClr val="windowText" lastClr="000000"/>
            </a:solidFill>
            <a:latin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0" tIns="0" rIns="0" bIns="0" rtlCol="0">
        <a:spAutoFit/>
      </a:bodyPr>
      <a:lstStyle>
        <a:defPPr marL="180000" indent="-180000" algn="l" rtl="0" eaLnBrk="1" fontAlgn="auto" hangingPunct="1">
          <a:lnSpc>
            <a:spcPct val="110000"/>
          </a:lnSpc>
          <a:spcBef>
            <a:spcPts val="0"/>
          </a:spcBef>
          <a:spcAft>
            <a:spcPts val="0"/>
          </a:spcAft>
          <a:buClr>
            <a:schemeClr val="bg2"/>
          </a:buClr>
          <a:buSzPct val="105000"/>
          <a:buFont typeface="Wingdings 3" panose="05040102010807070707" pitchFamily="18" charset="2"/>
          <a:buChar char="¬"/>
          <a:defRPr sz="1400" b="0" i="0" u="none" baseline="0" dirty="0" err="1">
            <a:solidFill>
              <a:srgbClr val="000000"/>
            </a:solidFill>
            <a:latin typeface="Arial" panose="020B0604020202020204" pitchFamily="34" charset="0"/>
          </a:defRPr>
        </a:defPPr>
      </a:lstStyle>
    </a:txDef>
  </a:objectDefaults>
  <a:extraClrSchemeLst/>
  <a:extLst>
    <a:ext uri="{05A4C25C-085E-4340-85A3-A5531E510DB2}">
      <thm15:themeFamily xmlns:thm15="http://schemas.microsoft.com/office/thememl/2012/main" name="K16_SPORTFIVE_Master_Working_30072020" id="{41752A11-F758-4768-B6FF-CAD96D0715CB}" vid="{C8C8CB7F-ECB0-4E85-A541-201FF665403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4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2b2e798-c18d-4470-aa72-82e314de488b">
      <Terms xmlns="http://schemas.microsoft.com/office/infopath/2007/PartnerControls"/>
    </lcf76f155ced4ddcb4097134ff3c332f>
    <TaxCatchAll xmlns="af0b7bc9-ac5f-45b4-9398-1b9b30b03f4d" xsi:nil="true"/>
    <ArchiveYear xmlns="42b2e798-c18d-4470-aa72-82e314de488b" xsi:nil="true"/>
    <AccountStatus xmlns="42b2e798-c18d-4470-aa72-82e314de488b" xsi:nil="true"/>
    <Region xmlns="42b2e798-c18d-4470-aa72-82e314de488b" xsi:nil="true"/>
    <Sector xmlns="42b2e798-c18d-4470-aa72-82e314de488b" xsi:nil="true"/>
    <LastActivity xmlns="42b2e798-c18d-4470-aa72-82e314de488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9F5EF6899287A4FAD81517541BC61D5" ma:contentTypeVersion="11" ma:contentTypeDescription="Create a new document." ma:contentTypeScope="" ma:versionID="06394a7103271b7f39012dbe2337368c">
  <xsd:schema xmlns:xsd="http://www.w3.org/2001/XMLSchema" xmlns:xs="http://www.w3.org/2001/XMLSchema" xmlns:p="http://schemas.microsoft.com/office/2006/metadata/properties" xmlns:ns2="774af5ab-830e-4a6a-a950-3cc8f3dd2306" xmlns:ns3="a800c307-d781-43b3-b525-87d7026f737a" xmlns:ns4="42b2e798-c18d-4470-aa72-82e314de488b" xmlns:ns5="af0b7bc9-ac5f-45b4-9398-1b9b30b03f4d" targetNamespace="http://schemas.microsoft.com/office/2006/metadata/properties" ma:root="true" ma:fieldsID="9ef023580aaed5b7d89390599ab63b1b" ns2:_="" ns3:_="" ns4:_="" ns5:_="">
    <xsd:import namespace="774af5ab-830e-4a6a-a950-3cc8f3dd2306"/>
    <xsd:import namespace="a800c307-d781-43b3-b525-87d7026f737a"/>
    <xsd:import namespace="42b2e798-c18d-4470-aa72-82e314de488b"/>
    <xsd:import namespace="af0b7bc9-ac5f-45b4-9398-1b9b30b03f4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MediaServiceObjectDetectorVersions" minOccurs="0"/>
                <xsd:element ref="ns2:MediaServiceSearchProperties" minOccurs="0"/>
                <xsd:element ref="ns4:MediaServiceBillingMetadata" minOccurs="0"/>
                <xsd:element ref="ns4:lcf76f155ced4ddcb4097134ff3c332f" minOccurs="0"/>
                <xsd:element ref="ns5:TaxCatchAll" minOccurs="0"/>
                <xsd:element ref="ns4:AccountStatus" minOccurs="0"/>
                <xsd:element ref="ns4:Sector" minOccurs="0"/>
                <xsd:element ref="ns4:Region" minOccurs="0"/>
                <xsd:element ref="ns4:LastActivity" minOccurs="0"/>
                <xsd:element ref="ns4:ArchiveYea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4af5ab-830e-4a6a-a950-3cc8f3dd230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800c307-d781-43b3-b525-87d7026f737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2b2e798-c18d-4470-aa72-82e314de488b" elementFormDefault="qualified">
    <xsd:import namespace="http://schemas.microsoft.com/office/2006/documentManagement/types"/>
    <xsd:import namespace="http://schemas.microsoft.com/office/infopath/2007/PartnerControls"/>
    <xsd:element name="MediaServiceBillingMetadata" ma:index="20" nillable="true" ma:displayName="MediaServiceBillingMetadata" ma:hidden="true" ma:internalName="MediaServiceBillingMetadata" ma:readOnly="true">
      <xsd:simpleType>
        <xsd:restriction base="dms:Note"/>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6029c2c5-63b4-4f47-9a3a-10421d104449" ma:termSetId="09814cd3-568e-fe90-9814-8d621ff8fb84" ma:anchorId="fba54fb3-c3e1-fe81-a776-ca4b69148c4d" ma:open="true" ma:isKeyword="false">
      <xsd:complexType>
        <xsd:sequence>
          <xsd:element ref="pc:Terms" minOccurs="0" maxOccurs="1"/>
        </xsd:sequence>
      </xsd:complexType>
    </xsd:element>
    <xsd:element name="AccountStatus" ma:index="24" nillable="true" ma:displayName="Commercial stage" ma:internalName="AccountStatus">
      <xsd:simpleType>
        <xsd:restriction base="dms:Choice"/>
      </xsd:simpleType>
    </xsd:element>
    <xsd:element name="Sector" ma:index="25" nillable="true" ma:displayName="Property / series" ma:internalName="Sector">
      <xsd:simpleType>
        <xsd:restriction base="dms:Choice"/>
      </xsd:simpleType>
    </xsd:element>
    <xsd:element name="Region" ma:index="26" nillable="true" ma:displayName="Market / territory" ma:internalName="Region">
      <xsd:simpleType>
        <xsd:restriction base="dms:Choice"/>
      </xsd:simpleType>
    </xsd:element>
    <xsd:element name="LastActivity" ma:index="27" nillable="true" ma:displayName="Review date" ma:internalName="LastActivity">
      <xsd:simpleType>
        <xsd:restriction base="dms:DateTime"/>
      </xsd:simpleType>
    </xsd:element>
    <xsd:element name="ArchiveYear" ma:index="28" nillable="true" ma:displayName="Season / year" ma:internalName="ArchiveYear">
      <xsd:simpleType>
        <xsd:restriction base="dms:Choice"/>
      </xsd:simpleType>
    </xsd:element>
  </xsd:schema>
  <xsd:schema xmlns:xsd="http://www.w3.org/2001/XMLSchema" xmlns:xs="http://www.w3.org/2001/XMLSchema" xmlns:dms="http://schemas.microsoft.com/office/2006/documentManagement/types" xmlns:pc="http://schemas.microsoft.com/office/infopath/2007/PartnerControls" targetNamespace="af0b7bc9-ac5f-45b4-9398-1b9b30b03f4d"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e90f0230-0030-4c07-90e0-5d8b526ef449}" ma:internalName="TaxCatchAll" ma:showField="CatchAllData" ma:web="af0b7bc9-ac5f-45b4-9398-1b9b30b03f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AD232C-E81D-4DA1-BCDF-5C99028FD1D4}">
  <ds:schemaRefs>
    <ds:schemaRef ds:uri="http://schemas.microsoft.com/sharepoint/v3/contenttype/forms"/>
  </ds:schemaRefs>
</ds:datastoreItem>
</file>

<file path=customXml/itemProps2.xml><?xml version="1.0" encoding="utf-8"?>
<ds:datastoreItem xmlns:ds="http://schemas.openxmlformats.org/officeDocument/2006/customXml" ds:itemID="{A315B9D3-1544-4A50-A603-4572758F0700}">
  <ds:schemaRefs>
    <ds:schemaRef ds:uri="42b2e798-c18d-4470-aa72-82e314de488b"/>
    <ds:schemaRef ds:uri="774af5ab-830e-4a6a-a950-3cc8f3dd2306"/>
    <ds:schemaRef ds:uri="a800c307-d781-43b3-b525-87d7026f737a"/>
    <ds:schemaRef ds:uri="af0b7bc9-ac5f-45b4-9398-1b9b30b03f4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000F67A-ADD7-48BA-9B9F-980A7F7928C0}">
  <ds:schemaRefs>
    <ds:schemaRef ds:uri="42b2e798-c18d-4470-aa72-82e314de488b"/>
    <ds:schemaRef ds:uri="774af5ab-830e-4a6a-a950-3cc8f3dd2306"/>
    <ds:schemaRef ds:uri="a800c307-d781-43b3-b525-87d7026f737a"/>
    <ds:schemaRef ds:uri="af0b7bc9-ac5f-45b4-9398-1b9b30b03f4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98bb62b1-2abe-4c3b-83c9-0db973449d42}" enabled="1" method="Privileged" siteId="{7a2bb90e-fde3-4c82-8232-9d000ffb146b}" removed="0"/>
</clbl:labelList>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8</Notes>
  <HiddenSlides>0</HiddenSlides>
  <ScaleCrop>false</ScaleCrop>
  <HeadingPairs>
    <vt:vector size="4" baseType="variant">
      <vt:variant>
        <vt:lpstr>Theme</vt:lpstr>
      </vt:variant>
      <vt:variant>
        <vt:i4>6</vt:i4>
      </vt:variant>
      <vt:variant>
        <vt:lpstr>Slide Titles</vt:lpstr>
      </vt:variant>
      <vt:variant>
        <vt:i4>12</vt:i4>
      </vt:variant>
    </vt:vector>
  </HeadingPairs>
  <TitlesOfParts>
    <vt:vector size="18" baseType="lpstr">
      <vt:lpstr>1_Office Theme</vt:lpstr>
      <vt:lpstr>10_SPORTFIVE</vt:lpstr>
      <vt:lpstr>SPORTFIVE</vt:lpstr>
      <vt:lpstr>Office Theme</vt:lpstr>
      <vt:lpstr>3_Office Theme</vt:lpstr>
      <vt:lpstr>4_Office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FARRANT, George</dc:creator>
  <cp:revision>1</cp:revision>
  <dcterms:created xsi:type="dcterms:W3CDTF">2026-09-08T19:19:44Z</dcterms:created>
  <dcterms:modified xsi:type="dcterms:W3CDTF">2026-10-07T13:30:20Z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0x01010049F5EF6899287A4FAD81517541BC61D5</vt:lpwstr>
  </property>
  <property fmtid="{D5CDD505-2E9C-101B-9397-08002B2CF9AE}" pid="3" name="MediaServiceImageTags">
    <vt:lpwstr/>
  </property>
</Properties>
</file>
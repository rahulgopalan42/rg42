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slideLayouts/slideLayout105.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comments/modernComment_164_A2ADB0EA.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60" r:id="rId4"/>
    <p:sldMasterId id="2147483672" r:id="rId5"/>
    <p:sldMasterId id="2147483684" r:id="rId6"/>
    <p:sldMasterId id="2147483696" r:id="rId7"/>
    <p:sldMasterId id="2147483709" r:id="rId8"/>
    <p:sldMasterId id="2147483728" r:id="rId9"/>
    <p:sldMasterId id="2147483770" r:id="rId10"/>
  </p:sldMasterIdLst>
  <p:notesMasterIdLst>
    <p:notesMasterId r:id="rId65"/>
  </p:notesMasterIdLst>
  <p:sldIdLst>
    <p:sldId id="268" r:id="rId111"/>
    <p:sldId id="276" r:id="rId112"/>
    <p:sldId id="277" r:id="rId113"/>
    <p:sldId id="278" r:id="rId114"/>
    <p:sldId id="279" r:id="rId115"/>
  </p:sldIdLst>
  <p:sldSz cx="12188825" cy="6134100"/>
  <p:notesSz cx="6858000" cy="9144000"/>
  <p:embeddedFontLst>
    <p:embeddedFont>
      <p:font typeface="Aeonik-Medium" panose="020B0604020202020204" charset="0"/>
      <p:regular r:id="rId66"/>
    </p:embeddedFont>
    <p:embeddedFont>
      <p:font typeface="Aptos Black" panose="020B0604020202020204" charset="0"/>
      <p:bold r:id="rId67"/>
      <p:italic r:id="rId68"/>
      <p:boldItalic r:id="rId69"/>
    </p:embeddedFont>
    <p:embeddedFont>
      <p:font typeface="Aptos ExtraBold" panose="020B0604020202020204" charset="0"/>
      <p:bold r:id="rId70"/>
      <p:italic r:id="rId71"/>
      <p:boldItalic r:id="rId72"/>
    </p:embeddedFont>
    <p:embeddedFont>
      <p:font typeface="Aptos Light" panose="020B0604020202020204" charset="0"/>
      <p:regular r:id="rId73"/>
      <p:italic r:id="rId74"/>
    </p:embeddedFont>
    <p:embeddedFont>
      <p:font typeface="Aptos SemiBold" panose="020B0604020202020204" charset="0"/>
      <p:regular r:id="rId75"/>
      <p:bold r:id="rId76"/>
      <p:italic r:id="rId77"/>
      <p:boldItalic r:id="rId78"/>
    </p:embeddedFont>
    <p:embeddedFont>
      <p:font typeface="Arial Black" panose="020B0A04020102020204" pitchFamily="34" charset="0"/>
      <p:bold r:id="rId79"/>
    </p:embeddedFont>
    <p:embeddedFont>
      <p:font typeface="Avenir Black Oblique" panose="020B0604020202020204" charset="0"/>
      <p:bold r:id="rId80"/>
      <p:italic r:id="rId81"/>
      <p:boldItalic r:id="rId82"/>
    </p:embeddedFont>
    <p:embeddedFont>
      <p:font typeface="Avenir Light Oblique" panose="020B0604020202020204" charset="0"/>
      <p:italic r:id="rId83"/>
    </p:embeddedFont>
    <p:embeddedFont>
      <p:font typeface="Bai Jamjuree" panose="020B0604020202020204" charset="-34"/>
      <p:regular r:id="rId84"/>
      <p:bold r:id="rId85"/>
      <p:italic r:id="rId86"/>
      <p:boldItalic r:id="rId87"/>
    </p:embeddedFont>
    <p:embeddedFont>
      <p:font typeface="Bebas Neue" panose="020B0604020202020204" charset="0"/>
      <p:regular r:id="rId88"/>
    </p:embeddedFont>
    <p:embeddedFont>
      <p:font typeface="ClashDisplay-Semibold" panose="020B0604020202020204" charset="0"/>
      <p:regular r:id="rId89"/>
      <p:bold r:id="rId90"/>
    </p:embeddedFont>
    <p:embeddedFont>
      <p:font typeface="IvyOra Text" panose="020B0604020202020204" charset="0"/>
      <p:regular r:id="rId91"/>
      <p:italic r:id="rId92"/>
    </p:embeddedFont>
    <p:embeddedFont>
      <p:font typeface="Source Sans Pro" panose="020B0604020202020204" charset="0"/>
      <p:regular r:id="rId93"/>
      <p:bold r:id="rId94"/>
      <p:italic r:id="rId95"/>
      <p:boldItalic r:id="rId96"/>
    </p:embeddedFont>
    <p:embeddedFont>
      <p:font typeface="Source Sans Pro Light" panose="020B0604020202020204" charset="0"/>
      <p:regular r:id="rId97"/>
      <p:italic r:id="rId98"/>
    </p:embeddedFont>
    <p:embeddedFont>
      <p:font typeface="Verdana" panose="020B0604030504040204" pitchFamily="34" charset="0"/>
      <p:regular r:id="rId99"/>
      <p:bold r:id="rId100"/>
      <p:italic r:id="rId101"/>
      <p:boldItalic r:id="rId102"/>
    </p:embeddedFont>
    <p:embeddedFont>
      <p:font typeface="Wingdings 3" panose="020B0604020202020204" charset="2"/>
      <p:regular r:id="rId10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5F02296-A20B-4D7F-B228-81D4259123C5}">
          <p14:sldIdLst>
            <p14:sldId id="2147480891"/>
            <p14:sldId id="2147480883"/>
            <p14:sldId id="2147480903"/>
            <p14:sldId id="2147480902"/>
            <p14:sldId id="2147480962"/>
            <p14:sldId id="2147483643"/>
            <p14:sldId id="2147483644"/>
            <p14:sldId id="265"/>
            <p14:sldId id="2147480904"/>
            <p14:sldId id="2147483638"/>
            <p14:sldId id="271"/>
            <p14:sldId id="275"/>
            <p14:sldId id="2147480882"/>
            <p14:sldId id="267"/>
            <p14:sldId id="356"/>
            <p14:sldId id="2147480936"/>
            <p14:sldId id="2147480907"/>
            <p14:sldId id="2147480939"/>
            <p14:sldId id="2147480943"/>
            <p14:sldId id="2147483641"/>
            <p14:sldId id="269"/>
            <p14:sldId id="2147483647"/>
            <p14:sldId id="260"/>
            <p14:sldId id="261"/>
            <p14:sldId id="2147483646"/>
            <p14:sldId id="256"/>
            <p14:sldId id="273"/>
            <p14:sldId id="274"/>
            <p14:sldId id="264"/>
            <p14:sldId id="2147480940"/>
            <p14:sldId id="2147480885"/>
            <p14:sldId id="2147480862"/>
            <p14:sldId id="2147480865"/>
            <p14:sldId id="328"/>
            <p14:sldId id="2147480866"/>
            <p14:sldId id="272"/>
            <p14:sldId id="263"/>
            <p14:sldId id="262"/>
            <p14:sldId id="266"/>
            <p14:sldId id="280"/>
            <p14:sldId id="295"/>
            <p14:sldId id="292"/>
            <p14:sldId id="2147480944"/>
            <p14:sldId id="258"/>
            <p14:sldId id="2147476536"/>
            <p14:sldId id="2147476557"/>
            <p14:sldId id="336"/>
            <p14:sldId id="259"/>
            <p14:sldId id="2147480961"/>
            <p14:sldId id="320"/>
            <p14:sldId id="2147476545"/>
            <p14:sldId id="2147480942"/>
          </p14:sldIdLst>
        </p14:section>
        <p14:section name="To delete" id="{31A54B29-E85B-46E2-8218-1B1F5AE55771}">
          <p14:sldIdLst>
            <p14:sldId id="270"/>
            <p14:sldId id="257"/>
          </p14:sldIdLst>
        </p14:section>
      </p14:sectionLst>
    </p:ext>
    <p:ext uri="{EFAFB233-063F-42B5-8137-9DF3F51BA10A}">
      <p15:sldGuideLst xmlns:p15="http://schemas.microsoft.com/office/powerpoint/2012/main">
        <p15:guide id="1" orient="horz" pos="996" userDrawn="1">
          <p15:clr>
            <a:srgbClr val="A4A3A4"/>
          </p15:clr>
        </p15:guide>
        <p15:guide id="2" pos="335" userDrawn="1">
          <p15:clr>
            <a:srgbClr val="A4A3A4"/>
          </p15:clr>
        </p15:guide>
        <p15:guide id="3" orient="horz" pos="1980" userDrawn="1">
          <p15:clr>
            <a:srgbClr val="A4A3A4"/>
          </p15:clr>
        </p15:guide>
        <p15:guide id="4" orient="horz" pos="2412" userDrawn="1">
          <p15:clr>
            <a:srgbClr val="A4A3A4"/>
          </p15:clr>
        </p15:guide>
        <p15:guide id="5" orient="horz" pos="2124" userDrawn="1">
          <p15:clr>
            <a:srgbClr val="A4A3A4"/>
          </p15:clr>
        </p15:guide>
        <p15:guide id="6" orient="horz" pos="516" userDrawn="1">
          <p15:clr>
            <a:srgbClr val="A4A3A4"/>
          </p15:clr>
        </p15:guide>
        <p15:guide id="7" orient="horz" pos="162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D25750E-799C-8541-F14D-7913CC53E0DE}" name="EVAIN, Morgane" initials="ME" userId="S::Morgane.EVAIN@sportfive.com::6a5ba691-b273-4596-bfda-ae4606280a0b" providerId="AD"/>
  <p188:author id="{AE459E89-DED2-46BB-EFB7-DEF395F24F4D}" name="DONAHUE, Mike" initials="MD" userId="S::mike.donahue@sportfive.com::03d3b8e1-13b3-437b-8e3d-c108d3cbe494" providerId="AD"/>
  <p188:author id="{684315EE-320E-7CBE-BDE9-D732AFB4E756}" name="KUKUK, Nick" initials="NK" userId="S::Nick.Kukuk@sportfive.com::278f0304-4a35-4b5a-8816-d60d3d74b9b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2A4CF9"/>
    <a:srgbClr val="160A08"/>
    <a:srgbClr val="470183"/>
    <a:srgbClr val="3594FD"/>
    <a:srgbClr val="FF1D00"/>
    <a:srgbClr val="CE1141"/>
    <a:srgbClr val="CB30A0"/>
    <a:srgbClr val="F3BC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22CABE-C87E-3C40-BBAA-EC90133CEEF5}" v="131" dt="2026-10-29T13:23:57.948"/>
    <p1510:client id="{8130BED2-29F3-4C1D-A671-8C26A7E9CAB3}" v="4370" dt="2026-10-29T12:26:28.6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996"/>
        <p:guide pos="335"/>
        <p:guide orient="horz" pos="1980"/>
        <p:guide orient="horz" pos="2412"/>
        <p:guide orient="horz" pos="2124"/>
        <p:guide orient="horz" pos="516"/>
        <p:guide orient="horz" pos="1620"/>
      </p:guideLst>
    </p:cSldViewPr>
  </p:slideViewPr>
  <p:gridSpacing cx="76200" cy="76200"/>
</p:viewPr>
</file>

<file path=ppt/_rels/presentation.xml.rels><?xml version="1.0" encoding="utf-8"?><Relationships xmlns="http://schemas.openxmlformats.org/package/2006/relationships"><Relationship Id="rId68" Type="http://schemas.openxmlformats.org/officeDocument/2006/relationships/font" Target="fonts/font3.fntdata"/><Relationship Id="rId84" Type="http://schemas.openxmlformats.org/officeDocument/2006/relationships/font" Target="fonts/font19.fntdata"/><Relationship Id="rId89" Type="http://schemas.openxmlformats.org/officeDocument/2006/relationships/font" Target="fonts/font24.fntdata"/><Relationship Id="rId107" Type="http://schemas.openxmlformats.org/officeDocument/2006/relationships/tableStyles" Target="tableStyles.xml"/><Relationship Id="rId74" Type="http://schemas.openxmlformats.org/officeDocument/2006/relationships/font" Target="fonts/font9.fntdata"/><Relationship Id="rId79" Type="http://schemas.openxmlformats.org/officeDocument/2006/relationships/font" Target="fonts/font14.fntdata"/><Relationship Id="rId102" Type="http://schemas.openxmlformats.org/officeDocument/2006/relationships/font" Target="fonts/font37.fntdata"/><Relationship Id="rId5" Type="http://schemas.openxmlformats.org/officeDocument/2006/relationships/slideMaster" Target="slideMasters/slideMaster2.xml"/><Relationship Id="rId90" Type="http://schemas.openxmlformats.org/officeDocument/2006/relationships/font" Target="fonts/font25.fntdata"/><Relationship Id="rId95" Type="http://schemas.openxmlformats.org/officeDocument/2006/relationships/font" Target="fonts/font30.fntdata"/><Relationship Id="rId69" Type="http://schemas.openxmlformats.org/officeDocument/2006/relationships/font" Target="fonts/font4.fntdata"/><Relationship Id="rId80" Type="http://schemas.openxmlformats.org/officeDocument/2006/relationships/font" Target="fonts/font15.fntdata"/><Relationship Id="rId85" Type="http://schemas.openxmlformats.org/officeDocument/2006/relationships/font" Target="fonts/font20.fntdata"/><Relationship Id="rId103" Type="http://schemas.openxmlformats.org/officeDocument/2006/relationships/font" Target="fonts/font38.fntdata"/><Relationship Id="rId108" Type="http://schemas.microsoft.com/office/2016/11/relationships/changesInfo" Target="changesInfos/changesInfo1.xml"/><Relationship Id="rId70" Type="http://schemas.openxmlformats.org/officeDocument/2006/relationships/font" Target="fonts/font5.fntdata"/><Relationship Id="rId75" Type="http://schemas.openxmlformats.org/officeDocument/2006/relationships/font" Target="fonts/font10.fntdata"/><Relationship Id="rId91" Type="http://schemas.openxmlformats.org/officeDocument/2006/relationships/font" Target="fonts/font26.fntdata"/><Relationship Id="rId96" Type="http://schemas.openxmlformats.org/officeDocument/2006/relationships/font" Target="fonts/font31.fntdata"/><Relationship Id="rId1" Type="http://schemas.openxmlformats.org/officeDocument/2006/relationships/customXml" Target="../customXml/item1.xml"/><Relationship Id="rId6" Type="http://schemas.openxmlformats.org/officeDocument/2006/relationships/slideMaster" Target="slideMasters/slideMaster3.xml"/><Relationship Id="rId106" Type="http://schemas.openxmlformats.org/officeDocument/2006/relationships/theme" Target="theme/theme1.xml"/><Relationship Id="rId10" Type="http://schemas.openxmlformats.org/officeDocument/2006/relationships/slideMaster" Target="slideMasters/slideMaster7.xml"/><Relationship Id="rId65" Type="http://schemas.openxmlformats.org/officeDocument/2006/relationships/notesMaster" Target="notesMasters/notesMaster1.xml"/><Relationship Id="rId73" Type="http://schemas.openxmlformats.org/officeDocument/2006/relationships/font" Target="fonts/font8.fntdata"/><Relationship Id="rId78" Type="http://schemas.openxmlformats.org/officeDocument/2006/relationships/font" Target="fonts/font13.fntdata"/><Relationship Id="rId81" Type="http://schemas.openxmlformats.org/officeDocument/2006/relationships/font" Target="fonts/font16.fntdata"/><Relationship Id="rId86" Type="http://schemas.openxmlformats.org/officeDocument/2006/relationships/font" Target="fonts/font21.fntdata"/><Relationship Id="rId94" Type="http://schemas.openxmlformats.org/officeDocument/2006/relationships/font" Target="fonts/font29.fntdata"/><Relationship Id="rId99" Type="http://schemas.openxmlformats.org/officeDocument/2006/relationships/font" Target="fonts/font34.fntdata"/><Relationship Id="rId101" Type="http://schemas.openxmlformats.org/officeDocument/2006/relationships/font" Target="fonts/font36.fntdata"/><Relationship Id="rId4" Type="http://schemas.openxmlformats.org/officeDocument/2006/relationships/slideMaster" Target="slideMasters/slideMaster1.xml"/><Relationship Id="rId9" Type="http://schemas.openxmlformats.org/officeDocument/2006/relationships/slideMaster" Target="slideMasters/slideMaster6.xml"/><Relationship Id="rId109" Type="http://schemas.microsoft.com/office/2015/10/relationships/revisionInfo" Target="revisionInfo.xml"/><Relationship Id="rId76" Type="http://schemas.openxmlformats.org/officeDocument/2006/relationships/font" Target="fonts/font11.fntdata"/><Relationship Id="rId97" Type="http://schemas.openxmlformats.org/officeDocument/2006/relationships/font" Target="fonts/font32.fntdata"/><Relationship Id="rId104" Type="http://schemas.openxmlformats.org/officeDocument/2006/relationships/presProps" Target="presProps.xml"/><Relationship Id="rId7" Type="http://schemas.openxmlformats.org/officeDocument/2006/relationships/slideMaster" Target="slideMasters/slideMaster4.xml"/><Relationship Id="rId71" Type="http://schemas.openxmlformats.org/officeDocument/2006/relationships/font" Target="fonts/font6.fntdata"/><Relationship Id="rId92" Type="http://schemas.openxmlformats.org/officeDocument/2006/relationships/font" Target="fonts/font27.fntdata"/><Relationship Id="rId2" Type="http://schemas.openxmlformats.org/officeDocument/2006/relationships/customXml" Target="../customXml/item2.xml"/><Relationship Id="rId66" Type="http://schemas.openxmlformats.org/officeDocument/2006/relationships/font" Target="fonts/font1.fntdata"/><Relationship Id="rId87" Type="http://schemas.openxmlformats.org/officeDocument/2006/relationships/font" Target="fonts/font22.fntdata"/><Relationship Id="rId110" Type="http://schemas.microsoft.com/office/2018/10/relationships/authors" Target="authors.xml"/><Relationship Id="rId82" Type="http://schemas.openxmlformats.org/officeDocument/2006/relationships/font" Target="fonts/font17.fntdata"/><Relationship Id="rId77" Type="http://schemas.openxmlformats.org/officeDocument/2006/relationships/font" Target="fonts/font12.fntdata"/><Relationship Id="rId100" Type="http://schemas.openxmlformats.org/officeDocument/2006/relationships/font" Target="fonts/font35.fntdata"/><Relationship Id="rId105" Type="http://schemas.openxmlformats.org/officeDocument/2006/relationships/viewProps" Target="viewProps.xml"/><Relationship Id="rId8" Type="http://schemas.openxmlformats.org/officeDocument/2006/relationships/slideMaster" Target="slideMasters/slideMaster5.xml"/><Relationship Id="rId72" Type="http://schemas.openxmlformats.org/officeDocument/2006/relationships/font" Target="fonts/font7.fntdata"/><Relationship Id="rId93" Type="http://schemas.openxmlformats.org/officeDocument/2006/relationships/font" Target="fonts/font28.fntdata"/><Relationship Id="rId98" Type="http://schemas.openxmlformats.org/officeDocument/2006/relationships/font" Target="fonts/font33.fntdata"/><Relationship Id="rId3" Type="http://schemas.openxmlformats.org/officeDocument/2006/relationships/customXml" Target="../customXml/item3.xml"/><Relationship Id="rId67" Type="http://schemas.openxmlformats.org/officeDocument/2006/relationships/font" Target="fonts/font2.fntdata"/><Relationship Id="rId83" Type="http://schemas.openxmlformats.org/officeDocument/2006/relationships/font" Target="fonts/font18.fntdata"/><Relationship Id="rId88" Type="http://schemas.openxmlformats.org/officeDocument/2006/relationships/font" Target="fonts/font23.fntdata"/>  <Relationship Id="rId111" Type="http://schemas.openxmlformats.org/officeDocument/2006/relationships/slide" Target="slides/slide55.xml"/>
  <Relationship Id="rId112" Type="http://schemas.openxmlformats.org/officeDocument/2006/relationships/slide" Target="slides/slide56.xml"/>
  <Relationship Id="rId113" Type="http://schemas.openxmlformats.org/officeDocument/2006/relationships/slide" Target="slides/slide57.xml"/>
  <Relationship Id="rId114" Type="http://schemas.openxmlformats.org/officeDocument/2006/relationships/slide" Target="slides/slide58.xml"/>
  <Relationship Id="rId115" Type="http://schemas.openxmlformats.org/officeDocument/2006/relationships/slide" Target="slides/slide59.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Gopalan" userId="S::gopalan.rahul@sportfive.com::70ef87f7-6d5d-422c-9dc9-d18a30a6fd61" providerId="AD" clId="Web-{39B00C6E-E74E-48F4-97F8-56C21BCA0F0A}"/>
    <pc:docChg chg="modSld">
      <pc:chgData name="RAHUL, Gopalan" userId="S::gopalan.rahul@sportfive.com::70ef87f7-6d5d-422c-9dc9-d18a30a6fd61" providerId="AD" clId="Web-{39B00C6E-E74E-48F4-97F8-56C21BCA0F0A}" dt="2026-10-26T16:23:05.814" v="0"/>
      <pc:docMkLst>
        <pc:docMk/>
      </pc:docMkLst>
      <pc:sldChg chg="mod modShow">
        <pc:chgData name="RAHUL, Gopalan" userId="S::gopalan.rahul@sportfive.com::70ef87f7-6d5d-422c-9dc9-d18a30a6fd61" providerId="AD" clId="Web-{39B00C6E-E74E-48F4-97F8-56C21BCA0F0A}" dt="2026-10-26T16:23:05.814" v="0"/>
        <pc:sldMkLst>
          <pc:docMk/>
          <pc:sldMk cId="4278890006" sldId="266"/>
        </pc:sldMkLst>
      </pc:sldChg>
    </pc:docChg>
  </pc:docChgLst>
  <pc:docChgLst>
    <pc:chgData name="GUY, Eleri" userId="6dafafa8-02db-45ab-b5a3-b9e617fc0398" providerId="ADAL" clId="{B2E791ED-1D5E-5740-BEA6-EF1C1A779954}"/>
    <pc:docChg chg="custSel modSld">
      <pc:chgData name="GUY, Eleri" userId="6dafafa8-02db-45ab-b5a3-b9e617fc0398" providerId="ADAL" clId="{B2E791ED-1D5E-5740-BEA6-EF1C1A779954}" dt="2026-10-27T15:52:58.744" v="507" actId="5793"/>
      <pc:docMkLst>
        <pc:docMk/>
      </pc:docMkLst>
      <pc:sldChg chg="modSp mod">
        <pc:chgData name="GUY, Eleri" userId="6dafafa8-02db-45ab-b5a3-b9e617fc0398" providerId="ADAL" clId="{B2E791ED-1D5E-5740-BEA6-EF1C1A779954}" dt="2026-10-27T15:52:58.744" v="507" actId="5793"/>
        <pc:sldMkLst>
          <pc:docMk/>
          <pc:sldMk cId="4125880180" sldId="264"/>
        </pc:sldMkLst>
        <pc:spChg chg="mod">
          <ac:chgData name="GUY, Eleri" userId="6dafafa8-02db-45ab-b5a3-b9e617fc0398" providerId="ADAL" clId="{B2E791ED-1D5E-5740-BEA6-EF1C1A779954}" dt="2026-10-27T15:52:58.744" v="507" actId="5793"/>
          <ac:spMkLst>
            <pc:docMk/>
            <pc:sldMk cId="4125880180" sldId="264"/>
            <ac:spMk id="16" creationId="{2B144445-B71E-9940-44F7-69049014AB28}"/>
          </ac:spMkLst>
        </pc:spChg>
      </pc:sldChg>
    </pc:docChg>
  </pc:docChgLst>
  <pc:docChgLst>
    <pc:chgData name="KUKUK, Nick" userId="278f0304-4a35-4b5a-8816-d60d3d74b9bd" providerId="ADAL" clId="{897FCC8F-D55E-5FAA-8B41-F800B55B96F6}"/>
    <pc:docChg chg="undo custSel addSld delSld modSld sldOrd modSection modNotesMaster">
      <pc:chgData name="KUKUK, Nick" userId="278f0304-4a35-4b5a-8816-d60d3d74b9bd" providerId="ADAL" clId="{897FCC8F-D55E-5FAA-8B41-F800B55B96F6}" dt="2026-10-29T13:23:57.948" v="979" actId="478"/>
      <pc:docMkLst>
        <pc:docMk/>
      </pc:docMkLst>
      <pc:sldChg chg="modSp mod">
        <pc:chgData name="KUKUK, Nick" userId="278f0304-4a35-4b5a-8816-d60d3d74b9bd" providerId="ADAL" clId="{897FCC8F-D55E-5FAA-8B41-F800B55B96F6}" dt="2026-10-26T11:11:13.552" v="78" actId="26606"/>
        <pc:sldMkLst>
          <pc:docMk/>
          <pc:sldMk cId="1647916383" sldId="259"/>
        </pc:sldMkLst>
        <pc:picChg chg="mod">
          <ac:chgData name="KUKUK, Nick" userId="278f0304-4a35-4b5a-8816-d60d3d74b9bd" providerId="ADAL" clId="{897FCC8F-D55E-5FAA-8B41-F800B55B96F6}" dt="2026-10-26T11:11:13.552" v="78" actId="26606"/>
          <ac:picMkLst>
            <pc:docMk/>
            <pc:sldMk cId="1647916383" sldId="259"/>
            <ac:picMk id="23" creationId="{44A499FF-A17B-D4A9-C1DE-B994BAE452CD}"/>
          </ac:picMkLst>
        </pc:picChg>
      </pc:sldChg>
      <pc:sldChg chg="addSp delSp modSp new mod modShow">
        <pc:chgData name="KUKUK, Nick" userId="278f0304-4a35-4b5a-8816-d60d3d74b9bd" providerId="ADAL" clId="{897FCC8F-D55E-5FAA-8B41-F800B55B96F6}" dt="2026-10-26T14:12:47.639" v="395" actId="27918"/>
        <pc:sldMkLst>
          <pc:docMk/>
          <pc:sldMk cId="875661276" sldId="267"/>
        </pc:sldMkLst>
        <pc:spChg chg="add mod">
          <ac:chgData name="KUKUK, Nick" userId="278f0304-4a35-4b5a-8816-d60d3d74b9bd" providerId="ADAL" clId="{897FCC8F-D55E-5FAA-8B41-F800B55B96F6}" dt="2026-10-26T13:49:35.938" v="101"/>
          <ac:spMkLst>
            <pc:docMk/>
            <pc:sldMk cId="875661276" sldId="267"/>
            <ac:spMk id="6" creationId="{24CC8A5F-BEEF-BF83-4D09-C46744A36249}"/>
          </ac:spMkLst>
        </pc:spChg>
        <pc:spChg chg="mod">
          <ac:chgData name="KUKUK, Nick" userId="278f0304-4a35-4b5a-8816-d60d3d74b9bd" providerId="ADAL" clId="{897FCC8F-D55E-5FAA-8B41-F800B55B96F6}" dt="2026-10-26T14:00:33.624" v="286" actId="21"/>
          <ac:spMkLst>
            <pc:docMk/>
            <pc:sldMk cId="875661276" sldId="267"/>
            <ac:spMk id="8" creationId="{CFF58C54-4069-67EB-511C-893BD5D2C998}"/>
          </ac:spMkLst>
        </pc:spChg>
        <pc:spChg chg="add mod">
          <ac:chgData name="KUKUK, Nick" userId="278f0304-4a35-4b5a-8816-d60d3d74b9bd" providerId="ADAL" clId="{897FCC8F-D55E-5FAA-8B41-F800B55B96F6}" dt="2026-10-26T14:01:42.044" v="371" actId="1076"/>
          <ac:spMkLst>
            <pc:docMk/>
            <pc:sldMk cId="875661276" sldId="267"/>
            <ac:spMk id="9" creationId="{508184E3-30BD-DD7C-54F0-29615081975F}"/>
          </ac:spMkLst>
        </pc:spChg>
        <pc:spChg chg="add mod">
          <ac:chgData name="KUKUK, Nick" userId="278f0304-4a35-4b5a-8816-d60d3d74b9bd" providerId="ADAL" clId="{897FCC8F-D55E-5FAA-8B41-F800B55B96F6}" dt="2026-10-26T13:49:35.938" v="101"/>
          <ac:spMkLst>
            <pc:docMk/>
            <pc:sldMk cId="875661276" sldId="267"/>
            <ac:spMk id="12" creationId="{C739D466-62AC-0BF2-B858-802E660F15B3}"/>
          </ac:spMkLst>
        </pc:spChg>
        <pc:spChg chg="add mod">
          <ac:chgData name="KUKUK, Nick" userId="278f0304-4a35-4b5a-8816-d60d3d74b9bd" providerId="ADAL" clId="{897FCC8F-D55E-5FAA-8B41-F800B55B96F6}" dt="2026-10-26T13:49:35.938" v="101"/>
          <ac:spMkLst>
            <pc:docMk/>
            <pc:sldMk cId="875661276" sldId="267"/>
            <ac:spMk id="13" creationId="{6B3A603B-B9E4-88F1-126B-608F13EC07D8}"/>
          </ac:spMkLst>
        </pc:spChg>
        <pc:spChg chg="add mod">
          <ac:chgData name="KUKUK, Nick" userId="278f0304-4a35-4b5a-8816-d60d3d74b9bd" providerId="ADAL" clId="{897FCC8F-D55E-5FAA-8B41-F800B55B96F6}" dt="2026-10-26T13:52:56.357" v="131" actId="14100"/>
          <ac:spMkLst>
            <pc:docMk/>
            <pc:sldMk cId="875661276" sldId="267"/>
            <ac:spMk id="17" creationId="{4FE30B95-6666-7FF8-3CB6-B113830E085D}"/>
          </ac:spMkLst>
        </pc:spChg>
        <pc:spChg chg="mod">
          <ac:chgData name="KUKUK, Nick" userId="278f0304-4a35-4b5a-8816-d60d3d74b9bd" providerId="ADAL" clId="{897FCC8F-D55E-5FAA-8B41-F800B55B96F6}" dt="2026-10-26T13:58:27.124" v="189" actId="1076"/>
          <ac:spMkLst>
            <pc:docMk/>
            <pc:sldMk cId="875661276" sldId="267"/>
            <ac:spMk id="18" creationId="{F552B104-3200-560E-E398-6528E9EDB0FF}"/>
          </ac:spMkLst>
        </pc:spChg>
        <pc:spChg chg="mod">
          <ac:chgData name="KUKUK, Nick" userId="278f0304-4a35-4b5a-8816-d60d3d74b9bd" providerId="ADAL" clId="{897FCC8F-D55E-5FAA-8B41-F800B55B96F6}" dt="2026-10-26T14:02:12.541" v="375" actId="14100"/>
          <ac:spMkLst>
            <pc:docMk/>
            <pc:sldMk cId="875661276" sldId="267"/>
            <ac:spMk id="19" creationId="{FF2DEEB2-056E-16C3-34E4-AD50DB4C440E}"/>
          </ac:spMkLst>
        </pc:spChg>
        <pc:spChg chg="add mod">
          <ac:chgData name="KUKUK, Nick" userId="278f0304-4a35-4b5a-8816-d60d3d74b9bd" providerId="ADAL" clId="{897FCC8F-D55E-5FAA-8B41-F800B55B96F6}" dt="2026-10-26T13:58:32.607" v="190" actId="1076"/>
          <ac:spMkLst>
            <pc:docMk/>
            <pc:sldMk cId="875661276" sldId="267"/>
            <ac:spMk id="20" creationId="{8173714E-50D2-5896-6A9F-7741AFC9CA0D}"/>
          </ac:spMkLst>
        </pc:spChg>
        <pc:spChg chg="mod">
          <ac:chgData name="KUKUK, Nick" userId="278f0304-4a35-4b5a-8816-d60d3d74b9bd" providerId="ADAL" clId="{897FCC8F-D55E-5FAA-8B41-F800B55B96F6}" dt="2026-10-26T13:52:45.091" v="130" actId="1076"/>
          <ac:spMkLst>
            <pc:docMk/>
            <pc:sldMk cId="875661276" sldId="267"/>
            <ac:spMk id="21" creationId="{4B966D4A-C1CD-68CB-B376-488EA4702F8E}"/>
          </ac:spMkLst>
        </pc:spChg>
        <pc:spChg chg="add mod">
          <ac:chgData name="KUKUK, Nick" userId="278f0304-4a35-4b5a-8816-d60d3d74b9bd" providerId="ADAL" clId="{897FCC8F-D55E-5FAA-8B41-F800B55B96F6}" dt="2026-10-26T13:56:11.999" v="167" actId="1076"/>
          <ac:spMkLst>
            <pc:docMk/>
            <pc:sldMk cId="875661276" sldId="267"/>
            <ac:spMk id="22" creationId="{75CA3F1D-7C3A-6632-F851-45EEA8597D90}"/>
          </ac:spMkLst>
        </pc:spChg>
        <pc:spChg chg="mod">
          <ac:chgData name="KUKUK, Nick" userId="278f0304-4a35-4b5a-8816-d60d3d74b9bd" providerId="ADAL" clId="{897FCC8F-D55E-5FAA-8B41-F800B55B96F6}" dt="2026-10-26T13:49:35.938" v="101"/>
          <ac:spMkLst>
            <pc:docMk/>
            <pc:sldMk cId="875661276" sldId="267"/>
            <ac:spMk id="24" creationId="{014A59F0-FFB2-3853-65E1-3C1F0616A6F5}"/>
          </ac:spMkLst>
        </pc:spChg>
        <pc:spChg chg="add mod">
          <ac:chgData name="KUKUK, Nick" userId="278f0304-4a35-4b5a-8816-d60d3d74b9bd" providerId="ADAL" clId="{897FCC8F-D55E-5FAA-8B41-F800B55B96F6}" dt="2026-10-26T13:49:35.938" v="101"/>
          <ac:spMkLst>
            <pc:docMk/>
            <pc:sldMk cId="875661276" sldId="267"/>
            <ac:spMk id="26" creationId="{B3750222-57F3-6381-B43B-034FE03E215B}"/>
          </ac:spMkLst>
        </pc:spChg>
        <pc:spChg chg="mod">
          <ac:chgData name="KUKUK, Nick" userId="278f0304-4a35-4b5a-8816-d60d3d74b9bd" providerId="ADAL" clId="{897FCC8F-D55E-5FAA-8B41-F800B55B96F6}" dt="2026-10-26T13:56:15.800" v="175" actId="1076"/>
          <ac:spMkLst>
            <pc:docMk/>
            <pc:sldMk cId="875661276" sldId="267"/>
            <ac:spMk id="28" creationId="{1B312DBE-0E1B-76F8-FC4D-E1B310CD0913}"/>
          </ac:spMkLst>
        </pc:spChg>
        <pc:spChg chg="add del mod">
          <ac:chgData name="KUKUK, Nick" userId="278f0304-4a35-4b5a-8816-d60d3d74b9bd" providerId="ADAL" clId="{897FCC8F-D55E-5FAA-8B41-F800B55B96F6}" dt="2026-10-26T14:01:52.217" v="373" actId="478"/>
          <ac:spMkLst>
            <pc:docMk/>
            <pc:sldMk cId="875661276" sldId="267"/>
            <ac:spMk id="33" creationId="{5695A883-D9C0-6D9A-C669-8D39F777BDAE}"/>
          </ac:spMkLst>
        </pc:spChg>
        <pc:graphicFrameChg chg="add mod">
          <ac:chgData name="KUKUK, Nick" userId="278f0304-4a35-4b5a-8816-d60d3d74b9bd" providerId="ADAL" clId="{897FCC8F-D55E-5FAA-8B41-F800B55B96F6}" dt="2026-10-26T13:57:49.040" v="188" actId="20577"/>
          <ac:graphicFrameMkLst>
            <pc:docMk/>
            <pc:sldMk cId="875661276" sldId="267"/>
            <ac:graphicFrameMk id="3" creationId="{F82C2BCB-25C8-4308-A1DF-B0390A3BD08D}"/>
          </ac:graphicFrameMkLst>
        </pc:graphicFrameChg>
        <pc:cxnChg chg="add mod">
          <ac:chgData name="KUKUK, Nick" userId="278f0304-4a35-4b5a-8816-d60d3d74b9bd" providerId="ADAL" clId="{897FCC8F-D55E-5FAA-8B41-F800B55B96F6}" dt="2026-10-26T13:50:44.513" v="110" actId="14100"/>
          <ac:cxnSpMkLst>
            <pc:docMk/>
            <pc:sldMk cId="875661276" sldId="267"/>
            <ac:cxnSpMk id="4" creationId="{B9ED9181-D69F-F361-E4C8-B5981270566F}"/>
          </ac:cxnSpMkLst>
        </pc:cxnChg>
        <pc:cxnChg chg="add del">
          <ac:chgData name="KUKUK, Nick" userId="278f0304-4a35-4b5a-8816-d60d3d74b9bd" providerId="ADAL" clId="{897FCC8F-D55E-5FAA-8B41-F800B55B96F6}" dt="2026-10-26T13:56:16.308" v="176" actId="478"/>
          <ac:cxnSpMkLst>
            <pc:docMk/>
            <pc:sldMk cId="875661276" sldId="267"/>
            <ac:cxnSpMk id="27" creationId="{4EDE2BCC-691A-8EB5-A0AF-C31D5ED58382}"/>
          </ac:cxnSpMkLst>
        </pc:cxnChg>
      </pc:sldChg>
      <pc:sldChg chg="new mod modShow">
        <pc:chgData name="KUKUK, Nick" userId="278f0304-4a35-4b5a-8816-d60d3d74b9bd" providerId="ADAL" clId="{897FCC8F-D55E-5FAA-8B41-F800B55B96F6}" dt="2026-10-29T08:26:53.625" v="911" actId="729"/>
        <pc:sldMkLst>
          <pc:docMk/>
          <pc:sldMk cId="3447267401" sldId="268"/>
        </pc:sldMkLst>
      </pc:sldChg>
      <pc:sldChg chg="addSp delSp modSp add del mod modShow">
        <pc:chgData name="KUKUK, Nick" userId="278f0304-4a35-4b5a-8816-d60d3d74b9bd" providerId="ADAL" clId="{897FCC8F-D55E-5FAA-8B41-F800B55B96F6}" dt="2026-10-29T08:19:34.731" v="900" actId="2696"/>
        <pc:sldMkLst>
          <pc:docMk/>
          <pc:sldMk cId="4239783442" sldId="268"/>
        </pc:sldMkLst>
        <pc:spChg chg="mod">
          <ac:chgData name="KUKUK, Nick" userId="278f0304-4a35-4b5a-8816-d60d3d74b9bd" providerId="ADAL" clId="{897FCC8F-D55E-5FAA-8B41-F800B55B96F6}" dt="2026-10-28T13:20:16.063" v="883" actId="313"/>
          <ac:spMkLst>
            <pc:docMk/>
            <pc:sldMk cId="4239783442" sldId="268"/>
            <ac:spMk id="11" creationId="{AFC1C989-5CB9-10AD-E110-63049D42F2CD}"/>
          </ac:spMkLst>
        </pc:spChg>
        <pc:spChg chg="add del mod">
          <ac:chgData name="KUKUK, Nick" userId="278f0304-4a35-4b5a-8816-d60d3d74b9bd" providerId="ADAL" clId="{897FCC8F-D55E-5FAA-8B41-F800B55B96F6}" dt="2026-10-29T08:19:31.187" v="898" actId="21"/>
          <ac:spMkLst>
            <pc:docMk/>
            <pc:sldMk cId="4239783442" sldId="268"/>
            <ac:spMk id="12" creationId="{40BE5F3C-0241-87A9-AE61-E6A0AE2E3D6C}"/>
          </ac:spMkLst>
        </pc:spChg>
        <pc:grpChg chg="del">
          <ac:chgData name="KUKUK, Nick" userId="278f0304-4a35-4b5a-8816-d60d3d74b9bd" providerId="ADAL" clId="{897FCC8F-D55E-5FAA-8B41-F800B55B96F6}" dt="2026-10-28T13:23:13.806" v="884" actId="478"/>
          <ac:grpSpMkLst>
            <pc:docMk/>
            <pc:sldMk cId="4239783442" sldId="268"/>
            <ac:grpSpMk id="32" creationId="{5025A2EB-F805-333F-AE3B-1B4B197F416C}"/>
          </ac:grpSpMkLst>
        </pc:grpChg>
        <pc:graphicFrameChg chg="mod modGraphic">
          <ac:chgData name="KUKUK, Nick" userId="278f0304-4a35-4b5a-8816-d60d3d74b9bd" providerId="ADAL" clId="{897FCC8F-D55E-5FAA-8B41-F800B55B96F6}" dt="2026-10-28T13:23:19.813" v="886" actId="1076"/>
          <ac:graphicFrameMkLst>
            <pc:docMk/>
            <pc:sldMk cId="4239783442" sldId="268"/>
            <ac:graphicFrameMk id="51" creationId="{B93958C7-9A88-C4E1-B2B7-0F41FE5F897E}"/>
          </ac:graphicFrameMkLst>
        </pc:graphicFrameChg>
        <pc:picChg chg="mod">
          <ac:chgData name="KUKUK, Nick" userId="278f0304-4a35-4b5a-8816-d60d3d74b9bd" providerId="ADAL" clId="{897FCC8F-D55E-5FAA-8B41-F800B55B96F6}" dt="2026-10-28T13:23:27.363" v="887" actId="1076"/>
          <ac:picMkLst>
            <pc:docMk/>
            <pc:sldMk cId="4239783442" sldId="268"/>
            <ac:picMk id="5" creationId="{AD1A7B4C-9398-F533-E973-1D4B2CDF7616}"/>
          </ac:picMkLst>
        </pc:picChg>
        <pc:picChg chg="mod">
          <ac:chgData name="KUKUK, Nick" userId="278f0304-4a35-4b5a-8816-d60d3d74b9bd" providerId="ADAL" clId="{897FCC8F-D55E-5FAA-8B41-F800B55B96F6}" dt="2026-10-28T13:23:27.363" v="887" actId="1076"/>
          <ac:picMkLst>
            <pc:docMk/>
            <pc:sldMk cId="4239783442" sldId="268"/>
            <ac:picMk id="7" creationId="{4A5D4354-A7BC-347B-34A6-C2AD209C681F}"/>
          </ac:picMkLst>
        </pc:picChg>
        <pc:picChg chg="mod">
          <ac:chgData name="KUKUK, Nick" userId="278f0304-4a35-4b5a-8816-d60d3d74b9bd" providerId="ADAL" clId="{897FCC8F-D55E-5FAA-8B41-F800B55B96F6}" dt="2026-10-28T13:23:27.363" v="887" actId="1076"/>
          <ac:picMkLst>
            <pc:docMk/>
            <pc:sldMk cId="4239783442" sldId="268"/>
            <ac:picMk id="10" creationId="{391A2234-9C3A-6B4F-C4B6-009A5212EF2F}"/>
          </ac:picMkLst>
        </pc:picChg>
        <pc:picChg chg="mod">
          <ac:chgData name="KUKUK, Nick" userId="278f0304-4a35-4b5a-8816-d60d3d74b9bd" providerId="ADAL" clId="{897FCC8F-D55E-5FAA-8B41-F800B55B96F6}" dt="2026-10-28T13:23:27.363" v="887" actId="1076"/>
          <ac:picMkLst>
            <pc:docMk/>
            <pc:sldMk cId="4239783442" sldId="268"/>
            <ac:picMk id="15" creationId="{D37299B1-0C92-C8CB-A5CD-426A3A40560D}"/>
          </ac:picMkLst>
        </pc:picChg>
        <pc:picChg chg="mod">
          <ac:chgData name="KUKUK, Nick" userId="278f0304-4a35-4b5a-8816-d60d3d74b9bd" providerId="ADAL" clId="{897FCC8F-D55E-5FAA-8B41-F800B55B96F6}" dt="2026-10-28T13:23:27.363" v="887" actId="1076"/>
          <ac:picMkLst>
            <pc:docMk/>
            <pc:sldMk cId="4239783442" sldId="268"/>
            <ac:picMk id="18" creationId="{F895254F-7C29-1928-D634-4A1C65704AB9}"/>
          </ac:picMkLst>
        </pc:picChg>
        <pc:picChg chg="mod">
          <ac:chgData name="KUKUK, Nick" userId="278f0304-4a35-4b5a-8816-d60d3d74b9bd" providerId="ADAL" clId="{897FCC8F-D55E-5FAA-8B41-F800B55B96F6}" dt="2026-10-28T13:23:27.363" v="887" actId="1076"/>
          <ac:picMkLst>
            <pc:docMk/>
            <pc:sldMk cId="4239783442" sldId="268"/>
            <ac:picMk id="21" creationId="{1355F3B1-0293-5068-9EDA-E9C6987E3585}"/>
          </ac:picMkLst>
        </pc:picChg>
        <pc:picChg chg="mod">
          <ac:chgData name="KUKUK, Nick" userId="278f0304-4a35-4b5a-8816-d60d3d74b9bd" providerId="ADAL" clId="{897FCC8F-D55E-5FAA-8B41-F800B55B96F6}" dt="2026-10-28T13:23:27.363" v="887" actId="1076"/>
          <ac:picMkLst>
            <pc:docMk/>
            <pc:sldMk cId="4239783442" sldId="268"/>
            <ac:picMk id="25" creationId="{BD53DA2D-F180-B987-F4DF-0B5D5FBAA584}"/>
          </ac:picMkLst>
        </pc:picChg>
        <pc:picChg chg="mod">
          <ac:chgData name="KUKUK, Nick" userId="278f0304-4a35-4b5a-8816-d60d3d74b9bd" providerId="ADAL" clId="{897FCC8F-D55E-5FAA-8B41-F800B55B96F6}" dt="2026-10-28T13:23:27.363" v="887" actId="1076"/>
          <ac:picMkLst>
            <pc:docMk/>
            <pc:sldMk cId="4239783442" sldId="268"/>
            <ac:picMk id="44" creationId="{F43AC26C-04C5-75C9-F6E2-7ADEA7893FDF}"/>
          </ac:picMkLst>
        </pc:picChg>
        <pc:picChg chg="mod">
          <ac:chgData name="KUKUK, Nick" userId="278f0304-4a35-4b5a-8816-d60d3d74b9bd" providerId="ADAL" clId="{897FCC8F-D55E-5FAA-8B41-F800B55B96F6}" dt="2026-10-28T13:23:27.363" v="887" actId="1076"/>
          <ac:picMkLst>
            <pc:docMk/>
            <pc:sldMk cId="4239783442" sldId="268"/>
            <ac:picMk id="47" creationId="{6389A825-FEA3-BDA6-AC45-86CD96B00999}"/>
          </ac:picMkLst>
        </pc:picChg>
        <pc:picChg chg="mod">
          <ac:chgData name="KUKUK, Nick" userId="278f0304-4a35-4b5a-8816-d60d3d74b9bd" providerId="ADAL" clId="{897FCC8F-D55E-5FAA-8B41-F800B55B96F6}" dt="2026-10-28T13:23:27.363" v="887" actId="1076"/>
          <ac:picMkLst>
            <pc:docMk/>
            <pc:sldMk cId="4239783442" sldId="268"/>
            <ac:picMk id="53" creationId="{B1CED786-764A-44C9-B1C2-F6ECF7AD2F25}"/>
          </ac:picMkLst>
        </pc:picChg>
      </pc:sldChg>
      <pc:sldChg chg="add setBg">
        <pc:chgData name="KUKUK, Nick" userId="278f0304-4a35-4b5a-8816-d60d3d74b9bd" providerId="ADAL" clId="{897FCC8F-D55E-5FAA-8B41-F800B55B96F6}" dt="2026-10-26T14:27:57.104" v="404"/>
        <pc:sldMkLst>
          <pc:docMk/>
          <pc:sldMk cId="3371484964" sldId="270"/>
        </pc:sldMkLst>
      </pc:sldChg>
      <pc:sldChg chg="addSp delSp modSp add mod modShow">
        <pc:chgData name="KUKUK, Nick" userId="278f0304-4a35-4b5a-8816-d60d3d74b9bd" providerId="ADAL" clId="{897FCC8F-D55E-5FAA-8B41-F800B55B96F6}" dt="2026-10-29T09:47:11.616" v="915" actId="478"/>
        <pc:sldMkLst>
          <pc:docMk/>
          <pc:sldMk cId="1978447632" sldId="271"/>
        </pc:sldMkLst>
        <pc:spChg chg="mod">
          <ac:chgData name="KUKUK, Nick" userId="278f0304-4a35-4b5a-8816-d60d3d74b9bd" providerId="ADAL" clId="{897FCC8F-D55E-5FAA-8B41-F800B55B96F6}" dt="2026-10-29T09:46:48.380" v="913" actId="14100"/>
          <ac:spMkLst>
            <pc:docMk/>
            <pc:sldMk cId="1978447632" sldId="271"/>
            <ac:spMk id="11" creationId="{0B5B301D-11D3-CB0A-9AB5-A88D00C6A65B}"/>
          </ac:spMkLst>
        </pc:spChg>
        <pc:spChg chg="add del mod">
          <ac:chgData name="KUKUK, Nick" userId="278f0304-4a35-4b5a-8816-d60d3d74b9bd" providerId="ADAL" clId="{897FCC8F-D55E-5FAA-8B41-F800B55B96F6}" dt="2026-10-29T09:47:11.616" v="915" actId="478"/>
          <ac:spMkLst>
            <pc:docMk/>
            <pc:sldMk cId="1978447632" sldId="271"/>
            <ac:spMk id="12" creationId="{7B5BB58E-33C8-BEF7-8DA4-29BF47E7FF85}"/>
          </ac:spMkLst>
        </pc:spChg>
        <pc:spChg chg="mod">
          <ac:chgData name="KUKUK, Nick" userId="278f0304-4a35-4b5a-8816-d60d3d74b9bd" providerId="ADAL" clId="{897FCC8F-D55E-5FAA-8B41-F800B55B96F6}" dt="2026-10-29T08:19:25.931" v="897" actId="20577"/>
          <ac:spMkLst>
            <pc:docMk/>
            <pc:sldMk cId="1978447632" sldId="271"/>
            <ac:spMk id="34" creationId="{BDFDE87C-C4C4-3CAC-E6B9-E07A86C2EB5F}"/>
          </ac:spMkLst>
        </pc:spChg>
        <pc:graphicFrameChg chg="modGraphic">
          <ac:chgData name="KUKUK, Nick" userId="278f0304-4a35-4b5a-8816-d60d3d74b9bd" providerId="ADAL" clId="{897FCC8F-D55E-5FAA-8B41-F800B55B96F6}" dt="2026-10-29T08:23:59.958" v="909" actId="14734"/>
          <ac:graphicFrameMkLst>
            <pc:docMk/>
            <pc:sldMk cId="1978447632" sldId="271"/>
            <ac:graphicFrameMk id="51" creationId="{98243DD1-DF0E-F5BB-A165-3B5C803CCAEB}"/>
          </ac:graphicFrameMkLst>
        </pc:graphicFrameChg>
        <pc:inkChg chg="add del">
          <ac:chgData name="KUKUK, Nick" userId="278f0304-4a35-4b5a-8816-d60d3d74b9bd" providerId="ADAL" clId="{897FCC8F-D55E-5FAA-8B41-F800B55B96F6}" dt="2026-10-29T08:23:41.015" v="905" actId="478"/>
          <ac:inkMkLst>
            <pc:docMk/>
            <pc:sldMk cId="1978447632" sldId="271"/>
            <ac:inkMk id="22" creationId="{933102CC-3269-A2F4-6A14-05C6FE76C041}"/>
          </ac:inkMkLst>
        </pc:inkChg>
        <pc:inkChg chg="add del">
          <ac:chgData name="KUKUK, Nick" userId="278f0304-4a35-4b5a-8816-d60d3d74b9bd" providerId="ADAL" clId="{897FCC8F-D55E-5FAA-8B41-F800B55B96F6}" dt="2026-10-29T08:23:42.383" v="906" actId="478"/>
          <ac:inkMkLst>
            <pc:docMk/>
            <pc:sldMk cId="1978447632" sldId="271"/>
            <ac:inkMk id="24" creationId="{268AFD15-2294-F4B9-BD86-B6CC6548D44C}"/>
          </ac:inkMkLst>
        </pc:inkChg>
      </pc:sldChg>
      <pc:sldChg chg="modSp mod">
        <pc:chgData name="KUKUK, Nick" userId="278f0304-4a35-4b5a-8816-d60d3d74b9bd" providerId="ADAL" clId="{897FCC8F-D55E-5FAA-8B41-F800B55B96F6}" dt="2026-10-26T11:11:13.552" v="78" actId="26606"/>
        <pc:sldMkLst>
          <pc:docMk/>
          <pc:sldMk cId="2317539783" sldId="272"/>
        </pc:sldMkLst>
        <pc:grpChg chg="mod">
          <ac:chgData name="KUKUK, Nick" userId="278f0304-4a35-4b5a-8816-d60d3d74b9bd" providerId="ADAL" clId="{897FCC8F-D55E-5FAA-8B41-F800B55B96F6}" dt="2026-10-26T11:11:13.552" v="78" actId="26606"/>
          <ac:grpSpMkLst>
            <pc:docMk/>
            <pc:sldMk cId="2317539783" sldId="272"/>
            <ac:grpSpMk id="4" creationId="{6C9404DE-88DA-8A83-EB30-B7AA195CE031}"/>
          </ac:grpSpMkLst>
        </pc:grpChg>
      </pc:sldChg>
      <pc:sldChg chg="modSp add del mod modShow">
        <pc:chgData name="KUKUK, Nick" userId="278f0304-4a35-4b5a-8816-d60d3d74b9bd" providerId="ADAL" clId="{897FCC8F-D55E-5FAA-8B41-F800B55B96F6}" dt="2026-10-29T13:14:47.224" v="961" actId="2696"/>
        <pc:sldMkLst>
          <pc:docMk/>
          <pc:sldMk cId="1350160329" sldId="355"/>
        </pc:sldMkLst>
        <pc:spChg chg="mod">
          <ac:chgData name="KUKUK, Nick" userId="278f0304-4a35-4b5a-8816-d60d3d74b9bd" providerId="ADAL" clId="{897FCC8F-D55E-5FAA-8B41-F800B55B96F6}" dt="2026-10-29T12:53:58.267" v="921"/>
          <ac:spMkLst>
            <pc:docMk/>
            <pc:sldMk cId="1350160329" sldId="355"/>
            <ac:spMk id="18" creationId="{5DBF76B9-665D-40E7-4F7C-425F49F7244F}"/>
          </ac:spMkLst>
        </pc:spChg>
      </pc:sldChg>
      <pc:sldChg chg="addSp delSp modSp add del mod ord modShow">
        <pc:chgData name="KUKUK, Nick" userId="278f0304-4a35-4b5a-8816-d60d3d74b9bd" providerId="ADAL" clId="{897FCC8F-D55E-5FAA-8B41-F800B55B96F6}" dt="2026-10-29T13:23:57.948" v="979" actId="478"/>
        <pc:sldMkLst>
          <pc:docMk/>
          <pc:sldMk cId="2729292010" sldId="356"/>
        </pc:sldMkLst>
        <pc:spChg chg="add del mod">
          <ac:chgData name="KUKUK, Nick" userId="278f0304-4a35-4b5a-8816-d60d3d74b9bd" providerId="ADAL" clId="{897FCC8F-D55E-5FAA-8B41-F800B55B96F6}" dt="2026-10-29T13:20:47.148" v="962" actId="478"/>
          <ac:spMkLst>
            <pc:docMk/>
            <pc:sldMk cId="2729292010" sldId="356"/>
            <ac:spMk id="2" creationId="{C7A542D0-6D21-C2E8-5797-A912D05ED812}"/>
          </ac:spMkLst>
        </pc:spChg>
        <pc:spChg chg="mod">
          <ac:chgData name="KUKUK, Nick" userId="278f0304-4a35-4b5a-8816-d60d3d74b9bd" providerId="ADAL" clId="{897FCC8F-D55E-5FAA-8B41-F800B55B96F6}" dt="2026-10-29T12:53:58.267" v="921"/>
          <ac:spMkLst>
            <pc:docMk/>
            <pc:sldMk cId="2729292010" sldId="356"/>
            <ac:spMk id="18" creationId="{E36A3542-0DA9-1A68-B94B-13D91E0D9DFE}"/>
          </ac:spMkLst>
        </pc:spChg>
        <pc:spChg chg="del">
          <ac:chgData name="KUKUK, Nick" userId="278f0304-4a35-4b5a-8816-d60d3d74b9bd" providerId="ADAL" clId="{897FCC8F-D55E-5FAA-8B41-F800B55B96F6}" dt="2026-10-29T13:23:57.948" v="979" actId="478"/>
          <ac:spMkLst>
            <pc:docMk/>
            <pc:sldMk cId="2729292010" sldId="356"/>
            <ac:spMk id="235" creationId="{2D8EE628-6DBC-5F01-174C-B843A75CC972}"/>
          </ac:spMkLst>
        </pc:spChg>
        <pc:spChg chg="del">
          <ac:chgData name="KUKUK, Nick" userId="278f0304-4a35-4b5a-8816-d60d3d74b9bd" providerId="ADAL" clId="{897FCC8F-D55E-5FAA-8B41-F800B55B96F6}" dt="2026-10-29T13:23:57.948" v="979" actId="478"/>
          <ac:spMkLst>
            <pc:docMk/>
            <pc:sldMk cId="2729292010" sldId="356"/>
            <ac:spMk id="239" creationId="{1828D197-D713-68C5-2A2D-AD6297ED4097}"/>
          </ac:spMkLst>
        </pc:spChg>
        <pc:spChg chg="del">
          <ac:chgData name="KUKUK, Nick" userId="278f0304-4a35-4b5a-8816-d60d3d74b9bd" providerId="ADAL" clId="{897FCC8F-D55E-5FAA-8B41-F800B55B96F6}" dt="2026-10-29T13:23:57.948" v="979" actId="478"/>
          <ac:spMkLst>
            <pc:docMk/>
            <pc:sldMk cId="2729292010" sldId="356"/>
            <ac:spMk id="243" creationId="{C9F827F0-1014-8B84-6D98-1529E894FB2B}"/>
          </ac:spMkLst>
        </pc:spChg>
        <pc:spChg chg="del">
          <ac:chgData name="KUKUK, Nick" userId="278f0304-4a35-4b5a-8816-d60d3d74b9bd" providerId="ADAL" clId="{897FCC8F-D55E-5FAA-8B41-F800B55B96F6}" dt="2026-10-29T13:23:57.948" v="979" actId="478"/>
          <ac:spMkLst>
            <pc:docMk/>
            <pc:sldMk cId="2729292010" sldId="356"/>
            <ac:spMk id="247" creationId="{64C2A306-D83A-79CF-ADCD-EE4C0C1C5890}"/>
          </ac:spMkLst>
        </pc:spChg>
        <pc:spChg chg="del">
          <ac:chgData name="KUKUK, Nick" userId="278f0304-4a35-4b5a-8816-d60d3d74b9bd" providerId="ADAL" clId="{897FCC8F-D55E-5FAA-8B41-F800B55B96F6}" dt="2026-10-29T13:23:57.948" v="979" actId="478"/>
          <ac:spMkLst>
            <pc:docMk/>
            <pc:sldMk cId="2729292010" sldId="356"/>
            <ac:spMk id="440" creationId="{B57919BA-EA63-90ED-ABFA-B07DA54C36A1}"/>
          </ac:spMkLst>
        </pc:spChg>
        <pc:spChg chg="del">
          <ac:chgData name="KUKUK, Nick" userId="278f0304-4a35-4b5a-8816-d60d3d74b9bd" providerId="ADAL" clId="{897FCC8F-D55E-5FAA-8B41-F800B55B96F6}" dt="2026-10-29T13:23:57.948" v="979" actId="478"/>
          <ac:spMkLst>
            <pc:docMk/>
            <pc:sldMk cId="2729292010" sldId="356"/>
            <ac:spMk id="442" creationId="{801A829D-68C8-D4FE-0815-BB5690FF7B88}"/>
          </ac:spMkLst>
        </pc:spChg>
        <pc:spChg chg="del">
          <ac:chgData name="KUKUK, Nick" userId="278f0304-4a35-4b5a-8816-d60d3d74b9bd" providerId="ADAL" clId="{897FCC8F-D55E-5FAA-8B41-F800B55B96F6}" dt="2026-10-29T13:23:57.948" v="979" actId="478"/>
          <ac:spMkLst>
            <pc:docMk/>
            <pc:sldMk cId="2729292010" sldId="356"/>
            <ac:spMk id="552" creationId="{30C819B6-0117-7D5E-64CA-9150DD4AE913}"/>
          </ac:spMkLst>
        </pc:spChg>
        <pc:spChg chg="del">
          <ac:chgData name="KUKUK, Nick" userId="278f0304-4a35-4b5a-8816-d60d3d74b9bd" providerId="ADAL" clId="{897FCC8F-D55E-5FAA-8B41-F800B55B96F6}" dt="2026-10-29T13:23:57.948" v="979" actId="478"/>
          <ac:spMkLst>
            <pc:docMk/>
            <pc:sldMk cId="2729292010" sldId="356"/>
            <ac:spMk id="554" creationId="{ECB6222E-3B7C-5AFF-B9CB-80FD89B58658}"/>
          </ac:spMkLst>
        </pc:spChg>
        <pc:spChg chg="del">
          <ac:chgData name="KUKUK, Nick" userId="278f0304-4a35-4b5a-8816-d60d3d74b9bd" providerId="ADAL" clId="{897FCC8F-D55E-5FAA-8B41-F800B55B96F6}" dt="2026-10-29T13:23:57.948" v="979" actId="478"/>
          <ac:spMkLst>
            <pc:docMk/>
            <pc:sldMk cId="2729292010" sldId="356"/>
            <ac:spMk id="556" creationId="{C9547E40-1085-BC01-99EC-8F81EE56AEDC}"/>
          </ac:spMkLst>
        </pc:spChg>
        <pc:spChg chg="del">
          <ac:chgData name="KUKUK, Nick" userId="278f0304-4a35-4b5a-8816-d60d3d74b9bd" providerId="ADAL" clId="{897FCC8F-D55E-5FAA-8B41-F800B55B96F6}" dt="2026-10-29T13:23:57.948" v="979" actId="478"/>
          <ac:spMkLst>
            <pc:docMk/>
            <pc:sldMk cId="2729292010" sldId="356"/>
            <ac:spMk id="558" creationId="{1C92D289-142C-0378-41D9-68E5BD88D6D9}"/>
          </ac:spMkLst>
        </pc:spChg>
        <pc:grpChg chg="del mod">
          <ac:chgData name="KUKUK, Nick" userId="278f0304-4a35-4b5a-8816-d60d3d74b9bd" providerId="ADAL" clId="{897FCC8F-D55E-5FAA-8B41-F800B55B96F6}" dt="2026-10-29T13:11:24.988" v="943"/>
          <ac:grpSpMkLst>
            <pc:docMk/>
            <pc:sldMk cId="2729292010" sldId="356"/>
            <ac:grpSpMk id="39" creationId="{E2E317B5-126B-5761-B957-068321DA8CB7}"/>
          </ac:grpSpMkLst>
        </pc:grpChg>
        <pc:grpChg chg="del mod">
          <ac:chgData name="KUKUK, Nick" userId="278f0304-4a35-4b5a-8816-d60d3d74b9bd" providerId="ADAL" clId="{897FCC8F-D55E-5FAA-8B41-F800B55B96F6}" dt="2026-10-29T13:11:36.073" v="953"/>
          <ac:grpSpMkLst>
            <pc:docMk/>
            <pc:sldMk cId="2729292010" sldId="356"/>
            <ac:grpSpMk id="41" creationId="{FE3FAA64-A5E5-04B2-EB59-F381C9C4A000}"/>
          </ac:grpSpMkLst>
        </pc:grpChg>
        <pc:inkChg chg="add del">
          <ac:chgData name="KUKUK, Nick" userId="278f0304-4a35-4b5a-8816-d60d3d74b9bd" providerId="ADAL" clId="{897FCC8F-D55E-5FAA-8B41-F800B55B96F6}" dt="2026-10-29T13:11:36.072" v="946"/>
          <ac:inkMkLst>
            <pc:docMk/>
            <pc:sldMk cId="2729292010" sldId="356"/>
            <ac:inkMk id="5" creationId="{0CEE3933-6922-72F8-4E3D-41D414D6ACF6}"/>
          </ac:inkMkLst>
        </pc:inkChg>
        <pc:inkChg chg="add del">
          <ac:chgData name="KUKUK, Nick" userId="278f0304-4a35-4b5a-8816-d60d3d74b9bd" providerId="ADAL" clId="{897FCC8F-D55E-5FAA-8B41-F800B55B96F6}" dt="2026-10-29T13:11:36.072" v="947"/>
          <ac:inkMkLst>
            <pc:docMk/>
            <pc:sldMk cId="2729292010" sldId="356"/>
            <ac:inkMk id="6" creationId="{9DD6F4EE-867B-BA73-0319-1145CAC47B41}"/>
          </ac:inkMkLst>
        </pc:inkChg>
        <pc:inkChg chg="add del">
          <ac:chgData name="KUKUK, Nick" userId="278f0304-4a35-4b5a-8816-d60d3d74b9bd" providerId="ADAL" clId="{897FCC8F-D55E-5FAA-8B41-F800B55B96F6}" dt="2026-10-29T13:11:36.072" v="945"/>
          <ac:inkMkLst>
            <pc:docMk/>
            <pc:sldMk cId="2729292010" sldId="356"/>
            <ac:inkMk id="8" creationId="{D6F1DE10-8F67-94DC-4C92-46B8CBBCDD1B}"/>
          </ac:inkMkLst>
        </pc:inkChg>
        <pc:inkChg chg="add del">
          <ac:chgData name="KUKUK, Nick" userId="278f0304-4a35-4b5a-8816-d60d3d74b9bd" providerId="ADAL" clId="{897FCC8F-D55E-5FAA-8B41-F800B55B96F6}" dt="2026-10-29T13:11:36.073" v="951"/>
          <ac:inkMkLst>
            <pc:docMk/>
            <pc:sldMk cId="2729292010" sldId="356"/>
            <ac:inkMk id="9" creationId="{C9BAAD5E-0479-78B8-D10E-23F9A096CE15}"/>
          </ac:inkMkLst>
        </pc:inkChg>
        <pc:inkChg chg="add del">
          <ac:chgData name="KUKUK, Nick" userId="278f0304-4a35-4b5a-8816-d60d3d74b9bd" providerId="ADAL" clId="{897FCC8F-D55E-5FAA-8B41-F800B55B96F6}" dt="2026-10-29T13:11:36.073" v="956"/>
          <ac:inkMkLst>
            <pc:docMk/>
            <pc:sldMk cId="2729292010" sldId="356"/>
            <ac:inkMk id="10" creationId="{CD16B055-BBA3-4BC6-2F78-AE5CFB9C336A}"/>
          </ac:inkMkLst>
        </pc:inkChg>
        <pc:inkChg chg="add del">
          <ac:chgData name="KUKUK, Nick" userId="278f0304-4a35-4b5a-8816-d60d3d74b9bd" providerId="ADAL" clId="{897FCC8F-D55E-5FAA-8B41-F800B55B96F6}" dt="2026-10-29T13:11:36.074" v="957"/>
          <ac:inkMkLst>
            <pc:docMk/>
            <pc:sldMk cId="2729292010" sldId="356"/>
            <ac:inkMk id="12" creationId="{CFD12F87-B0E2-2022-513F-D8809E2CF924}"/>
          </ac:inkMkLst>
        </pc:inkChg>
        <pc:inkChg chg="add del">
          <ac:chgData name="KUKUK, Nick" userId="278f0304-4a35-4b5a-8816-d60d3d74b9bd" providerId="ADAL" clId="{897FCC8F-D55E-5FAA-8B41-F800B55B96F6}" dt="2026-10-29T13:11:36.070" v="944"/>
          <ac:inkMkLst>
            <pc:docMk/>
            <pc:sldMk cId="2729292010" sldId="356"/>
            <ac:inkMk id="13" creationId="{684858D3-8CAF-44DC-8070-F97652F5F760}"/>
          </ac:inkMkLst>
        </pc:inkChg>
        <pc:inkChg chg="add del">
          <ac:chgData name="KUKUK, Nick" userId="278f0304-4a35-4b5a-8816-d60d3d74b9bd" providerId="ADAL" clId="{897FCC8F-D55E-5FAA-8B41-F800B55B96F6}" dt="2026-10-29T13:11:36.073" v="949"/>
          <ac:inkMkLst>
            <pc:docMk/>
            <pc:sldMk cId="2729292010" sldId="356"/>
            <ac:inkMk id="15" creationId="{DB7CD6D8-B80E-079E-DEA3-A73E67090BC4}"/>
          </ac:inkMkLst>
        </pc:inkChg>
        <pc:inkChg chg="add del">
          <ac:chgData name="KUKUK, Nick" userId="278f0304-4a35-4b5a-8816-d60d3d74b9bd" providerId="ADAL" clId="{897FCC8F-D55E-5FAA-8B41-F800B55B96F6}" dt="2026-10-29T13:11:36.073" v="954"/>
          <ac:inkMkLst>
            <pc:docMk/>
            <pc:sldMk cId="2729292010" sldId="356"/>
            <ac:inkMk id="17" creationId="{4E0B9E70-B84C-2EBF-2B0A-A38F4BE49913}"/>
          </ac:inkMkLst>
        </pc:inkChg>
        <pc:inkChg chg="add del">
          <ac:chgData name="KUKUK, Nick" userId="278f0304-4a35-4b5a-8816-d60d3d74b9bd" providerId="ADAL" clId="{897FCC8F-D55E-5FAA-8B41-F800B55B96F6}" dt="2026-10-29T13:11:36.073" v="948"/>
          <ac:inkMkLst>
            <pc:docMk/>
            <pc:sldMk cId="2729292010" sldId="356"/>
            <ac:inkMk id="24" creationId="{BFCAB87C-5F56-BA0F-B552-82604539C777}"/>
          </ac:inkMkLst>
        </pc:inkChg>
        <pc:inkChg chg="add del">
          <ac:chgData name="KUKUK, Nick" userId="278f0304-4a35-4b5a-8816-d60d3d74b9bd" providerId="ADAL" clId="{897FCC8F-D55E-5FAA-8B41-F800B55B96F6}" dt="2026-10-29T13:11:36.073" v="950"/>
          <ac:inkMkLst>
            <pc:docMk/>
            <pc:sldMk cId="2729292010" sldId="356"/>
            <ac:inkMk id="26" creationId="{DB6D4D21-97AF-53A0-FA32-5B666DC2EEC8}"/>
          </ac:inkMkLst>
        </pc:inkChg>
        <pc:inkChg chg="add del">
          <ac:chgData name="KUKUK, Nick" userId="278f0304-4a35-4b5a-8816-d60d3d74b9bd" providerId="ADAL" clId="{897FCC8F-D55E-5FAA-8B41-F800B55B96F6}" dt="2026-10-29T13:11:36.073" v="955"/>
          <ac:inkMkLst>
            <pc:docMk/>
            <pc:sldMk cId="2729292010" sldId="356"/>
            <ac:inkMk id="30" creationId="{C8596793-85A8-3C81-EA7C-041D4C806065}"/>
          </ac:inkMkLst>
        </pc:inkChg>
        <pc:inkChg chg="add del mod">
          <ac:chgData name="KUKUK, Nick" userId="278f0304-4a35-4b5a-8816-d60d3d74b9bd" providerId="ADAL" clId="{897FCC8F-D55E-5FAA-8B41-F800B55B96F6}" dt="2026-10-29T13:11:36.074" v="958"/>
          <ac:inkMkLst>
            <pc:docMk/>
            <pc:sldMk cId="2729292010" sldId="356"/>
            <ac:inkMk id="35" creationId="{1E25C57C-C708-5EBA-4613-A9CFF8B0EFC0}"/>
          </ac:inkMkLst>
        </pc:inkChg>
        <pc:inkChg chg="add del mod">
          <ac:chgData name="KUKUK, Nick" userId="278f0304-4a35-4b5a-8816-d60d3d74b9bd" providerId="ADAL" clId="{897FCC8F-D55E-5FAA-8B41-F800B55B96F6}" dt="2026-10-29T13:11:36.073" v="953"/>
          <ac:inkMkLst>
            <pc:docMk/>
            <pc:sldMk cId="2729292010" sldId="356"/>
            <ac:inkMk id="36" creationId="{5899B88B-0AAD-4669-3641-E2FDBC1CA792}"/>
          </ac:inkMkLst>
        </pc:inkChg>
        <pc:inkChg chg="add del mod">
          <ac:chgData name="KUKUK, Nick" userId="278f0304-4a35-4b5a-8816-d60d3d74b9bd" providerId="ADAL" clId="{897FCC8F-D55E-5FAA-8B41-F800B55B96F6}" dt="2026-10-29T13:11:36.073" v="952"/>
          <ac:inkMkLst>
            <pc:docMk/>
            <pc:sldMk cId="2729292010" sldId="356"/>
            <ac:inkMk id="38" creationId="{D127DA59-4278-FF95-98F7-AB6C25632189}"/>
          </ac:inkMkLst>
        </pc:inkChg>
        <pc:inkChg chg="add del">
          <ac:chgData name="KUKUK, Nick" userId="278f0304-4a35-4b5a-8816-d60d3d74b9bd" providerId="ADAL" clId="{897FCC8F-D55E-5FAA-8B41-F800B55B96F6}" dt="2026-10-29T13:21:12.056" v="964" actId="9405"/>
          <ac:inkMkLst>
            <pc:docMk/>
            <pc:sldMk cId="2729292010" sldId="356"/>
            <ac:inkMk id="42" creationId="{400E8FC1-681F-D5AA-2918-AE421A3254FA}"/>
          </ac:inkMkLst>
        </pc:inkChg>
        <pc:inkChg chg="add del">
          <ac:chgData name="KUKUK, Nick" userId="278f0304-4a35-4b5a-8816-d60d3d74b9bd" providerId="ADAL" clId="{897FCC8F-D55E-5FAA-8B41-F800B55B96F6}" dt="2026-10-29T13:21:18.498" v="968" actId="9405"/>
          <ac:inkMkLst>
            <pc:docMk/>
            <pc:sldMk cId="2729292010" sldId="356"/>
            <ac:inkMk id="44" creationId="{FEE7439C-5D35-7F6E-2A41-16FA64367420}"/>
          </ac:inkMkLst>
        </pc:inkChg>
        <pc:inkChg chg="add del">
          <ac:chgData name="KUKUK, Nick" userId="278f0304-4a35-4b5a-8816-d60d3d74b9bd" providerId="ADAL" clId="{897FCC8F-D55E-5FAA-8B41-F800B55B96F6}" dt="2026-10-29T13:21:18.298" v="967" actId="9405"/>
          <ac:inkMkLst>
            <pc:docMk/>
            <pc:sldMk cId="2729292010" sldId="356"/>
            <ac:inkMk id="46" creationId="{25AD99C7-A644-850D-8507-CCD5E36ACB6D}"/>
          </ac:inkMkLst>
        </pc:inkChg>
        <pc:inkChg chg="add del">
          <ac:chgData name="KUKUK, Nick" userId="278f0304-4a35-4b5a-8816-d60d3d74b9bd" providerId="ADAL" clId="{897FCC8F-D55E-5FAA-8B41-F800B55B96F6}" dt="2026-10-29T13:21:28.782" v="978" actId="9405"/>
          <ac:inkMkLst>
            <pc:docMk/>
            <pc:sldMk cId="2729292010" sldId="356"/>
            <ac:inkMk id="47" creationId="{B878288A-F42A-9517-EE01-F2B1DD887C36}"/>
          </ac:inkMkLst>
        </pc:inkChg>
        <pc:inkChg chg="add del">
          <ac:chgData name="KUKUK, Nick" userId="278f0304-4a35-4b5a-8816-d60d3d74b9bd" providerId="ADAL" clId="{897FCC8F-D55E-5FAA-8B41-F800B55B96F6}" dt="2026-10-29T13:21:28.398" v="977" actId="9405"/>
          <ac:inkMkLst>
            <pc:docMk/>
            <pc:sldMk cId="2729292010" sldId="356"/>
            <ac:inkMk id="49" creationId="{9ABC0862-5585-9C19-8FCE-89AC8C23BED5}"/>
          </ac:inkMkLst>
        </pc:inkChg>
        <pc:inkChg chg="add del">
          <ac:chgData name="KUKUK, Nick" userId="278f0304-4a35-4b5a-8816-d60d3d74b9bd" providerId="ADAL" clId="{897FCC8F-D55E-5FAA-8B41-F800B55B96F6}" dt="2026-10-29T13:21:28.187" v="976" actId="9405"/>
          <ac:inkMkLst>
            <pc:docMk/>
            <pc:sldMk cId="2729292010" sldId="356"/>
            <ac:inkMk id="50" creationId="{F7BF29F1-1C13-A03E-55C7-00D4966A21A7}"/>
          </ac:inkMkLst>
        </pc:inkChg>
        <pc:inkChg chg="add del">
          <ac:chgData name="KUKUK, Nick" userId="278f0304-4a35-4b5a-8816-d60d3d74b9bd" providerId="ADAL" clId="{897FCC8F-D55E-5FAA-8B41-F800B55B96F6}" dt="2026-10-29T13:21:27.800" v="975" actId="9405"/>
          <ac:inkMkLst>
            <pc:docMk/>
            <pc:sldMk cId="2729292010" sldId="356"/>
            <ac:inkMk id="52" creationId="{09BA9134-C4AB-FC90-3967-EC399F4201B4}"/>
          </ac:inkMkLst>
        </pc:inkChg>
        <pc:inkChg chg="add del">
          <ac:chgData name="KUKUK, Nick" userId="278f0304-4a35-4b5a-8816-d60d3d74b9bd" providerId="ADAL" clId="{897FCC8F-D55E-5FAA-8B41-F800B55B96F6}" dt="2026-10-29T13:21:26.536" v="974" actId="9405"/>
          <ac:inkMkLst>
            <pc:docMk/>
            <pc:sldMk cId="2729292010" sldId="356"/>
            <ac:inkMk id="54" creationId="{93E259B8-5055-675F-0ECF-6CA287EB2312}"/>
          </ac:inkMkLst>
        </pc:inkChg>
      </pc:sldChg>
      <pc:sldChg chg="modSp add del mod modShow">
        <pc:chgData name="KUKUK, Nick" userId="278f0304-4a35-4b5a-8816-d60d3d74b9bd" providerId="ADAL" clId="{897FCC8F-D55E-5FAA-8B41-F800B55B96F6}" dt="2026-10-29T13:14:45.969" v="960" actId="2696"/>
        <pc:sldMkLst>
          <pc:docMk/>
          <pc:sldMk cId="2324251415" sldId="357"/>
        </pc:sldMkLst>
        <pc:spChg chg="mod">
          <ac:chgData name="KUKUK, Nick" userId="278f0304-4a35-4b5a-8816-d60d3d74b9bd" providerId="ADAL" clId="{897FCC8F-D55E-5FAA-8B41-F800B55B96F6}" dt="2026-10-29T12:53:58.267" v="921"/>
          <ac:spMkLst>
            <pc:docMk/>
            <pc:sldMk cId="2324251415" sldId="357"/>
            <ac:spMk id="513" creationId="{566D91EB-911D-0EDB-511D-E634CB4EB86B}"/>
          </ac:spMkLst>
        </pc:spChg>
      </pc:sldChg>
      <pc:sldChg chg="modSp mod">
        <pc:chgData name="KUKUK, Nick" userId="278f0304-4a35-4b5a-8816-d60d3d74b9bd" providerId="ADAL" clId="{897FCC8F-D55E-5FAA-8B41-F800B55B96F6}" dt="2026-10-26T14:35:09.343" v="745" actId="20577"/>
        <pc:sldMkLst>
          <pc:docMk/>
          <pc:sldMk cId="3902511297" sldId="2147480882"/>
        </pc:sldMkLst>
        <pc:spChg chg="mod">
          <ac:chgData name="KUKUK, Nick" userId="278f0304-4a35-4b5a-8816-d60d3d74b9bd" providerId="ADAL" clId="{897FCC8F-D55E-5FAA-8B41-F800B55B96F6}" dt="2026-10-26T14:35:09.343" v="745" actId="20577"/>
          <ac:spMkLst>
            <pc:docMk/>
            <pc:sldMk cId="3902511297" sldId="2147480882"/>
            <ac:spMk id="10" creationId="{1EFC9E53-0CB8-A5AD-A83D-3EFBDE58947C}"/>
          </ac:spMkLst>
        </pc:spChg>
      </pc:sldChg>
      <pc:sldChg chg="addSp delSp modSp mod ord">
        <pc:chgData name="KUKUK, Nick" userId="278f0304-4a35-4b5a-8816-d60d3d74b9bd" providerId="ADAL" clId="{897FCC8F-D55E-5FAA-8B41-F800B55B96F6}" dt="2026-10-29T08:19:18.808" v="895" actId="20577"/>
        <pc:sldMkLst>
          <pc:docMk/>
          <pc:sldMk cId="3904583238" sldId="2147483638"/>
        </pc:sldMkLst>
        <pc:spChg chg="add mod">
          <ac:chgData name="KUKUK, Nick" userId="278f0304-4a35-4b5a-8816-d60d3d74b9bd" providerId="ADAL" clId="{897FCC8F-D55E-5FAA-8B41-F800B55B96F6}" dt="2026-10-26T14:34:07.247" v="653" actId="115"/>
          <ac:spMkLst>
            <pc:docMk/>
            <pc:sldMk cId="3904583238" sldId="2147483638"/>
            <ac:spMk id="30" creationId="{95E60D4E-DD15-B089-B11B-783F524FAF03}"/>
          </ac:spMkLst>
        </pc:spChg>
        <pc:spChg chg="mod">
          <ac:chgData name="KUKUK, Nick" userId="278f0304-4a35-4b5a-8816-d60d3d74b9bd" providerId="ADAL" clId="{897FCC8F-D55E-5FAA-8B41-F800B55B96F6}" dt="2026-10-26T14:32:17.744" v="637" actId="14100"/>
          <ac:spMkLst>
            <pc:docMk/>
            <pc:sldMk cId="3904583238" sldId="2147483638"/>
            <ac:spMk id="33" creationId="{2B7667FB-F809-AABB-871F-A290D4AB5CBD}"/>
          </ac:spMkLst>
        </pc:spChg>
        <pc:spChg chg="mod">
          <ac:chgData name="KUKUK, Nick" userId="278f0304-4a35-4b5a-8816-d60d3d74b9bd" providerId="ADAL" clId="{897FCC8F-D55E-5FAA-8B41-F800B55B96F6}" dt="2026-10-29T08:19:18.808" v="895" actId="20577"/>
          <ac:spMkLst>
            <pc:docMk/>
            <pc:sldMk cId="3904583238" sldId="2147483638"/>
            <ac:spMk id="34" creationId="{BE180443-9C9B-0081-E1CE-44E1AE5A8DE1}"/>
          </ac:spMkLst>
        </pc:spChg>
        <pc:spChg chg="mod">
          <ac:chgData name="KUKUK, Nick" userId="278f0304-4a35-4b5a-8816-d60d3d74b9bd" providerId="ADAL" clId="{897FCC8F-D55E-5FAA-8B41-F800B55B96F6}" dt="2026-10-26T14:32:52.176" v="640" actId="21"/>
          <ac:spMkLst>
            <pc:docMk/>
            <pc:sldMk cId="3904583238" sldId="2147483638"/>
            <ac:spMk id="46" creationId="{404360D9-EC3B-7E05-7A87-B26EABFD8D58}"/>
          </ac:spMkLst>
        </pc:spChg>
        <pc:grpChg chg="mod">
          <ac:chgData name="KUKUK, Nick" userId="278f0304-4a35-4b5a-8816-d60d3d74b9bd" providerId="ADAL" clId="{897FCC8F-D55E-5FAA-8B41-F800B55B96F6}" dt="2026-10-26T14:31:02.360" v="597" actId="14100"/>
          <ac:grpSpMkLst>
            <pc:docMk/>
            <pc:sldMk cId="3904583238" sldId="2147483638"/>
            <ac:grpSpMk id="32" creationId="{7D0DFC6A-19BD-2B4D-4AB7-B8D11AB27293}"/>
          </ac:grpSpMkLst>
        </pc:grpChg>
        <pc:picChg chg="add mod">
          <ac:chgData name="KUKUK, Nick" userId="278f0304-4a35-4b5a-8816-d60d3d74b9bd" providerId="ADAL" clId="{897FCC8F-D55E-5FAA-8B41-F800B55B96F6}" dt="2026-10-27T16:50:11.945" v="760" actId="12788"/>
          <ac:picMkLst>
            <pc:docMk/>
            <pc:sldMk cId="3904583238" sldId="2147483638"/>
            <ac:picMk id="3" creationId="{C6DC8A7E-C039-4098-9C76-61BEF6714C2D}"/>
          </ac:picMkLst>
        </pc:picChg>
        <pc:picChg chg="add del mod">
          <ac:chgData name="KUKUK, Nick" userId="278f0304-4a35-4b5a-8816-d60d3d74b9bd" providerId="ADAL" clId="{897FCC8F-D55E-5FAA-8B41-F800B55B96F6}" dt="2026-10-27T16:50:03.595" v="759" actId="12788"/>
          <ac:picMkLst>
            <pc:docMk/>
            <pc:sldMk cId="3904583238" sldId="2147483638"/>
            <ac:picMk id="26" creationId="{8EF97148-6C9A-09B8-36E7-0633F9CD8270}"/>
          </ac:picMkLst>
        </pc:picChg>
        <pc:picChg chg="mod">
          <ac:chgData name="KUKUK, Nick" userId="278f0304-4a35-4b5a-8816-d60d3d74b9bd" providerId="ADAL" clId="{897FCC8F-D55E-5FAA-8B41-F800B55B96F6}" dt="2026-10-27T16:50:03.595" v="759" actId="12788"/>
          <ac:picMkLst>
            <pc:docMk/>
            <pc:sldMk cId="3904583238" sldId="2147483638"/>
            <ac:picMk id="28" creationId="{103B7E60-3DD1-2931-CA92-D1FBCB440BBD}"/>
          </ac:picMkLst>
        </pc:picChg>
        <pc:picChg chg="add mod">
          <ac:chgData name="KUKUK, Nick" userId="278f0304-4a35-4b5a-8816-d60d3d74b9bd" providerId="ADAL" clId="{897FCC8F-D55E-5FAA-8B41-F800B55B96F6}" dt="2026-10-26T14:33:08.859" v="644"/>
          <ac:picMkLst>
            <pc:docMk/>
            <pc:sldMk cId="3904583238" sldId="2147483638"/>
            <ac:picMk id="35" creationId="{F549D630-A203-B7FF-E0CE-AFB0AE2F9F7E}"/>
          </ac:picMkLst>
        </pc:picChg>
        <pc:picChg chg="mod">
          <ac:chgData name="KUKUK, Nick" userId="278f0304-4a35-4b5a-8816-d60d3d74b9bd" providerId="ADAL" clId="{897FCC8F-D55E-5FAA-8B41-F800B55B96F6}" dt="2026-10-27T16:50:11.945" v="760" actId="12788"/>
          <ac:picMkLst>
            <pc:docMk/>
            <pc:sldMk cId="3904583238" sldId="2147483638"/>
            <ac:picMk id="44" creationId="{EE29C04E-F6CA-50C7-BDEA-F64E76B2A297}"/>
          </ac:picMkLst>
        </pc:picChg>
      </pc:sldChg>
      <pc:sldChg chg="modSp mod">
        <pc:chgData name="KUKUK, Nick" userId="278f0304-4a35-4b5a-8816-d60d3d74b9bd" providerId="ADAL" clId="{897FCC8F-D55E-5FAA-8B41-F800B55B96F6}" dt="2026-10-26T11:11:13.552" v="78" actId="26606"/>
        <pc:sldMkLst>
          <pc:docMk/>
          <pc:sldMk cId="2210729786" sldId="2147483647"/>
        </pc:sldMkLst>
        <pc:picChg chg="mod">
          <ac:chgData name="KUKUK, Nick" userId="278f0304-4a35-4b5a-8816-d60d3d74b9bd" providerId="ADAL" clId="{897FCC8F-D55E-5FAA-8B41-F800B55B96F6}" dt="2026-10-26T11:11:13.552" v="78" actId="26606"/>
          <ac:picMkLst>
            <pc:docMk/>
            <pc:sldMk cId="2210729786" sldId="2147483647"/>
            <ac:picMk id="15" creationId="{869B0EE2-6224-9EBF-85AC-4C86679C2165}"/>
          </ac:picMkLst>
        </pc:picChg>
      </pc:sldChg>
    </pc:docChg>
  </pc:docChgLst>
  <pc:docChgLst>
    <pc:chgData name="RAHUL, Gopalan" userId="S::gopalan.rahul@sportfive.com::70ef87f7-6d5d-422c-9dc9-d18a30a6fd61" providerId="AD" clId="Web-{32D6B874-1CDC-0E93-602E-63B5F91C12C3}"/>
    <pc:docChg chg="modSld">
      <pc:chgData name="RAHUL, Gopalan" userId="S::gopalan.rahul@sportfive.com::70ef87f7-6d5d-422c-9dc9-d18a30a6fd61" providerId="AD" clId="Web-{32D6B874-1CDC-0E93-602E-63B5F91C12C3}" dt="2026-10-26T08:42:11.361" v="1" actId="20577"/>
      <pc:docMkLst>
        <pc:docMk/>
      </pc:docMkLst>
      <pc:sldChg chg="modSp">
        <pc:chgData name="RAHUL, Gopalan" userId="S::gopalan.rahul@sportfive.com::70ef87f7-6d5d-422c-9dc9-d18a30a6fd61" providerId="AD" clId="Web-{32D6B874-1CDC-0E93-602E-63B5F91C12C3}" dt="2026-10-26T08:42:11.361" v="1" actId="20577"/>
        <pc:sldMkLst>
          <pc:docMk/>
          <pc:sldMk cId="3049544231" sldId="258"/>
        </pc:sldMkLst>
        <pc:spChg chg="mod">
          <ac:chgData name="RAHUL, Gopalan" userId="S::gopalan.rahul@sportfive.com::70ef87f7-6d5d-422c-9dc9-d18a30a6fd61" providerId="AD" clId="Web-{32D6B874-1CDC-0E93-602E-63B5F91C12C3}" dt="2026-10-26T08:42:11.361" v="1" actId="20577"/>
          <ac:spMkLst>
            <pc:docMk/>
            <pc:sldMk cId="3049544231" sldId="258"/>
            <ac:spMk id="6" creationId="{35B59B79-775F-FCEA-9527-F1CF1A9A2EA1}"/>
          </ac:spMkLst>
        </pc:spChg>
      </pc:sldChg>
    </pc:docChg>
  </pc:docChgLst>
  <pc:docChgLst>
    <pc:chgData name="DELFS, Caroline" userId="d4b9123c-e7c7-4672-9253-12dc8b5176c8" providerId="ADAL" clId="{C88F6C02-31AB-4342-B823-3C6F24D7DA16}"/>
    <pc:docChg chg="undo redo custSel addSld delSld modSld sldOrd delMainMaster modMainMaster addSection modSection">
      <pc:chgData name="DELFS, Caroline" userId="d4b9123c-e7c7-4672-9253-12dc8b5176c8" providerId="ADAL" clId="{C88F6C02-31AB-4342-B823-3C6F24D7DA16}" dt="2026-10-26T15:47:33.461" v="2968" actId="22"/>
      <pc:docMkLst>
        <pc:docMk/>
      </pc:docMkLst>
      <pc:sldChg chg="addSp delSp modSp mod">
        <pc:chgData name="DELFS, Caroline" userId="d4b9123c-e7c7-4672-9253-12dc8b5176c8" providerId="ADAL" clId="{C88F6C02-31AB-4342-B823-3C6F24D7DA16}" dt="2026-10-26T14:39:08.565" v="2461" actId="1076"/>
        <pc:sldMkLst>
          <pc:docMk/>
          <pc:sldMk cId="254218379" sldId="256"/>
        </pc:sldMkLst>
        <pc:spChg chg="add mod">
          <ac:chgData name="DELFS, Caroline" userId="d4b9123c-e7c7-4672-9253-12dc8b5176c8" providerId="ADAL" clId="{C88F6C02-31AB-4342-B823-3C6F24D7DA16}" dt="2026-10-23T09:11:49.941" v="332" actId="207"/>
          <ac:spMkLst>
            <pc:docMk/>
            <pc:sldMk cId="254218379" sldId="256"/>
            <ac:spMk id="4" creationId="{0D4C4FBE-F2DC-195A-417C-4A15589E48FA}"/>
          </ac:spMkLst>
        </pc:spChg>
        <pc:spChg chg="mod">
          <ac:chgData name="DELFS, Caroline" userId="d4b9123c-e7c7-4672-9253-12dc8b5176c8" providerId="ADAL" clId="{C88F6C02-31AB-4342-B823-3C6F24D7DA16}" dt="2026-10-26T14:38:34.187" v="2438" actId="1076"/>
          <ac:spMkLst>
            <pc:docMk/>
            <pc:sldMk cId="254218379" sldId="256"/>
            <ac:spMk id="10" creationId="{6C1838E7-F2F2-EA87-296D-5617B4CED28A}"/>
          </ac:spMkLst>
        </pc:spChg>
        <pc:grpChg chg="mod">
          <ac:chgData name="DELFS, Caroline" userId="d4b9123c-e7c7-4672-9253-12dc8b5176c8" providerId="ADAL" clId="{C88F6C02-31AB-4342-B823-3C6F24D7DA16}" dt="2026-10-26T14:39:08.565" v="2461" actId="1076"/>
          <ac:grpSpMkLst>
            <pc:docMk/>
            <pc:sldMk cId="254218379" sldId="256"/>
            <ac:grpSpMk id="16" creationId="{F9027F15-6B91-1528-088D-16B48CE56AB9}"/>
          </ac:grpSpMkLst>
        </pc:grpChg>
        <pc:picChg chg="mod">
          <ac:chgData name="DELFS, Caroline" userId="d4b9123c-e7c7-4672-9253-12dc8b5176c8" providerId="ADAL" clId="{C88F6C02-31AB-4342-B823-3C6F24D7DA16}" dt="2026-10-26T14:38:54.227" v="2459"/>
          <ac:picMkLst>
            <pc:docMk/>
            <pc:sldMk cId="254218379" sldId="256"/>
            <ac:picMk id="9" creationId="{16DD622D-75C5-CF56-7723-C5284D3A8E9C}"/>
          </ac:picMkLst>
        </pc:picChg>
      </pc:sldChg>
      <pc:sldChg chg="addSp delSp modSp add del mod ord modShow">
        <pc:chgData name="DELFS, Caroline" userId="d4b9123c-e7c7-4672-9253-12dc8b5176c8" providerId="ADAL" clId="{C88F6C02-31AB-4342-B823-3C6F24D7DA16}" dt="2026-10-23T14:01:19.272" v="1315" actId="729"/>
        <pc:sldMkLst>
          <pc:docMk/>
          <pc:sldMk cId="2568395798" sldId="257"/>
        </pc:sldMkLst>
        <pc:spChg chg="add">
          <ac:chgData name="DELFS, Caroline" userId="d4b9123c-e7c7-4672-9253-12dc8b5176c8" providerId="ADAL" clId="{C88F6C02-31AB-4342-B823-3C6F24D7DA16}" dt="2026-10-23T14:00:47.693" v="1303" actId="22"/>
          <ac:spMkLst>
            <pc:docMk/>
            <pc:sldMk cId="2568395798" sldId="257"/>
            <ac:spMk id="8" creationId="{1C7D94BF-5430-07E3-6677-318AD356EA7E}"/>
          </ac:spMkLst>
        </pc:spChg>
        <pc:spChg chg="mod">
          <ac:chgData name="DELFS, Caroline" userId="d4b9123c-e7c7-4672-9253-12dc8b5176c8" providerId="ADAL" clId="{C88F6C02-31AB-4342-B823-3C6F24D7DA16}" dt="2026-10-23T14:00:54.324" v="1304" actId="207"/>
          <ac:spMkLst>
            <pc:docMk/>
            <pc:sldMk cId="2568395798" sldId="257"/>
            <ac:spMk id="44" creationId="{75B44D74-7B36-1F8B-11AD-23C7FAE36619}"/>
          </ac:spMkLst>
        </pc:spChg>
      </pc:sldChg>
      <pc:sldChg chg="addSp delSp modSp add mod">
        <pc:chgData name="DELFS, Caroline" userId="d4b9123c-e7c7-4672-9253-12dc8b5176c8" providerId="ADAL" clId="{C88F6C02-31AB-4342-B823-3C6F24D7DA16}" dt="2026-10-26T15:45:40.124" v="2948" actId="22"/>
        <pc:sldMkLst>
          <pc:docMk/>
          <pc:sldMk cId="3049544231" sldId="258"/>
        </pc:sldMkLst>
        <pc:spChg chg="add">
          <ac:chgData name="DELFS, Caroline" userId="d4b9123c-e7c7-4672-9253-12dc8b5176c8" providerId="ADAL" clId="{C88F6C02-31AB-4342-B823-3C6F24D7DA16}" dt="2026-10-26T15:45:40.124" v="2948" actId="22"/>
          <ac:spMkLst>
            <pc:docMk/>
            <pc:sldMk cId="3049544231" sldId="258"/>
            <ac:spMk id="5" creationId="{810C50C8-B678-46BF-ACC2-F00EC280D87A}"/>
          </ac:spMkLst>
        </pc:spChg>
        <pc:spChg chg="mod">
          <ac:chgData name="DELFS, Caroline" userId="d4b9123c-e7c7-4672-9253-12dc8b5176c8" providerId="ADAL" clId="{C88F6C02-31AB-4342-B823-3C6F24D7DA16}" dt="2026-10-26T14:41:49.183" v="2486" actId="2711"/>
          <ac:spMkLst>
            <pc:docMk/>
            <pc:sldMk cId="3049544231" sldId="258"/>
            <ac:spMk id="6" creationId="{35B59B79-775F-FCEA-9527-F1CF1A9A2EA1}"/>
          </ac:spMkLst>
        </pc:spChg>
        <pc:spChg chg="add">
          <ac:chgData name="DELFS, Caroline" userId="d4b9123c-e7c7-4672-9253-12dc8b5176c8" providerId="ADAL" clId="{C88F6C02-31AB-4342-B823-3C6F24D7DA16}" dt="2026-10-23T13:58:53.014" v="1278" actId="22"/>
          <ac:spMkLst>
            <pc:docMk/>
            <pc:sldMk cId="3049544231" sldId="258"/>
            <ac:spMk id="7" creationId="{E2DFDE17-F0CD-A662-369A-95C89A6E0D9A}"/>
          </ac:spMkLst>
        </pc:spChg>
      </pc:sldChg>
      <pc:sldChg chg="addSp delSp modSp add mod setBg">
        <pc:chgData name="DELFS, Caroline" userId="d4b9123c-e7c7-4672-9253-12dc8b5176c8" providerId="ADAL" clId="{C88F6C02-31AB-4342-B823-3C6F24D7DA16}" dt="2026-10-26T15:45:54.120" v="2954" actId="207"/>
        <pc:sldMkLst>
          <pc:docMk/>
          <pc:sldMk cId="1647916383" sldId="259"/>
        </pc:sldMkLst>
        <pc:spChg chg="mod">
          <ac:chgData name="DELFS, Caroline" userId="d4b9123c-e7c7-4672-9253-12dc8b5176c8" providerId="ADAL" clId="{C88F6C02-31AB-4342-B823-3C6F24D7DA16}" dt="2026-10-26T14:01:56.938" v="2376" actId="2711"/>
          <ac:spMkLst>
            <pc:docMk/>
            <pc:sldMk cId="1647916383" sldId="259"/>
            <ac:spMk id="12" creationId="{4ADFF382-6877-239B-B4AB-6F1083CE4906}"/>
          </ac:spMkLst>
        </pc:spChg>
        <pc:spChg chg="mod">
          <ac:chgData name="DELFS, Caroline" userId="d4b9123c-e7c7-4672-9253-12dc8b5176c8" providerId="ADAL" clId="{C88F6C02-31AB-4342-B823-3C6F24D7DA16}" dt="2026-10-26T14:03:19.236" v="2390" actId="207"/>
          <ac:spMkLst>
            <pc:docMk/>
            <pc:sldMk cId="1647916383" sldId="259"/>
            <ac:spMk id="13" creationId="{F335D28B-AFF7-86CD-2484-B2A2060B0219}"/>
          </ac:spMkLst>
        </pc:spChg>
        <pc:spChg chg="mod">
          <ac:chgData name="DELFS, Caroline" userId="d4b9123c-e7c7-4672-9253-12dc8b5176c8" providerId="ADAL" clId="{C88F6C02-31AB-4342-B823-3C6F24D7DA16}" dt="2026-10-26T14:42:16.324" v="2490" actId="2711"/>
          <ac:spMkLst>
            <pc:docMk/>
            <pc:sldMk cId="1647916383" sldId="259"/>
            <ac:spMk id="15" creationId="{31C9C538-16B8-3EBA-4985-EBBFAE4E9C20}"/>
          </ac:spMkLst>
        </pc:spChg>
        <pc:spChg chg="mod">
          <ac:chgData name="DELFS, Caroline" userId="d4b9123c-e7c7-4672-9253-12dc8b5176c8" providerId="ADAL" clId="{C88F6C02-31AB-4342-B823-3C6F24D7DA16}" dt="2026-10-26T14:03:22.844" v="2391" actId="207"/>
          <ac:spMkLst>
            <pc:docMk/>
            <pc:sldMk cId="1647916383" sldId="259"/>
            <ac:spMk id="17" creationId="{8C6700C2-3BB3-5591-9BCC-36678B1F241D}"/>
          </ac:spMkLst>
        </pc:spChg>
        <pc:spChg chg="mod">
          <ac:chgData name="DELFS, Caroline" userId="d4b9123c-e7c7-4672-9253-12dc8b5176c8" providerId="ADAL" clId="{C88F6C02-31AB-4342-B823-3C6F24D7DA16}" dt="2026-10-26T14:01:56.938" v="2376" actId="2711"/>
          <ac:spMkLst>
            <pc:docMk/>
            <pc:sldMk cId="1647916383" sldId="259"/>
            <ac:spMk id="20" creationId="{093B5E3B-2027-E576-E6ED-9E0598F8F226}"/>
          </ac:spMkLst>
        </pc:spChg>
        <pc:spChg chg="add mod">
          <ac:chgData name="DELFS, Caroline" userId="d4b9123c-e7c7-4672-9253-12dc8b5176c8" providerId="ADAL" clId="{C88F6C02-31AB-4342-B823-3C6F24D7DA16}" dt="2026-10-26T15:41:41.763" v="2890" actId="207"/>
          <ac:spMkLst>
            <pc:docMk/>
            <pc:sldMk cId="1647916383" sldId="259"/>
            <ac:spMk id="21" creationId="{742E78EA-36C0-C269-834D-BB7497A06707}"/>
          </ac:spMkLst>
        </pc:spChg>
        <pc:spChg chg="mod">
          <ac:chgData name="DELFS, Caroline" userId="d4b9123c-e7c7-4672-9253-12dc8b5176c8" providerId="ADAL" clId="{C88F6C02-31AB-4342-B823-3C6F24D7DA16}" dt="2026-10-26T14:01:56.938" v="2376" actId="2711"/>
          <ac:spMkLst>
            <pc:docMk/>
            <pc:sldMk cId="1647916383" sldId="259"/>
            <ac:spMk id="22" creationId="{1E14D936-C0EF-3F64-029E-0FD7BD975F7D}"/>
          </ac:spMkLst>
        </pc:spChg>
        <pc:spChg chg="add mod">
          <ac:chgData name="DELFS, Caroline" userId="d4b9123c-e7c7-4672-9253-12dc8b5176c8" providerId="ADAL" clId="{C88F6C02-31AB-4342-B823-3C6F24D7DA16}" dt="2026-10-26T15:45:54.120" v="2954" actId="207"/>
          <ac:spMkLst>
            <pc:docMk/>
            <pc:sldMk cId="1647916383" sldId="259"/>
            <ac:spMk id="25" creationId="{DE6389DD-E0FB-821F-8108-9447C195A4C2}"/>
          </ac:spMkLst>
        </pc:spChg>
        <pc:spChg chg="mod">
          <ac:chgData name="DELFS, Caroline" userId="d4b9123c-e7c7-4672-9253-12dc8b5176c8" providerId="ADAL" clId="{C88F6C02-31AB-4342-B823-3C6F24D7DA16}" dt="2026-10-26T14:01:56.938" v="2376" actId="2711"/>
          <ac:spMkLst>
            <pc:docMk/>
            <pc:sldMk cId="1647916383" sldId="259"/>
            <ac:spMk id="43" creationId="{B0FF1C32-CC8B-67D9-434F-77BA0189EE8F}"/>
          </ac:spMkLst>
        </pc:spChg>
        <pc:spChg chg="mod">
          <ac:chgData name="DELFS, Caroline" userId="d4b9123c-e7c7-4672-9253-12dc8b5176c8" providerId="ADAL" clId="{C88F6C02-31AB-4342-B823-3C6F24D7DA16}" dt="2026-10-26T14:01:56.938" v="2376" actId="2711"/>
          <ac:spMkLst>
            <pc:docMk/>
            <pc:sldMk cId="1647916383" sldId="259"/>
            <ac:spMk id="44" creationId="{28036557-F8BB-6C9C-DFF8-E055E41C480E}"/>
          </ac:spMkLst>
        </pc:spChg>
        <pc:spChg chg="mod">
          <ac:chgData name="DELFS, Caroline" userId="d4b9123c-e7c7-4672-9253-12dc8b5176c8" providerId="ADAL" clId="{C88F6C02-31AB-4342-B823-3C6F24D7DA16}" dt="2026-10-26T14:01:56.938" v="2376" actId="2711"/>
          <ac:spMkLst>
            <pc:docMk/>
            <pc:sldMk cId="1647916383" sldId="259"/>
            <ac:spMk id="47" creationId="{441623FF-F646-BCDD-97B6-FB87E5ABDEF9}"/>
          </ac:spMkLst>
        </pc:spChg>
        <pc:spChg chg="mod">
          <ac:chgData name="DELFS, Caroline" userId="d4b9123c-e7c7-4672-9253-12dc8b5176c8" providerId="ADAL" clId="{C88F6C02-31AB-4342-B823-3C6F24D7DA16}" dt="2026-10-26T14:01:56.938" v="2376" actId="2711"/>
          <ac:spMkLst>
            <pc:docMk/>
            <pc:sldMk cId="1647916383" sldId="259"/>
            <ac:spMk id="52" creationId="{AC321896-942F-2947-AC8D-6AAFEF04303D}"/>
          </ac:spMkLst>
        </pc:spChg>
        <pc:spChg chg="mod">
          <ac:chgData name="DELFS, Caroline" userId="d4b9123c-e7c7-4672-9253-12dc8b5176c8" providerId="ADAL" clId="{C88F6C02-31AB-4342-B823-3C6F24D7DA16}" dt="2026-10-26T14:01:56.938" v="2376" actId="2711"/>
          <ac:spMkLst>
            <pc:docMk/>
            <pc:sldMk cId="1647916383" sldId="259"/>
            <ac:spMk id="55" creationId="{81906257-AF01-0242-A0FE-70B0E191FF2C}"/>
          </ac:spMkLst>
        </pc:spChg>
        <pc:spChg chg="mod">
          <ac:chgData name="DELFS, Caroline" userId="d4b9123c-e7c7-4672-9253-12dc8b5176c8" providerId="ADAL" clId="{C88F6C02-31AB-4342-B823-3C6F24D7DA16}" dt="2026-10-26T14:01:56.938" v="2376" actId="2711"/>
          <ac:spMkLst>
            <pc:docMk/>
            <pc:sldMk cId="1647916383" sldId="259"/>
            <ac:spMk id="78" creationId="{E5DEE45D-E9E7-E746-3C66-38D03B74C45B}"/>
          </ac:spMkLst>
        </pc:spChg>
        <pc:spChg chg="mod">
          <ac:chgData name="DELFS, Caroline" userId="d4b9123c-e7c7-4672-9253-12dc8b5176c8" providerId="ADAL" clId="{C88F6C02-31AB-4342-B823-3C6F24D7DA16}" dt="2026-10-26T14:01:56.938" v="2376" actId="2711"/>
          <ac:spMkLst>
            <pc:docMk/>
            <pc:sldMk cId="1647916383" sldId="259"/>
            <ac:spMk id="91" creationId="{82B7D745-A402-EB3F-1930-CB90D8BB39DA}"/>
          </ac:spMkLst>
        </pc:spChg>
        <pc:spChg chg="mod">
          <ac:chgData name="DELFS, Caroline" userId="d4b9123c-e7c7-4672-9253-12dc8b5176c8" providerId="ADAL" clId="{C88F6C02-31AB-4342-B823-3C6F24D7DA16}" dt="2026-10-26T14:02:06.866" v="2378" actId="207"/>
          <ac:spMkLst>
            <pc:docMk/>
            <pc:sldMk cId="1647916383" sldId="259"/>
            <ac:spMk id="92" creationId="{272675CD-EC32-D2FF-A948-25EA1D2121E3}"/>
          </ac:spMkLst>
        </pc:spChg>
        <pc:spChg chg="mod">
          <ac:chgData name="DELFS, Caroline" userId="d4b9123c-e7c7-4672-9253-12dc8b5176c8" providerId="ADAL" clId="{C88F6C02-31AB-4342-B823-3C6F24D7DA16}" dt="2026-10-26T14:02:15.339" v="2381" actId="207"/>
          <ac:spMkLst>
            <pc:docMk/>
            <pc:sldMk cId="1647916383" sldId="259"/>
            <ac:spMk id="94" creationId="{9281003D-A381-53F0-11E7-D0320C149522}"/>
          </ac:spMkLst>
        </pc:spChg>
        <pc:spChg chg="mod">
          <ac:chgData name="DELFS, Caroline" userId="d4b9123c-e7c7-4672-9253-12dc8b5176c8" providerId="ADAL" clId="{C88F6C02-31AB-4342-B823-3C6F24D7DA16}" dt="2026-10-26T14:02:09.596" v="2379" actId="207"/>
          <ac:spMkLst>
            <pc:docMk/>
            <pc:sldMk cId="1647916383" sldId="259"/>
            <ac:spMk id="96" creationId="{2D6BD976-7DC0-467A-B0CA-7A9772759226}"/>
          </ac:spMkLst>
        </pc:spChg>
        <pc:spChg chg="mod">
          <ac:chgData name="DELFS, Caroline" userId="d4b9123c-e7c7-4672-9253-12dc8b5176c8" providerId="ADAL" clId="{C88F6C02-31AB-4342-B823-3C6F24D7DA16}" dt="2026-10-26T14:02:11.827" v="2380" actId="207"/>
          <ac:spMkLst>
            <pc:docMk/>
            <pc:sldMk cId="1647916383" sldId="259"/>
            <ac:spMk id="98" creationId="{0C0B5139-BEF2-0874-2D78-065679F39676}"/>
          </ac:spMkLst>
        </pc:spChg>
        <pc:spChg chg="mod">
          <ac:chgData name="DELFS, Caroline" userId="d4b9123c-e7c7-4672-9253-12dc8b5176c8" providerId="ADAL" clId="{C88F6C02-31AB-4342-B823-3C6F24D7DA16}" dt="2026-10-26T14:02:17.993" v="2382" actId="207"/>
          <ac:spMkLst>
            <pc:docMk/>
            <pc:sldMk cId="1647916383" sldId="259"/>
            <ac:spMk id="100" creationId="{9B07A5DF-8DD5-C92C-3745-E4EFEB552525}"/>
          </ac:spMkLst>
        </pc:spChg>
        <pc:spChg chg="mod">
          <ac:chgData name="DELFS, Caroline" userId="d4b9123c-e7c7-4672-9253-12dc8b5176c8" providerId="ADAL" clId="{C88F6C02-31AB-4342-B823-3C6F24D7DA16}" dt="2026-10-26T14:02:20.485" v="2383" actId="207"/>
          <ac:spMkLst>
            <pc:docMk/>
            <pc:sldMk cId="1647916383" sldId="259"/>
            <ac:spMk id="102" creationId="{9EA409C3-B269-90E2-595C-8BD081E37037}"/>
          </ac:spMkLst>
        </pc:spChg>
        <pc:grpChg chg="add mod">
          <ac:chgData name="DELFS, Caroline" userId="d4b9123c-e7c7-4672-9253-12dc8b5176c8" providerId="ADAL" clId="{C88F6C02-31AB-4342-B823-3C6F24D7DA16}" dt="2026-10-26T14:00:54.728" v="2366"/>
          <ac:grpSpMkLst>
            <pc:docMk/>
            <pc:sldMk cId="1647916383" sldId="259"/>
            <ac:grpSpMk id="9" creationId="{074F2B7B-4CBD-F5C9-B070-A7E61D6D254C}"/>
          </ac:grpSpMkLst>
        </pc:grpChg>
        <pc:picChg chg="mod">
          <ac:chgData name="DELFS, Caroline" userId="d4b9123c-e7c7-4672-9253-12dc8b5176c8" providerId="ADAL" clId="{C88F6C02-31AB-4342-B823-3C6F24D7DA16}" dt="2026-10-26T14:03:43.409" v="2406"/>
          <ac:picMkLst>
            <pc:docMk/>
            <pc:sldMk cId="1647916383" sldId="259"/>
            <ac:picMk id="23" creationId="{44A499FF-A17B-D4A9-C1DE-B994BAE452CD}"/>
          </ac:picMkLst>
        </pc:picChg>
      </pc:sldChg>
      <pc:sldChg chg="addSp delSp modSp mod">
        <pc:chgData name="DELFS, Caroline" userId="d4b9123c-e7c7-4672-9253-12dc8b5176c8" providerId="ADAL" clId="{C88F6C02-31AB-4342-B823-3C6F24D7DA16}" dt="2026-10-26T15:44:17.622" v="2918" actId="22"/>
        <pc:sldMkLst>
          <pc:docMk/>
          <pc:sldMk cId="263034663" sldId="260"/>
        </pc:sldMkLst>
        <pc:spChg chg="mod">
          <ac:chgData name="DELFS, Caroline" userId="d4b9123c-e7c7-4672-9253-12dc8b5176c8" providerId="ADAL" clId="{C88F6C02-31AB-4342-B823-3C6F24D7DA16}" dt="2026-10-26T14:37:58.364" v="2433" actId="2711"/>
          <ac:spMkLst>
            <pc:docMk/>
            <pc:sldMk cId="263034663" sldId="260"/>
            <ac:spMk id="4" creationId="{316F3A0B-C910-4188-7634-5A85C481B47D}"/>
          </ac:spMkLst>
        </pc:spChg>
        <pc:spChg chg="add">
          <ac:chgData name="DELFS, Caroline" userId="d4b9123c-e7c7-4672-9253-12dc8b5176c8" providerId="ADAL" clId="{C88F6C02-31AB-4342-B823-3C6F24D7DA16}" dt="2026-10-23T09:11:30.874" v="325" actId="22"/>
          <ac:spMkLst>
            <pc:docMk/>
            <pc:sldMk cId="263034663" sldId="260"/>
            <ac:spMk id="6" creationId="{A808C0A6-D357-6659-593B-F946EC06AF09}"/>
          </ac:spMkLst>
        </pc:spChg>
        <pc:spChg chg="add">
          <ac:chgData name="DELFS, Caroline" userId="d4b9123c-e7c7-4672-9253-12dc8b5176c8" providerId="ADAL" clId="{C88F6C02-31AB-4342-B823-3C6F24D7DA16}" dt="2026-10-26T15:44:17.622" v="2918" actId="22"/>
          <ac:spMkLst>
            <pc:docMk/>
            <pc:sldMk cId="263034663" sldId="260"/>
            <ac:spMk id="7" creationId="{E1F15A53-73FC-8769-3865-173819A73620}"/>
          </ac:spMkLst>
        </pc:spChg>
        <pc:picChg chg="add mod">
          <ac:chgData name="DELFS, Caroline" userId="d4b9123c-e7c7-4672-9253-12dc8b5176c8" providerId="ADAL" clId="{C88F6C02-31AB-4342-B823-3C6F24D7DA16}" dt="2026-10-23T09:21:42.392" v="451" actId="1076"/>
          <ac:picMkLst>
            <pc:docMk/>
            <pc:sldMk cId="263034663" sldId="260"/>
            <ac:picMk id="15" creationId="{0D939700-0400-1989-5F1F-81FDC2A98DF4}"/>
          </ac:picMkLst>
        </pc:picChg>
      </pc:sldChg>
      <pc:sldChg chg="addSp delSp modSp mod">
        <pc:chgData name="DELFS, Caroline" userId="d4b9123c-e7c7-4672-9253-12dc8b5176c8" providerId="ADAL" clId="{C88F6C02-31AB-4342-B823-3C6F24D7DA16}" dt="2026-10-26T15:44:20.312" v="2919" actId="22"/>
        <pc:sldMkLst>
          <pc:docMk/>
          <pc:sldMk cId="1560276705" sldId="261"/>
        </pc:sldMkLst>
        <pc:spChg chg="add">
          <ac:chgData name="DELFS, Caroline" userId="d4b9123c-e7c7-4672-9253-12dc8b5176c8" providerId="ADAL" clId="{C88F6C02-31AB-4342-B823-3C6F24D7DA16}" dt="2026-10-23T09:11:36.026" v="327" actId="22"/>
          <ac:spMkLst>
            <pc:docMk/>
            <pc:sldMk cId="1560276705" sldId="261"/>
            <ac:spMk id="4" creationId="{B3A98679-CD52-79EA-9A91-77EB4F49499E}"/>
          </ac:spMkLst>
        </pc:spChg>
        <pc:spChg chg="mod">
          <ac:chgData name="DELFS, Caroline" userId="d4b9123c-e7c7-4672-9253-12dc8b5176c8" providerId="ADAL" clId="{C88F6C02-31AB-4342-B823-3C6F24D7DA16}" dt="2026-10-23T13:49:26.203" v="1141" actId="207"/>
          <ac:spMkLst>
            <pc:docMk/>
            <pc:sldMk cId="1560276705" sldId="261"/>
            <ac:spMk id="6" creationId="{2005C2EF-1E04-A182-367A-5D28D9A67FB9}"/>
          </ac:spMkLst>
        </pc:spChg>
        <pc:spChg chg="mod">
          <ac:chgData name="DELFS, Caroline" userId="d4b9123c-e7c7-4672-9253-12dc8b5176c8" providerId="ADAL" clId="{C88F6C02-31AB-4342-B823-3C6F24D7DA16}" dt="2026-10-23T13:49:36.777" v="1143" actId="207"/>
          <ac:spMkLst>
            <pc:docMk/>
            <pc:sldMk cId="1560276705" sldId="261"/>
            <ac:spMk id="10" creationId="{C3427C77-675B-7041-E726-97AB0E76D0CE}"/>
          </ac:spMkLst>
        </pc:spChg>
        <pc:spChg chg="mod">
          <ac:chgData name="DELFS, Caroline" userId="d4b9123c-e7c7-4672-9253-12dc8b5176c8" providerId="ADAL" clId="{C88F6C02-31AB-4342-B823-3C6F24D7DA16}" dt="2026-10-23T13:49:36.777" v="1143" actId="207"/>
          <ac:spMkLst>
            <pc:docMk/>
            <pc:sldMk cId="1560276705" sldId="261"/>
            <ac:spMk id="11" creationId="{C5C8EF1B-DDEB-6A59-C5EC-C897DEEEFBD1}"/>
          </ac:spMkLst>
        </pc:spChg>
        <pc:spChg chg="mod">
          <ac:chgData name="DELFS, Caroline" userId="d4b9123c-e7c7-4672-9253-12dc8b5176c8" providerId="ADAL" clId="{C88F6C02-31AB-4342-B823-3C6F24D7DA16}" dt="2026-10-23T13:49:36.777" v="1143" actId="207"/>
          <ac:spMkLst>
            <pc:docMk/>
            <pc:sldMk cId="1560276705" sldId="261"/>
            <ac:spMk id="13" creationId="{660406C3-8268-EC54-CBD0-C1B4F11AD5A1}"/>
          </ac:spMkLst>
        </pc:spChg>
        <pc:spChg chg="add">
          <ac:chgData name="DELFS, Caroline" userId="d4b9123c-e7c7-4672-9253-12dc8b5176c8" providerId="ADAL" clId="{C88F6C02-31AB-4342-B823-3C6F24D7DA16}" dt="2026-10-26T15:44:20.312" v="2919" actId="22"/>
          <ac:spMkLst>
            <pc:docMk/>
            <pc:sldMk cId="1560276705" sldId="261"/>
            <ac:spMk id="14" creationId="{36ACF3E4-9745-81E2-9C5B-548853E39182}"/>
          </ac:spMkLst>
        </pc:spChg>
        <pc:spChg chg="mod">
          <ac:chgData name="DELFS, Caroline" userId="d4b9123c-e7c7-4672-9253-12dc8b5176c8" providerId="ADAL" clId="{C88F6C02-31AB-4342-B823-3C6F24D7DA16}" dt="2026-10-23T13:49:26.203" v="1141" actId="207"/>
          <ac:spMkLst>
            <pc:docMk/>
            <pc:sldMk cId="1560276705" sldId="261"/>
            <ac:spMk id="16" creationId="{B29F69BE-252C-2697-3DEC-047320EDD061}"/>
          </ac:spMkLst>
        </pc:spChg>
        <pc:spChg chg="mod">
          <ac:chgData name="DELFS, Caroline" userId="d4b9123c-e7c7-4672-9253-12dc8b5176c8" providerId="ADAL" clId="{C88F6C02-31AB-4342-B823-3C6F24D7DA16}" dt="2026-10-23T13:49:26.203" v="1141" actId="207"/>
          <ac:spMkLst>
            <pc:docMk/>
            <pc:sldMk cId="1560276705" sldId="261"/>
            <ac:spMk id="18" creationId="{1DFC9676-0411-69CA-1892-8F56FAD22761}"/>
          </ac:spMkLst>
        </pc:spChg>
        <pc:spChg chg="mod">
          <ac:chgData name="DELFS, Caroline" userId="d4b9123c-e7c7-4672-9253-12dc8b5176c8" providerId="ADAL" clId="{C88F6C02-31AB-4342-B823-3C6F24D7DA16}" dt="2026-10-23T13:49:18.720" v="1140" actId="207"/>
          <ac:spMkLst>
            <pc:docMk/>
            <pc:sldMk cId="1560276705" sldId="261"/>
            <ac:spMk id="20" creationId="{F71947D7-A036-AC9F-6450-4A22A3E72F33}"/>
          </ac:spMkLst>
        </pc:spChg>
        <pc:spChg chg="mod">
          <ac:chgData name="DELFS, Caroline" userId="d4b9123c-e7c7-4672-9253-12dc8b5176c8" providerId="ADAL" clId="{C88F6C02-31AB-4342-B823-3C6F24D7DA16}" dt="2026-10-23T13:49:36.777" v="1143" actId="207"/>
          <ac:spMkLst>
            <pc:docMk/>
            <pc:sldMk cId="1560276705" sldId="261"/>
            <ac:spMk id="26" creationId="{A7864605-734B-8E77-8DBC-2EC287776C33}"/>
          </ac:spMkLst>
        </pc:spChg>
        <pc:spChg chg="mod">
          <ac:chgData name="DELFS, Caroline" userId="d4b9123c-e7c7-4672-9253-12dc8b5176c8" providerId="ADAL" clId="{C88F6C02-31AB-4342-B823-3C6F24D7DA16}" dt="2026-10-23T13:49:36.777" v="1143" actId="207"/>
          <ac:spMkLst>
            <pc:docMk/>
            <pc:sldMk cId="1560276705" sldId="261"/>
            <ac:spMk id="27" creationId="{1BB668E0-BB0F-8846-A2A5-D8B34225C2FF}"/>
          </ac:spMkLst>
        </pc:spChg>
        <pc:spChg chg="mod">
          <ac:chgData name="DELFS, Caroline" userId="d4b9123c-e7c7-4672-9253-12dc8b5176c8" providerId="ADAL" clId="{C88F6C02-31AB-4342-B823-3C6F24D7DA16}" dt="2026-10-23T13:49:36.777" v="1143" actId="207"/>
          <ac:spMkLst>
            <pc:docMk/>
            <pc:sldMk cId="1560276705" sldId="261"/>
            <ac:spMk id="28" creationId="{547DCD2D-A8EA-4A94-378C-FDFFCE41CF2E}"/>
          </ac:spMkLst>
        </pc:spChg>
        <pc:spChg chg="mod">
          <ac:chgData name="DELFS, Caroline" userId="d4b9123c-e7c7-4672-9253-12dc8b5176c8" providerId="ADAL" clId="{C88F6C02-31AB-4342-B823-3C6F24D7DA16}" dt="2026-10-26T14:38:02.927" v="2434" actId="2711"/>
          <ac:spMkLst>
            <pc:docMk/>
            <pc:sldMk cId="1560276705" sldId="261"/>
            <ac:spMk id="44" creationId="{5E6C4B6A-FA7E-9958-51E2-BC7147C03587}"/>
          </ac:spMkLst>
        </pc:spChg>
        <pc:cxnChg chg="mod">
          <ac:chgData name="DELFS, Caroline" userId="d4b9123c-e7c7-4672-9253-12dc8b5176c8" providerId="ADAL" clId="{C88F6C02-31AB-4342-B823-3C6F24D7DA16}" dt="2026-10-23T13:49:30.859" v="1142" actId="208"/>
          <ac:cxnSpMkLst>
            <pc:docMk/>
            <pc:sldMk cId="1560276705" sldId="261"/>
            <ac:cxnSpMk id="45" creationId="{261D8669-C6E7-9F2E-1195-22BF7996D43F}"/>
          </ac:cxnSpMkLst>
        </pc:cxnChg>
      </pc:sldChg>
      <pc:sldChg chg="addSp delSp modSp add mod ord">
        <pc:chgData name="DELFS, Caroline" userId="d4b9123c-e7c7-4672-9253-12dc8b5176c8" providerId="ADAL" clId="{C88F6C02-31AB-4342-B823-3C6F24D7DA16}" dt="2026-10-26T14:41:08.794" v="2480" actId="2711"/>
        <pc:sldMkLst>
          <pc:docMk/>
          <pc:sldMk cId="2295195659" sldId="262"/>
        </pc:sldMkLst>
        <pc:spChg chg="mod">
          <ac:chgData name="DELFS, Caroline" userId="d4b9123c-e7c7-4672-9253-12dc8b5176c8" providerId="ADAL" clId="{C88F6C02-31AB-4342-B823-3C6F24D7DA16}" dt="2026-10-26T13:51:33.081" v="2247"/>
          <ac:spMkLst>
            <pc:docMk/>
            <pc:sldMk cId="2295195659" sldId="262"/>
            <ac:spMk id="7" creationId="{33829B03-61B7-202B-5D62-09117817D05D}"/>
          </ac:spMkLst>
        </pc:spChg>
        <pc:spChg chg="mod">
          <ac:chgData name="DELFS, Caroline" userId="d4b9123c-e7c7-4672-9253-12dc8b5176c8" providerId="ADAL" clId="{C88F6C02-31AB-4342-B823-3C6F24D7DA16}" dt="2026-10-26T14:41:08.794" v="2480" actId="2711"/>
          <ac:spMkLst>
            <pc:docMk/>
            <pc:sldMk cId="2295195659" sldId="262"/>
            <ac:spMk id="8" creationId="{66B49542-58CC-19A4-E76E-3087AAF93D4E}"/>
          </ac:spMkLst>
        </pc:spChg>
        <pc:spChg chg="mod">
          <ac:chgData name="DELFS, Caroline" userId="d4b9123c-e7c7-4672-9253-12dc8b5176c8" providerId="ADAL" clId="{C88F6C02-31AB-4342-B823-3C6F24D7DA16}" dt="2026-10-26T13:53:42.263" v="2266" actId="1076"/>
          <ac:spMkLst>
            <pc:docMk/>
            <pc:sldMk cId="2295195659" sldId="262"/>
            <ac:spMk id="13" creationId="{9F7E07E5-CDF8-420C-3E82-BD797B1D426E}"/>
          </ac:spMkLst>
        </pc:spChg>
        <pc:grpChg chg="add mod">
          <ac:chgData name="DELFS, Caroline" userId="d4b9123c-e7c7-4672-9253-12dc8b5176c8" providerId="ADAL" clId="{C88F6C02-31AB-4342-B823-3C6F24D7DA16}" dt="2026-10-26T13:53:53.482" v="2267" actId="1076"/>
          <ac:grpSpMkLst>
            <pc:docMk/>
            <pc:sldMk cId="2295195659" sldId="262"/>
            <ac:grpSpMk id="6" creationId="{32627DF9-DF2A-4367-ECB9-221D8243A605}"/>
          </ac:grpSpMkLst>
        </pc:grpChg>
        <pc:picChg chg="mod">
          <ac:chgData name="DELFS, Caroline" userId="d4b9123c-e7c7-4672-9253-12dc8b5176c8" providerId="ADAL" clId="{C88F6C02-31AB-4342-B823-3C6F24D7DA16}" dt="2026-10-26T13:52:10.168" v="2253"/>
          <ac:picMkLst>
            <pc:docMk/>
            <pc:sldMk cId="2295195659" sldId="262"/>
            <ac:picMk id="10" creationId="{10DA6D5C-BD7A-D3A8-0471-6EFB29AC5246}"/>
          </ac:picMkLst>
        </pc:picChg>
      </pc:sldChg>
      <pc:sldChg chg="addSp delSp modSp add mod setBg">
        <pc:chgData name="DELFS, Caroline" userId="d4b9123c-e7c7-4672-9253-12dc8b5176c8" providerId="ADAL" clId="{C88F6C02-31AB-4342-B823-3C6F24D7DA16}" dt="2026-10-26T15:45:17.925" v="2937" actId="207"/>
        <pc:sldMkLst>
          <pc:docMk/>
          <pc:sldMk cId="2910834371" sldId="263"/>
        </pc:sldMkLst>
        <pc:spChg chg="mod">
          <ac:chgData name="DELFS, Caroline" userId="d4b9123c-e7c7-4672-9253-12dc8b5176c8" providerId="ADAL" clId="{C88F6C02-31AB-4342-B823-3C6F24D7DA16}" dt="2026-10-26T13:50:05.127" v="2237" actId="207"/>
          <ac:spMkLst>
            <pc:docMk/>
            <pc:sldMk cId="2910834371" sldId="263"/>
            <ac:spMk id="3" creationId="{74EA3414-40D6-7836-2DD8-C08777B9CBD9}"/>
          </ac:spMkLst>
        </pc:spChg>
        <pc:spChg chg="mod">
          <ac:chgData name="DELFS, Caroline" userId="d4b9123c-e7c7-4672-9253-12dc8b5176c8" providerId="ADAL" clId="{C88F6C02-31AB-4342-B823-3C6F24D7DA16}" dt="2026-10-26T13:50:05.127" v="2237" actId="207"/>
          <ac:spMkLst>
            <pc:docMk/>
            <pc:sldMk cId="2910834371" sldId="263"/>
            <ac:spMk id="10" creationId="{C3BD8CF6-44CA-D2BC-05A6-7C48C96EFD5A}"/>
          </ac:spMkLst>
        </pc:spChg>
        <pc:spChg chg="mod">
          <ac:chgData name="DELFS, Caroline" userId="d4b9123c-e7c7-4672-9253-12dc8b5176c8" providerId="ADAL" clId="{C88F6C02-31AB-4342-B823-3C6F24D7DA16}" dt="2026-10-26T13:50:05.127" v="2237" actId="207"/>
          <ac:spMkLst>
            <pc:docMk/>
            <pc:sldMk cId="2910834371" sldId="263"/>
            <ac:spMk id="11" creationId="{DB01FCA4-890B-92D2-159D-062C562E8E3F}"/>
          </ac:spMkLst>
        </pc:spChg>
        <pc:spChg chg="mod">
          <ac:chgData name="DELFS, Caroline" userId="d4b9123c-e7c7-4672-9253-12dc8b5176c8" providerId="ADAL" clId="{C88F6C02-31AB-4342-B823-3C6F24D7DA16}" dt="2026-10-26T13:50:05.127" v="2237" actId="207"/>
          <ac:spMkLst>
            <pc:docMk/>
            <pc:sldMk cId="2910834371" sldId="263"/>
            <ac:spMk id="12" creationId="{6886C9A0-81FA-4280-2F78-D99857576866}"/>
          </ac:spMkLst>
        </pc:spChg>
        <pc:spChg chg="mod">
          <ac:chgData name="DELFS, Caroline" userId="d4b9123c-e7c7-4672-9253-12dc8b5176c8" providerId="ADAL" clId="{C88F6C02-31AB-4342-B823-3C6F24D7DA16}" dt="2026-10-26T13:50:05.127" v="2237" actId="207"/>
          <ac:spMkLst>
            <pc:docMk/>
            <pc:sldMk cId="2910834371" sldId="263"/>
            <ac:spMk id="14" creationId="{7FAD5482-61DE-ECA0-A668-7691AF02EDD9}"/>
          </ac:spMkLst>
        </pc:spChg>
        <pc:spChg chg="mod">
          <ac:chgData name="DELFS, Caroline" userId="d4b9123c-e7c7-4672-9253-12dc8b5176c8" providerId="ADAL" clId="{C88F6C02-31AB-4342-B823-3C6F24D7DA16}" dt="2026-10-26T14:04:17.024" v="2410" actId="207"/>
          <ac:spMkLst>
            <pc:docMk/>
            <pc:sldMk cId="2910834371" sldId="263"/>
            <ac:spMk id="15" creationId="{3F15E2C0-1597-DBDE-0DD6-29F90D05C489}"/>
          </ac:spMkLst>
        </pc:spChg>
        <pc:spChg chg="mod">
          <ac:chgData name="DELFS, Caroline" userId="d4b9123c-e7c7-4672-9253-12dc8b5176c8" providerId="ADAL" clId="{C88F6C02-31AB-4342-B823-3C6F24D7DA16}" dt="2026-10-26T13:50:05.127" v="2237" actId="207"/>
          <ac:spMkLst>
            <pc:docMk/>
            <pc:sldMk cId="2910834371" sldId="263"/>
            <ac:spMk id="16" creationId="{695DA5C1-3660-4543-3D30-E7378E175CB9}"/>
          </ac:spMkLst>
        </pc:spChg>
        <pc:spChg chg="mod">
          <ac:chgData name="DELFS, Caroline" userId="d4b9123c-e7c7-4672-9253-12dc8b5176c8" providerId="ADAL" clId="{C88F6C02-31AB-4342-B823-3C6F24D7DA16}" dt="2026-10-26T14:41:01.206" v="2479" actId="2711"/>
          <ac:spMkLst>
            <pc:docMk/>
            <pc:sldMk cId="2910834371" sldId="263"/>
            <ac:spMk id="17" creationId="{5E254143-0D87-8E38-F32A-8150FE413076}"/>
          </ac:spMkLst>
        </pc:spChg>
        <pc:spChg chg="mod">
          <ac:chgData name="DELFS, Caroline" userId="d4b9123c-e7c7-4672-9253-12dc8b5176c8" providerId="ADAL" clId="{C88F6C02-31AB-4342-B823-3C6F24D7DA16}" dt="2026-10-26T13:50:05.127" v="2237" actId="207"/>
          <ac:spMkLst>
            <pc:docMk/>
            <pc:sldMk cId="2910834371" sldId="263"/>
            <ac:spMk id="18" creationId="{878873EF-B157-4865-BBE9-394EBEB6041D}"/>
          </ac:spMkLst>
        </pc:spChg>
        <pc:spChg chg="mod">
          <ac:chgData name="DELFS, Caroline" userId="d4b9123c-e7c7-4672-9253-12dc8b5176c8" providerId="ADAL" clId="{C88F6C02-31AB-4342-B823-3C6F24D7DA16}" dt="2026-10-26T14:04:20.341" v="2411" actId="207"/>
          <ac:spMkLst>
            <pc:docMk/>
            <pc:sldMk cId="2910834371" sldId="263"/>
            <ac:spMk id="19" creationId="{3860FBFC-8A9B-DD44-9BCB-3848EC1EFF47}"/>
          </ac:spMkLst>
        </pc:spChg>
        <pc:spChg chg="mod">
          <ac:chgData name="DELFS, Caroline" userId="d4b9123c-e7c7-4672-9253-12dc8b5176c8" providerId="ADAL" clId="{C88F6C02-31AB-4342-B823-3C6F24D7DA16}" dt="2026-10-26T13:50:05.127" v="2237" actId="207"/>
          <ac:spMkLst>
            <pc:docMk/>
            <pc:sldMk cId="2910834371" sldId="263"/>
            <ac:spMk id="20" creationId="{D80A7935-8B98-9B5C-98B0-FADD92DD6DEE}"/>
          </ac:spMkLst>
        </pc:spChg>
        <pc:spChg chg="mod">
          <ac:chgData name="DELFS, Caroline" userId="d4b9123c-e7c7-4672-9253-12dc8b5176c8" providerId="ADAL" clId="{C88F6C02-31AB-4342-B823-3C6F24D7DA16}" dt="2026-10-26T13:50:05.127" v="2237" actId="207"/>
          <ac:spMkLst>
            <pc:docMk/>
            <pc:sldMk cId="2910834371" sldId="263"/>
            <ac:spMk id="22" creationId="{87F44B56-B32A-C823-891A-7D0F278B6866}"/>
          </ac:spMkLst>
        </pc:spChg>
        <pc:spChg chg="add mod">
          <ac:chgData name="DELFS, Caroline" userId="d4b9123c-e7c7-4672-9253-12dc8b5176c8" providerId="ADAL" clId="{C88F6C02-31AB-4342-B823-3C6F24D7DA16}" dt="2026-10-26T15:41:27.554" v="2888" actId="207"/>
          <ac:spMkLst>
            <pc:docMk/>
            <pc:sldMk cId="2910834371" sldId="263"/>
            <ac:spMk id="24" creationId="{35389048-DBC9-A8EF-90D4-7B1F9395714E}"/>
          </ac:spMkLst>
        </pc:spChg>
        <pc:spChg chg="add mod">
          <ac:chgData name="DELFS, Caroline" userId="d4b9123c-e7c7-4672-9253-12dc8b5176c8" providerId="ADAL" clId="{C88F6C02-31AB-4342-B823-3C6F24D7DA16}" dt="2026-10-26T15:45:17.925" v="2937" actId="207"/>
          <ac:spMkLst>
            <pc:docMk/>
            <pc:sldMk cId="2910834371" sldId="263"/>
            <ac:spMk id="26" creationId="{34C56CE2-5818-EAD7-2101-4D99E3E9FF80}"/>
          </ac:spMkLst>
        </pc:spChg>
        <pc:spChg chg="mod">
          <ac:chgData name="DELFS, Caroline" userId="d4b9123c-e7c7-4672-9253-12dc8b5176c8" providerId="ADAL" clId="{C88F6C02-31AB-4342-B823-3C6F24D7DA16}" dt="2026-10-26T13:50:04.500" v="2236" actId="207"/>
          <ac:spMkLst>
            <pc:docMk/>
            <pc:sldMk cId="2910834371" sldId="263"/>
            <ac:spMk id="41" creationId="{17B77643-9BD1-C29F-AFDE-BEEC021F6B22}"/>
          </ac:spMkLst>
        </pc:spChg>
        <pc:spChg chg="mod">
          <ac:chgData name="DELFS, Caroline" userId="d4b9123c-e7c7-4672-9253-12dc8b5176c8" providerId="ADAL" clId="{C88F6C02-31AB-4342-B823-3C6F24D7DA16}" dt="2026-10-26T13:50:04.500" v="2236" actId="207"/>
          <ac:spMkLst>
            <pc:docMk/>
            <pc:sldMk cId="2910834371" sldId="263"/>
            <ac:spMk id="42" creationId="{75A62E00-C857-6DFE-C37E-C0016B822713}"/>
          </ac:spMkLst>
        </pc:spChg>
        <pc:spChg chg="mod">
          <ac:chgData name="DELFS, Caroline" userId="d4b9123c-e7c7-4672-9253-12dc8b5176c8" providerId="ADAL" clId="{C88F6C02-31AB-4342-B823-3C6F24D7DA16}" dt="2026-10-26T13:50:04.500" v="2236" actId="207"/>
          <ac:spMkLst>
            <pc:docMk/>
            <pc:sldMk cId="2910834371" sldId="263"/>
            <ac:spMk id="45" creationId="{4BBE874F-7A9E-DF49-AAF4-DE28E9EC84E6}"/>
          </ac:spMkLst>
        </pc:spChg>
        <pc:spChg chg="mod">
          <ac:chgData name="DELFS, Caroline" userId="d4b9123c-e7c7-4672-9253-12dc8b5176c8" providerId="ADAL" clId="{C88F6C02-31AB-4342-B823-3C6F24D7DA16}" dt="2026-10-26T13:50:04.500" v="2236" actId="207"/>
          <ac:spMkLst>
            <pc:docMk/>
            <pc:sldMk cId="2910834371" sldId="263"/>
            <ac:spMk id="52" creationId="{F7855D46-8068-8BAF-6D5E-9869930FEC22}"/>
          </ac:spMkLst>
        </pc:spChg>
        <pc:spChg chg="mod">
          <ac:chgData name="DELFS, Caroline" userId="d4b9123c-e7c7-4672-9253-12dc8b5176c8" providerId="ADAL" clId="{C88F6C02-31AB-4342-B823-3C6F24D7DA16}" dt="2026-10-26T13:49:50.039" v="2235" actId="207"/>
          <ac:spMkLst>
            <pc:docMk/>
            <pc:sldMk cId="2910834371" sldId="263"/>
            <ac:spMk id="54" creationId="{20DA8271-49DB-690C-898A-57D7620CAE88}"/>
          </ac:spMkLst>
        </pc:spChg>
        <pc:spChg chg="mod">
          <ac:chgData name="DELFS, Caroline" userId="d4b9123c-e7c7-4672-9253-12dc8b5176c8" providerId="ADAL" clId="{C88F6C02-31AB-4342-B823-3C6F24D7DA16}" dt="2026-10-26T13:50:04.500" v="2236" actId="207"/>
          <ac:spMkLst>
            <pc:docMk/>
            <pc:sldMk cId="2910834371" sldId="263"/>
            <ac:spMk id="55" creationId="{6B4833A5-601D-FE4A-EBAA-DEA256D55138}"/>
          </ac:spMkLst>
        </pc:spChg>
        <pc:spChg chg="mod">
          <ac:chgData name="DELFS, Caroline" userId="d4b9123c-e7c7-4672-9253-12dc8b5176c8" providerId="ADAL" clId="{C88F6C02-31AB-4342-B823-3C6F24D7DA16}" dt="2026-10-26T13:50:04.500" v="2236" actId="207"/>
          <ac:spMkLst>
            <pc:docMk/>
            <pc:sldMk cId="2910834371" sldId="263"/>
            <ac:spMk id="62" creationId="{CED7D8FD-1FA3-DD63-555B-333EFFF38B5C}"/>
          </ac:spMkLst>
        </pc:spChg>
        <pc:spChg chg="mod">
          <ac:chgData name="DELFS, Caroline" userId="d4b9123c-e7c7-4672-9253-12dc8b5176c8" providerId="ADAL" clId="{C88F6C02-31AB-4342-B823-3C6F24D7DA16}" dt="2026-10-26T13:50:04.500" v="2236" actId="207"/>
          <ac:spMkLst>
            <pc:docMk/>
            <pc:sldMk cId="2910834371" sldId="263"/>
            <ac:spMk id="63" creationId="{454772CC-45B8-1283-A874-983FF0191783}"/>
          </ac:spMkLst>
        </pc:spChg>
        <pc:spChg chg="mod">
          <ac:chgData name="DELFS, Caroline" userId="d4b9123c-e7c7-4672-9253-12dc8b5176c8" providerId="ADAL" clId="{C88F6C02-31AB-4342-B823-3C6F24D7DA16}" dt="2026-10-26T13:50:04.500" v="2236" actId="207"/>
          <ac:spMkLst>
            <pc:docMk/>
            <pc:sldMk cId="2910834371" sldId="263"/>
            <ac:spMk id="87" creationId="{3B9D9A95-99E7-F1DF-0706-C16A3DB463C6}"/>
          </ac:spMkLst>
        </pc:spChg>
        <pc:spChg chg="mod">
          <ac:chgData name="DELFS, Caroline" userId="d4b9123c-e7c7-4672-9253-12dc8b5176c8" providerId="ADAL" clId="{C88F6C02-31AB-4342-B823-3C6F24D7DA16}" dt="2026-10-26T13:50:04.500" v="2236" actId="207"/>
          <ac:spMkLst>
            <pc:docMk/>
            <pc:sldMk cId="2910834371" sldId="263"/>
            <ac:spMk id="88" creationId="{F19C86BA-334E-F9A4-3FDE-C303A5455C37}"/>
          </ac:spMkLst>
        </pc:spChg>
        <pc:spChg chg="mod">
          <ac:chgData name="DELFS, Caroline" userId="d4b9123c-e7c7-4672-9253-12dc8b5176c8" providerId="ADAL" clId="{C88F6C02-31AB-4342-B823-3C6F24D7DA16}" dt="2026-10-26T13:50:04.500" v="2236" actId="207"/>
          <ac:spMkLst>
            <pc:docMk/>
            <pc:sldMk cId="2910834371" sldId="263"/>
            <ac:spMk id="89" creationId="{844B5FB5-4B14-5092-57E3-7396D22E1DEB}"/>
          </ac:spMkLst>
        </pc:spChg>
        <pc:spChg chg="mod">
          <ac:chgData name="DELFS, Caroline" userId="d4b9123c-e7c7-4672-9253-12dc8b5176c8" providerId="ADAL" clId="{C88F6C02-31AB-4342-B823-3C6F24D7DA16}" dt="2026-10-26T13:50:27.621" v="2238" actId="2711"/>
          <ac:spMkLst>
            <pc:docMk/>
            <pc:sldMk cId="2910834371" sldId="263"/>
            <ac:spMk id="92" creationId="{018A5977-ADA3-FBB7-805D-09B38D207A80}"/>
          </ac:spMkLst>
        </pc:spChg>
        <pc:spChg chg="mod">
          <ac:chgData name="DELFS, Caroline" userId="d4b9123c-e7c7-4672-9253-12dc8b5176c8" providerId="ADAL" clId="{C88F6C02-31AB-4342-B823-3C6F24D7DA16}" dt="2026-10-26T13:50:27.621" v="2238" actId="2711"/>
          <ac:spMkLst>
            <pc:docMk/>
            <pc:sldMk cId="2910834371" sldId="263"/>
            <ac:spMk id="94" creationId="{FD5A203C-FF8F-A49B-B2F6-FF5B0E21AB2F}"/>
          </ac:spMkLst>
        </pc:spChg>
        <pc:spChg chg="mod">
          <ac:chgData name="DELFS, Caroline" userId="d4b9123c-e7c7-4672-9253-12dc8b5176c8" providerId="ADAL" clId="{C88F6C02-31AB-4342-B823-3C6F24D7DA16}" dt="2026-10-26T13:50:27.621" v="2238" actId="2711"/>
          <ac:spMkLst>
            <pc:docMk/>
            <pc:sldMk cId="2910834371" sldId="263"/>
            <ac:spMk id="96" creationId="{AC49B736-C059-93FF-7A56-CF4C4E5E6899}"/>
          </ac:spMkLst>
        </pc:spChg>
        <pc:spChg chg="mod">
          <ac:chgData name="DELFS, Caroline" userId="d4b9123c-e7c7-4672-9253-12dc8b5176c8" providerId="ADAL" clId="{C88F6C02-31AB-4342-B823-3C6F24D7DA16}" dt="2026-10-26T13:50:27.621" v="2238" actId="2711"/>
          <ac:spMkLst>
            <pc:docMk/>
            <pc:sldMk cId="2910834371" sldId="263"/>
            <ac:spMk id="98" creationId="{BFEE676D-3858-5A07-AE7A-A526FD606E36}"/>
          </ac:spMkLst>
        </pc:spChg>
        <pc:spChg chg="mod">
          <ac:chgData name="DELFS, Caroline" userId="d4b9123c-e7c7-4672-9253-12dc8b5176c8" providerId="ADAL" clId="{C88F6C02-31AB-4342-B823-3C6F24D7DA16}" dt="2026-10-26T13:50:27.621" v="2238" actId="2711"/>
          <ac:spMkLst>
            <pc:docMk/>
            <pc:sldMk cId="2910834371" sldId="263"/>
            <ac:spMk id="100" creationId="{F1D30DED-D657-0FA9-23A8-75D425238E30}"/>
          </ac:spMkLst>
        </pc:spChg>
        <pc:spChg chg="mod">
          <ac:chgData name="DELFS, Caroline" userId="d4b9123c-e7c7-4672-9253-12dc8b5176c8" providerId="ADAL" clId="{C88F6C02-31AB-4342-B823-3C6F24D7DA16}" dt="2026-10-26T13:50:27.621" v="2238" actId="2711"/>
          <ac:spMkLst>
            <pc:docMk/>
            <pc:sldMk cId="2910834371" sldId="263"/>
            <ac:spMk id="102" creationId="{6FCC166B-E6CC-96E8-96F5-6B2B2604044D}"/>
          </ac:spMkLst>
        </pc:spChg>
        <pc:grpChg chg="mod">
          <ac:chgData name="DELFS, Caroline" userId="d4b9123c-e7c7-4672-9253-12dc8b5176c8" providerId="ADAL" clId="{C88F6C02-31AB-4342-B823-3C6F24D7DA16}" dt="2026-10-26T13:50:05.127" v="2237" actId="207"/>
          <ac:grpSpMkLst>
            <pc:docMk/>
            <pc:sldMk cId="2910834371" sldId="263"/>
            <ac:grpSpMk id="2" creationId="{1386B808-14A9-8F3D-B94A-DBE7275CBDA1}"/>
          </ac:grpSpMkLst>
        </pc:grpChg>
        <pc:grpChg chg="add mod">
          <ac:chgData name="DELFS, Caroline" userId="d4b9123c-e7c7-4672-9253-12dc8b5176c8" providerId="ADAL" clId="{C88F6C02-31AB-4342-B823-3C6F24D7DA16}" dt="2026-10-26T13:50:50.821" v="2243" actId="1076"/>
          <ac:grpSpMkLst>
            <pc:docMk/>
            <pc:sldMk cId="2910834371" sldId="263"/>
            <ac:grpSpMk id="13" creationId="{818655D3-74A2-B5CB-8117-0BBBC464CB7E}"/>
          </ac:grpSpMkLst>
        </pc:grpChg>
        <pc:picChg chg="mod ord">
          <ac:chgData name="DELFS, Caroline" userId="d4b9123c-e7c7-4672-9253-12dc8b5176c8" providerId="ADAL" clId="{C88F6C02-31AB-4342-B823-3C6F24D7DA16}" dt="2026-10-26T14:04:07.240" v="2409"/>
          <ac:picMkLst>
            <pc:docMk/>
            <pc:sldMk cId="2910834371" sldId="263"/>
            <ac:picMk id="9" creationId="{BBA0EB04-40C6-8CE3-5093-96DFFAFF4330}"/>
          </ac:picMkLst>
        </pc:picChg>
      </pc:sldChg>
      <pc:sldChg chg="addSp delSp modSp new mod">
        <pc:chgData name="DELFS, Caroline" userId="d4b9123c-e7c7-4672-9253-12dc8b5176c8" providerId="ADAL" clId="{C88F6C02-31AB-4342-B823-3C6F24D7DA16}" dt="2026-10-26T15:44:54.569" v="2929" actId="207"/>
        <pc:sldMkLst>
          <pc:docMk/>
          <pc:sldMk cId="4125880180" sldId="264"/>
        </pc:sldMkLst>
        <pc:spChg chg="mod">
          <ac:chgData name="DELFS, Caroline" userId="d4b9123c-e7c7-4672-9253-12dc8b5176c8" providerId="ADAL" clId="{C88F6C02-31AB-4342-B823-3C6F24D7DA16}" dt="2026-10-26T13:41:56.107" v="2151" actId="1076"/>
          <ac:spMkLst>
            <pc:docMk/>
            <pc:sldMk cId="4125880180" sldId="264"/>
            <ac:spMk id="5" creationId="{1F895E97-FB48-C5EE-74C1-41D5108AF2A7}"/>
          </ac:spMkLst>
        </pc:spChg>
        <pc:spChg chg="mod">
          <ac:chgData name="DELFS, Caroline" userId="d4b9123c-e7c7-4672-9253-12dc8b5176c8" providerId="ADAL" clId="{C88F6C02-31AB-4342-B823-3C6F24D7DA16}" dt="2026-10-26T14:39:30.776" v="2464" actId="2711"/>
          <ac:spMkLst>
            <pc:docMk/>
            <pc:sldMk cId="4125880180" sldId="264"/>
            <ac:spMk id="6" creationId="{2E52E710-69D1-F5DA-E073-8155D4CD6240}"/>
          </ac:spMkLst>
        </pc:spChg>
        <pc:spChg chg="add mod">
          <ac:chgData name="DELFS, Caroline" userId="d4b9123c-e7c7-4672-9253-12dc8b5176c8" providerId="ADAL" clId="{C88F6C02-31AB-4342-B823-3C6F24D7DA16}" dt="2026-10-26T13:45:59.405" v="2156" actId="20577"/>
          <ac:spMkLst>
            <pc:docMk/>
            <pc:sldMk cId="4125880180" sldId="264"/>
            <ac:spMk id="16" creationId="{2B144445-B71E-9940-44F7-69049014AB28}"/>
          </ac:spMkLst>
        </pc:spChg>
        <pc:spChg chg="add mod">
          <ac:chgData name="DELFS, Caroline" userId="d4b9123c-e7c7-4672-9253-12dc8b5176c8" providerId="ADAL" clId="{C88F6C02-31AB-4342-B823-3C6F24D7DA16}" dt="2026-10-26T13:00:28.335" v="1919" actId="20577"/>
          <ac:spMkLst>
            <pc:docMk/>
            <pc:sldMk cId="4125880180" sldId="264"/>
            <ac:spMk id="18" creationId="{0454209C-EA12-3803-AEF1-EC9CFA8CD2AB}"/>
          </ac:spMkLst>
        </pc:spChg>
        <pc:spChg chg="add">
          <ac:chgData name="DELFS, Caroline" userId="d4b9123c-e7c7-4672-9253-12dc8b5176c8" providerId="ADAL" clId="{C88F6C02-31AB-4342-B823-3C6F24D7DA16}" dt="2026-10-26T15:41:13.067" v="2886" actId="22"/>
          <ac:spMkLst>
            <pc:docMk/>
            <pc:sldMk cId="4125880180" sldId="264"/>
            <ac:spMk id="22" creationId="{0905B98E-9004-A13D-C0B7-6B5DA369386A}"/>
          </ac:spMkLst>
        </pc:spChg>
        <pc:spChg chg="add mod">
          <ac:chgData name="DELFS, Caroline" userId="d4b9123c-e7c7-4672-9253-12dc8b5176c8" providerId="ADAL" clId="{C88F6C02-31AB-4342-B823-3C6F24D7DA16}" dt="2026-10-26T15:44:54.569" v="2929" actId="207"/>
          <ac:spMkLst>
            <pc:docMk/>
            <pc:sldMk cId="4125880180" sldId="264"/>
            <ac:spMk id="24" creationId="{4B21CC9E-2080-6BB6-010F-BE20CAA70CB2}"/>
          </ac:spMkLst>
        </pc:spChg>
        <pc:grpChg chg="add mod">
          <ac:chgData name="DELFS, Caroline" userId="d4b9123c-e7c7-4672-9253-12dc8b5176c8" providerId="ADAL" clId="{C88F6C02-31AB-4342-B823-3C6F24D7DA16}" dt="2026-10-26T12:45:25.403" v="1743" actId="1076"/>
          <ac:grpSpMkLst>
            <pc:docMk/>
            <pc:sldMk cId="4125880180" sldId="264"/>
            <ac:grpSpMk id="4" creationId="{45F43614-C8DB-9B43-171F-F045734A1FCD}"/>
          </ac:grpSpMkLst>
        </pc:grpChg>
        <pc:picChg chg="add mod">
          <ac:chgData name="DELFS, Caroline" userId="d4b9123c-e7c7-4672-9253-12dc8b5176c8" providerId="ADAL" clId="{C88F6C02-31AB-4342-B823-3C6F24D7DA16}" dt="2026-10-26T12:48:25.711" v="1760" actId="1076"/>
          <ac:picMkLst>
            <pc:docMk/>
            <pc:sldMk cId="4125880180" sldId="264"/>
            <ac:picMk id="8" creationId="{3102853C-F2CB-BFDE-1166-59A4C27842DF}"/>
          </ac:picMkLst>
        </pc:picChg>
      </pc:sldChg>
      <pc:sldChg chg="addSp delSp modSp mod">
        <pc:chgData name="DELFS, Caroline" userId="d4b9123c-e7c7-4672-9253-12dc8b5176c8" providerId="ADAL" clId="{C88F6C02-31AB-4342-B823-3C6F24D7DA16}" dt="2026-10-26T15:43:38.903" v="2911" actId="22"/>
        <pc:sldMkLst>
          <pc:docMk/>
          <pc:sldMk cId="3251351758" sldId="265"/>
        </pc:sldMkLst>
        <pc:spChg chg="mod">
          <ac:chgData name="DELFS, Caroline" userId="d4b9123c-e7c7-4672-9253-12dc8b5176c8" providerId="ADAL" clId="{C88F6C02-31AB-4342-B823-3C6F24D7DA16}" dt="2026-10-26T14:35:46.403" v="2418" actId="2711"/>
          <ac:spMkLst>
            <pc:docMk/>
            <pc:sldMk cId="3251351758" sldId="265"/>
            <ac:spMk id="5" creationId="{CD5F918D-94BD-40C8-62F1-96A638542AB8}"/>
          </ac:spMkLst>
        </pc:spChg>
        <pc:spChg chg="add">
          <ac:chgData name="DELFS, Caroline" userId="d4b9123c-e7c7-4672-9253-12dc8b5176c8" providerId="ADAL" clId="{C88F6C02-31AB-4342-B823-3C6F24D7DA16}" dt="2026-10-26T15:43:38.903" v="2911" actId="22"/>
          <ac:spMkLst>
            <pc:docMk/>
            <pc:sldMk cId="3251351758" sldId="265"/>
            <ac:spMk id="6" creationId="{F0321BA2-A263-F350-A6F2-199C136FF24E}"/>
          </ac:spMkLst>
        </pc:spChg>
        <pc:spChg chg="add">
          <ac:chgData name="DELFS, Caroline" userId="d4b9123c-e7c7-4672-9253-12dc8b5176c8" providerId="ADAL" clId="{C88F6C02-31AB-4342-B823-3C6F24D7DA16}" dt="2026-10-23T09:08:04.736" v="219" actId="22"/>
          <ac:spMkLst>
            <pc:docMk/>
            <pc:sldMk cId="3251351758" sldId="265"/>
            <ac:spMk id="8" creationId="{AD5AB494-565B-D44C-9504-67A19355E0D2}"/>
          </ac:spMkLst>
        </pc:spChg>
      </pc:sldChg>
      <pc:sldChg chg="addSp delSp modSp add mod">
        <pc:chgData name="DELFS, Caroline" userId="d4b9123c-e7c7-4672-9253-12dc8b5176c8" providerId="ADAL" clId="{C88F6C02-31AB-4342-B823-3C6F24D7DA16}" dt="2026-10-26T15:45:22.042" v="2939" actId="22"/>
        <pc:sldMkLst>
          <pc:docMk/>
          <pc:sldMk cId="4278890006" sldId="266"/>
        </pc:sldMkLst>
        <pc:spChg chg="mod">
          <ac:chgData name="DELFS, Caroline" userId="d4b9123c-e7c7-4672-9253-12dc8b5176c8" providerId="ADAL" clId="{C88F6C02-31AB-4342-B823-3C6F24D7DA16}" dt="2026-10-26T13:55:04.088" v="2311" actId="20577"/>
          <ac:spMkLst>
            <pc:docMk/>
            <pc:sldMk cId="4278890006" sldId="266"/>
            <ac:spMk id="4" creationId="{7135C5D4-07E9-5C5D-234A-7FE912CFEE8E}"/>
          </ac:spMkLst>
        </pc:spChg>
        <pc:spChg chg="mod">
          <ac:chgData name="DELFS, Caroline" userId="d4b9123c-e7c7-4672-9253-12dc8b5176c8" providerId="ADAL" clId="{C88F6C02-31AB-4342-B823-3C6F24D7DA16}" dt="2026-10-26T13:55:58.031" v="2319" actId="207"/>
          <ac:spMkLst>
            <pc:docMk/>
            <pc:sldMk cId="4278890006" sldId="266"/>
            <ac:spMk id="5" creationId="{D72BD20E-7227-682D-8390-589BCDC0A639}"/>
          </ac:spMkLst>
        </pc:spChg>
        <pc:spChg chg="mod">
          <ac:chgData name="DELFS, Caroline" userId="d4b9123c-e7c7-4672-9253-12dc8b5176c8" providerId="ADAL" clId="{C88F6C02-31AB-4342-B823-3C6F24D7DA16}" dt="2026-10-26T13:55:54.494" v="2318" actId="207"/>
          <ac:spMkLst>
            <pc:docMk/>
            <pc:sldMk cId="4278890006" sldId="266"/>
            <ac:spMk id="6" creationId="{C485F6BA-34EB-1005-E14B-DF7BBD9ABCBE}"/>
          </ac:spMkLst>
        </pc:spChg>
        <pc:spChg chg="mod">
          <ac:chgData name="DELFS, Caroline" userId="d4b9123c-e7c7-4672-9253-12dc8b5176c8" providerId="ADAL" clId="{C88F6C02-31AB-4342-B823-3C6F24D7DA16}" dt="2026-10-26T13:56:00.404" v="2320" actId="207"/>
          <ac:spMkLst>
            <pc:docMk/>
            <pc:sldMk cId="4278890006" sldId="266"/>
            <ac:spMk id="7" creationId="{994EB7F0-81CC-A4C1-0D87-1112B9E0C3AF}"/>
          </ac:spMkLst>
        </pc:spChg>
        <pc:spChg chg="mod">
          <ac:chgData name="DELFS, Caroline" userId="d4b9123c-e7c7-4672-9253-12dc8b5176c8" providerId="ADAL" clId="{C88F6C02-31AB-4342-B823-3C6F24D7DA16}" dt="2026-10-26T13:56:03.340" v="2321" actId="207"/>
          <ac:spMkLst>
            <pc:docMk/>
            <pc:sldMk cId="4278890006" sldId="266"/>
            <ac:spMk id="8" creationId="{E4C97AAF-72C4-DC49-BC5A-006449DCC119}"/>
          </ac:spMkLst>
        </pc:spChg>
        <pc:spChg chg="mod">
          <ac:chgData name="DELFS, Caroline" userId="d4b9123c-e7c7-4672-9253-12dc8b5176c8" providerId="ADAL" clId="{C88F6C02-31AB-4342-B823-3C6F24D7DA16}" dt="2026-10-26T14:41:13.828" v="2481" actId="2711"/>
          <ac:spMkLst>
            <pc:docMk/>
            <pc:sldMk cId="4278890006" sldId="266"/>
            <ac:spMk id="10" creationId="{6D6E4ABB-8C54-5A03-4D77-97F60373EADE}"/>
          </ac:spMkLst>
        </pc:spChg>
        <pc:spChg chg="mod">
          <ac:chgData name="DELFS, Caroline" userId="d4b9123c-e7c7-4672-9253-12dc8b5176c8" providerId="ADAL" clId="{C88F6C02-31AB-4342-B823-3C6F24D7DA16}" dt="2026-10-26T10:19:57.553" v="1348" actId="790"/>
          <ac:spMkLst>
            <pc:docMk/>
            <pc:sldMk cId="4278890006" sldId="266"/>
            <ac:spMk id="12" creationId="{5407C19F-1F13-FB26-E046-FBE726FBBC3F}"/>
          </ac:spMkLst>
        </pc:spChg>
        <pc:spChg chg="mod">
          <ac:chgData name="DELFS, Caroline" userId="d4b9123c-e7c7-4672-9253-12dc8b5176c8" providerId="ADAL" clId="{C88F6C02-31AB-4342-B823-3C6F24D7DA16}" dt="2026-10-26T13:55:49.271" v="2317" actId="208"/>
          <ac:spMkLst>
            <pc:docMk/>
            <pc:sldMk cId="4278890006" sldId="266"/>
            <ac:spMk id="13" creationId="{CE288CF5-9402-C3D0-C467-693E881E4BED}"/>
          </ac:spMkLst>
        </pc:spChg>
        <pc:spChg chg="add">
          <ac:chgData name="DELFS, Caroline" userId="d4b9123c-e7c7-4672-9253-12dc8b5176c8" providerId="ADAL" clId="{C88F6C02-31AB-4342-B823-3C6F24D7DA16}" dt="2026-10-26T13:56:41.653" v="2323" actId="22"/>
          <ac:spMkLst>
            <pc:docMk/>
            <pc:sldMk cId="4278890006" sldId="266"/>
            <ac:spMk id="16" creationId="{84A1F9BB-F483-B945-9229-761D8C4495B7}"/>
          </ac:spMkLst>
        </pc:spChg>
        <pc:spChg chg="mod">
          <ac:chgData name="DELFS, Caroline" userId="d4b9123c-e7c7-4672-9253-12dc8b5176c8" providerId="ADAL" clId="{C88F6C02-31AB-4342-B823-3C6F24D7DA16}" dt="2026-10-26T13:55:49.271" v="2317" actId="208"/>
          <ac:spMkLst>
            <pc:docMk/>
            <pc:sldMk cId="4278890006" sldId="266"/>
            <ac:spMk id="17" creationId="{61646E4B-49AC-0827-DE5A-57A1D6FF389F}"/>
          </ac:spMkLst>
        </pc:spChg>
        <pc:spChg chg="add">
          <ac:chgData name="DELFS, Caroline" userId="d4b9123c-e7c7-4672-9253-12dc8b5176c8" providerId="ADAL" clId="{C88F6C02-31AB-4342-B823-3C6F24D7DA16}" dt="2026-10-26T15:45:22.042" v="2939" actId="22"/>
          <ac:spMkLst>
            <pc:docMk/>
            <pc:sldMk cId="4278890006" sldId="266"/>
            <ac:spMk id="19" creationId="{F7BFB66D-65BE-EDF4-65C2-D82DC0CF8BDC}"/>
          </ac:spMkLst>
        </pc:spChg>
        <pc:spChg chg="mod">
          <ac:chgData name="DELFS, Caroline" userId="d4b9123c-e7c7-4672-9253-12dc8b5176c8" providerId="ADAL" clId="{C88F6C02-31AB-4342-B823-3C6F24D7DA16}" dt="2026-10-26T13:55:49.271" v="2317" actId="208"/>
          <ac:spMkLst>
            <pc:docMk/>
            <pc:sldMk cId="4278890006" sldId="266"/>
            <ac:spMk id="21" creationId="{647CC519-9530-E5C3-2BD5-7AC37F64ABA2}"/>
          </ac:spMkLst>
        </pc:spChg>
        <pc:spChg chg="mod">
          <ac:chgData name="DELFS, Caroline" userId="d4b9123c-e7c7-4672-9253-12dc8b5176c8" providerId="ADAL" clId="{C88F6C02-31AB-4342-B823-3C6F24D7DA16}" dt="2026-10-26T13:55:49.271" v="2317" actId="208"/>
          <ac:spMkLst>
            <pc:docMk/>
            <pc:sldMk cId="4278890006" sldId="266"/>
            <ac:spMk id="23" creationId="{C0C72F41-EFC2-8A66-9118-3C55188B842C}"/>
          </ac:spMkLst>
        </pc:spChg>
        <pc:grpChg chg="add mod">
          <ac:chgData name="DELFS, Caroline" userId="d4b9123c-e7c7-4672-9253-12dc8b5176c8" providerId="ADAL" clId="{C88F6C02-31AB-4342-B823-3C6F24D7DA16}" dt="2026-10-26T13:56:35.754" v="2322" actId="1076"/>
          <ac:grpSpMkLst>
            <pc:docMk/>
            <pc:sldMk cId="4278890006" sldId="266"/>
            <ac:grpSpMk id="3" creationId="{0D33AC0A-9021-ADAD-126F-A8E9466A210B}"/>
          </ac:grpSpMkLst>
        </pc:grpChg>
        <pc:picChg chg="mod">
          <ac:chgData name="DELFS, Caroline" userId="d4b9123c-e7c7-4672-9253-12dc8b5176c8" providerId="ADAL" clId="{C88F6C02-31AB-4342-B823-3C6F24D7DA16}" dt="2026-10-26T13:54:31.571" v="2272" actId="1076"/>
          <ac:picMkLst>
            <pc:docMk/>
            <pc:sldMk cId="4278890006" sldId="266"/>
            <ac:picMk id="11" creationId="{39D600E9-1D51-1F6B-36FA-EB00D0B35A92}"/>
          </ac:picMkLst>
        </pc:picChg>
      </pc:sldChg>
      <pc:sldChg chg="addSp mod">
        <pc:chgData name="DELFS, Caroline" userId="d4b9123c-e7c7-4672-9253-12dc8b5176c8" providerId="ADAL" clId="{C88F6C02-31AB-4342-B823-3C6F24D7DA16}" dt="2026-10-26T15:47:33.461" v="2968" actId="22"/>
        <pc:sldMkLst>
          <pc:docMk/>
          <pc:sldMk cId="875661276" sldId="267"/>
        </pc:sldMkLst>
        <pc:spChg chg="add">
          <ac:chgData name="DELFS, Caroline" userId="d4b9123c-e7c7-4672-9253-12dc8b5176c8" providerId="ADAL" clId="{C88F6C02-31AB-4342-B823-3C6F24D7DA16}" dt="2026-10-26T15:47:33.461" v="2968" actId="22"/>
          <ac:spMkLst>
            <pc:docMk/>
            <pc:sldMk cId="875661276" sldId="267"/>
            <ac:spMk id="29" creationId="{0CB692F6-DCC6-6307-B595-59ABF2931C10}"/>
          </ac:spMkLst>
        </pc:spChg>
      </pc:sldChg>
      <pc:sldChg chg="addSp delSp modSp mod">
        <pc:chgData name="DELFS, Caroline" userId="d4b9123c-e7c7-4672-9253-12dc8b5176c8" providerId="ADAL" clId="{C88F6C02-31AB-4342-B823-3C6F24D7DA16}" dt="2026-10-26T15:44:12.946" v="2916" actId="207"/>
        <pc:sldMkLst>
          <pc:docMk/>
          <pc:sldMk cId="73210492" sldId="269"/>
        </pc:sldMkLst>
        <pc:spChg chg="add mod">
          <ac:chgData name="DELFS, Caroline" userId="d4b9123c-e7c7-4672-9253-12dc8b5176c8" providerId="ADAL" clId="{C88F6C02-31AB-4342-B823-3C6F24D7DA16}" dt="2026-10-26T15:44:12.946" v="2916" actId="207"/>
          <ac:spMkLst>
            <pc:docMk/>
            <pc:sldMk cId="73210492" sldId="269"/>
            <ac:spMk id="6" creationId="{068E0742-8EF2-9421-DDDC-0587047BF549}"/>
          </ac:spMkLst>
        </pc:spChg>
        <pc:spChg chg="mod">
          <ac:chgData name="DELFS, Caroline" userId="d4b9123c-e7c7-4672-9253-12dc8b5176c8" providerId="ADAL" clId="{C88F6C02-31AB-4342-B823-3C6F24D7DA16}" dt="2026-10-23T13:50:53.750" v="1161" actId="207"/>
          <ac:spMkLst>
            <pc:docMk/>
            <pc:sldMk cId="73210492" sldId="269"/>
            <ac:spMk id="8" creationId="{9C6E6D6F-5B46-8F85-3220-13481C4C564B}"/>
          </ac:spMkLst>
        </pc:spChg>
        <pc:spChg chg="mod">
          <ac:chgData name="DELFS, Caroline" userId="d4b9123c-e7c7-4672-9253-12dc8b5176c8" providerId="ADAL" clId="{C88F6C02-31AB-4342-B823-3C6F24D7DA16}" dt="2026-10-23T13:56:26.712" v="1265" actId="1036"/>
          <ac:spMkLst>
            <pc:docMk/>
            <pc:sldMk cId="73210492" sldId="269"/>
            <ac:spMk id="9" creationId="{AB5723D5-13F0-9872-4F8F-2BA1A8331F93}"/>
          </ac:spMkLst>
        </pc:spChg>
        <pc:spChg chg="add">
          <ac:chgData name="DELFS, Caroline" userId="d4b9123c-e7c7-4672-9253-12dc8b5176c8" providerId="ADAL" clId="{C88F6C02-31AB-4342-B823-3C6F24D7DA16}" dt="2026-10-23T09:10:11.135" v="309" actId="22"/>
          <ac:spMkLst>
            <pc:docMk/>
            <pc:sldMk cId="73210492" sldId="269"/>
            <ac:spMk id="10" creationId="{4DDBF1DC-E05F-ADEC-38BB-50B71102E458}"/>
          </ac:spMkLst>
        </pc:spChg>
        <pc:spChg chg="mod">
          <ac:chgData name="DELFS, Caroline" userId="d4b9123c-e7c7-4672-9253-12dc8b5176c8" providerId="ADAL" clId="{C88F6C02-31AB-4342-B823-3C6F24D7DA16}" dt="2026-10-23T13:50:53.750" v="1161" actId="207"/>
          <ac:spMkLst>
            <pc:docMk/>
            <pc:sldMk cId="73210492" sldId="269"/>
            <ac:spMk id="15" creationId="{8CA95884-E7FB-E127-C913-55ADEFA87F8C}"/>
          </ac:spMkLst>
        </pc:spChg>
        <pc:spChg chg="mod">
          <ac:chgData name="DELFS, Caroline" userId="d4b9123c-e7c7-4672-9253-12dc8b5176c8" providerId="ADAL" clId="{C88F6C02-31AB-4342-B823-3C6F24D7DA16}" dt="2026-10-23T13:50:53.750" v="1161" actId="207"/>
          <ac:spMkLst>
            <pc:docMk/>
            <pc:sldMk cId="73210492" sldId="269"/>
            <ac:spMk id="17" creationId="{E01A776F-6286-5844-9A60-E48EEBFE6A5B}"/>
          </ac:spMkLst>
        </pc:spChg>
        <pc:spChg chg="mod">
          <ac:chgData name="DELFS, Caroline" userId="d4b9123c-e7c7-4672-9253-12dc8b5176c8" providerId="ADAL" clId="{C88F6C02-31AB-4342-B823-3C6F24D7DA16}" dt="2026-10-23T13:50:53.750" v="1161" actId="207"/>
          <ac:spMkLst>
            <pc:docMk/>
            <pc:sldMk cId="73210492" sldId="269"/>
            <ac:spMk id="23" creationId="{95A554A6-45B2-305E-CE28-95E844CFC7ED}"/>
          </ac:spMkLst>
        </pc:spChg>
        <pc:spChg chg="mod">
          <ac:chgData name="DELFS, Caroline" userId="d4b9123c-e7c7-4672-9253-12dc8b5176c8" providerId="ADAL" clId="{C88F6C02-31AB-4342-B823-3C6F24D7DA16}" dt="2026-10-23T13:51:03.239" v="1165" actId="207"/>
          <ac:spMkLst>
            <pc:docMk/>
            <pc:sldMk cId="73210492" sldId="269"/>
            <ac:spMk id="25" creationId="{79C55DD4-3B8E-B852-8FBA-EC75D7F3687D}"/>
          </ac:spMkLst>
        </pc:spChg>
        <pc:spChg chg="mod">
          <ac:chgData name="DELFS, Caroline" userId="d4b9123c-e7c7-4672-9253-12dc8b5176c8" providerId="ADAL" clId="{C88F6C02-31AB-4342-B823-3C6F24D7DA16}" dt="2026-10-23T13:50:53.750" v="1161" actId="207"/>
          <ac:spMkLst>
            <pc:docMk/>
            <pc:sldMk cId="73210492" sldId="269"/>
            <ac:spMk id="27" creationId="{1AA22726-8368-7759-B661-F7C10F0BD5AD}"/>
          </ac:spMkLst>
        </pc:spChg>
        <pc:spChg chg="mod">
          <ac:chgData name="DELFS, Caroline" userId="d4b9123c-e7c7-4672-9253-12dc8b5176c8" providerId="ADAL" clId="{C88F6C02-31AB-4342-B823-3C6F24D7DA16}" dt="2026-10-26T14:37:35.633" v="2430" actId="2711"/>
          <ac:spMkLst>
            <pc:docMk/>
            <pc:sldMk cId="73210492" sldId="269"/>
            <ac:spMk id="31" creationId="{DC70F251-04A7-A76E-FDE2-AE5DCBD24C25}"/>
          </ac:spMkLst>
        </pc:spChg>
        <pc:spChg chg="mod">
          <ac:chgData name="DELFS, Caroline" userId="d4b9123c-e7c7-4672-9253-12dc8b5176c8" providerId="ADAL" clId="{C88F6C02-31AB-4342-B823-3C6F24D7DA16}" dt="2026-10-23T13:50:37.872" v="1158" actId="207"/>
          <ac:spMkLst>
            <pc:docMk/>
            <pc:sldMk cId="73210492" sldId="269"/>
            <ac:spMk id="32" creationId="{30409B88-BE77-1E10-8DD8-D806EA0D9E2E}"/>
          </ac:spMkLst>
        </pc:spChg>
      </pc:sldChg>
      <pc:sldChg chg="addSp delSp modSp add mod">
        <pc:chgData name="DELFS, Caroline" userId="d4b9123c-e7c7-4672-9253-12dc8b5176c8" providerId="ADAL" clId="{C88F6C02-31AB-4342-B823-3C6F24D7DA16}" dt="2026-10-26T15:45:10.019" v="2934" actId="22"/>
        <pc:sldMkLst>
          <pc:docMk/>
          <pc:sldMk cId="2317539783" sldId="272"/>
        </pc:sldMkLst>
        <pc:spChg chg="mod">
          <ac:chgData name="DELFS, Caroline" userId="d4b9123c-e7c7-4672-9253-12dc8b5176c8" providerId="ADAL" clId="{C88F6C02-31AB-4342-B823-3C6F24D7DA16}" dt="2026-10-23T13:39:59.178" v="982" actId="1035"/>
          <ac:spMkLst>
            <pc:docMk/>
            <pc:sldMk cId="2317539783" sldId="272"/>
            <ac:spMk id="6" creationId="{5413AC1E-13CB-C05D-B6D4-D24FED45D8AF}"/>
          </ac:spMkLst>
        </pc:spChg>
        <pc:spChg chg="mod">
          <ac:chgData name="DELFS, Caroline" userId="d4b9123c-e7c7-4672-9253-12dc8b5176c8" providerId="ADAL" clId="{C88F6C02-31AB-4342-B823-3C6F24D7DA16}" dt="2026-10-26T14:40:51.520" v="2477" actId="2711"/>
          <ac:spMkLst>
            <pc:docMk/>
            <pc:sldMk cId="2317539783" sldId="272"/>
            <ac:spMk id="7" creationId="{3180BB58-DE46-ABB0-B2A5-C9E99D53578D}"/>
          </ac:spMkLst>
        </pc:spChg>
        <pc:spChg chg="mod">
          <ac:chgData name="DELFS, Caroline" userId="d4b9123c-e7c7-4672-9253-12dc8b5176c8" providerId="ADAL" clId="{C88F6C02-31AB-4342-B823-3C6F24D7DA16}" dt="2026-10-23T13:39:25.215" v="961" actId="1036"/>
          <ac:spMkLst>
            <pc:docMk/>
            <pc:sldMk cId="2317539783" sldId="272"/>
            <ac:spMk id="8" creationId="{8FF068B1-F1F3-A80E-8FB9-E81005BFA57E}"/>
          </ac:spMkLst>
        </pc:spChg>
        <pc:spChg chg="mod">
          <ac:chgData name="DELFS, Caroline" userId="d4b9123c-e7c7-4672-9253-12dc8b5176c8" providerId="ADAL" clId="{C88F6C02-31AB-4342-B823-3C6F24D7DA16}" dt="2026-10-23T13:39:53.598" v="979" actId="1035"/>
          <ac:spMkLst>
            <pc:docMk/>
            <pc:sldMk cId="2317539783" sldId="272"/>
            <ac:spMk id="10" creationId="{4F4E59E2-5495-CCED-5652-217627B41991}"/>
          </ac:spMkLst>
        </pc:spChg>
        <pc:spChg chg="mod">
          <ac:chgData name="DELFS, Caroline" userId="d4b9123c-e7c7-4672-9253-12dc8b5176c8" providerId="ADAL" clId="{C88F6C02-31AB-4342-B823-3C6F24D7DA16}" dt="2026-10-23T13:40:14.816" v="985" actId="403"/>
          <ac:spMkLst>
            <pc:docMk/>
            <pc:sldMk cId="2317539783" sldId="272"/>
            <ac:spMk id="11" creationId="{E1680A8A-1B77-2149-5264-11973EE1FC70}"/>
          </ac:spMkLst>
        </pc:spChg>
        <pc:spChg chg="mod">
          <ac:chgData name="DELFS, Caroline" userId="d4b9123c-e7c7-4672-9253-12dc8b5176c8" providerId="ADAL" clId="{C88F6C02-31AB-4342-B823-3C6F24D7DA16}" dt="2026-10-26T14:40:39.736" v="2476" actId="2711"/>
          <ac:spMkLst>
            <pc:docMk/>
            <pc:sldMk cId="2317539783" sldId="272"/>
            <ac:spMk id="12" creationId="{0E69F384-E70F-BE34-C5D0-F2AC7DE4013A}"/>
          </ac:spMkLst>
        </pc:spChg>
        <pc:spChg chg="mod">
          <ac:chgData name="DELFS, Caroline" userId="d4b9123c-e7c7-4672-9253-12dc8b5176c8" providerId="ADAL" clId="{C88F6C02-31AB-4342-B823-3C6F24D7DA16}" dt="2026-10-26T14:40:55.330" v="2478" actId="2711"/>
          <ac:spMkLst>
            <pc:docMk/>
            <pc:sldMk cId="2317539783" sldId="272"/>
            <ac:spMk id="13" creationId="{D7FAFC7A-AE53-2FC3-9767-80519B2DB6C5}"/>
          </ac:spMkLst>
        </pc:spChg>
        <pc:spChg chg="mod">
          <ac:chgData name="DELFS, Caroline" userId="d4b9123c-e7c7-4672-9253-12dc8b5176c8" providerId="ADAL" clId="{C88F6C02-31AB-4342-B823-3C6F24D7DA16}" dt="2026-10-23T13:40:28.580" v="999" actId="1038"/>
          <ac:spMkLst>
            <pc:docMk/>
            <pc:sldMk cId="2317539783" sldId="272"/>
            <ac:spMk id="14" creationId="{26729EC5-8F2D-138F-0AEE-AF07DD18CF42}"/>
          </ac:spMkLst>
        </pc:spChg>
        <pc:spChg chg="mod">
          <ac:chgData name="DELFS, Caroline" userId="d4b9123c-e7c7-4672-9253-12dc8b5176c8" providerId="ADAL" clId="{C88F6C02-31AB-4342-B823-3C6F24D7DA16}" dt="2026-10-23T13:40:03.840" v="983" actId="1036"/>
          <ac:spMkLst>
            <pc:docMk/>
            <pc:sldMk cId="2317539783" sldId="272"/>
            <ac:spMk id="15" creationId="{DE78AE7B-6855-7015-BF1A-AD91F55D30A7}"/>
          </ac:spMkLst>
        </pc:spChg>
        <pc:spChg chg="add">
          <ac:chgData name="DELFS, Caroline" userId="d4b9123c-e7c7-4672-9253-12dc8b5176c8" providerId="ADAL" clId="{C88F6C02-31AB-4342-B823-3C6F24D7DA16}" dt="2026-10-26T15:45:10.019" v="2934" actId="22"/>
          <ac:spMkLst>
            <pc:docMk/>
            <pc:sldMk cId="2317539783" sldId="272"/>
            <ac:spMk id="16" creationId="{5EC08F16-AA06-4E9D-EC14-FBF40DDAEC93}"/>
          </ac:spMkLst>
        </pc:spChg>
        <pc:spChg chg="add mod">
          <ac:chgData name="DELFS, Caroline" userId="d4b9123c-e7c7-4672-9253-12dc8b5176c8" providerId="ADAL" clId="{C88F6C02-31AB-4342-B823-3C6F24D7DA16}" dt="2026-10-23T13:26:24.802" v="795" actId="207"/>
          <ac:spMkLst>
            <pc:docMk/>
            <pc:sldMk cId="2317539783" sldId="272"/>
            <ac:spMk id="17" creationId="{4F42C297-AF1D-6D50-0D3E-E859C079F840}"/>
          </ac:spMkLst>
        </pc:spChg>
        <pc:grpChg chg="add mod">
          <ac:chgData name="DELFS, Caroline" userId="d4b9123c-e7c7-4672-9253-12dc8b5176c8" providerId="ADAL" clId="{C88F6C02-31AB-4342-B823-3C6F24D7DA16}" dt="2026-10-23T13:39:22.100" v="958" actId="14100"/>
          <ac:grpSpMkLst>
            <pc:docMk/>
            <pc:sldMk cId="2317539783" sldId="272"/>
            <ac:grpSpMk id="2" creationId="{41C7CB65-2FCB-5F4A-A276-040587F550A9}"/>
          </ac:grpSpMkLst>
        </pc:grpChg>
        <pc:grpChg chg="mod">
          <ac:chgData name="DELFS, Caroline" userId="d4b9123c-e7c7-4672-9253-12dc8b5176c8" providerId="ADAL" clId="{C88F6C02-31AB-4342-B823-3C6F24D7DA16}" dt="2026-10-23T08:27:56.216" v="119" actId="1036"/>
          <ac:grpSpMkLst>
            <pc:docMk/>
            <pc:sldMk cId="2317539783" sldId="272"/>
            <ac:grpSpMk id="4" creationId="{6C9404DE-88DA-8A83-EB30-B7AA195CE031}"/>
          </ac:grpSpMkLst>
        </pc:grpChg>
        <pc:grpChg chg="mod">
          <ac:chgData name="DELFS, Caroline" userId="d4b9123c-e7c7-4672-9253-12dc8b5176c8" providerId="ADAL" clId="{C88F6C02-31AB-4342-B823-3C6F24D7DA16}" dt="2026-10-23T13:40:16.588" v="986" actId="14100"/>
          <ac:grpSpMkLst>
            <pc:docMk/>
            <pc:sldMk cId="2317539783" sldId="272"/>
            <ac:grpSpMk id="5" creationId="{A6F5C4F0-8A9A-F3C1-1B44-300EDD359A23}"/>
          </ac:grpSpMkLst>
        </pc:grpChg>
        <pc:grpChg chg="add mod">
          <ac:chgData name="DELFS, Caroline" userId="d4b9123c-e7c7-4672-9253-12dc8b5176c8" providerId="ADAL" clId="{C88F6C02-31AB-4342-B823-3C6F24D7DA16}" dt="2026-10-23T13:39:33.593" v="967" actId="14100"/>
          <ac:grpSpMkLst>
            <pc:docMk/>
            <pc:sldMk cId="2317539783" sldId="272"/>
            <ac:grpSpMk id="9" creationId="{C6EFF5B0-0472-2A5B-095F-F7B4BA00C143}"/>
          </ac:grpSpMkLst>
        </pc:grpChg>
      </pc:sldChg>
      <pc:sldChg chg="addSp delSp modSp add mod ord">
        <pc:chgData name="DELFS, Caroline" userId="d4b9123c-e7c7-4672-9253-12dc8b5176c8" providerId="ADAL" clId="{C88F6C02-31AB-4342-B823-3C6F24D7DA16}" dt="2026-10-26T15:44:46.595" v="2927" actId="1076"/>
        <pc:sldMkLst>
          <pc:docMk/>
          <pc:sldMk cId="2638358380" sldId="273"/>
        </pc:sldMkLst>
        <pc:spChg chg="add mod">
          <ac:chgData name="DELFS, Caroline" userId="d4b9123c-e7c7-4672-9253-12dc8b5176c8" providerId="ADAL" clId="{C88F6C02-31AB-4342-B823-3C6F24D7DA16}" dt="2026-10-26T15:44:34.482" v="2924" actId="207"/>
          <ac:spMkLst>
            <pc:docMk/>
            <pc:sldMk cId="2638358380" sldId="273"/>
            <ac:spMk id="4" creationId="{6CB5EC3E-265B-2E0E-84DD-137436802F86}"/>
          </ac:spMkLst>
        </pc:spChg>
        <pc:spChg chg="mod">
          <ac:chgData name="DELFS, Caroline" userId="d4b9123c-e7c7-4672-9253-12dc8b5176c8" providerId="ADAL" clId="{C88F6C02-31AB-4342-B823-3C6F24D7DA16}" dt="2026-10-23T13:14:00.954" v="657" actId="1076"/>
          <ac:spMkLst>
            <pc:docMk/>
            <pc:sldMk cId="2638358380" sldId="273"/>
            <ac:spMk id="8" creationId="{92FC6FE5-CF50-88C1-57A0-A13C9508DA92}"/>
          </ac:spMkLst>
        </pc:spChg>
        <pc:spChg chg="mod">
          <ac:chgData name="DELFS, Caroline" userId="d4b9123c-e7c7-4672-9253-12dc8b5176c8" providerId="ADAL" clId="{C88F6C02-31AB-4342-B823-3C6F24D7DA16}" dt="2026-10-23T09:30:19.450" v="540" actId="207"/>
          <ac:spMkLst>
            <pc:docMk/>
            <pc:sldMk cId="2638358380" sldId="273"/>
            <ac:spMk id="16" creationId="{03783F0F-F0D1-68DA-6E47-13C70A7040A0}"/>
          </ac:spMkLst>
        </pc:spChg>
        <pc:spChg chg="mod">
          <ac:chgData name="DELFS, Caroline" userId="d4b9123c-e7c7-4672-9253-12dc8b5176c8" providerId="ADAL" clId="{C88F6C02-31AB-4342-B823-3C6F24D7DA16}" dt="2026-10-26T14:39:18.889" v="2462" actId="2711"/>
          <ac:spMkLst>
            <pc:docMk/>
            <pc:sldMk cId="2638358380" sldId="273"/>
            <ac:spMk id="18" creationId="{0EDFFE0B-D4B7-3CDD-7364-05E28582AD9D}"/>
          </ac:spMkLst>
        </pc:spChg>
        <pc:spChg chg="add mod">
          <ac:chgData name="DELFS, Caroline" userId="d4b9123c-e7c7-4672-9253-12dc8b5176c8" providerId="ADAL" clId="{C88F6C02-31AB-4342-B823-3C6F24D7DA16}" dt="2026-10-23T13:24:50.747" v="768" actId="207"/>
          <ac:spMkLst>
            <pc:docMk/>
            <pc:sldMk cId="2638358380" sldId="273"/>
            <ac:spMk id="21" creationId="{CD1FE914-2C46-46E2-D4A6-17BA5AA4674B}"/>
          </ac:spMkLst>
        </pc:spChg>
        <pc:spChg chg="mod">
          <ac:chgData name="DELFS, Caroline" userId="d4b9123c-e7c7-4672-9253-12dc8b5176c8" providerId="ADAL" clId="{C88F6C02-31AB-4342-B823-3C6F24D7DA16}" dt="2026-10-23T13:09:17.929" v="585" actId="20577"/>
          <ac:spMkLst>
            <pc:docMk/>
            <pc:sldMk cId="2638358380" sldId="273"/>
            <ac:spMk id="26" creationId="{C8F70C42-50A1-25CA-1153-67DEEE700A48}"/>
          </ac:spMkLst>
        </pc:spChg>
        <pc:spChg chg="mod">
          <ac:chgData name="DELFS, Caroline" userId="d4b9123c-e7c7-4672-9253-12dc8b5176c8" providerId="ADAL" clId="{C88F6C02-31AB-4342-B823-3C6F24D7DA16}" dt="2026-10-23T13:09:45.201" v="614" actId="20577"/>
          <ac:spMkLst>
            <pc:docMk/>
            <pc:sldMk cId="2638358380" sldId="273"/>
            <ac:spMk id="34" creationId="{C2539F42-5C3E-69E9-CFED-0A609609DF72}"/>
          </ac:spMkLst>
        </pc:spChg>
        <pc:grpChg chg="mod">
          <ac:chgData name="DELFS, Caroline" userId="d4b9123c-e7c7-4672-9253-12dc8b5176c8" providerId="ADAL" clId="{C88F6C02-31AB-4342-B823-3C6F24D7DA16}" dt="2026-10-23T13:20:48.759" v="739" actId="1035"/>
          <ac:grpSpMkLst>
            <pc:docMk/>
            <pc:sldMk cId="2638358380" sldId="273"/>
            <ac:grpSpMk id="14" creationId="{4214F507-17EB-CEF9-367C-95F98798A092}"/>
          </ac:grpSpMkLst>
        </pc:grpChg>
        <pc:picChg chg="add mod ord modCrop">
          <ac:chgData name="DELFS, Caroline" userId="d4b9123c-e7c7-4672-9253-12dc8b5176c8" providerId="ADAL" clId="{C88F6C02-31AB-4342-B823-3C6F24D7DA16}" dt="2026-10-23T13:28:42.711" v="823" actId="167"/>
          <ac:picMkLst>
            <pc:docMk/>
            <pc:sldMk cId="2638358380" sldId="273"/>
            <ac:picMk id="11" creationId="{F77AE9B5-B649-F756-FF8F-6E44E36616D3}"/>
          </ac:picMkLst>
        </pc:picChg>
        <pc:picChg chg="add mod">
          <ac:chgData name="DELFS, Caroline" userId="d4b9123c-e7c7-4672-9253-12dc8b5176c8" providerId="ADAL" clId="{C88F6C02-31AB-4342-B823-3C6F24D7DA16}" dt="2026-10-26T15:44:46.595" v="2927" actId="1076"/>
          <ac:picMkLst>
            <pc:docMk/>
            <pc:sldMk cId="2638358380" sldId="273"/>
            <ac:picMk id="15" creationId="{D73D85D0-401D-FA6E-83D3-4D12CB005851}"/>
          </ac:picMkLst>
        </pc:picChg>
        <pc:picChg chg="add mod ord">
          <ac:chgData name="DELFS, Caroline" userId="d4b9123c-e7c7-4672-9253-12dc8b5176c8" providerId="ADAL" clId="{C88F6C02-31AB-4342-B823-3C6F24D7DA16}" dt="2026-10-23T13:28:40.608" v="822" actId="167"/>
          <ac:picMkLst>
            <pc:docMk/>
            <pc:sldMk cId="2638358380" sldId="273"/>
            <ac:picMk id="23" creationId="{1FC0C864-854F-25BD-8A33-D03F6240A1CA}"/>
          </ac:picMkLst>
        </pc:picChg>
        <pc:picChg chg="mod">
          <ac:chgData name="DELFS, Caroline" userId="d4b9123c-e7c7-4672-9253-12dc8b5176c8" providerId="ADAL" clId="{C88F6C02-31AB-4342-B823-3C6F24D7DA16}" dt="2026-10-23T09:35:16.020" v="553" actId="14826"/>
          <ac:picMkLst>
            <pc:docMk/>
            <pc:sldMk cId="2638358380" sldId="273"/>
            <ac:picMk id="39" creationId="{33007C40-4711-E5B7-6F20-401B1D29400E}"/>
          </ac:picMkLst>
        </pc:picChg>
      </pc:sldChg>
      <pc:sldChg chg="addSp delSp modSp add mod ord">
        <pc:chgData name="DELFS, Caroline" userId="d4b9123c-e7c7-4672-9253-12dc8b5176c8" providerId="ADAL" clId="{C88F6C02-31AB-4342-B823-3C6F24D7DA16}" dt="2026-10-26T15:44:28.829" v="2922" actId="207"/>
        <pc:sldMkLst>
          <pc:docMk/>
          <pc:sldMk cId="2824560355" sldId="274"/>
        </pc:sldMkLst>
        <pc:spChg chg="add mod">
          <ac:chgData name="DELFS, Caroline" userId="d4b9123c-e7c7-4672-9253-12dc8b5176c8" providerId="ADAL" clId="{C88F6C02-31AB-4342-B823-3C6F24D7DA16}" dt="2026-10-26T15:44:28.829" v="2922" actId="207"/>
          <ac:spMkLst>
            <pc:docMk/>
            <pc:sldMk cId="2824560355" sldId="274"/>
            <ac:spMk id="4" creationId="{602CCCBF-8C96-B804-934C-8E363964ED66}"/>
          </ac:spMkLst>
        </pc:spChg>
        <pc:spChg chg="add mod">
          <ac:chgData name="DELFS, Caroline" userId="d4b9123c-e7c7-4672-9253-12dc8b5176c8" providerId="ADAL" clId="{C88F6C02-31AB-4342-B823-3C6F24D7DA16}" dt="2026-10-26T15:14:08.304" v="2509" actId="2711"/>
          <ac:spMkLst>
            <pc:docMk/>
            <pc:sldMk cId="2824560355" sldId="274"/>
            <ac:spMk id="8" creationId="{D8BC2C53-8D44-2E44-4D7B-CC1F27F3B474}"/>
          </ac:spMkLst>
        </pc:spChg>
        <pc:spChg chg="add mod">
          <ac:chgData name="DELFS, Caroline" userId="d4b9123c-e7c7-4672-9253-12dc8b5176c8" providerId="ADAL" clId="{C88F6C02-31AB-4342-B823-3C6F24D7DA16}" dt="2026-10-26T15:14:13.580" v="2510" actId="2711"/>
          <ac:spMkLst>
            <pc:docMk/>
            <pc:sldMk cId="2824560355" sldId="274"/>
            <ac:spMk id="11" creationId="{1E9E75C6-68D8-3288-8219-EBE352D9EB0F}"/>
          </ac:spMkLst>
        </pc:spChg>
        <pc:spChg chg="add mod">
          <ac:chgData name="DELFS, Caroline" userId="d4b9123c-e7c7-4672-9253-12dc8b5176c8" providerId="ADAL" clId="{C88F6C02-31AB-4342-B823-3C6F24D7DA16}" dt="2026-10-26T15:14:18.565" v="2511" actId="2711"/>
          <ac:spMkLst>
            <pc:docMk/>
            <pc:sldMk cId="2824560355" sldId="274"/>
            <ac:spMk id="17" creationId="{EEAFE5BC-7401-24C6-D257-9D0A36ADACAD}"/>
          </ac:spMkLst>
        </pc:spChg>
        <pc:spChg chg="mod">
          <ac:chgData name="DELFS, Caroline" userId="d4b9123c-e7c7-4672-9253-12dc8b5176c8" providerId="ADAL" clId="{C88F6C02-31AB-4342-B823-3C6F24D7DA16}" dt="2026-10-23T13:20:57.692" v="742" actId="207"/>
          <ac:spMkLst>
            <pc:docMk/>
            <pc:sldMk cId="2824560355" sldId="274"/>
            <ac:spMk id="29" creationId="{A254CA27-77BD-89C3-019F-6E22BC06064C}"/>
          </ac:spMkLst>
        </pc:spChg>
        <pc:spChg chg="mod">
          <ac:chgData name="DELFS, Caroline" userId="d4b9123c-e7c7-4672-9253-12dc8b5176c8" providerId="ADAL" clId="{C88F6C02-31AB-4342-B823-3C6F24D7DA16}" dt="2026-10-26T14:39:24.612" v="2463" actId="2711"/>
          <ac:spMkLst>
            <pc:docMk/>
            <pc:sldMk cId="2824560355" sldId="274"/>
            <ac:spMk id="32" creationId="{DBDDC23E-4E28-C9D7-3159-8A5074CC3454}"/>
          </ac:spMkLst>
        </pc:spChg>
        <pc:spChg chg="add">
          <ac:chgData name="DELFS, Caroline" userId="d4b9123c-e7c7-4672-9253-12dc8b5176c8" providerId="ADAL" clId="{C88F6C02-31AB-4342-B823-3C6F24D7DA16}" dt="2026-10-23T13:24:54.595" v="770" actId="22"/>
          <ac:spMkLst>
            <pc:docMk/>
            <pc:sldMk cId="2824560355" sldId="274"/>
            <ac:spMk id="34" creationId="{C2C305F0-60C0-080A-9591-383FD8DC8FE0}"/>
          </ac:spMkLst>
        </pc:spChg>
        <pc:grpChg chg="add mod">
          <ac:chgData name="DELFS, Caroline" userId="d4b9123c-e7c7-4672-9253-12dc8b5176c8" providerId="ADAL" clId="{C88F6C02-31AB-4342-B823-3C6F24D7DA16}" dt="2026-10-23T13:48:03.026" v="1120" actId="14100"/>
          <ac:grpSpMkLst>
            <pc:docMk/>
            <pc:sldMk cId="2824560355" sldId="274"/>
            <ac:grpSpMk id="28" creationId="{67C95E60-FCF1-0405-9C66-30B086EA49D9}"/>
          </ac:grpSpMkLst>
        </pc:grpChg>
        <pc:picChg chg="add mod">
          <ac:chgData name="DELFS, Caroline" userId="d4b9123c-e7c7-4672-9253-12dc8b5176c8" providerId="ADAL" clId="{C88F6C02-31AB-4342-B823-3C6F24D7DA16}" dt="2026-10-23T13:17:23.505" v="676" actId="1076"/>
          <ac:picMkLst>
            <pc:docMk/>
            <pc:sldMk cId="2824560355" sldId="274"/>
            <ac:picMk id="3" creationId="{639567CE-EA66-C23D-3DC4-2D52C29FD004}"/>
          </ac:picMkLst>
        </pc:picChg>
      </pc:sldChg>
      <pc:sldChg chg="addSp delSp modSp add mod setBg">
        <pc:chgData name="DELFS, Caroline" userId="d4b9123c-e7c7-4672-9253-12dc8b5176c8" providerId="ADAL" clId="{C88F6C02-31AB-4342-B823-3C6F24D7DA16}" dt="2026-10-26T15:45:26.565" v="2942" actId="22"/>
        <pc:sldMkLst>
          <pc:docMk/>
          <pc:sldMk cId="2692554953" sldId="280"/>
        </pc:sldMkLst>
        <pc:spChg chg="mod">
          <ac:chgData name="DELFS, Caroline" userId="d4b9123c-e7c7-4672-9253-12dc8b5176c8" providerId="ADAL" clId="{C88F6C02-31AB-4342-B823-3C6F24D7DA16}" dt="2026-10-26T12:51:46.480" v="1801" actId="207"/>
          <ac:spMkLst>
            <pc:docMk/>
            <pc:sldMk cId="2692554953" sldId="280"/>
            <ac:spMk id="10" creationId="{95468260-A6C7-9614-F006-E48724134824}"/>
          </ac:spMkLst>
        </pc:spChg>
        <pc:spChg chg="mod">
          <ac:chgData name="DELFS, Caroline" userId="d4b9123c-e7c7-4672-9253-12dc8b5176c8" providerId="ADAL" clId="{C88F6C02-31AB-4342-B823-3C6F24D7DA16}" dt="2026-10-26T12:50:23.311" v="1787" actId="20577"/>
          <ac:spMkLst>
            <pc:docMk/>
            <pc:sldMk cId="2692554953" sldId="280"/>
            <ac:spMk id="12" creationId="{5D454E20-66A1-846D-9520-A95292C0A338}"/>
          </ac:spMkLst>
        </pc:spChg>
        <pc:spChg chg="mod">
          <ac:chgData name="DELFS, Caroline" userId="d4b9123c-e7c7-4672-9253-12dc8b5176c8" providerId="ADAL" clId="{C88F6C02-31AB-4342-B823-3C6F24D7DA16}" dt="2026-10-26T14:41:22.229" v="2482" actId="2711"/>
          <ac:spMkLst>
            <pc:docMk/>
            <pc:sldMk cId="2692554953" sldId="280"/>
            <ac:spMk id="13" creationId="{05F6D212-A042-61C4-D7FA-85879D61D4F0}"/>
          </ac:spMkLst>
        </pc:spChg>
        <pc:spChg chg="mod">
          <ac:chgData name="DELFS, Caroline" userId="d4b9123c-e7c7-4672-9253-12dc8b5176c8" providerId="ADAL" clId="{C88F6C02-31AB-4342-B823-3C6F24D7DA16}" dt="2026-10-26T12:50:47.539" v="1792"/>
          <ac:spMkLst>
            <pc:docMk/>
            <pc:sldMk cId="2692554953" sldId="280"/>
            <ac:spMk id="15" creationId="{ADC933E2-18EB-D102-A82A-FB7726FD9D35}"/>
          </ac:spMkLst>
        </pc:spChg>
        <pc:spChg chg="add">
          <ac:chgData name="DELFS, Caroline" userId="d4b9123c-e7c7-4672-9253-12dc8b5176c8" providerId="ADAL" clId="{C88F6C02-31AB-4342-B823-3C6F24D7DA16}" dt="2026-10-26T12:51:15.288" v="1796" actId="22"/>
          <ac:spMkLst>
            <pc:docMk/>
            <pc:sldMk cId="2692554953" sldId="280"/>
            <ac:spMk id="17" creationId="{D9202FB7-4B66-ADC3-E8F1-77E16F71E369}"/>
          </ac:spMkLst>
        </pc:spChg>
        <pc:spChg chg="add">
          <ac:chgData name="DELFS, Caroline" userId="d4b9123c-e7c7-4672-9253-12dc8b5176c8" providerId="ADAL" clId="{C88F6C02-31AB-4342-B823-3C6F24D7DA16}" dt="2026-10-26T15:45:26.565" v="2942" actId="22"/>
          <ac:spMkLst>
            <pc:docMk/>
            <pc:sldMk cId="2692554953" sldId="280"/>
            <ac:spMk id="22" creationId="{3ECCB881-CF9D-58A8-321B-708C8A7B3DAB}"/>
          </ac:spMkLst>
        </pc:spChg>
        <pc:grpChg chg="add mod">
          <ac:chgData name="DELFS, Caroline" userId="d4b9123c-e7c7-4672-9253-12dc8b5176c8" providerId="ADAL" clId="{C88F6C02-31AB-4342-B823-3C6F24D7DA16}" dt="2026-10-26T12:50:55.881" v="1795" actId="1076"/>
          <ac:grpSpMkLst>
            <pc:docMk/>
            <pc:sldMk cId="2692554953" sldId="280"/>
            <ac:grpSpMk id="11" creationId="{65EC54D5-1BE2-B079-34EB-76776B423737}"/>
          </ac:grpSpMkLst>
        </pc:grpChg>
      </pc:sldChg>
      <pc:sldChg chg="addSp delSp modSp add mod setBg">
        <pc:chgData name="DELFS, Caroline" userId="d4b9123c-e7c7-4672-9253-12dc8b5176c8" providerId="ADAL" clId="{C88F6C02-31AB-4342-B823-3C6F24D7DA16}" dt="2026-10-26T15:45:37.268" v="2947" actId="22"/>
        <pc:sldMkLst>
          <pc:docMk/>
          <pc:sldMk cId="2161047315" sldId="292"/>
        </pc:sldMkLst>
        <pc:spChg chg="mod">
          <ac:chgData name="DELFS, Caroline" userId="d4b9123c-e7c7-4672-9253-12dc8b5176c8" providerId="ADAL" clId="{C88F6C02-31AB-4342-B823-3C6F24D7DA16}" dt="2026-10-26T14:00:03.356" v="2361" actId="207"/>
          <ac:spMkLst>
            <pc:docMk/>
            <pc:sldMk cId="2161047315" sldId="292"/>
            <ac:spMk id="11" creationId="{A35F2997-0F18-BBD3-D03A-45CCA8440283}"/>
          </ac:spMkLst>
        </pc:spChg>
        <pc:spChg chg="add">
          <ac:chgData name="DELFS, Caroline" userId="d4b9123c-e7c7-4672-9253-12dc8b5176c8" providerId="ADAL" clId="{C88F6C02-31AB-4342-B823-3C6F24D7DA16}" dt="2026-10-26T13:58:52.949" v="2341" actId="22"/>
          <ac:spMkLst>
            <pc:docMk/>
            <pc:sldMk cId="2161047315" sldId="292"/>
            <ac:spMk id="12" creationId="{E591E3B1-60AE-BB80-B377-F1F4CF84D559}"/>
          </ac:spMkLst>
        </pc:spChg>
        <pc:spChg chg="mod">
          <ac:chgData name="DELFS, Caroline" userId="d4b9123c-e7c7-4672-9253-12dc8b5176c8" providerId="ADAL" clId="{C88F6C02-31AB-4342-B823-3C6F24D7DA16}" dt="2026-10-26T13:59:09.827" v="2351" actId="20577"/>
          <ac:spMkLst>
            <pc:docMk/>
            <pc:sldMk cId="2161047315" sldId="292"/>
            <ac:spMk id="15" creationId="{8981147E-B378-438A-026D-93371DA35CC4}"/>
          </ac:spMkLst>
        </pc:spChg>
        <pc:spChg chg="mod">
          <ac:chgData name="DELFS, Caroline" userId="d4b9123c-e7c7-4672-9253-12dc8b5176c8" providerId="ADAL" clId="{C88F6C02-31AB-4342-B823-3C6F24D7DA16}" dt="2026-10-26T14:41:35.557" v="2484" actId="2711"/>
          <ac:spMkLst>
            <pc:docMk/>
            <pc:sldMk cId="2161047315" sldId="292"/>
            <ac:spMk id="16" creationId="{76D3F1A0-E965-6827-27BC-6D34728E2AB7}"/>
          </ac:spMkLst>
        </pc:spChg>
        <pc:spChg chg="mod">
          <ac:chgData name="DELFS, Caroline" userId="d4b9123c-e7c7-4672-9253-12dc8b5176c8" providerId="ADAL" clId="{C88F6C02-31AB-4342-B823-3C6F24D7DA16}" dt="2026-10-26T13:59:47.822" v="2357" actId="20577"/>
          <ac:spMkLst>
            <pc:docMk/>
            <pc:sldMk cId="2161047315" sldId="292"/>
            <ac:spMk id="18" creationId="{AAB462C6-E7BF-9CF9-A8A0-E5E5A289FC3A}"/>
          </ac:spMkLst>
        </pc:spChg>
        <pc:spChg chg="add">
          <ac:chgData name="DELFS, Caroline" userId="d4b9123c-e7c7-4672-9253-12dc8b5176c8" providerId="ADAL" clId="{C88F6C02-31AB-4342-B823-3C6F24D7DA16}" dt="2026-10-26T15:45:37.268" v="2947" actId="22"/>
          <ac:spMkLst>
            <pc:docMk/>
            <pc:sldMk cId="2161047315" sldId="292"/>
            <ac:spMk id="22" creationId="{FD0F4FED-813F-A460-E204-68203B78E4FD}"/>
          </ac:spMkLst>
        </pc:spChg>
        <pc:grpChg chg="add mod">
          <ac:chgData name="DELFS, Caroline" userId="d4b9123c-e7c7-4672-9253-12dc8b5176c8" providerId="ADAL" clId="{C88F6C02-31AB-4342-B823-3C6F24D7DA16}" dt="2026-10-26T13:59:04.932" v="2345"/>
          <ac:grpSpMkLst>
            <pc:docMk/>
            <pc:sldMk cId="2161047315" sldId="292"/>
            <ac:grpSpMk id="13" creationId="{69891EC3-D094-4A09-B45B-33BD647BA395}"/>
          </ac:grpSpMkLst>
        </pc:grpChg>
      </pc:sldChg>
      <pc:sldChg chg="addSp delSp modSp add mod setBg">
        <pc:chgData name="DELFS, Caroline" userId="d4b9123c-e7c7-4672-9253-12dc8b5176c8" providerId="ADAL" clId="{C88F6C02-31AB-4342-B823-3C6F24D7DA16}" dt="2026-10-26T15:45:34.007" v="2945" actId="22"/>
        <pc:sldMkLst>
          <pc:docMk/>
          <pc:sldMk cId="1590144542" sldId="295"/>
        </pc:sldMkLst>
        <pc:spChg chg="mod">
          <ac:chgData name="DELFS, Caroline" userId="d4b9123c-e7c7-4672-9253-12dc8b5176c8" providerId="ADAL" clId="{C88F6C02-31AB-4342-B823-3C6F24D7DA16}" dt="2026-10-26T13:58:15.292" v="2340" actId="207"/>
          <ac:spMkLst>
            <pc:docMk/>
            <pc:sldMk cId="1590144542" sldId="295"/>
            <ac:spMk id="5" creationId="{8F82A790-8AD3-7961-8B71-BE67E19A1E0C}"/>
          </ac:spMkLst>
        </pc:spChg>
        <pc:spChg chg="add">
          <ac:chgData name="DELFS, Caroline" userId="d4b9123c-e7c7-4672-9253-12dc8b5176c8" providerId="ADAL" clId="{C88F6C02-31AB-4342-B823-3C6F24D7DA16}" dt="2026-10-26T13:57:00.999" v="2326" actId="22"/>
          <ac:spMkLst>
            <pc:docMk/>
            <pc:sldMk cId="1590144542" sldId="295"/>
            <ac:spMk id="9" creationId="{4A1B58F5-B8B8-5AAD-80D0-5BB5B740BFA0}"/>
          </ac:spMkLst>
        </pc:spChg>
        <pc:spChg chg="mod">
          <ac:chgData name="DELFS, Caroline" userId="d4b9123c-e7c7-4672-9253-12dc8b5176c8" providerId="ADAL" clId="{C88F6C02-31AB-4342-B823-3C6F24D7DA16}" dt="2026-10-26T13:57:13.187" v="2330"/>
          <ac:spMkLst>
            <pc:docMk/>
            <pc:sldMk cId="1590144542" sldId="295"/>
            <ac:spMk id="12" creationId="{6CC0B7FB-3625-505C-CFBA-037DE4F144EC}"/>
          </ac:spMkLst>
        </pc:spChg>
        <pc:spChg chg="mod">
          <ac:chgData name="DELFS, Caroline" userId="d4b9123c-e7c7-4672-9253-12dc8b5176c8" providerId="ADAL" clId="{C88F6C02-31AB-4342-B823-3C6F24D7DA16}" dt="2026-10-26T14:41:28.849" v="2483" actId="2711"/>
          <ac:spMkLst>
            <pc:docMk/>
            <pc:sldMk cId="1590144542" sldId="295"/>
            <ac:spMk id="13" creationId="{75233391-1D9E-BA34-0E3F-6228EF47C211}"/>
          </ac:spMkLst>
        </pc:spChg>
        <pc:spChg chg="mod">
          <ac:chgData name="DELFS, Caroline" userId="d4b9123c-e7c7-4672-9253-12dc8b5176c8" providerId="ADAL" clId="{C88F6C02-31AB-4342-B823-3C6F24D7DA16}" dt="2026-10-26T13:57:32.015" v="2335" actId="20577"/>
          <ac:spMkLst>
            <pc:docMk/>
            <pc:sldMk cId="1590144542" sldId="295"/>
            <ac:spMk id="14" creationId="{A476642D-772B-80E0-E1F5-2CC84618E6FA}"/>
          </ac:spMkLst>
        </pc:spChg>
        <pc:spChg chg="add">
          <ac:chgData name="DELFS, Caroline" userId="d4b9123c-e7c7-4672-9253-12dc8b5176c8" providerId="ADAL" clId="{C88F6C02-31AB-4342-B823-3C6F24D7DA16}" dt="2026-10-26T15:45:34.007" v="2945" actId="22"/>
          <ac:spMkLst>
            <pc:docMk/>
            <pc:sldMk cId="1590144542" sldId="295"/>
            <ac:spMk id="22" creationId="{5D56E4C3-9863-938D-9596-E3DC6175658D}"/>
          </ac:spMkLst>
        </pc:spChg>
        <pc:grpChg chg="add mod">
          <ac:chgData name="DELFS, Caroline" userId="d4b9123c-e7c7-4672-9253-12dc8b5176c8" providerId="ADAL" clId="{C88F6C02-31AB-4342-B823-3C6F24D7DA16}" dt="2026-10-26T13:57:13.187" v="2330"/>
          <ac:grpSpMkLst>
            <pc:docMk/>
            <pc:sldMk cId="1590144542" sldId="295"/>
            <ac:grpSpMk id="11" creationId="{85C95CBA-C7B2-1E02-18E2-F0500BDA7BB0}"/>
          </ac:grpSpMkLst>
        </pc:grpChg>
      </pc:sldChg>
      <pc:sldChg chg="addSp delSp modSp add del mod">
        <pc:chgData name="DELFS, Caroline" userId="d4b9123c-e7c7-4672-9253-12dc8b5176c8" providerId="ADAL" clId="{C88F6C02-31AB-4342-B823-3C6F24D7DA16}" dt="2026-10-26T15:47:08.720" v="2967" actId="1076"/>
        <pc:sldMkLst>
          <pc:docMk/>
          <pc:sldMk cId="1069199696" sldId="320"/>
        </pc:sldMkLst>
        <pc:spChg chg="mod">
          <ac:chgData name="DELFS, Caroline" userId="d4b9123c-e7c7-4672-9253-12dc8b5176c8" providerId="ADAL" clId="{C88F6C02-31AB-4342-B823-3C6F24D7DA16}" dt="2026-10-23T14:00:13.742" v="1297" actId="1076"/>
          <ac:spMkLst>
            <pc:docMk/>
            <pc:sldMk cId="1069199696" sldId="320"/>
            <ac:spMk id="4" creationId="{77B6EF07-4C81-276C-D819-9E26079ED756}"/>
          </ac:spMkLst>
        </pc:spChg>
        <pc:spChg chg="add mod">
          <ac:chgData name="DELFS, Caroline" userId="d4b9123c-e7c7-4672-9253-12dc8b5176c8" providerId="ADAL" clId="{C88F6C02-31AB-4342-B823-3C6F24D7DA16}" dt="2026-10-26T15:13:27.077" v="2507" actId="14100"/>
          <ac:spMkLst>
            <pc:docMk/>
            <pc:sldMk cId="1069199696" sldId="320"/>
            <ac:spMk id="6" creationId="{59369CA2-F30C-9427-CCFB-8F8110E13E1E}"/>
          </ac:spMkLst>
        </pc:spChg>
        <pc:spChg chg="add mod">
          <ac:chgData name="DELFS, Caroline" userId="d4b9123c-e7c7-4672-9253-12dc8b5176c8" providerId="ADAL" clId="{C88F6C02-31AB-4342-B823-3C6F24D7DA16}" dt="2026-10-26T15:39:01.714" v="2876" actId="1076"/>
          <ac:spMkLst>
            <pc:docMk/>
            <pc:sldMk cId="1069199696" sldId="320"/>
            <ac:spMk id="9" creationId="{5726ED78-E0A2-4465-FFF4-386C48DF2E2E}"/>
          </ac:spMkLst>
        </pc:spChg>
        <pc:spChg chg="add mod">
          <ac:chgData name="DELFS, Caroline" userId="d4b9123c-e7c7-4672-9253-12dc8b5176c8" providerId="ADAL" clId="{C88F6C02-31AB-4342-B823-3C6F24D7DA16}" dt="2026-10-26T15:41:47.854" v="2892" actId="207"/>
          <ac:spMkLst>
            <pc:docMk/>
            <pc:sldMk cId="1069199696" sldId="320"/>
            <ac:spMk id="11" creationId="{2FA68895-4BED-6F2D-6D15-9870FE07BBCE}"/>
          </ac:spMkLst>
        </pc:spChg>
        <pc:spChg chg="mod">
          <ac:chgData name="DELFS, Caroline" userId="d4b9123c-e7c7-4672-9253-12dc8b5176c8" providerId="ADAL" clId="{C88F6C02-31AB-4342-B823-3C6F24D7DA16}" dt="2026-10-23T14:00:13.742" v="1297" actId="1076"/>
          <ac:spMkLst>
            <pc:docMk/>
            <pc:sldMk cId="1069199696" sldId="320"/>
            <ac:spMk id="12" creationId="{5ED48A71-8A37-7D97-15AC-9C7E78A0A3F2}"/>
          </ac:spMkLst>
        </pc:spChg>
        <pc:spChg chg="add mod">
          <ac:chgData name="DELFS, Caroline" userId="d4b9123c-e7c7-4672-9253-12dc8b5176c8" providerId="ADAL" clId="{C88F6C02-31AB-4342-B823-3C6F24D7DA16}" dt="2026-10-26T15:46:07.724" v="2957" actId="207"/>
          <ac:spMkLst>
            <pc:docMk/>
            <pc:sldMk cId="1069199696" sldId="320"/>
            <ac:spMk id="14" creationId="{AE536E68-7F38-C1D7-84BB-42FAA5F79D9D}"/>
          </ac:spMkLst>
        </pc:spChg>
        <pc:spChg chg="mod">
          <ac:chgData name="DELFS, Caroline" userId="d4b9123c-e7c7-4672-9253-12dc8b5176c8" providerId="ADAL" clId="{C88F6C02-31AB-4342-B823-3C6F24D7DA16}" dt="2026-10-23T14:00:13.742" v="1297" actId="1076"/>
          <ac:spMkLst>
            <pc:docMk/>
            <pc:sldMk cId="1069199696" sldId="320"/>
            <ac:spMk id="15" creationId="{ABA262EA-B964-C9AA-BE90-72CE095E9D32}"/>
          </ac:spMkLst>
        </pc:spChg>
        <pc:spChg chg="mod">
          <ac:chgData name="DELFS, Caroline" userId="d4b9123c-e7c7-4672-9253-12dc8b5176c8" providerId="ADAL" clId="{C88F6C02-31AB-4342-B823-3C6F24D7DA16}" dt="2026-10-26T15:39:28.265" v="2883" actId="1037"/>
          <ac:spMkLst>
            <pc:docMk/>
            <pc:sldMk cId="1069199696" sldId="320"/>
            <ac:spMk id="16" creationId="{BC75126A-BBE5-FE1E-10F2-9C7C6088B108}"/>
          </ac:spMkLst>
        </pc:spChg>
        <pc:spChg chg="mod">
          <ac:chgData name="DELFS, Caroline" userId="d4b9123c-e7c7-4672-9253-12dc8b5176c8" providerId="ADAL" clId="{C88F6C02-31AB-4342-B823-3C6F24D7DA16}" dt="2026-10-23T14:00:13.742" v="1297" actId="1076"/>
          <ac:spMkLst>
            <pc:docMk/>
            <pc:sldMk cId="1069199696" sldId="320"/>
            <ac:spMk id="21" creationId="{83CC2F73-B50B-7563-9C08-1B5021727191}"/>
          </ac:spMkLst>
        </pc:spChg>
        <pc:spChg chg="mod">
          <ac:chgData name="DELFS, Caroline" userId="d4b9123c-e7c7-4672-9253-12dc8b5176c8" providerId="ADAL" clId="{C88F6C02-31AB-4342-B823-3C6F24D7DA16}" dt="2026-10-23T14:00:13.742" v="1297" actId="1076"/>
          <ac:spMkLst>
            <pc:docMk/>
            <pc:sldMk cId="1069199696" sldId="320"/>
            <ac:spMk id="22" creationId="{F9A0C969-2010-66E1-2A71-61B85AC08F22}"/>
          </ac:spMkLst>
        </pc:spChg>
        <pc:spChg chg="mod">
          <ac:chgData name="DELFS, Caroline" userId="d4b9123c-e7c7-4672-9253-12dc8b5176c8" providerId="ADAL" clId="{C88F6C02-31AB-4342-B823-3C6F24D7DA16}" dt="2026-10-23T14:00:13.742" v="1297" actId="1076"/>
          <ac:spMkLst>
            <pc:docMk/>
            <pc:sldMk cId="1069199696" sldId="320"/>
            <ac:spMk id="24" creationId="{AC500E8C-CAE4-C09C-ECAD-194931C5820D}"/>
          </ac:spMkLst>
        </pc:spChg>
        <pc:spChg chg="mod">
          <ac:chgData name="DELFS, Caroline" userId="d4b9123c-e7c7-4672-9253-12dc8b5176c8" providerId="ADAL" clId="{C88F6C02-31AB-4342-B823-3C6F24D7DA16}" dt="2026-10-23T14:00:13.742" v="1297" actId="1076"/>
          <ac:spMkLst>
            <pc:docMk/>
            <pc:sldMk cId="1069199696" sldId="320"/>
            <ac:spMk id="25" creationId="{8CFBF570-E019-807B-A2D0-CEF2B3B6CE49}"/>
          </ac:spMkLst>
        </pc:spChg>
        <pc:spChg chg="mod">
          <ac:chgData name="DELFS, Caroline" userId="d4b9123c-e7c7-4672-9253-12dc8b5176c8" providerId="ADAL" clId="{C88F6C02-31AB-4342-B823-3C6F24D7DA16}" dt="2026-10-23T14:00:13.742" v="1297" actId="1076"/>
          <ac:spMkLst>
            <pc:docMk/>
            <pc:sldMk cId="1069199696" sldId="320"/>
            <ac:spMk id="45" creationId="{FDEC46E0-AA51-DB60-8E9B-9F3EFDB5A587}"/>
          </ac:spMkLst>
        </pc:spChg>
        <pc:grpChg chg="mod">
          <ac:chgData name="DELFS, Caroline" userId="d4b9123c-e7c7-4672-9253-12dc8b5176c8" providerId="ADAL" clId="{C88F6C02-31AB-4342-B823-3C6F24D7DA16}" dt="2026-10-26T15:47:08.720" v="2967" actId="1076"/>
          <ac:grpSpMkLst>
            <pc:docMk/>
            <pc:sldMk cId="1069199696" sldId="320"/>
            <ac:grpSpMk id="67" creationId="{317E5E31-A174-7510-7643-CF926D05FE24}"/>
          </ac:grpSpMkLst>
        </pc:grpChg>
        <pc:picChg chg="mod">
          <ac:chgData name="DELFS, Caroline" userId="d4b9123c-e7c7-4672-9253-12dc8b5176c8" providerId="ADAL" clId="{C88F6C02-31AB-4342-B823-3C6F24D7DA16}" dt="2026-10-23T14:00:13.742" v="1297" actId="1076"/>
          <ac:picMkLst>
            <pc:docMk/>
            <pc:sldMk cId="1069199696" sldId="320"/>
            <ac:picMk id="17" creationId="{BDC37FA5-D8B3-7A78-9C37-B9C7D7F96F41}"/>
          </ac:picMkLst>
        </pc:picChg>
        <pc:picChg chg="mod">
          <ac:chgData name="DELFS, Caroline" userId="d4b9123c-e7c7-4672-9253-12dc8b5176c8" providerId="ADAL" clId="{C88F6C02-31AB-4342-B823-3C6F24D7DA16}" dt="2026-10-23T14:00:13.742" v="1297" actId="1076"/>
          <ac:picMkLst>
            <pc:docMk/>
            <pc:sldMk cId="1069199696" sldId="320"/>
            <ac:picMk id="48" creationId="{EBA6E24E-C852-C16E-FE92-F08880A23C91}"/>
          </ac:picMkLst>
        </pc:picChg>
        <pc:picChg chg="mod">
          <ac:chgData name="DELFS, Caroline" userId="d4b9123c-e7c7-4672-9253-12dc8b5176c8" providerId="ADAL" clId="{C88F6C02-31AB-4342-B823-3C6F24D7DA16}" dt="2026-10-23T13:59:29.557" v="1290" actId="14100"/>
          <ac:picMkLst>
            <pc:docMk/>
            <pc:sldMk cId="1069199696" sldId="320"/>
            <ac:picMk id="53" creationId="{1AE9ABAB-2AC6-4DB8-A3D5-F3F7C89E094D}"/>
          </ac:picMkLst>
        </pc:picChg>
      </pc:sldChg>
      <pc:sldChg chg="addSp delSp modSp mod">
        <pc:chgData name="DELFS, Caroline" userId="d4b9123c-e7c7-4672-9253-12dc8b5176c8" providerId="ADAL" clId="{C88F6C02-31AB-4342-B823-3C6F24D7DA16}" dt="2026-10-26T15:45:07.216" v="2933" actId="22"/>
        <pc:sldMkLst>
          <pc:docMk/>
          <pc:sldMk cId="882758960" sldId="328"/>
        </pc:sldMkLst>
        <pc:spChg chg="mod">
          <ac:chgData name="DELFS, Caroline" userId="d4b9123c-e7c7-4672-9253-12dc8b5176c8" providerId="ADAL" clId="{C88F6C02-31AB-4342-B823-3C6F24D7DA16}" dt="2026-10-23T13:41:20.324" v="1016" actId="207"/>
          <ac:spMkLst>
            <pc:docMk/>
            <pc:sldMk cId="882758960" sldId="328"/>
            <ac:spMk id="3" creationId="{9FC5A571-FAA4-98C6-F5D3-6C9A73F12473}"/>
          </ac:spMkLst>
        </pc:spChg>
        <pc:spChg chg="add">
          <ac:chgData name="DELFS, Caroline" userId="d4b9123c-e7c7-4672-9253-12dc8b5176c8" providerId="ADAL" clId="{C88F6C02-31AB-4342-B823-3C6F24D7DA16}" dt="2026-10-26T15:45:07.216" v="2933" actId="22"/>
          <ac:spMkLst>
            <pc:docMk/>
            <pc:sldMk cId="882758960" sldId="328"/>
            <ac:spMk id="5" creationId="{56157D6A-4E2C-4AC7-3A25-D45600A34161}"/>
          </ac:spMkLst>
        </pc:spChg>
        <pc:spChg chg="mod">
          <ac:chgData name="DELFS, Caroline" userId="d4b9123c-e7c7-4672-9253-12dc8b5176c8" providerId="ADAL" clId="{C88F6C02-31AB-4342-B823-3C6F24D7DA16}" dt="2026-10-23T13:41:27.220" v="1017" actId="207"/>
          <ac:spMkLst>
            <pc:docMk/>
            <pc:sldMk cId="882758960" sldId="328"/>
            <ac:spMk id="6" creationId="{20E70621-A493-01C6-76A8-FED3F7CE5783}"/>
          </ac:spMkLst>
        </pc:spChg>
        <pc:spChg chg="add mod">
          <ac:chgData name="DELFS, Caroline" userId="d4b9123c-e7c7-4672-9253-12dc8b5176c8" providerId="ADAL" clId="{C88F6C02-31AB-4342-B823-3C6F24D7DA16}" dt="2026-10-23T13:25:35.121" v="783" actId="207"/>
          <ac:spMkLst>
            <pc:docMk/>
            <pc:sldMk cId="882758960" sldId="328"/>
            <ac:spMk id="10" creationId="{DBA262BB-7FCE-A759-82DA-63245359448A}"/>
          </ac:spMkLst>
        </pc:spChg>
        <pc:spChg chg="mod">
          <ac:chgData name="DELFS, Caroline" userId="d4b9123c-e7c7-4672-9253-12dc8b5176c8" providerId="ADAL" clId="{C88F6C02-31AB-4342-B823-3C6F24D7DA16}" dt="2026-10-23T13:40:58.071" v="1013" actId="20577"/>
          <ac:spMkLst>
            <pc:docMk/>
            <pc:sldMk cId="882758960" sldId="328"/>
            <ac:spMk id="35" creationId="{B6B1F767-4F66-338D-5FF4-67DF11BD95CA}"/>
          </ac:spMkLst>
        </pc:spChg>
        <pc:spChg chg="mod">
          <ac:chgData name="DELFS, Caroline" userId="d4b9123c-e7c7-4672-9253-12dc8b5176c8" providerId="ADAL" clId="{C88F6C02-31AB-4342-B823-3C6F24D7DA16}" dt="2026-10-26T14:40:27.072" v="2474" actId="2711"/>
          <ac:spMkLst>
            <pc:docMk/>
            <pc:sldMk cId="882758960" sldId="328"/>
            <ac:spMk id="36" creationId="{A10E35C2-71AC-CF4B-2186-A31D5981E90C}"/>
          </ac:spMkLst>
        </pc:spChg>
        <pc:spChg chg="mod">
          <ac:chgData name="DELFS, Caroline" userId="d4b9123c-e7c7-4672-9253-12dc8b5176c8" providerId="ADAL" clId="{C88F6C02-31AB-4342-B823-3C6F24D7DA16}" dt="2026-10-23T13:41:53.279" v="1024" actId="1076"/>
          <ac:spMkLst>
            <pc:docMk/>
            <pc:sldMk cId="882758960" sldId="328"/>
            <ac:spMk id="39" creationId="{4CCFF9D7-486C-FEC9-3A35-FDF465CA0EF1}"/>
          </ac:spMkLst>
        </pc:spChg>
        <pc:spChg chg="mod">
          <ac:chgData name="DELFS, Caroline" userId="d4b9123c-e7c7-4672-9253-12dc8b5176c8" providerId="ADAL" clId="{C88F6C02-31AB-4342-B823-3C6F24D7DA16}" dt="2026-10-23T13:41:43.626" v="1021" actId="207"/>
          <ac:spMkLst>
            <pc:docMk/>
            <pc:sldMk cId="882758960" sldId="328"/>
            <ac:spMk id="41" creationId="{70F85197-3A97-5E00-8D68-3BFC92DEB1A3}"/>
          </ac:spMkLst>
        </pc:spChg>
        <pc:spChg chg="mod">
          <ac:chgData name="DELFS, Caroline" userId="d4b9123c-e7c7-4672-9253-12dc8b5176c8" providerId="ADAL" clId="{C88F6C02-31AB-4342-B823-3C6F24D7DA16}" dt="2026-10-23T13:41:48.064" v="1022" actId="207"/>
          <ac:spMkLst>
            <pc:docMk/>
            <pc:sldMk cId="882758960" sldId="328"/>
            <ac:spMk id="44" creationId="{5F7E4FC5-3A21-6048-9562-F5FC262AB10F}"/>
          </ac:spMkLst>
        </pc:spChg>
      </pc:sldChg>
      <pc:sldChg chg="addSp delSp modSp add mod">
        <pc:chgData name="DELFS, Caroline" userId="d4b9123c-e7c7-4672-9253-12dc8b5176c8" providerId="ADAL" clId="{C88F6C02-31AB-4342-B823-3C6F24D7DA16}" dt="2026-10-26T15:45:46.773" v="2951" actId="22"/>
        <pc:sldMkLst>
          <pc:docMk/>
          <pc:sldMk cId="2542323474" sldId="336"/>
        </pc:sldMkLst>
        <pc:spChg chg="mod">
          <ac:chgData name="DELFS, Caroline" userId="d4b9123c-e7c7-4672-9253-12dc8b5176c8" providerId="ADAL" clId="{C88F6C02-31AB-4342-B823-3C6F24D7DA16}" dt="2026-10-26T14:42:10.072" v="2489" actId="2711"/>
          <ac:spMkLst>
            <pc:docMk/>
            <pc:sldMk cId="2542323474" sldId="336"/>
            <ac:spMk id="3" creationId="{5FF11128-563B-2783-872E-A0DEF2EA8364}"/>
          </ac:spMkLst>
        </pc:spChg>
        <pc:spChg chg="mod">
          <ac:chgData name="DELFS, Caroline" userId="d4b9123c-e7c7-4672-9253-12dc8b5176c8" providerId="ADAL" clId="{C88F6C02-31AB-4342-B823-3C6F24D7DA16}" dt="2026-10-23T13:38:09.658" v="938" actId="207"/>
          <ac:spMkLst>
            <pc:docMk/>
            <pc:sldMk cId="2542323474" sldId="336"/>
            <ac:spMk id="4" creationId="{D2AAD530-E637-C5A9-1E3B-426C50B76B67}"/>
          </ac:spMkLst>
        </pc:spChg>
        <pc:spChg chg="add">
          <ac:chgData name="DELFS, Caroline" userId="d4b9123c-e7c7-4672-9253-12dc8b5176c8" providerId="ADAL" clId="{C88F6C02-31AB-4342-B823-3C6F24D7DA16}" dt="2026-10-26T15:45:46.773" v="2951" actId="22"/>
          <ac:spMkLst>
            <pc:docMk/>
            <pc:sldMk cId="2542323474" sldId="336"/>
            <ac:spMk id="6" creationId="{44A5A315-1539-30C1-6267-EA233EEF0901}"/>
          </ac:spMkLst>
        </pc:spChg>
        <pc:spChg chg="add">
          <ac:chgData name="DELFS, Caroline" userId="d4b9123c-e7c7-4672-9253-12dc8b5176c8" providerId="ADAL" clId="{C88F6C02-31AB-4342-B823-3C6F24D7DA16}" dt="2026-10-23T13:59:10.946" v="1284" actId="22"/>
          <ac:spMkLst>
            <pc:docMk/>
            <pc:sldMk cId="2542323474" sldId="336"/>
            <ac:spMk id="9" creationId="{54D79BB2-D562-253A-0871-0004F91EF8F6}"/>
          </ac:spMkLst>
        </pc:spChg>
        <pc:spChg chg="mod">
          <ac:chgData name="DELFS, Caroline" userId="d4b9123c-e7c7-4672-9253-12dc8b5176c8" providerId="ADAL" clId="{C88F6C02-31AB-4342-B823-3C6F24D7DA16}" dt="2026-10-23T13:38:09.658" v="938" actId="207"/>
          <ac:spMkLst>
            <pc:docMk/>
            <pc:sldMk cId="2542323474" sldId="336"/>
            <ac:spMk id="12" creationId="{9BA5F2FC-473F-3713-C283-640F1CEB3E8C}"/>
          </ac:spMkLst>
        </pc:spChg>
        <pc:spChg chg="mod">
          <ac:chgData name="DELFS, Caroline" userId="d4b9123c-e7c7-4672-9253-12dc8b5176c8" providerId="ADAL" clId="{C88F6C02-31AB-4342-B823-3C6F24D7DA16}" dt="2026-10-23T13:38:09.658" v="938" actId="207"/>
          <ac:spMkLst>
            <pc:docMk/>
            <pc:sldMk cId="2542323474" sldId="336"/>
            <ac:spMk id="13" creationId="{4296ABFB-B4E2-85E3-7FCC-1E0930D6D545}"/>
          </ac:spMkLst>
        </pc:spChg>
        <pc:spChg chg="mod">
          <ac:chgData name="DELFS, Caroline" userId="d4b9123c-e7c7-4672-9253-12dc8b5176c8" providerId="ADAL" clId="{C88F6C02-31AB-4342-B823-3C6F24D7DA16}" dt="2026-10-23T13:38:09.658" v="938" actId="207"/>
          <ac:spMkLst>
            <pc:docMk/>
            <pc:sldMk cId="2542323474" sldId="336"/>
            <ac:spMk id="14" creationId="{385B3A05-A8B0-8417-A97B-CBE928309D91}"/>
          </ac:spMkLst>
        </pc:spChg>
        <pc:spChg chg="mod">
          <ac:chgData name="DELFS, Caroline" userId="d4b9123c-e7c7-4672-9253-12dc8b5176c8" providerId="ADAL" clId="{C88F6C02-31AB-4342-B823-3C6F24D7DA16}" dt="2026-10-23T13:38:09.658" v="938" actId="207"/>
          <ac:spMkLst>
            <pc:docMk/>
            <pc:sldMk cId="2542323474" sldId="336"/>
            <ac:spMk id="15" creationId="{7C086DEE-16F4-5C0A-ADAF-07D3CDBFEC84}"/>
          </ac:spMkLst>
        </pc:spChg>
        <pc:spChg chg="mod">
          <ac:chgData name="DELFS, Caroline" userId="d4b9123c-e7c7-4672-9253-12dc8b5176c8" providerId="ADAL" clId="{C88F6C02-31AB-4342-B823-3C6F24D7DA16}" dt="2026-10-23T13:38:09.658" v="938" actId="207"/>
          <ac:spMkLst>
            <pc:docMk/>
            <pc:sldMk cId="2542323474" sldId="336"/>
            <ac:spMk id="16" creationId="{61050BDD-EE40-8567-5518-23F333867526}"/>
          </ac:spMkLst>
        </pc:spChg>
        <pc:spChg chg="mod">
          <ac:chgData name="DELFS, Caroline" userId="d4b9123c-e7c7-4672-9253-12dc8b5176c8" providerId="ADAL" clId="{C88F6C02-31AB-4342-B823-3C6F24D7DA16}" dt="2026-10-23T13:38:09.658" v="938" actId="207"/>
          <ac:spMkLst>
            <pc:docMk/>
            <pc:sldMk cId="2542323474" sldId="336"/>
            <ac:spMk id="17" creationId="{72E87914-459E-6C49-A4EA-A3CC1F5449AB}"/>
          </ac:spMkLst>
        </pc:spChg>
        <pc:spChg chg="mod">
          <ac:chgData name="DELFS, Caroline" userId="d4b9123c-e7c7-4672-9253-12dc8b5176c8" providerId="ADAL" clId="{C88F6C02-31AB-4342-B823-3C6F24D7DA16}" dt="2026-10-23T13:38:09.658" v="938" actId="207"/>
          <ac:spMkLst>
            <pc:docMk/>
            <pc:sldMk cId="2542323474" sldId="336"/>
            <ac:spMk id="18" creationId="{114BC6FD-0BC7-5831-F880-0D6DDFEABCBA}"/>
          </ac:spMkLst>
        </pc:spChg>
        <pc:spChg chg="mod">
          <ac:chgData name="DELFS, Caroline" userId="d4b9123c-e7c7-4672-9253-12dc8b5176c8" providerId="ADAL" clId="{C88F6C02-31AB-4342-B823-3C6F24D7DA16}" dt="2026-10-23T13:38:09.658" v="938" actId="207"/>
          <ac:spMkLst>
            <pc:docMk/>
            <pc:sldMk cId="2542323474" sldId="336"/>
            <ac:spMk id="19" creationId="{D32F3A8A-8138-6E0B-7881-F9F1604E64EA}"/>
          </ac:spMkLst>
        </pc:spChg>
        <pc:spChg chg="mod">
          <ac:chgData name="DELFS, Caroline" userId="d4b9123c-e7c7-4672-9253-12dc8b5176c8" providerId="ADAL" clId="{C88F6C02-31AB-4342-B823-3C6F24D7DA16}" dt="2026-10-23T13:38:09.658" v="938" actId="207"/>
          <ac:spMkLst>
            <pc:docMk/>
            <pc:sldMk cId="2542323474" sldId="336"/>
            <ac:spMk id="20" creationId="{1AA45460-D396-CC50-3CC7-4BA368BE30C2}"/>
          </ac:spMkLst>
        </pc:spChg>
      </pc:sldChg>
      <pc:sldChg chg="addSp delSp modSp add mod">
        <pc:chgData name="DELFS, Caroline" userId="d4b9123c-e7c7-4672-9253-12dc8b5176c8" providerId="ADAL" clId="{C88F6C02-31AB-4342-B823-3C6F24D7DA16}" dt="2026-10-26T15:45:42.323" v="2949" actId="22"/>
        <pc:sldMkLst>
          <pc:docMk/>
          <pc:sldMk cId="207643598" sldId="2147476536"/>
        </pc:sldMkLst>
        <pc:spChg chg="mod">
          <ac:chgData name="DELFS, Caroline" userId="d4b9123c-e7c7-4672-9253-12dc8b5176c8" providerId="ADAL" clId="{C88F6C02-31AB-4342-B823-3C6F24D7DA16}" dt="2026-10-26T14:41:59.252" v="2487" actId="2711"/>
          <ac:spMkLst>
            <pc:docMk/>
            <pc:sldMk cId="207643598" sldId="2147476536"/>
            <ac:spMk id="4" creationId="{73A9B681-D126-F9C7-0F41-43EF5513560E}"/>
          </ac:spMkLst>
        </pc:spChg>
        <pc:spChg chg="add">
          <ac:chgData name="DELFS, Caroline" userId="d4b9123c-e7c7-4672-9253-12dc8b5176c8" providerId="ADAL" clId="{C88F6C02-31AB-4342-B823-3C6F24D7DA16}" dt="2026-10-26T15:45:42.323" v="2949" actId="22"/>
          <ac:spMkLst>
            <pc:docMk/>
            <pc:sldMk cId="207643598" sldId="2147476536"/>
            <ac:spMk id="6" creationId="{3E613FF8-9DFE-4E40-2534-C911015B2DF7}"/>
          </ac:spMkLst>
        </pc:spChg>
        <pc:spChg chg="add">
          <ac:chgData name="DELFS, Caroline" userId="d4b9123c-e7c7-4672-9253-12dc8b5176c8" providerId="ADAL" clId="{C88F6C02-31AB-4342-B823-3C6F24D7DA16}" dt="2026-10-23T13:58:57.838" v="1280" actId="22"/>
          <ac:spMkLst>
            <pc:docMk/>
            <pc:sldMk cId="207643598" sldId="2147476536"/>
            <ac:spMk id="7" creationId="{C5F0E468-61D6-F920-0F42-8B4AA4528330}"/>
          </ac:spMkLst>
        </pc:spChg>
      </pc:sldChg>
      <pc:sldChg chg="addSp delSp modSp add mod">
        <pc:chgData name="DELFS, Caroline" userId="d4b9123c-e7c7-4672-9253-12dc8b5176c8" providerId="ADAL" clId="{C88F6C02-31AB-4342-B823-3C6F24D7DA16}" dt="2026-10-26T15:46:56.637" v="2966" actId="1076"/>
        <pc:sldMkLst>
          <pc:docMk/>
          <pc:sldMk cId="3999497298" sldId="2147476545"/>
        </pc:sldMkLst>
        <pc:spChg chg="mod">
          <ac:chgData name="DELFS, Caroline" userId="d4b9123c-e7c7-4672-9253-12dc8b5176c8" providerId="ADAL" clId="{C88F6C02-31AB-4342-B823-3C6F24D7DA16}" dt="2026-10-26T15:39:24.438" v="2882" actId="1076"/>
          <ac:spMkLst>
            <pc:docMk/>
            <pc:sldMk cId="3999497298" sldId="2147476545"/>
            <ac:spMk id="3" creationId="{E3D5FE8A-36BA-BF05-B197-E1EE6CD3E724}"/>
          </ac:spMkLst>
        </pc:spChg>
        <pc:spChg chg="add">
          <ac:chgData name="DELFS, Caroline" userId="d4b9123c-e7c7-4672-9253-12dc8b5176c8" providerId="ADAL" clId="{C88F6C02-31AB-4342-B823-3C6F24D7DA16}" dt="2026-10-26T15:39:13.818" v="2880" actId="22"/>
          <ac:spMkLst>
            <pc:docMk/>
            <pc:sldMk cId="3999497298" sldId="2147476545"/>
            <ac:spMk id="6" creationId="{387D92D4-009B-54E2-31D8-4E0B9271B432}"/>
          </ac:spMkLst>
        </pc:spChg>
        <pc:spChg chg="add mod">
          <ac:chgData name="DELFS, Caroline" userId="d4b9123c-e7c7-4672-9253-12dc8b5176c8" providerId="ADAL" clId="{C88F6C02-31AB-4342-B823-3C6F24D7DA16}" dt="2026-10-26T15:40:46.427" v="2884"/>
          <ac:spMkLst>
            <pc:docMk/>
            <pc:sldMk cId="3999497298" sldId="2147476545"/>
            <ac:spMk id="8" creationId="{DEFE854A-66EF-CE6C-2870-732814165F85}"/>
          </ac:spMkLst>
        </pc:spChg>
        <pc:spChg chg="add mod">
          <ac:chgData name="DELFS, Caroline" userId="d4b9123c-e7c7-4672-9253-12dc8b5176c8" providerId="ADAL" clId="{C88F6C02-31AB-4342-B823-3C6F24D7DA16}" dt="2026-10-26T15:41:54.179" v="2894" actId="207"/>
          <ac:spMkLst>
            <pc:docMk/>
            <pc:sldMk cId="3999497298" sldId="2147476545"/>
            <ac:spMk id="10" creationId="{0FD9C9D9-0721-04BA-7313-B8BF6912575C}"/>
          </ac:spMkLst>
        </pc:spChg>
        <pc:spChg chg="add mod">
          <ac:chgData name="DELFS, Caroline" userId="d4b9123c-e7c7-4672-9253-12dc8b5176c8" providerId="ADAL" clId="{C88F6C02-31AB-4342-B823-3C6F24D7DA16}" dt="2026-10-26T15:46:36.542" v="2963" actId="207"/>
          <ac:spMkLst>
            <pc:docMk/>
            <pc:sldMk cId="3999497298" sldId="2147476545"/>
            <ac:spMk id="12" creationId="{E4EFBD70-81A6-7801-2A72-912D1A602FB7}"/>
          </ac:spMkLst>
        </pc:spChg>
        <pc:spChg chg="mod">
          <ac:chgData name="DELFS, Caroline" userId="d4b9123c-e7c7-4672-9253-12dc8b5176c8" providerId="ADAL" clId="{C88F6C02-31AB-4342-B823-3C6F24D7DA16}" dt="2026-10-23T14:00:31.673" v="1301" actId="1035"/>
          <ac:spMkLst>
            <pc:docMk/>
            <pc:sldMk cId="3999497298" sldId="2147476545"/>
            <ac:spMk id="14" creationId="{678027C5-BA24-6AF0-2826-FDFAECA5A4B0}"/>
          </ac:spMkLst>
        </pc:spChg>
        <pc:spChg chg="mod">
          <ac:chgData name="DELFS, Caroline" userId="d4b9123c-e7c7-4672-9253-12dc8b5176c8" providerId="ADAL" clId="{C88F6C02-31AB-4342-B823-3C6F24D7DA16}" dt="2026-10-23T14:00:31.673" v="1301" actId="1035"/>
          <ac:spMkLst>
            <pc:docMk/>
            <pc:sldMk cId="3999497298" sldId="2147476545"/>
            <ac:spMk id="21" creationId="{05C8F85B-801D-9696-9478-272ADBE2AB62}"/>
          </ac:spMkLst>
        </pc:spChg>
        <pc:spChg chg="mod">
          <ac:chgData name="DELFS, Caroline" userId="d4b9123c-e7c7-4672-9253-12dc8b5176c8" providerId="ADAL" clId="{C88F6C02-31AB-4342-B823-3C6F24D7DA16}" dt="2026-10-23T14:00:31.673" v="1301" actId="1035"/>
          <ac:spMkLst>
            <pc:docMk/>
            <pc:sldMk cId="3999497298" sldId="2147476545"/>
            <ac:spMk id="22" creationId="{B436D682-A27A-9887-2978-AA86B0974EF3}"/>
          </ac:spMkLst>
        </pc:spChg>
        <pc:spChg chg="mod">
          <ac:chgData name="DELFS, Caroline" userId="d4b9123c-e7c7-4672-9253-12dc8b5176c8" providerId="ADAL" clId="{C88F6C02-31AB-4342-B823-3C6F24D7DA16}" dt="2026-10-23T14:00:31.673" v="1301" actId="1035"/>
          <ac:spMkLst>
            <pc:docMk/>
            <pc:sldMk cId="3999497298" sldId="2147476545"/>
            <ac:spMk id="23" creationId="{771E5EC2-4DA0-44C0-C1F2-944BBC3B5A2B}"/>
          </ac:spMkLst>
        </pc:spChg>
        <pc:spChg chg="mod">
          <ac:chgData name="DELFS, Caroline" userId="d4b9123c-e7c7-4672-9253-12dc8b5176c8" providerId="ADAL" clId="{C88F6C02-31AB-4342-B823-3C6F24D7DA16}" dt="2026-10-23T14:00:31.673" v="1301" actId="1035"/>
          <ac:spMkLst>
            <pc:docMk/>
            <pc:sldMk cId="3999497298" sldId="2147476545"/>
            <ac:spMk id="27" creationId="{3063E5BD-4A29-35A7-1DA4-B4C35277BC5E}"/>
          </ac:spMkLst>
        </pc:spChg>
        <pc:spChg chg="mod">
          <ac:chgData name="DELFS, Caroline" userId="d4b9123c-e7c7-4672-9253-12dc8b5176c8" providerId="ADAL" clId="{C88F6C02-31AB-4342-B823-3C6F24D7DA16}" dt="2026-10-23T14:00:31.673" v="1301" actId="1035"/>
          <ac:spMkLst>
            <pc:docMk/>
            <pc:sldMk cId="3999497298" sldId="2147476545"/>
            <ac:spMk id="36" creationId="{492FA97B-9F11-5315-BBC2-C7711984C2EB}"/>
          </ac:spMkLst>
        </pc:spChg>
        <pc:spChg chg="mod">
          <ac:chgData name="DELFS, Caroline" userId="d4b9123c-e7c7-4672-9253-12dc8b5176c8" providerId="ADAL" clId="{C88F6C02-31AB-4342-B823-3C6F24D7DA16}" dt="2026-10-23T14:00:31.673" v="1301" actId="1035"/>
          <ac:spMkLst>
            <pc:docMk/>
            <pc:sldMk cId="3999497298" sldId="2147476545"/>
            <ac:spMk id="42" creationId="{14023C58-06BD-847F-8B12-446DC3459A96}"/>
          </ac:spMkLst>
        </pc:spChg>
        <pc:grpChg chg="mod">
          <ac:chgData name="DELFS, Caroline" userId="d4b9123c-e7c7-4672-9253-12dc8b5176c8" providerId="ADAL" clId="{C88F6C02-31AB-4342-B823-3C6F24D7DA16}" dt="2026-10-26T15:46:56.637" v="2966" actId="1076"/>
          <ac:grpSpMkLst>
            <pc:docMk/>
            <pc:sldMk cId="3999497298" sldId="2147476545"/>
            <ac:grpSpMk id="49" creationId="{BC661F48-E347-D3C7-4409-C275321703A7}"/>
          </ac:grpSpMkLst>
        </pc:grpChg>
        <pc:picChg chg="mod">
          <ac:chgData name="DELFS, Caroline" userId="d4b9123c-e7c7-4672-9253-12dc8b5176c8" providerId="ADAL" clId="{C88F6C02-31AB-4342-B823-3C6F24D7DA16}" dt="2026-10-23T14:00:31.673" v="1301" actId="1035"/>
          <ac:picMkLst>
            <pc:docMk/>
            <pc:sldMk cId="3999497298" sldId="2147476545"/>
            <ac:picMk id="20" creationId="{0C119CB3-76B4-A898-27D3-761ABC59193F}"/>
          </ac:picMkLst>
        </pc:picChg>
        <pc:picChg chg="mod">
          <ac:chgData name="DELFS, Caroline" userId="d4b9123c-e7c7-4672-9253-12dc8b5176c8" providerId="ADAL" clId="{C88F6C02-31AB-4342-B823-3C6F24D7DA16}" dt="2026-10-26T15:46:48.438" v="2965" actId="1076"/>
          <ac:picMkLst>
            <pc:docMk/>
            <pc:sldMk cId="3999497298" sldId="2147476545"/>
            <ac:picMk id="39" creationId="{7FD827ED-4635-E7BB-ED8A-124DE652DFDA}"/>
          </ac:picMkLst>
        </pc:picChg>
        <pc:picChg chg="mod">
          <ac:chgData name="DELFS, Caroline" userId="d4b9123c-e7c7-4672-9253-12dc8b5176c8" providerId="ADAL" clId="{C88F6C02-31AB-4342-B823-3C6F24D7DA16}" dt="2026-10-26T15:46:31.592" v="2960" actId="34136"/>
          <ac:picMkLst>
            <pc:docMk/>
            <pc:sldMk cId="3999497298" sldId="2147476545"/>
            <ac:picMk id="45" creationId="{5C1FE463-5F37-6F73-0790-999A8702FAFD}"/>
          </ac:picMkLst>
        </pc:picChg>
        <pc:picChg chg="mod">
          <ac:chgData name="DELFS, Caroline" userId="d4b9123c-e7c7-4672-9253-12dc8b5176c8" providerId="ADAL" clId="{C88F6C02-31AB-4342-B823-3C6F24D7DA16}" dt="2026-10-26T15:46:31.592" v="2960" actId="34136"/>
          <ac:picMkLst>
            <pc:docMk/>
            <pc:sldMk cId="3999497298" sldId="2147476545"/>
            <ac:picMk id="47" creationId="{2480696F-0CFC-ADEA-BFD0-27AFB2290068}"/>
          </ac:picMkLst>
        </pc:picChg>
        <pc:picChg chg="mod">
          <ac:chgData name="DELFS, Caroline" userId="d4b9123c-e7c7-4672-9253-12dc8b5176c8" providerId="ADAL" clId="{C88F6C02-31AB-4342-B823-3C6F24D7DA16}" dt="2026-10-26T15:46:31.592" v="2960" actId="34136"/>
          <ac:picMkLst>
            <pc:docMk/>
            <pc:sldMk cId="3999497298" sldId="2147476545"/>
            <ac:picMk id="48" creationId="{ABDA0049-614E-4ACD-6C59-9A2C21A146CF}"/>
          </ac:picMkLst>
        </pc:picChg>
      </pc:sldChg>
      <pc:sldChg chg="addSp delSp modSp mod">
        <pc:chgData name="DELFS, Caroline" userId="d4b9123c-e7c7-4672-9253-12dc8b5176c8" providerId="ADAL" clId="{C88F6C02-31AB-4342-B823-3C6F24D7DA16}" dt="2026-10-26T15:45:45.218" v="2950" actId="22"/>
        <pc:sldMkLst>
          <pc:docMk/>
          <pc:sldMk cId="3916701815" sldId="2147476557"/>
        </pc:sldMkLst>
        <pc:spChg chg="mod">
          <ac:chgData name="DELFS, Caroline" userId="d4b9123c-e7c7-4672-9253-12dc8b5176c8" providerId="ADAL" clId="{C88F6C02-31AB-4342-B823-3C6F24D7DA16}" dt="2026-10-26T14:42:05.023" v="2488" actId="2711"/>
          <ac:spMkLst>
            <pc:docMk/>
            <pc:sldMk cId="3916701815" sldId="2147476557"/>
            <ac:spMk id="6" creationId="{3DE7E890-3749-39A9-104A-1DD694622B5F}"/>
          </ac:spMkLst>
        </pc:spChg>
        <pc:spChg chg="add">
          <ac:chgData name="DELFS, Caroline" userId="d4b9123c-e7c7-4672-9253-12dc8b5176c8" providerId="ADAL" clId="{C88F6C02-31AB-4342-B823-3C6F24D7DA16}" dt="2026-10-26T15:45:45.218" v="2950" actId="22"/>
          <ac:spMkLst>
            <pc:docMk/>
            <pc:sldMk cId="3916701815" sldId="2147476557"/>
            <ac:spMk id="9" creationId="{0423A03D-0692-D686-2AD0-0776E661F75E}"/>
          </ac:spMkLst>
        </pc:spChg>
        <pc:spChg chg="add">
          <ac:chgData name="DELFS, Caroline" userId="d4b9123c-e7c7-4672-9253-12dc8b5176c8" providerId="ADAL" clId="{C88F6C02-31AB-4342-B823-3C6F24D7DA16}" dt="2026-10-23T13:59:05.722" v="1282" actId="22"/>
          <ac:spMkLst>
            <pc:docMk/>
            <pc:sldMk cId="3916701815" sldId="2147476557"/>
            <ac:spMk id="10" creationId="{D89C76B1-2FC8-8AF6-0601-B27A3759D03F}"/>
          </ac:spMkLst>
        </pc:spChg>
      </pc:sldChg>
      <pc:sldChg chg="addSp delSp modSp mod">
        <pc:chgData name="DELFS, Caroline" userId="d4b9123c-e7c7-4672-9253-12dc8b5176c8" providerId="ADAL" clId="{C88F6C02-31AB-4342-B823-3C6F24D7DA16}" dt="2026-10-26T15:44:58.645" v="2930" actId="22"/>
        <pc:sldMkLst>
          <pc:docMk/>
          <pc:sldMk cId="1674607044" sldId="2147480862"/>
        </pc:sldMkLst>
        <pc:spChg chg="add mod">
          <ac:chgData name="DELFS, Caroline" userId="d4b9123c-e7c7-4672-9253-12dc8b5176c8" providerId="ADAL" clId="{C88F6C02-31AB-4342-B823-3C6F24D7DA16}" dt="2026-10-23T13:25:14.945" v="778" actId="207"/>
          <ac:spMkLst>
            <pc:docMk/>
            <pc:sldMk cId="1674607044" sldId="2147480862"/>
            <ac:spMk id="4" creationId="{7888F52F-FF85-45DA-3BDA-D054C5B6C7B7}"/>
          </ac:spMkLst>
        </pc:spChg>
        <pc:spChg chg="add">
          <ac:chgData name="DELFS, Caroline" userId="d4b9123c-e7c7-4672-9253-12dc8b5176c8" providerId="ADAL" clId="{C88F6C02-31AB-4342-B823-3C6F24D7DA16}" dt="2026-10-26T15:44:58.645" v="2930" actId="22"/>
          <ac:spMkLst>
            <pc:docMk/>
            <pc:sldMk cId="1674607044" sldId="2147480862"/>
            <ac:spMk id="6" creationId="{5B2A5CCA-C409-47D3-4E59-6373A5733B07}"/>
          </ac:spMkLst>
        </pc:spChg>
        <pc:spChg chg="mod">
          <ac:chgData name="DELFS, Caroline" userId="d4b9123c-e7c7-4672-9253-12dc8b5176c8" providerId="ADAL" clId="{C88F6C02-31AB-4342-B823-3C6F24D7DA16}" dt="2026-10-23T13:44:32.424" v="1070" actId="1037"/>
          <ac:spMkLst>
            <pc:docMk/>
            <pc:sldMk cId="1674607044" sldId="2147480862"/>
            <ac:spMk id="8" creationId="{98959980-FD62-0134-6564-39957DA70E37}"/>
          </ac:spMkLst>
        </pc:spChg>
        <pc:spChg chg="mod">
          <ac:chgData name="DELFS, Caroline" userId="d4b9123c-e7c7-4672-9253-12dc8b5176c8" providerId="ADAL" clId="{C88F6C02-31AB-4342-B823-3C6F24D7DA16}" dt="2026-10-23T13:44:19.065" v="1065" actId="207"/>
          <ac:spMkLst>
            <pc:docMk/>
            <pc:sldMk cId="1674607044" sldId="2147480862"/>
            <ac:spMk id="16" creationId="{A80C6449-4FC2-B20A-055E-5907B9BF65DD}"/>
          </ac:spMkLst>
        </pc:spChg>
        <pc:spChg chg="mod">
          <ac:chgData name="DELFS, Caroline" userId="d4b9123c-e7c7-4672-9253-12dc8b5176c8" providerId="ADAL" clId="{C88F6C02-31AB-4342-B823-3C6F24D7DA16}" dt="2026-10-26T14:40:14.686" v="2472" actId="1076"/>
          <ac:spMkLst>
            <pc:docMk/>
            <pc:sldMk cId="1674607044" sldId="2147480862"/>
            <ac:spMk id="47" creationId="{09C037D4-4FC5-D25E-BA10-96A95A680DD6}"/>
          </ac:spMkLst>
        </pc:spChg>
        <pc:spChg chg="mod">
          <ac:chgData name="DELFS, Caroline" userId="d4b9123c-e7c7-4672-9253-12dc8b5176c8" providerId="ADAL" clId="{C88F6C02-31AB-4342-B823-3C6F24D7DA16}" dt="2026-10-23T13:44:25.974" v="1067" actId="207"/>
          <ac:spMkLst>
            <pc:docMk/>
            <pc:sldMk cId="1674607044" sldId="2147480862"/>
            <ac:spMk id="53" creationId="{40F408D8-30D5-903D-F859-CD606E707139}"/>
          </ac:spMkLst>
        </pc:spChg>
        <pc:spChg chg="mod">
          <ac:chgData name="DELFS, Caroline" userId="d4b9123c-e7c7-4672-9253-12dc8b5176c8" providerId="ADAL" clId="{C88F6C02-31AB-4342-B823-3C6F24D7DA16}" dt="2026-10-23T13:44:15.972" v="1064" actId="207"/>
          <ac:spMkLst>
            <pc:docMk/>
            <pc:sldMk cId="1674607044" sldId="2147480862"/>
            <ac:spMk id="58" creationId="{F190CA00-D43E-C167-2B10-9EC8A8468D33}"/>
          </ac:spMkLst>
        </pc:spChg>
        <pc:grpChg chg="mod">
          <ac:chgData name="DELFS, Caroline" userId="d4b9123c-e7c7-4672-9253-12dc8b5176c8" providerId="ADAL" clId="{C88F6C02-31AB-4342-B823-3C6F24D7DA16}" dt="2026-10-23T08:26:00.737" v="74" actId="1035"/>
          <ac:grpSpMkLst>
            <pc:docMk/>
            <pc:sldMk cId="1674607044" sldId="2147480862"/>
            <ac:grpSpMk id="45" creationId="{0E4CDAC7-75D9-B071-3A57-B2E95BD409B2}"/>
          </ac:grpSpMkLst>
        </pc:grpChg>
      </pc:sldChg>
      <pc:sldChg chg="addSp delSp modSp mod">
        <pc:chgData name="DELFS, Caroline" userId="d4b9123c-e7c7-4672-9253-12dc8b5176c8" providerId="ADAL" clId="{C88F6C02-31AB-4342-B823-3C6F24D7DA16}" dt="2026-10-26T15:45:03.681" v="2932" actId="207"/>
        <pc:sldMkLst>
          <pc:docMk/>
          <pc:sldMk cId="1130666990" sldId="2147480865"/>
        </pc:sldMkLst>
        <pc:spChg chg="add mod">
          <ac:chgData name="DELFS, Caroline" userId="d4b9123c-e7c7-4672-9253-12dc8b5176c8" providerId="ADAL" clId="{C88F6C02-31AB-4342-B823-3C6F24D7DA16}" dt="2026-10-26T15:45:03.681" v="2932" actId="207"/>
          <ac:spMkLst>
            <pc:docMk/>
            <pc:sldMk cId="1130666990" sldId="2147480865"/>
            <ac:spMk id="6" creationId="{8C5B7004-1E30-81E9-A449-52A826A9E8ED}"/>
          </ac:spMkLst>
        </pc:spChg>
        <pc:spChg chg="mod">
          <ac:chgData name="DELFS, Caroline" userId="d4b9123c-e7c7-4672-9253-12dc8b5176c8" providerId="ADAL" clId="{C88F6C02-31AB-4342-B823-3C6F24D7DA16}" dt="2026-10-23T13:42:25.320" v="1029" actId="207"/>
          <ac:spMkLst>
            <pc:docMk/>
            <pc:sldMk cId="1130666990" sldId="2147480865"/>
            <ac:spMk id="7" creationId="{91DBB94A-D92F-F8DE-0D75-5264B62FD7F2}"/>
          </ac:spMkLst>
        </pc:spChg>
        <pc:spChg chg="add">
          <ac:chgData name="DELFS, Caroline" userId="d4b9123c-e7c7-4672-9253-12dc8b5176c8" providerId="ADAL" clId="{C88F6C02-31AB-4342-B823-3C6F24D7DA16}" dt="2026-10-23T13:25:24.273" v="780" actId="22"/>
          <ac:spMkLst>
            <pc:docMk/>
            <pc:sldMk cId="1130666990" sldId="2147480865"/>
            <ac:spMk id="10" creationId="{00A2CDB0-CA8C-A8A9-0D4C-E20C608D0289}"/>
          </ac:spMkLst>
        </pc:spChg>
        <pc:spChg chg="mod">
          <ac:chgData name="DELFS, Caroline" userId="d4b9123c-e7c7-4672-9253-12dc8b5176c8" providerId="ADAL" clId="{C88F6C02-31AB-4342-B823-3C6F24D7DA16}" dt="2026-10-23T13:43:47.887" v="1058" actId="207"/>
          <ac:spMkLst>
            <pc:docMk/>
            <pc:sldMk cId="1130666990" sldId="2147480865"/>
            <ac:spMk id="11" creationId="{C699C7B2-F4E0-D92F-B710-BE3CDE61E82D}"/>
          </ac:spMkLst>
        </pc:spChg>
        <pc:spChg chg="mod">
          <ac:chgData name="DELFS, Caroline" userId="d4b9123c-e7c7-4672-9253-12dc8b5176c8" providerId="ADAL" clId="{C88F6C02-31AB-4342-B823-3C6F24D7DA16}" dt="2026-10-23T13:42:46.370" v="1037" actId="1076"/>
          <ac:spMkLst>
            <pc:docMk/>
            <pc:sldMk cId="1130666990" sldId="2147480865"/>
            <ac:spMk id="12" creationId="{BE67856F-E219-7033-AB1D-EFDB0F6ADE71}"/>
          </ac:spMkLst>
        </pc:spChg>
        <pc:spChg chg="mod">
          <ac:chgData name="DELFS, Caroline" userId="d4b9123c-e7c7-4672-9253-12dc8b5176c8" providerId="ADAL" clId="{C88F6C02-31AB-4342-B823-3C6F24D7DA16}" dt="2026-10-23T13:44:03.774" v="1062" actId="207"/>
          <ac:spMkLst>
            <pc:docMk/>
            <pc:sldMk cId="1130666990" sldId="2147480865"/>
            <ac:spMk id="20" creationId="{72B6D3B5-DDCF-6C68-98C8-5C2FF3959701}"/>
          </ac:spMkLst>
        </pc:spChg>
        <pc:spChg chg="mod">
          <ac:chgData name="DELFS, Caroline" userId="d4b9123c-e7c7-4672-9253-12dc8b5176c8" providerId="ADAL" clId="{C88F6C02-31AB-4342-B823-3C6F24D7DA16}" dt="2026-10-23T13:43:59.267" v="1061" actId="207"/>
          <ac:spMkLst>
            <pc:docMk/>
            <pc:sldMk cId="1130666990" sldId="2147480865"/>
            <ac:spMk id="21" creationId="{F445DD59-9B8D-36D7-3E20-1560D6EDE664}"/>
          </ac:spMkLst>
        </pc:spChg>
        <pc:spChg chg="mod">
          <ac:chgData name="DELFS, Caroline" userId="d4b9123c-e7c7-4672-9253-12dc8b5176c8" providerId="ADAL" clId="{C88F6C02-31AB-4342-B823-3C6F24D7DA16}" dt="2026-10-23T13:43:56.164" v="1060" actId="207"/>
          <ac:spMkLst>
            <pc:docMk/>
            <pc:sldMk cId="1130666990" sldId="2147480865"/>
            <ac:spMk id="22" creationId="{4C6A5C6B-5127-F4BE-E543-AC160D01091D}"/>
          </ac:spMkLst>
        </pc:spChg>
        <pc:spChg chg="mod">
          <ac:chgData name="DELFS, Caroline" userId="d4b9123c-e7c7-4672-9253-12dc8b5176c8" providerId="ADAL" clId="{C88F6C02-31AB-4342-B823-3C6F24D7DA16}" dt="2026-10-23T13:43:53.184" v="1059" actId="207"/>
          <ac:spMkLst>
            <pc:docMk/>
            <pc:sldMk cId="1130666990" sldId="2147480865"/>
            <ac:spMk id="23" creationId="{315B587B-492F-005C-CED9-3FA06407E52F}"/>
          </ac:spMkLst>
        </pc:spChg>
        <pc:spChg chg="mod">
          <ac:chgData name="DELFS, Caroline" userId="d4b9123c-e7c7-4672-9253-12dc8b5176c8" providerId="ADAL" clId="{C88F6C02-31AB-4342-B823-3C6F24D7DA16}" dt="2026-10-23T13:42:10.625" v="1025" actId="207"/>
          <ac:spMkLst>
            <pc:docMk/>
            <pc:sldMk cId="1130666990" sldId="2147480865"/>
            <ac:spMk id="24" creationId="{C3AC4645-110D-230B-380E-5D5C6894BC1D}"/>
          </ac:spMkLst>
        </pc:spChg>
        <pc:spChg chg="mod">
          <ac:chgData name="DELFS, Caroline" userId="d4b9123c-e7c7-4672-9253-12dc8b5176c8" providerId="ADAL" clId="{C88F6C02-31AB-4342-B823-3C6F24D7DA16}" dt="2026-10-23T13:42:33.694" v="1032" actId="207"/>
          <ac:spMkLst>
            <pc:docMk/>
            <pc:sldMk cId="1130666990" sldId="2147480865"/>
            <ac:spMk id="29" creationId="{2A367093-8882-7188-4B46-89A969604467}"/>
          </ac:spMkLst>
        </pc:spChg>
        <pc:spChg chg="mod">
          <ac:chgData name="DELFS, Caroline" userId="d4b9123c-e7c7-4672-9253-12dc8b5176c8" providerId="ADAL" clId="{C88F6C02-31AB-4342-B823-3C6F24D7DA16}" dt="2026-10-23T13:43:20.117" v="1048" actId="207"/>
          <ac:spMkLst>
            <pc:docMk/>
            <pc:sldMk cId="1130666990" sldId="2147480865"/>
            <ac:spMk id="30" creationId="{E22CA032-97A6-B9AC-3317-CB955C11F41C}"/>
          </ac:spMkLst>
        </pc:spChg>
        <pc:spChg chg="mod">
          <ac:chgData name="DELFS, Caroline" userId="d4b9123c-e7c7-4672-9253-12dc8b5176c8" providerId="ADAL" clId="{C88F6C02-31AB-4342-B823-3C6F24D7DA16}" dt="2026-10-23T13:42:48.013" v="1039" actId="207"/>
          <ac:spMkLst>
            <pc:docMk/>
            <pc:sldMk cId="1130666990" sldId="2147480865"/>
            <ac:spMk id="32" creationId="{5C0640B0-F334-12B7-F4F4-481C73E0853F}"/>
          </ac:spMkLst>
        </pc:spChg>
        <pc:spChg chg="mod">
          <ac:chgData name="DELFS, Caroline" userId="d4b9123c-e7c7-4672-9253-12dc8b5176c8" providerId="ADAL" clId="{C88F6C02-31AB-4342-B823-3C6F24D7DA16}" dt="2026-10-23T13:42:56.738" v="1041" actId="207"/>
          <ac:spMkLst>
            <pc:docMk/>
            <pc:sldMk cId="1130666990" sldId="2147480865"/>
            <ac:spMk id="33" creationId="{622EA24D-EAEC-2736-F89A-4079CCD3C955}"/>
          </ac:spMkLst>
        </pc:spChg>
        <pc:spChg chg="mod">
          <ac:chgData name="DELFS, Caroline" userId="d4b9123c-e7c7-4672-9253-12dc8b5176c8" providerId="ADAL" clId="{C88F6C02-31AB-4342-B823-3C6F24D7DA16}" dt="2026-10-23T13:43:43.871" v="1057" actId="1036"/>
          <ac:spMkLst>
            <pc:docMk/>
            <pc:sldMk cId="1130666990" sldId="2147480865"/>
            <ac:spMk id="37" creationId="{ECD988BC-66BE-E65E-83E0-692DC342AECC}"/>
          </ac:spMkLst>
        </pc:spChg>
        <pc:spChg chg="mod">
          <ac:chgData name="DELFS, Caroline" userId="d4b9123c-e7c7-4672-9253-12dc8b5176c8" providerId="ADAL" clId="{C88F6C02-31AB-4342-B823-3C6F24D7DA16}" dt="2026-10-26T14:40:21.645" v="2473" actId="2711"/>
          <ac:spMkLst>
            <pc:docMk/>
            <pc:sldMk cId="1130666990" sldId="2147480865"/>
            <ac:spMk id="38" creationId="{57EB9E30-7EDB-1B9A-E452-1B35485CFC01}"/>
          </ac:spMkLst>
        </pc:spChg>
        <pc:grpChg chg="mod">
          <ac:chgData name="DELFS, Caroline" userId="d4b9123c-e7c7-4672-9253-12dc8b5176c8" providerId="ADAL" clId="{C88F6C02-31AB-4342-B823-3C6F24D7DA16}" dt="2026-10-23T13:43:24.391" v="1049" actId="1076"/>
          <ac:grpSpMkLst>
            <pc:docMk/>
            <pc:sldMk cId="1130666990" sldId="2147480865"/>
            <ac:grpSpMk id="28" creationId="{67251C90-501D-0FB4-AD5C-69CD8C6A0414}"/>
          </ac:grpSpMkLst>
        </pc:grpChg>
        <pc:grpChg chg="mod">
          <ac:chgData name="DELFS, Caroline" userId="d4b9123c-e7c7-4672-9253-12dc8b5176c8" providerId="ADAL" clId="{C88F6C02-31AB-4342-B823-3C6F24D7DA16}" dt="2026-10-23T13:43:00.666" v="1042" actId="1076"/>
          <ac:grpSpMkLst>
            <pc:docMk/>
            <pc:sldMk cId="1130666990" sldId="2147480865"/>
            <ac:grpSpMk id="31" creationId="{AD337F61-27A1-5218-AD17-E9F0556AA585}"/>
          </ac:grpSpMkLst>
        </pc:grpChg>
        <pc:picChg chg="mod">
          <ac:chgData name="DELFS, Caroline" userId="d4b9123c-e7c7-4672-9253-12dc8b5176c8" providerId="ADAL" clId="{C88F6C02-31AB-4342-B823-3C6F24D7DA16}" dt="2026-10-23T13:43:17.373" v="1047" actId="1076"/>
          <ac:picMkLst>
            <pc:docMk/>
            <pc:sldMk cId="1130666990" sldId="2147480865"/>
            <ac:picMk id="2" creationId="{8D7F8201-10EE-9498-AE54-486E5E54A892}"/>
          </ac:picMkLst>
        </pc:picChg>
      </pc:sldChg>
      <pc:sldChg chg="addSp delSp modSp mod">
        <pc:chgData name="DELFS, Caroline" userId="d4b9123c-e7c7-4672-9253-12dc8b5176c8" providerId="ADAL" clId="{C88F6C02-31AB-4342-B823-3C6F24D7DA16}" dt="2026-10-26T14:40:34.169" v="2475" actId="2711"/>
        <pc:sldMkLst>
          <pc:docMk/>
          <pc:sldMk cId="673536375" sldId="2147480866"/>
        </pc:sldMkLst>
        <pc:spChg chg="add mod">
          <ac:chgData name="DELFS, Caroline" userId="d4b9123c-e7c7-4672-9253-12dc8b5176c8" providerId="ADAL" clId="{C88F6C02-31AB-4342-B823-3C6F24D7DA16}" dt="2026-10-23T13:26:07.605" v="791" actId="207"/>
          <ac:spMkLst>
            <pc:docMk/>
            <pc:sldMk cId="673536375" sldId="2147480866"/>
            <ac:spMk id="5" creationId="{C8B43247-F1A7-742F-3880-7E22E3AF6EA1}"/>
          </ac:spMkLst>
        </pc:spChg>
        <pc:spChg chg="mod">
          <ac:chgData name="DELFS, Caroline" userId="d4b9123c-e7c7-4672-9253-12dc8b5176c8" providerId="ADAL" clId="{C88F6C02-31AB-4342-B823-3C6F24D7DA16}" dt="2026-10-26T14:40:34.169" v="2475" actId="2711"/>
          <ac:spMkLst>
            <pc:docMk/>
            <pc:sldMk cId="673536375" sldId="2147480866"/>
            <ac:spMk id="10" creationId="{76D89726-0592-0F89-67FD-AB621414D43C}"/>
          </ac:spMkLst>
        </pc:spChg>
        <pc:picChg chg="mod">
          <ac:chgData name="DELFS, Caroline" userId="d4b9123c-e7c7-4672-9253-12dc8b5176c8" providerId="ADAL" clId="{C88F6C02-31AB-4342-B823-3C6F24D7DA16}" dt="2026-10-23T13:28:00.980" v="814" actId="1076"/>
          <ac:picMkLst>
            <pc:docMk/>
            <pc:sldMk cId="673536375" sldId="2147480866"/>
            <ac:picMk id="2" creationId="{4ADF70DB-508B-B570-E20E-78853692A74E}"/>
          </ac:picMkLst>
        </pc:picChg>
        <pc:picChg chg="mod">
          <ac:chgData name="DELFS, Caroline" userId="d4b9123c-e7c7-4672-9253-12dc8b5176c8" providerId="ADAL" clId="{C88F6C02-31AB-4342-B823-3C6F24D7DA16}" dt="2026-10-23T13:28:28.117" v="819" actId="1036"/>
          <ac:picMkLst>
            <pc:docMk/>
            <pc:sldMk cId="673536375" sldId="2147480866"/>
            <ac:picMk id="9" creationId="{42249F1E-F742-03D1-F744-D0822C96988F}"/>
          </ac:picMkLst>
        </pc:picChg>
      </pc:sldChg>
      <pc:sldChg chg="addSp delSp modSp mod">
        <pc:chgData name="DELFS, Caroline" userId="d4b9123c-e7c7-4672-9253-12dc8b5176c8" providerId="ADAL" clId="{C88F6C02-31AB-4342-B823-3C6F24D7DA16}" dt="2026-10-26T14:36:45.650" v="2425" actId="948"/>
        <pc:sldMkLst>
          <pc:docMk/>
          <pc:sldMk cId="3902511297" sldId="2147480882"/>
        </pc:sldMkLst>
        <pc:spChg chg="mod">
          <ac:chgData name="DELFS, Caroline" userId="d4b9123c-e7c7-4672-9253-12dc8b5176c8" providerId="ADAL" clId="{C88F6C02-31AB-4342-B823-3C6F24D7DA16}" dt="2026-10-23T09:08:20.225" v="237" actId="20577"/>
          <ac:spMkLst>
            <pc:docMk/>
            <pc:sldMk cId="3902511297" sldId="2147480882"/>
            <ac:spMk id="2" creationId="{6A0E7DDF-23F4-B326-6CB2-7B8696FEA162}"/>
          </ac:spMkLst>
        </pc:spChg>
        <pc:spChg chg="mod">
          <ac:chgData name="DELFS, Caroline" userId="d4b9123c-e7c7-4672-9253-12dc8b5176c8" providerId="ADAL" clId="{C88F6C02-31AB-4342-B823-3C6F24D7DA16}" dt="2026-10-26T14:36:06.286" v="2421" actId="2711"/>
          <ac:spMkLst>
            <pc:docMk/>
            <pc:sldMk cId="3902511297" sldId="2147480882"/>
            <ac:spMk id="5" creationId="{C74C72FF-871A-31B3-0B45-50FEAC84B252}"/>
          </ac:spMkLst>
        </pc:spChg>
        <pc:spChg chg="mod">
          <ac:chgData name="DELFS, Caroline" userId="d4b9123c-e7c7-4672-9253-12dc8b5176c8" providerId="ADAL" clId="{C88F6C02-31AB-4342-B823-3C6F24D7DA16}" dt="2026-10-26T14:36:45.650" v="2425" actId="948"/>
          <ac:spMkLst>
            <pc:docMk/>
            <pc:sldMk cId="3902511297" sldId="2147480882"/>
            <ac:spMk id="10" creationId="{1EFC9E53-0CB8-A5AD-A83D-3EFBDE58947C}"/>
          </ac:spMkLst>
        </pc:spChg>
        <pc:spChg chg="mod">
          <ac:chgData name="DELFS, Caroline" userId="d4b9123c-e7c7-4672-9253-12dc8b5176c8" providerId="ADAL" clId="{C88F6C02-31AB-4342-B823-3C6F24D7DA16}" dt="2026-10-23T13:52:41.704" v="1204" actId="207"/>
          <ac:spMkLst>
            <pc:docMk/>
            <pc:sldMk cId="3902511297" sldId="2147480882"/>
            <ac:spMk id="15" creationId="{56C18BAF-FB2B-E3D1-9BEF-F8124D4AD415}"/>
          </ac:spMkLst>
        </pc:spChg>
      </pc:sldChg>
      <pc:sldChg chg="addSp delSp modSp mod">
        <pc:chgData name="DELFS, Caroline" userId="d4b9123c-e7c7-4672-9253-12dc8b5176c8" providerId="ADAL" clId="{C88F6C02-31AB-4342-B823-3C6F24D7DA16}" dt="2026-10-23T13:54:27.841" v="1241" actId="478"/>
        <pc:sldMkLst>
          <pc:docMk/>
          <pc:sldMk cId="2782922327" sldId="2147480883"/>
        </pc:sldMkLst>
        <pc:spChg chg="mod">
          <ac:chgData name="DELFS, Caroline" userId="d4b9123c-e7c7-4672-9253-12dc8b5176c8" providerId="ADAL" clId="{C88F6C02-31AB-4342-B823-3C6F24D7DA16}" dt="2026-10-23T13:54:11.359" v="1239" actId="20577"/>
          <ac:spMkLst>
            <pc:docMk/>
            <pc:sldMk cId="2782922327" sldId="2147480883"/>
            <ac:spMk id="4" creationId="{6B290DC4-064B-925F-BF9C-E44DECF53932}"/>
          </ac:spMkLst>
        </pc:spChg>
        <pc:spChg chg="mod">
          <ac:chgData name="DELFS, Caroline" userId="d4b9123c-e7c7-4672-9253-12dc8b5176c8" providerId="ADAL" clId="{C88F6C02-31AB-4342-B823-3C6F24D7DA16}" dt="2026-10-23T13:54:14.724" v="1240" actId="207"/>
          <ac:spMkLst>
            <pc:docMk/>
            <pc:sldMk cId="2782922327" sldId="2147480883"/>
            <ac:spMk id="6" creationId="{C55837FD-FB14-BB6D-45D7-A93DA6E800D8}"/>
          </ac:spMkLst>
        </pc:spChg>
        <pc:spChg chg="mod">
          <ac:chgData name="DELFS, Caroline" userId="d4b9123c-e7c7-4672-9253-12dc8b5176c8" providerId="ADAL" clId="{C88F6C02-31AB-4342-B823-3C6F24D7DA16}" dt="2026-10-23T13:54:14.724" v="1240" actId="207"/>
          <ac:spMkLst>
            <pc:docMk/>
            <pc:sldMk cId="2782922327" sldId="2147480883"/>
            <ac:spMk id="9" creationId="{0A06DFE8-A2D7-A8E7-D525-9D4EDEEFBB67}"/>
          </ac:spMkLst>
        </pc:spChg>
        <pc:spChg chg="mod">
          <ac:chgData name="DELFS, Caroline" userId="d4b9123c-e7c7-4672-9253-12dc8b5176c8" providerId="ADAL" clId="{C88F6C02-31AB-4342-B823-3C6F24D7DA16}" dt="2026-10-23T13:54:14.724" v="1240" actId="207"/>
          <ac:spMkLst>
            <pc:docMk/>
            <pc:sldMk cId="2782922327" sldId="2147480883"/>
            <ac:spMk id="10" creationId="{E9E6775D-F1DE-81A3-D9BF-5C3D782238F4}"/>
          </ac:spMkLst>
        </pc:spChg>
        <pc:spChg chg="mod">
          <ac:chgData name="DELFS, Caroline" userId="d4b9123c-e7c7-4672-9253-12dc8b5176c8" providerId="ADAL" clId="{C88F6C02-31AB-4342-B823-3C6F24D7DA16}" dt="2026-10-23T13:54:14.724" v="1240" actId="207"/>
          <ac:spMkLst>
            <pc:docMk/>
            <pc:sldMk cId="2782922327" sldId="2147480883"/>
            <ac:spMk id="11" creationId="{719FFF69-7990-DCDC-A54D-512B27071F7F}"/>
          </ac:spMkLst>
        </pc:spChg>
      </pc:sldChg>
      <pc:sldChg chg="addSp delSp modSp mod">
        <pc:chgData name="DELFS, Caroline" userId="d4b9123c-e7c7-4672-9253-12dc8b5176c8" providerId="ADAL" clId="{C88F6C02-31AB-4342-B823-3C6F24D7DA16}" dt="2026-10-26T14:39:44.744" v="2467" actId="2711"/>
        <pc:sldMkLst>
          <pc:docMk/>
          <pc:sldMk cId="3628843552" sldId="2147480885"/>
        </pc:sldMkLst>
        <pc:spChg chg="add mod">
          <ac:chgData name="DELFS, Caroline" userId="d4b9123c-e7c7-4672-9253-12dc8b5176c8" providerId="ADAL" clId="{C88F6C02-31AB-4342-B823-3C6F24D7DA16}" dt="2026-10-23T13:25:08.712" v="775" actId="207"/>
          <ac:spMkLst>
            <pc:docMk/>
            <pc:sldMk cId="3628843552" sldId="2147480885"/>
            <ac:spMk id="3" creationId="{44B379F4-2196-50E1-90CE-9B37B06E66C5}"/>
          </ac:spMkLst>
        </pc:spChg>
        <pc:spChg chg="mod">
          <ac:chgData name="DELFS, Caroline" userId="d4b9123c-e7c7-4672-9253-12dc8b5176c8" providerId="ADAL" clId="{C88F6C02-31AB-4342-B823-3C6F24D7DA16}" dt="2026-10-23T13:44:53.283" v="1076" actId="207"/>
          <ac:spMkLst>
            <pc:docMk/>
            <pc:sldMk cId="3628843552" sldId="2147480885"/>
            <ac:spMk id="12" creationId="{64C43615-E95C-E60F-A625-DD622225891C}"/>
          </ac:spMkLst>
        </pc:spChg>
        <pc:spChg chg="mod">
          <ac:chgData name="DELFS, Caroline" userId="d4b9123c-e7c7-4672-9253-12dc8b5176c8" providerId="ADAL" clId="{C88F6C02-31AB-4342-B823-3C6F24D7DA16}" dt="2026-10-26T14:39:44.744" v="2467" actId="2711"/>
          <ac:spMkLst>
            <pc:docMk/>
            <pc:sldMk cId="3628843552" sldId="2147480885"/>
            <ac:spMk id="13" creationId="{9A1C8F59-C7ED-380B-29A7-850016452495}"/>
          </ac:spMkLst>
        </pc:spChg>
      </pc:sldChg>
      <pc:sldChg chg="addSp delSp modSp mod">
        <pc:chgData name="DELFS, Caroline" userId="d4b9123c-e7c7-4672-9253-12dc8b5176c8" providerId="ADAL" clId="{C88F6C02-31AB-4342-B823-3C6F24D7DA16}" dt="2026-10-23T08:15:12.803" v="4" actId="1076"/>
        <pc:sldMkLst>
          <pc:docMk/>
          <pc:sldMk cId="2756220787" sldId="2147480891"/>
        </pc:sldMkLst>
        <pc:spChg chg="topLvl">
          <ac:chgData name="DELFS, Caroline" userId="d4b9123c-e7c7-4672-9253-12dc8b5176c8" providerId="ADAL" clId="{C88F6C02-31AB-4342-B823-3C6F24D7DA16}" dt="2026-10-23T08:15:01.684" v="0" actId="478"/>
          <ac:spMkLst>
            <pc:docMk/>
            <pc:sldMk cId="2756220787" sldId="2147480891"/>
            <ac:spMk id="4" creationId="{0B0D9680-91F9-1D50-F552-C20C57B5608F}"/>
          </ac:spMkLst>
        </pc:spChg>
        <pc:picChg chg="add mod">
          <ac:chgData name="DELFS, Caroline" userId="d4b9123c-e7c7-4672-9253-12dc8b5176c8" providerId="ADAL" clId="{C88F6C02-31AB-4342-B823-3C6F24D7DA16}" dt="2026-10-23T08:15:12.803" v="4" actId="1076"/>
          <ac:picMkLst>
            <pc:docMk/>
            <pc:sldMk cId="2756220787" sldId="2147480891"/>
            <ac:picMk id="8" creationId="{84DA5327-159B-6994-005D-3E58611C56B5}"/>
          </ac:picMkLst>
        </pc:picChg>
      </pc:sldChg>
      <pc:sldChg chg="addSp delSp modSp mod">
        <pc:chgData name="DELFS, Caroline" userId="d4b9123c-e7c7-4672-9253-12dc8b5176c8" providerId="ADAL" clId="{C88F6C02-31AB-4342-B823-3C6F24D7DA16}" dt="2026-10-26T15:43:25.507" v="2908" actId="1035"/>
        <pc:sldMkLst>
          <pc:docMk/>
          <pc:sldMk cId="2038978967" sldId="2147480902"/>
        </pc:sldMkLst>
        <pc:spChg chg="add mod">
          <ac:chgData name="DELFS, Caroline" userId="d4b9123c-e7c7-4672-9253-12dc8b5176c8" providerId="ADAL" clId="{C88F6C02-31AB-4342-B823-3C6F24D7DA16}" dt="2026-10-26T15:43:25.507" v="2908" actId="1035"/>
          <ac:spMkLst>
            <pc:docMk/>
            <pc:sldMk cId="2038978967" sldId="2147480902"/>
            <ac:spMk id="3" creationId="{856CFC98-9CD0-02D6-373B-39441E743860}"/>
          </ac:spMkLst>
        </pc:spChg>
        <pc:spChg chg="add">
          <ac:chgData name="DELFS, Caroline" userId="d4b9123c-e7c7-4672-9253-12dc8b5176c8" providerId="ADAL" clId="{C88F6C02-31AB-4342-B823-3C6F24D7DA16}" dt="2026-10-23T09:04:05.829" v="143" actId="22"/>
          <ac:spMkLst>
            <pc:docMk/>
            <pc:sldMk cId="2038978967" sldId="2147480902"/>
            <ac:spMk id="7" creationId="{9A371A74-C47B-D933-461C-EF09FE24D2F7}"/>
          </ac:spMkLst>
        </pc:spChg>
        <pc:spChg chg="mod">
          <ac:chgData name="DELFS, Caroline" userId="d4b9123c-e7c7-4672-9253-12dc8b5176c8" providerId="ADAL" clId="{C88F6C02-31AB-4342-B823-3C6F24D7DA16}" dt="2026-10-23T09:06:40.387" v="178" actId="20577"/>
          <ac:spMkLst>
            <pc:docMk/>
            <pc:sldMk cId="2038978967" sldId="2147480902"/>
            <ac:spMk id="9" creationId="{E9B02E66-E421-6BF0-E923-ADDF0C28BAAD}"/>
          </ac:spMkLst>
        </pc:spChg>
        <pc:spChg chg="add mod">
          <ac:chgData name="DELFS, Caroline" userId="d4b9123c-e7c7-4672-9253-12dc8b5176c8" providerId="ADAL" clId="{C88F6C02-31AB-4342-B823-3C6F24D7DA16}" dt="2026-10-26T15:43:13.435" v="2901" actId="1076"/>
          <ac:spMkLst>
            <pc:docMk/>
            <pc:sldMk cId="2038978967" sldId="2147480902"/>
            <ac:spMk id="14" creationId="{9DC0F020-FFEA-1868-2281-AA3B121F62AD}"/>
          </ac:spMkLst>
        </pc:spChg>
        <pc:spChg chg="mod">
          <ac:chgData name="DELFS, Caroline" userId="d4b9123c-e7c7-4672-9253-12dc8b5176c8" providerId="ADAL" clId="{C88F6C02-31AB-4342-B823-3C6F24D7DA16}" dt="2026-10-23T13:53:27.982" v="1216" actId="207"/>
          <ac:spMkLst>
            <pc:docMk/>
            <pc:sldMk cId="2038978967" sldId="2147480902"/>
            <ac:spMk id="15" creationId="{B8907AE8-7BE8-4C3D-648F-B777F0A13045}"/>
          </ac:spMkLst>
        </pc:spChg>
      </pc:sldChg>
      <pc:sldChg chg="modSp mod">
        <pc:chgData name="DELFS, Caroline" userId="d4b9123c-e7c7-4672-9253-12dc8b5176c8" providerId="ADAL" clId="{C88F6C02-31AB-4342-B823-3C6F24D7DA16}" dt="2026-10-26T14:35:17.851" v="2414" actId="2711"/>
        <pc:sldMkLst>
          <pc:docMk/>
          <pc:sldMk cId="2142394005" sldId="2147480903"/>
        </pc:sldMkLst>
        <pc:spChg chg="mod">
          <ac:chgData name="DELFS, Caroline" userId="d4b9123c-e7c7-4672-9253-12dc8b5176c8" providerId="ADAL" clId="{C88F6C02-31AB-4342-B823-3C6F24D7DA16}" dt="2026-10-26T14:35:17.851" v="2414" actId="2711"/>
          <ac:spMkLst>
            <pc:docMk/>
            <pc:sldMk cId="2142394005" sldId="2147480903"/>
            <ac:spMk id="10" creationId="{684BA404-72F7-2EC0-E222-FB364336DDE1}"/>
          </ac:spMkLst>
        </pc:spChg>
        <pc:spChg chg="mod">
          <ac:chgData name="DELFS, Caroline" userId="d4b9123c-e7c7-4672-9253-12dc8b5176c8" providerId="ADAL" clId="{C88F6C02-31AB-4342-B823-3C6F24D7DA16}" dt="2026-10-23T09:06:29.764" v="167" actId="1076"/>
          <ac:spMkLst>
            <pc:docMk/>
            <pc:sldMk cId="2142394005" sldId="2147480903"/>
            <ac:spMk id="12" creationId="{B6E264C9-E6AE-BB54-BD43-880F7BD2F36F}"/>
          </ac:spMkLst>
        </pc:spChg>
        <pc:picChg chg="mod">
          <ac:chgData name="DELFS, Caroline" userId="d4b9123c-e7c7-4672-9253-12dc8b5176c8" providerId="ADAL" clId="{C88F6C02-31AB-4342-B823-3C6F24D7DA16}" dt="2026-10-26T12:38:58.743" v="1613" actId="1076"/>
          <ac:picMkLst>
            <pc:docMk/>
            <pc:sldMk cId="2142394005" sldId="2147480903"/>
            <ac:picMk id="3" creationId="{19104654-9208-4B4E-B140-6DC4C329F3DA}"/>
          </ac:picMkLst>
        </pc:picChg>
      </pc:sldChg>
      <pc:sldChg chg="modSp mod">
        <pc:chgData name="DELFS, Caroline" userId="d4b9123c-e7c7-4672-9253-12dc8b5176c8" providerId="ADAL" clId="{C88F6C02-31AB-4342-B823-3C6F24D7DA16}" dt="2026-10-26T14:35:53.127" v="2419" actId="2711"/>
        <pc:sldMkLst>
          <pc:docMk/>
          <pc:sldMk cId="2467324479" sldId="2147480904"/>
        </pc:sldMkLst>
        <pc:spChg chg="mod">
          <ac:chgData name="DELFS, Caroline" userId="d4b9123c-e7c7-4672-9253-12dc8b5176c8" providerId="ADAL" clId="{C88F6C02-31AB-4342-B823-3C6F24D7DA16}" dt="2026-10-26T14:35:53.127" v="2419" actId="2711"/>
          <ac:spMkLst>
            <pc:docMk/>
            <pc:sldMk cId="2467324479" sldId="2147480904"/>
            <ac:spMk id="10" creationId="{B4622B3A-CFC7-1D94-7CD9-8C76DDAD47C0}"/>
          </ac:spMkLst>
        </pc:spChg>
        <pc:spChg chg="mod">
          <ac:chgData name="DELFS, Caroline" userId="d4b9123c-e7c7-4672-9253-12dc8b5176c8" providerId="ADAL" clId="{C88F6C02-31AB-4342-B823-3C6F24D7DA16}" dt="2026-10-23T09:08:12.578" v="228" actId="20577"/>
          <ac:spMkLst>
            <pc:docMk/>
            <pc:sldMk cId="2467324479" sldId="2147480904"/>
            <ac:spMk id="12" creationId="{09BCC2F5-05F9-2417-A6D3-423D0CBA805E}"/>
          </ac:spMkLst>
        </pc:spChg>
        <pc:picChg chg="mod">
          <ac:chgData name="DELFS, Caroline" userId="d4b9123c-e7c7-4672-9253-12dc8b5176c8" providerId="ADAL" clId="{C88F6C02-31AB-4342-B823-3C6F24D7DA16}" dt="2026-10-23T14:02:34.248" v="1321" actId="1036"/>
          <ac:picMkLst>
            <pc:docMk/>
            <pc:sldMk cId="2467324479" sldId="2147480904"/>
            <ac:picMk id="6" creationId="{2EEC45F3-CAAB-2458-76B1-C2A5F5C4CB03}"/>
          </ac:picMkLst>
        </pc:picChg>
      </pc:sldChg>
      <pc:sldChg chg="addSp delSp modSp mod">
        <pc:chgData name="DELFS, Caroline" userId="d4b9123c-e7c7-4672-9253-12dc8b5176c8" providerId="ADAL" clId="{C88F6C02-31AB-4342-B823-3C6F24D7DA16}" dt="2026-10-26T14:34:53.067" v="2413" actId="2711"/>
        <pc:sldMkLst>
          <pc:docMk/>
          <pc:sldMk cId="2939421653" sldId="2147480907"/>
        </pc:sldMkLst>
        <pc:spChg chg="mod">
          <ac:chgData name="DELFS, Caroline" userId="d4b9123c-e7c7-4672-9253-12dc8b5176c8" providerId="ADAL" clId="{C88F6C02-31AB-4342-B823-3C6F24D7DA16}" dt="2026-10-23T09:09:28.638" v="298" actId="20577"/>
          <ac:spMkLst>
            <pc:docMk/>
            <pc:sldMk cId="2939421653" sldId="2147480907"/>
            <ac:spMk id="4" creationId="{57DE0616-8B48-7816-81DA-B0088CA1FCF3}"/>
          </ac:spMkLst>
        </pc:spChg>
        <pc:spChg chg="mod">
          <ac:chgData name="DELFS, Caroline" userId="d4b9123c-e7c7-4672-9253-12dc8b5176c8" providerId="ADAL" clId="{C88F6C02-31AB-4342-B823-3C6F24D7DA16}" dt="2026-10-23T09:16:44.727" v="400" actId="20577"/>
          <ac:spMkLst>
            <pc:docMk/>
            <pc:sldMk cId="2939421653" sldId="2147480907"/>
            <ac:spMk id="5" creationId="{AE994FE8-EC5E-05A9-B8FA-C9FE324911AA}"/>
          </ac:spMkLst>
        </pc:spChg>
        <pc:spChg chg="mod">
          <ac:chgData name="DELFS, Caroline" userId="d4b9123c-e7c7-4672-9253-12dc8b5176c8" providerId="ADAL" clId="{C88F6C02-31AB-4342-B823-3C6F24D7DA16}" dt="2026-10-26T14:34:53.067" v="2413" actId="2711"/>
          <ac:spMkLst>
            <pc:docMk/>
            <pc:sldMk cId="2939421653" sldId="2147480907"/>
            <ac:spMk id="6" creationId="{EB21F29F-460D-CBA1-6380-E7ABDF6B29B2}"/>
          </ac:spMkLst>
        </pc:spChg>
        <pc:grpChg chg="mod">
          <ac:chgData name="DELFS, Caroline" userId="d4b9123c-e7c7-4672-9253-12dc8b5176c8" providerId="ADAL" clId="{C88F6C02-31AB-4342-B823-3C6F24D7DA16}" dt="2026-10-23T13:52:07.893" v="1182" actId="14100"/>
          <ac:grpSpMkLst>
            <pc:docMk/>
            <pc:sldMk cId="2939421653" sldId="2147480907"/>
            <ac:grpSpMk id="3" creationId="{5D5C988E-266E-39D4-71C3-A393AAADFBA9}"/>
          </ac:grpSpMkLst>
        </pc:grpChg>
      </pc:sldChg>
      <pc:sldChg chg="modSp mod">
        <pc:chgData name="DELFS, Caroline" userId="d4b9123c-e7c7-4672-9253-12dc8b5176c8" providerId="ADAL" clId="{C88F6C02-31AB-4342-B823-3C6F24D7DA16}" dt="2026-10-26T14:36:57.186" v="2426" actId="2711"/>
        <pc:sldMkLst>
          <pc:docMk/>
          <pc:sldMk cId="735729447" sldId="2147480936"/>
        </pc:sldMkLst>
        <pc:spChg chg="mod">
          <ac:chgData name="DELFS, Caroline" userId="d4b9123c-e7c7-4672-9253-12dc8b5176c8" providerId="ADAL" clId="{C88F6C02-31AB-4342-B823-3C6F24D7DA16}" dt="2026-10-26T14:36:57.186" v="2426" actId="2711"/>
          <ac:spMkLst>
            <pc:docMk/>
            <pc:sldMk cId="735729447" sldId="2147480936"/>
            <ac:spMk id="10" creationId="{00A850EB-90A4-8E7D-031F-3661D8DDEE32}"/>
          </ac:spMkLst>
        </pc:spChg>
        <pc:spChg chg="mod">
          <ac:chgData name="DELFS, Caroline" userId="d4b9123c-e7c7-4672-9253-12dc8b5176c8" providerId="ADAL" clId="{C88F6C02-31AB-4342-B823-3C6F24D7DA16}" dt="2026-10-23T09:08:52.742" v="261" actId="20577"/>
          <ac:spMkLst>
            <pc:docMk/>
            <pc:sldMk cId="735729447" sldId="2147480936"/>
            <ac:spMk id="12" creationId="{51AEE9BB-B035-6B27-6F36-D77DCE507677}"/>
          </ac:spMkLst>
        </pc:spChg>
        <pc:picChg chg="mod">
          <ac:chgData name="DELFS, Caroline" userId="d4b9123c-e7c7-4672-9253-12dc8b5176c8" providerId="ADAL" clId="{C88F6C02-31AB-4342-B823-3C6F24D7DA16}" dt="2026-10-23T14:02:47.211" v="1322" actId="1036"/>
          <ac:picMkLst>
            <pc:docMk/>
            <pc:sldMk cId="735729447" sldId="2147480936"/>
            <ac:picMk id="5" creationId="{6D2178C3-EE92-7AB4-7BD9-52EE624C591A}"/>
          </ac:picMkLst>
        </pc:picChg>
      </pc:sldChg>
      <pc:sldChg chg="addSp delSp modSp mod">
        <pc:chgData name="DELFS, Caroline" userId="d4b9123c-e7c7-4672-9253-12dc8b5176c8" providerId="ADAL" clId="{C88F6C02-31AB-4342-B823-3C6F24D7DA16}" dt="2026-10-26T14:37:11.823" v="2427" actId="2711"/>
        <pc:sldMkLst>
          <pc:docMk/>
          <pc:sldMk cId="2175035308" sldId="2147480939"/>
        </pc:sldMkLst>
        <pc:spChg chg="mod">
          <ac:chgData name="DELFS, Caroline" userId="d4b9123c-e7c7-4672-9253-12dc8b5176c8" providerId="ADAL" clId="{C88F6C02-31AB-4342-B823-3C6F24D7DA16}" dt="2026-10-26T14:37:11.823" v="2427" actId="2711"/>
          <ac:spMkLst>
            <pc:docMk/>
            <pc:sldMk cId="2175035308" sldId="2147480939"/>
            <ac:spMk id="13" creationId="{59BBA5C2-2903-29F8-53CF-D136192792EE}"/>
          </ac:spMkLst>
        </pc:spChg>
        <pc:spChg chg="mod">
          <ac:chgData name="DELFS, Caroline" userId="d4b9123c-e7c7-4672-9253-12dc8b5176c8" providerId="ADAL" clId="{C88F6C02-31AB-4342-B823-3C6F24D7DA16}" dt="2026-10-23T09:09:20.443" v="289" actId="20577"/>
          <ac:spMkLst>
            <pc:docMk/>
            <pc:sldMk cId="2175035308" sldId="2147480939"/>
            <ac:spMk id="14" creationId="{8BE7DD8B-F081-FB3B-647C-C533E497D32B}"/>
          </ac:spMkLst>
        </pc:spChg>
        <pc:grpChg chg="mod">
          <ac:chgData name="DELFS, Caroline" userId="d4b9123c-e7c7-4672-9253-12dc8b5176c8" providerId="ADAL" clId="{C88F6C02-31AB-4342-B823-3C6F24D7DA16}" dt="2026-10-23T09:09:05.989" v="271" actId="14100"/>
          <ac:grpSpMkLst>
            <pc:docMk/>
            <pc:sldMk cId="2175035308" sldId="2147480939"/>
            <ac:grpSpMk id="17" creationId="{206529BF-83AF-D9CC-0961-F1714ABAC2D3}"/>
          </ac:grpSpMkLst>
        </pc:grpChg>
        <pc:picChg chg="add mod">
          <ac:chgData name="DELFS, Caroline" userId="d4b9123c-e7c7-4672-9253-12dc8b5176c8" providerId="ADAL" clId="{C88F6C02-31AB-4342-B823-3C6F24D7DA16}" dt="2026-10-23T09:19:26.292" v="440" actId="1076"/>
          <ac:picMkLst>
            <pc:docMk/>
            <pc:sldMk cId="2175035308" sldId="2147480939"/>
            <ac:picMk id="5" creationId="{4430F63C-C4D4-4652-B9B6-21FD1E15E317}"/>
          </ac:picMkLst>
        </pc:picChg>
      </pc:sldChg>
      <pc:sldChg chg="addSp delSp modSp mod">
        <pc:chgData name="DELFS, Caroline" userId="d4b9123c-e7c7-4672-9253-12dc8b5176c8" providerId="ADAL" clId="{C88F6C02-31AB-4342-B823-3C6F24D7DA16}" dt="2026-10-26T14:39:39.594" v="2466" actId="1076"/>
        <pc:sldMkLst>
          <pc:docMk/>
          <pc:sldMk cId="2659634945" sldId="2147480940"/>
        </pc:sldMkLst>
        <pc:spChg chg="add">
          <ac:chgData name="DELFS, Caroline" userId="d4b9123c-e7c7-4672-9253-12dc8b5176c8" providerId="ADAL" clId="{C88F6C02-31AB-4342-B823-3C6F24D7DA16}" dt="2026-10-23T13:25:00.773" v="772" actId="22"/>
          <ac:spMkLst>
            <pc:docMk/>
            <pc:sldMk cId="2659634945" sldId="2147480940"/>
            <ac:spMk id="3" creationId="{527BCF61-B12C-BD05-2221-1C7E62EAB25F}"/>
          </ac:spMkLst>
        </pc:spChg>
        <pc:spChg chg="mod">
          <ac:chgData name="DELFS, Caroline" userId="d4b9123c-e7c7-4672-9253-12dc8b5176c8" providerId="ADAL" clId="{C88F6C02-31AB-4342-B823-3C6F24D7DA16}" dt="2026-10-26T14:39:39.594" v="2466" actId="1076"/>
          <ac:spMkLst>
            <pc:docMk/>
            <pc:sldMk cId="2659634945" sldId="2147480940"/>
            <ac:spMk id="10" creationId="{44CCF876-DD9B-63C3-59E2-3821CDB46893}"/>
          </ac:spMkLst>
        </pc:spChg>
      </pc:sldChg>
      <pc:sldChg chg="addSp delSp modSp mod">
        <pc:chgData name="DELFS, Caroline" userId="d4b9123c-e7c7-4672-9253-12dc8b5176c8" providerId="ADAL" clId="{C88F6C02-31AB-4342-B823-3C6F24D7DA16}" dt="2026-10-23T13:35:58.885" v="929" actId="1076"/>
        <pc:sldMkLst>
          <pc:docMk/>
          <pc:sldMk cId="907902322" sldId="2147480942"/>
        </pc:sldMkLst>
        <pc:spChg chg="mod">
          <ac:chgData name="DELFS, Caroline" userId="d4b9123c-e7c7-4672-9253-12dc8b5176c8" providerId="ADAL" clId="{C88F6C02-31AB-4342-B823-3C6F24D7DA16}" dt="2026-10-23T13:35:51.257" v="927" actId="1036"/>
          <ac:spMkLst>
            <pc:docMk/>
            <pc:sldMk cId="907902322" sldId="2147480942"/>
            <ac:spMk id="2" creationId="{A8DB8755-94CC-3A31-EE24-030D43BD3875}"/>
          </ac:spMkLst>
        </pc:spChg>
        <pc:picChg chg="add mod">
          <ac:chgData name="DELFS, Caroline" userId="d4b9123c-e7c7-4672-9253-12dc8b5176c8" providerId="ADAL" clId="{C88F6C02-31AB-4342-B823-3C6F24D7DA16}" dt="2026-10-23T13:35:58.885" v="929" actId="1076"/>
          <ac:picMkLst>
            <pc:docMk/>
            <pc:sldMk cId="907902322" sldId="2147480942"/>
            <ac:picMk id="8" creationId="{A4D5532B-839D-60BF-0D1C-60D7AF1AEE82}"/>
          </ac:picMkLst>
        </pc:picChg>
      </pc:sldChg>
      <pc:sldChg chg="addSp delSp modSp mod">
        <pc:chgData name="DELFS, Caroline" userId="d4b9123c-e7c7-4672-9253-12dc8b5176c8" providerId="ADAL" clId="{C88F6C02-31AB-4342-B823-3C6F24D7DA16}" dt="2026-10-26T14:37:17.259" v="2428" actId="2711"/>
        <pc:sldMkLst>
          <pc:docMk/>
          <pc:sldMk cId="3127356230" sldId="2147480943"/>
        </pc:sldMkLst>
        <pc:spChg chg="mod">
          <ac:chgData name="DELFS, Caroline" userId="d4b9123c-e7c7-4672-9253-12dc8b5176c8" providerId="ADAL" clId="{C88F6C02-31AB-4342-B823-3C6F24D7DA16}" dt="2026-10-26T14:37:17.259" v="2428" actId="2711"/>
          <ac:spMkLst>
            <pc:docMk/>
            <pc:sldMk cId="3127356230" sldId="2147480943"/>
            <ac:spMk id="2" creationId="{92B5D364-B52B-BBA5-2709-DABA68C88C3B}"/>
          </ac:spMkLst>
        </pc:spChg>
        <pc:spChg chg="add mod">
          <ac:chgData name="DELFS, Caroline" userId="d4b9123c-e7c7-4672-9253-12dc8b5176c8" providerId="ADAL" clId="{C88F6C02-31AB-4342-B823-3C6F24D7DA16}" dt="2026-10-23T09:09:51.744" v="303" actId="207"/>
          <ac:spMkLst>
            <pc:docMk/>
            <pc:sldMk cId="3127356230" sldId="2147480943"/>
            <ac:spMk id="6" creationId="{1C5F025E-E1C0-658A-7580-A64B3D874EE4}"/>
          </ac:spMkLst>
        </pc:spChg>
        <pc:spChg chg="mod">
          <ac:chgData name="DELFS, Caroline" userId="d4b9123c-e7c7-4672-9253-12dc8b5176c8" providerId="ADAL" clId="{C88F6C02-31AB-4342-B823-3C6F24D7DA16}" dt="2026-10-23T13:51:40.716" v="1174" actId="207"/>
          <ac:spMkLst>
            <pc:docMk/>
            <pc:sldMk cId="3127356230" sldId="2147480943"/>
            <ac:spMk id="12" creationId="{CACCAAD7-1A21-F3DD-55D0-FF5DF707DD97}"/>
          </ac:spMkLst>
        </pc:spChg>
        <pc:picChg chg="ord">
          <ac:chgData name="DELFS, Caroline" userId="d4b9123c-e7c7-4672-9253-12dc8b5176c8" providerId="ADAL" clId="{C88F6C02-31AB-4342-B823-3C6F24D7DA16}" dt="2026-10-23T13:51:23.290" v="1168" actId="167"/>
          <ac:picMkLst>
            <pc:docMk/>
            <pc:sldMk cId="3127356230" sldId="2147480943"/>
            <ac:picMk id="7" creationId="{6711C99D-A908-6E7B-2B4C-ECE6D2D07C9B}"/>
          </ac:picMkLst>
        </pc:picChg>
        <pc:picChg chg="add mod ord">
          <ac:chgData name="DELFS, Caroline" userId="d4b9123c-e7c7-4672-9253-12dc8b5176c8" providerId="ADAL" clId="{C88F6C02-31AB-4342-B823-3C6F24D7DA16}" dt="2026-10-23T13:51:21.739" v="1167" actId="167"/>
          <ac:picMkLst>
            <pc:docMk/>
            <pc:sldMk cId="3127356230" sldId="2147480943"/>
            <ac:picMk id="9" creationId="{83557887-3A85-504D-25CE-DE1886A66321}"/>
          </ac:picMkLst>
        </pc:picChg>
      </pc:sldChg>
      <pc:sldChg chg="addSp delSp modSp mod">
        <pc:chgData name="DELFS, Caroline" userId="d4b9123c-e7c7-4672-9253-12dc8b5176c8" providerId="ADAL" clId="{C88F6C02-31AB-4342-B823-3C6F24D7DA16}" dt="2026-10-26T14:41:41.654" v="2485" actId="2711"/>
        <pc:sldMkLst>
          <pc:docMk/>
          <pc:sldMk cId="3015083447" sldId="2147480944"/>
        </pc:sldMkLst>
        <pc:spChg chg="mod topLvl">
          <ac:chgData name="DELFS, Caroline" userId="d4b9123c-e7c7-4672-9253-12dc8b5176c8" providerId="ADAL" clId="{C88F6C02-31AB-4342-B823-3C6F24D7DA16}" dt="2026-10-26T14:41:41.654" v="2485" actId="2711"/>
          <ac:spMkLst>
            <pc:docMk/>
            <pc:sldMk cId="3015083447" sldId="2147480944"/>
            <ac:spMk id="2" creationId="{6169D661-833B-8827-07D2-BC2349180BCC}"/>
          </ac:spMkLst>
        </pc:spChg>
        <pc:spChg chg="add mod ord">
          <ac:chgData name="DELFS, Caroline" userId="d4b9123c-e7c7-4672-9253-12dc8b5176c8" providerId="ADAL" clId="{C88F6C02-31AB-4342-B823-3C6F24D7DA16}" dt="2026-10-23T13:45:30.217" v="1091" actId="167"/>
          <ac:spMkLst>
            <pc:docMk/>
            <pc:sldMk cId="3015083447" sldId="2147480944"/>
            <ac:spMk id="15" creationId="{21DB8C7D-B120-AFE8-FF27-17329088FB78}"/>
          </ac:spMkLst>
        </pc:spChg>
        <pc:spChg chg="add mod">
          <ac:chgData name="DELFS, Caroline" userId="d4b9123c-e7c7-4672-9253-12dc8b5176c8" providerId="ADAL" clId="{C88F6C02-31AB-4342-B823-3C6F24D7DA16}" dt="2026-10-23T13:58:46.977" v="1276" actId="207"/>
          <ac:spMkLst>
            <pc:docMk/>
            <pc:sldMk cId="3015083447" sldId="2147480944"/>
            <ac:spMk id="17" creationId="{0DA5263C-B05F-9C9F-7157-7CEAC9EAD549}"/>
          </ac:spMkLst>
        </pc:spChg>
        <pc:picChg chg="add mod ord">
          <ac:chgData name="DELFS, Caroline" userId="d4b9123c-e7c7-4672-9253-12dc8b5176c8" providerId="ADAL" clId="{C88F6C02-31AB-4342-B823-3C6F24D7DA16}" dt="2026-10-23T13:45:36.896" v="1093" actId="167"/>
          <ac:picMkLst>
            <pc:docMk/>
            <pc:sldMk cId="3015083447" sldId="2147480944"/>
            <ac:picMk id="5" creationId="{421A4F50-5CF1-8767-E0A7-6072D523297F}"/>
          </ac:picMkLst>
        </pc:picChg>
        <pc:picChg chg="add mod ord">
          <ac:chgData name="DELFS, Caroline" userId="d4b9123c-e7c7-4672-9253-12dc8b5176c8" providerId="ADAL" clId="{C88F6C02-31AB-4342-B823-3C6F24D7DA16}" dt="2026-10-23T13:45:35.089" v="1092" actId="167"/>
          <ac:picMkLst>
            <pc:docMk/>
            <pc:sldMk cId="3015083447" sldId="2147480944"/>
            <ac:picMk id="8" creationId="{E194A199-CEF1-6C6A-F18A-C7818EE560E3}"/>
          </ac:picMkLst>
        </pc:picChg>
      </pc:sldChg>
      <pc:sldChg chg="addSp delSp modSp mod">
        <pc:chgData name="DELFS, Caroline" userId="d4b9123c-e7c7-4672-9253-12dc8b5176c8" providerId="ADAL" clId="{C88F6C02-31AB-4342-B823-3C6F24D7DA16}" dt="2026-10-26T14:42:34.023" v="2496" actId="1076"/>
        <pc:sldMkLst>
          <pc:docMk/>
          <pc:sldMk cId="1464266983" sldId="2147480961"/>
        </pc:sldMkLst>
        <pc:spChg chg="add mod">
          <ac:chgData name="DELFS, Caroline" userId="d4b9123c-e7c7-4672-9253-12dc8b5176c8" providerId="ADAL" clId="{C88F6C02-31AB-4342-B823-3C6F24D7DA16}" dt="2026-10-23T13:59:15.918" v="1286" actId="207"/>
          <ac:spMkLst>
            <pc:docMk/>
            <pc:sldMk cId="1464266983" sldId="2147480961"/>
            <ac:spMk id="5" creationId="{D99B430B-92FE-CD75-EC58-E8097AF40A53}"/>
          </ac:spMkLst>
        </pc:spChg>
        <pc:spChg chg="mod">
          <ac:chgData name="DELFS, Caroline" userId="d4b9123c-e7c7-4672-9253-12dc8b5176c8" providerId="ADAL" clId="{C88F6C02-31AB-4342-B823-3C6F24D7DA16}" dt="2026-10-26T14:42:34.023" v="2496" actId="1076"/>
          <ac:spMkLst>
            <pc:docMk/>
            <pc:sldMk cId="1464266983" sldId="2147480961"/>
            <ac:spMk id="10" creationId="{9A6CEBE5-3BB6-ECA8-00F6-140BB7157829}"/>
          </ac:spMkLst>
        </pc:spChg>
        <pc:spChg chg="mod">
          <ac:chgData name="DELFS, Caroline" userId="d4b9123c-e7c7-4672-9253-12dc8b5176c8" providerId="ADAL" clId="{C88F6C02-31AB-4342-B823-3C6F24D7DA16}" dt="2026-10-23T13:33:24.214" v="889" actId="20577"/>
          <ac:spMkLst>
            <pc:docMk/>
            <pc:sldMk cId="1464266983" sldId="2147480961"/>
            <ac:spMk id="11" creationId="{C36B955B-CB4D-D9C0-7978-DF51EC49867F}"/>
          </ac:spMkLst>
        </pc:spChg>
        <pc:picChg chg="mod">
          <ac:chgData name="DELFS, Caroline" userId="d4b9123c-e7c7-4672-9253-12dc8b5176c8" providerId="ADAL" clId="{C88F6C02-31AB-4342-B823-3C6F24D7DA16}" dt="2026-10-23T14:03:37.942" v="1324" actId="1036"/>
          <ac:picMkLst>
            <pc:docMk/>
            <pc:sldMk cId="1464266983" sldId="2147480961"/>
            <ac:picMk id="9" creationId="{84444CF2-9220-4EFF-B25C-E5D7744E8770}"/>
          </ac:picMkLst>
        </pc:picChg>
      </pc:sldChg>
      <pc:sldChg chg="addSp delSp modSp mod">
        <pc:chgData name="DELFS, Caroline" userId="d4b9123c-e7c7-4672-9253-12dc8b5176c8" providerId="ADAL" clId="{C88F6C02-31AB-4342-B823-3C6F24D7DA16}" dt="2026-10-26T14:35:29.345" v="2415" actId="2711"/>
        <pc:sldMkLst>
          <pc:docMk/>
          <pc:sldMk cId="351192412" sldId="2147480962"/>
        </pc:sldMkLst>
        <pc:spChg chg="add">
          <ac:chgData name="DELFS, Caroline" userId="d4b9123c-e7c7-4672-9253-12dc8b5176c8" providerId="ADAL" clId="{C88F6C02-31AB-4342-B823-3C6F24D7DA16}" dt="2026-10-23T14:01:43.222" v="1317" actId="22"/>
          <ac:spMkLst>
            <pc:docMk/>
            <pc:sldMk cId="351192412" sldId="2147480962"/>
            <ac:spMk id="4" creationId="{8E3A85E4-8F61-FF4A-9C35-3D5C9E646499}"/>
          </ac:spMkLst>
        </pc:spChg>
        <pc:spChg chg="mod">
          <ac:chgData name="DELFS, Caroline" userId="d4b9123c-e7c7-4672-9253-12dc8b5176c8" providerId="ADAL" clId="{C88F6C02-31AB-4342-B823-3C6F24D7DA16}" dt="2026-10-26T14:35:29.345" v="2415" actId="2711"/>
          <ac:spMkLst>
            <pc:docMk/>
            <pc:sldMk cId="351192412" sldId="2147480962"/>
            <ac:spMk id="10" creationId="{79D65792-6161-3E47-DD1E-9722CB30FD4C}"/>
          </ac:spMkLst>
        </pc:spChg>
        <pc:picChg chg="mod">
          <ac:chgData name="DELFS, Caroline" userId="d4b9123c-e7c7-4672-9253-12dc8b5176c8" providerId="ADAL" clId="{C88F6C02-31AB-4342-B823-3C6F24D7DA16}" dt="2026-10-23T14:02:19.983" v="1319" actId="1036"/>
          <ac:picMkLst>
            <pc:docMk/>
            <pc:sldMk cId="351192412" sldId="2147480962"/>
            <ac:picMk id="3" creationId="{29DF19D3-258A-A148-8818-533083AC8783}"/>
          </ac:picMkLst>
        </pc:picChg>
      </pc:sldChg>
      <pc:sldChg chg="addSp delSp modSp add mod">
        <pc:chgData name="DELFS, Caroline" userId="d4b9123c-e7c7-4672-9253-12dc8b5176c8" providerId="ADAL" clId="{C88F6C02-31AB-4342-B823-3C6F24D7DA16}" dt="2026-10-26T15:43:41.557" v="2912" actId="22"/>
        <pc:sldMkLst>
          <pc:docMk/>
          <pc:sldMk cId="3904583238" sldId="2147483638"/>
        </pc:sldMkLst>
        <pc:spChg chg="mod">
          <ac:chgData name="DELFS, Caroline" userId="d4b9123c-e7c7-4672-9253-12dc8b5176c8" providerId="ADAL" clId="{C88F6C02-31AB-4342-B823-3C6F24D7DA16}" dt="2026-10-26T12:39:27.995" v="1615" actId="207"/>
          <ac:spMkLst>
            <pc:docMk/>
            <pc:sldMk cId="3904583238" sldId="2147483638"/>
            <ac:spMk id="11" creationId="{5C506FB6-F2DE-CA93-0C4C-BA6C0DA3F5B2}"/>
          </ac:spMkLst>
        </pc:spChg>
        <pc:spChg chg="mod">
          <ac:chgData name="DELFS, Caroline" userId="d4b9123c-e7c7-4672-9253-12dc8b5176c8" providerId="ADAL" clId="{C88F6C02-31AB-4342-B823-3C6F24D7DA16}" dt="2026-10-26T12:39:27.995" v="1615" actId="207"/>
          <ac:spMkLst>
            <pc:docMk/>
            <pc:sldMk cId="3904583238" sldId="2147483638"/>
            <ac:spMk id="17" creationId="{847C7E78-E2BB-BDCC-A595-1EE388A68776}"/>
          </ac:spMkLst>
        </pc:spChg>
        <pc:spChg chg="add">
          <ac:chgData name="DELFS, Caroline" userId="d4b9123c-e7c7-4672-9253-12dc8b5176c8" providerId="ADAL" clId="{C88F6C02-31AB-4342-B823-3C6F24D7DA16}" dt="2026-10-26T15:43:41.557" v="2912" actId="22"/>
          <ac:spMkLst>
            <pc:docMk/>
            <pc:sldMk cId="3904583238" sldId="2147483638"/>
            <ac:spMk id="20" creationId="{ED7B8D0B-A74B-67A0-BA3B-ADF6CF16A8C4}"/>
          </ac:spMkLst>
        </pc:spChg>
        <pc:spChg chg="mod">
          <ac:chgData name="DELFS, Caroline" userId="d4b9123c-e7c7-4672-9253-12dc8b5176c8" providerId="ADAL" clId="{C88F6C02-31AB-4342-B823-3C6F24D7DA16}" dt="2026-10-26T15:42:18.775" v="2895" actId="14100"/>
          <ac:spMkLst>
            <pc:docMk/>
            <pc:sldMk cId="3904583238" sldId="2147483638"/>
            <ac:spMk id="33" creationId="{2B7667FB-F809-AABB-871F-A290D4AB5CBD}"/>
          </ac:spMkLst>
        </pc:spChg>
        <pc:spChg chg="mod">
          <ac:chgData name="DELFS, Caroline" userId="d4b9123c-e7c7-4672-9253-12dc8b5176c8" providerId="ADAL" clId="{C88F6C02-31AB-4342-B823-3C6F24D7DA16}" dt="2026-10-26T14:35:59.447" v="2420" actId="2711"/>
          <ac:spMkLst>
            <pc:docMk/>
            <pc:sldMk cId="3904583238" sldId="2147483638"/>
            <ac:spMk id="34" creationId="{BE180443-9C9B-0081-E1CE-44E1AE5A8DE1}"/>
          </ac:spMkLst>
        </pc:spChg>
        <pc:spChg chg="mod">
          <ac:chgData name="DELFS, Caroline" userId="d4b9123c-e7c7-4672-9253-12dc8b5176c8" providerId="ADAL" clId="{C88F6C02-31AB-4342-B823-3C6F24D7DA16}" dt="2026-10-26T12:39:27.995" v="1615" actId="207"/>
          <ac:spMkLst>
            <pc:docMk/>
            <pc:sldMk cId="3904583238" sldId="2147483638"/>
            <ac:spMk id="46" creationId="{404360D9-EC3B-7E05-7A87-B26EABFD8D58}"/>
          </ac:spMkLst>
        </pc:spChg>
        <pc:grpChg chg="add mod">
          <ac:chgData name="DELFS, Caroline" userId="d4b9123c-e7c7-4672-9253-12dc8b5176c8" providerId="ADAL" clId="{C88F6C02-31AB-4342-B823-3C6F24D7DA16}" dt="2026-10-26T12:42:19.524" v="1665" actId="1076"/>
          <ac:grpSpMkLst>
            <pc:docMk/>
            <pc:sldMk cId="3904583238" sldId="2147483638"/>
            <ac:grpSpMk id="32" creationId="{7D0DFC6A-19BD-2B4D-4AB7-B8D11AB27293}"/>
          </ac:grpSpMkLst>
        </pc:grpChg>
        <pc:graphicFrameChg chg="modGraphic">
          <ac:chgData name="DELFS, Caroline" userId="d4b9123c-e7c7-4672-9253-12dc8b5176c8" providerId="ADAL" clId="{C88F6C02-31AB-4342-B823-3C6F24D7DA16}" dt="2026-10-26T12:42:33.398" v="1667" actId="207"/>
          <ac:graphicFrameMkLst>
            <pc:docMk/>
            <pc:sldMk cId="3904583238" sldId="2147483638"/>
            <ac:graphicFrameMk id="51" creationId="{802815D2-4792-D727-54D9-9D788A51F6A1}"/>
          </ac:graphicFrameMkLst>
        </pc:graphicFrameChg>
      </pc:sldChg>
      <pc:sldChg chg="addSp delSp modSp mod">
        <pc:chgData name="DELFS, Caroline" userId="d4b9123c-e7c7-4672-9253-12dc8b5176c8" providerId="ADAL" clId="{C88F6C02-31AB-4342-B823-3C6F24D7DA16}" dt="2026-10-26T15:43:59.289" v="2914" actId="207"/>
        <pc:sldMkLst>
          <pc:docMk/>
          <pc:sldMk cId="965843869" sldId="2147483641"/>
        </pc:sldMkLst>
        <pc:spChg chg="add mod">
          <ac:chgData name="DELFS, Caroline" userId="d4b9123c-e7c7-4672-9253-12dc8b5176c8" providerId="ADAL" clId="{C88F6C02-31AB-4342-B823-3C6F24D7DA16}" dt="2026-10-26T15:43:59.289" v="2914" actId="207"/>
          <ac:spMkLst>
            <pc:docMk/>
            <pc:sldMk cId="965843869" sldId="2147483641"/>
            <ac:spMk id="4" creationId="{05EE2C85-8D54-DB59-A791-D53A8721EF6A}"/>
          </ac:spMkLst>
        </pc:spChg>
        <pc:spChg chg="add">
          <ac:chgData name="DELFS, Caroline" userId="d4b9123c-e7c7-4672-9253-12dc8b5176c8" providerId="ADAL" clId="{C88F6C02-31AB-4342-B823-3C6F24D7DA16}" dt="2026-10-23T09:10:04.478" v="307" actId="22"/>
          <ac:spMkLst>
            <pc:docMk/>
            <pc:sldMk cId="965843869" sldId="2147483641"/>
            <ac:spMk id="10" creationId="{82665A39-6DAE-CA34-A5B3-710E6BC4B2A5}"/>
          </ac:spMkLst>
        </pc:spChg>
        <pc:spChg chg="mod">
          <ac:chgData name="DELFS, Caroline" userId="d4b9123c-e7c7-4672-9253-12dc8b5176c8" providerId="ADAL" clId="{C88F6C02-31AB-4342-B823-3C6F24D7DA16}" dt="2026-10-26T14:37:24.955" v="2429" actId="2711"/>
          <ac:spMkLst>
            <pc:docMk/>
            <pc:sldMk cId="965843869" sldId="2147483641"/>
            <ac:spMk id="21" creationId="{F6B97D3E-1630-646B-51F8-DB5E976F07AB}"/>
          </ac:spMkLst>
        </pc:spChg>
      </pc:sldChg>
      <pc:sldChg chg="addSp modSp mod">
        <pc:chgData name="DELFS, Caroline" userId="d4b9123c-e7c7-4672-9253-12dc8b5176c8" providerId="ADAL" clId="{C88F6C02-31AB-4342-B823-3C6F24D7DA16}" dt="2026-10-26T15:43:33.693" v="2909" actId="22"/>
        <pc:sldMkLst>
          <pc:docMk/>
          <pc:sldMk cId="3877464344" sldId="2147483643"/>
        </pc:sldMkLst>
        <pc:spChg chg="mod">
          <ac:chgData name="DELFS, Caroline" userId="d4b9123c-e7c7-4672-9253-12dc8b5176c8" providerId="ADAL" clId="{C88F6C02-31AB-4342-B823-3C6F24D7DA16}" dt="2026-10-23T09:07:55.765" v="215" actId="20577"/>
          <ac:spMkLst>
            <pc:docMk/>
            <pc:sldMk cId="3877464344" sldId="2147483643"/>
            <ac:spMk id="3" creationId="{09629CED-76D1-95B5-F3D8-92BA84C423D9}"/>
          </ac:spMkLst>
        </pc:spChg>
        <pc:spChg chg="add">
          <ac:chgData name="DELFS, Caroline" userId="d4b9123c-e7c7-4672-9253-12dc8b5176c8" providerId="ADAL" clId="{C88F6C02-31AB-4342-B823-3C6F24D7DA16}" dt="2026-10-26T15:43:33.693" v="2909" actId="22"/>
          <ac:spMkLst>
            <pc:docMk/>
            <pc:sldMk cId="3877464344" sldId="2147483643"/>
            <ac:spMk id="6" creationId="{894E7A18-5C9F-351B-3D26-BAE9B9DD7BDE}"/>
          </ac:spMkLst>
        </pc:spChg>
        <pc:spChg chg="mod">
          <ac:chgData name="DELFS, Caroline" userId="d4b9123c-e7c7-4672-9253-12dc8b5176c8" providerId="ADAL" clId="{C88F6C02-31AB-4342-B823-3C6F24D7DA16}" dt="2026-10-26T14:35:35.611" v="2416" actId="2711"/>
          <ac:spMkLst>
            <pc:docMk/>
            <pc:sldMk cId="3877464344" sldId="2147483643"/>
            <ac:spMk id="43" creationId="{7133AF4D-33B0-90A7-E8BB-2422DCD2BBAE}"/>
          </ac:spMkLst>
        </pc:spChg>
      </pc:sldChg>
      <pc:sldChg chg="addSp delSp modSp mod">
        <pc:chgData name="DELFS, Caroline" userId="d4b9123c-e7c7-4672-9253-12dc8b5176c8" providerId="ADAL" clId="{C88F6C02-31AB-4342-B823-3C6F24D7DA16}" dt="2026-10-26T15:43:36.523" v="2910" actId="22"/>
        <pc:sldMkLst>
          <pc:docMk/>
          <pc:sldMk cId="1645670494" sldId="2147483644"/>
        </pc:sldMkLst>
        <pc:spChg chg="mod">
          <ac:chgData name="DELFS, Caroline" userId="d4b9123c-e7c7-4672-9253-12dc8b5176c8" providerId="ADAL" clId="{C88F6C02-31AB-4342-B823-3C6F24D7DA16}" dt="2026-10-26T14:35:40.774" v="2417" actId="2711"/>
          <ac:spMkLst>
            <pc:docMk/>
            <pc:sldMk cId="1645670494" sldId="2147483644"/>
            <ac:spMk id="5" creationId="{FE029217-B180-2490-7899-5B3672E225BC}"/>
          </ac:spMkLst>
        </pc:spChg>
        <pc:spChg chg="add">
          <ac:chgData name="DELFS, Caroline" userId="d4b9123c-e7c7-4672-9253-12dc8b5176c8" providerId="ADAL" clId="{C88F6C02-31AB-4342-B823-3C6F24D7DA16}" dt="2026-10-26T15:43:36.523" v="2910" actId="22"/>
          <ac:spMkLst>
            <pc:docMk/>
            <pc:sldMk cId="1645670494" sldId="2147483644"/>
            <ac:spMk id="6" creationId="{54185ED4-A603-7C29-03D6-AF3B5C871B6D}"/>
          </ac:spMkLst>
        </pc:spChg>
        <pc:spChg chg="add">
          <ac:chgData name="DELFS, Caroline" userId="d4b9123c-e7c7-4672-9253-12dc8b5176c8" providerId="ADAL" clId="{C88F6C02-31AB-4342-B823-3C6F24D7DA16}" dt="2026-10-23T09:08:01.445" v="217" actId="22"/>
          <ac:spMkLst>
            <pc:docMk/>
            <pc:sldMk cId="1645670494" sldId="2147483644"/>
            <ac:spMk id="8" creationId="{3DB2EB56-C88B-7D0C-1EE0-0CBF7E5DE7FB}"/>
          </ac:spMkLst>
        </pc:spChg>
      </pc:sldChg>
      <pc:sldChg chg="addSp delSp modSp mod">
        <pc:chgData name="DELFS, Caroline" userId="d4b9123c-e7c7-4672-9253-12dc8b5176c8" providerId="ADAL" clId="{C88F6C02-31AB-4342-B823-3C6F24D7DA16}" dt="2026-10-26T15:44:21.890" v="2920" actId="22"/>
        <pc:sldMkLst>
          <pc:docMk/>
          <pc:sldMk cId="3107058381" sldId="2147483646"/>
        </pc:sldMkLst>
        <pc:spChg chg="mod">
          <ac:chgData name="DELFS, Caroline" userId="d4b9123c-e7c7-4672-9253-12dc8b5176c8" providerId="ADAL" clId="{C88F6C02-31AB-4342-B823-3C6F24D7DA16}" dt="2026-10-26T14:38:07.980" v="2435" actId="2711"/>
          <ac:spMkLst>
            <pc:docMk/>
            <pc:sldMk cId="3107058381" sldId="2147483646"/>
            <ac:spMk id="4" creationId="{2EDB3D0E-7CF4-29AB-1D5D-9D9261CBD4F8}"/>
          </ac:spMkLst>
        </pc:spChg>
        <pc:spChg chg="add">
          <ac:chgData name="DELFS, Caroline" userId="d4b9123c-e7c7-4672-9253-12dc8b5176c8" providerId="ADAL" clId="{C88F6C02-31AB-4342-B823-3C6F24D7DA16}" dt="2026-10-26T15:44:21.890" v="2920" actId="22"/>
          <ac:spMkLst>
            <pc:docMk/>
            <pc:sldMk cId="3107058381" sldId="2147483646"/>
            <ac:spMk id="6" creationId="{F7E2EA25-DB08-8605-1423-F517E476B8A1}"/>
          </ac:spMkLst>
        </pc:spChg>
        <pc:spChg chg="mod">
          <ac:chgData name="DELFS, Caroline" userId="d4b9123c-e7c7-4672-9253-12dc8b5176c8" providerId="ADAL" clId="{C88F6C02-31AB-4342-B823-3C6F24D7DA16}" dt="2026-10-23T13:48:43.038" v="1125" actId="208"/>
          <ac:spMkLst>
            <pc:docMk/>
            <pc:sldMk cId="3107058381" sldId="2147483646"/>
            <ac:spMk id="7" creationId="{C4A432D3-4065-8FF5-91D5-E98080A537DD}"/>
          </ac:spMkLst>
        </pc:spChg>
        <pc:spChg chg="add">
          <ac:chgData name="DELFS, Caroline" userId="d4b9123c-e7c7-4672-9253-12dc8b5176c8" providerId="ADAL" clId="{C88F6C02-31AB-4342-B823-3C6F24D7DA16}" dt="2026-10-23T09:11:40.896" v="329" actId="22"/>
          <ac:spMkLst>
            <pc:docMk/>
            <pc:sldMk cId="3107058381" sldId="2147483646"/>
            <ac:spMk id="8" creationId="{54A68BAC-869E-4B5E-6EB5-C73EB1F0419D}"/>
          </ac:spMkLst>
        </pc:spChg>
        <pc:spChg chg="mod">
          <ac:chgData name="DELFS, Caroline" userId="d4b9123c-e7c7-4672-9253-12dc8b5176c8" providerId="ADAL" clId="{C88F6C02-31AB-4342-B823-3C6F24D7DA16}" dt="2026-10-23T13:48:43.038" v="1125" actId="208"/>
          <ac:spMkLst>
            <pc:docMk/>
            <pc:sldMk cId="3107058381" sldId="2147483646"/>
            <ac:spMk id="9" creationId="{15881363-7735-E176-1C08-E1D7C5F66D8B}"/>
          </ac:spMkLst>
        </pc:spChg>
        <pc:spChg chg="mod">
          <ac:chgData name="DELFS, Caroline" userId="d4b9123c-e7c7-4672-9253-12dc8b5176c8" providerId="ADAL" clId="{C88F6C02-31AB-4342-B823-3C6F24D7DA16}" dt="2026-10-23T13:48:43.038" v="1125" actId="208"/>
          <ac:spMkLst>
            <pc:docMk/>
            <pc:sldMk cId="3107058381" sldId="2147483646"/>
            <ac:spMk id="10" creationId="{B236ABE3-1CBF-9161-1186-AFA7BFC605B9}"/>
          </ac:spMkLst>
        </pc:spChg>
        <pc:spChg chg="mod">
          <ac:chgData name="DELFS, Caroline" userId="d4b9123c-e7c7-4672-9253-12dc8b5176c8" providerId="ADAL" clId="{C88F6C02-31AB-4342-B823-3C6F24D7DA16}" dt="2026-10-23T13:48:36.166" v="1124" actId="207"/>
          <ac:spMkLst>
            <pc:docMk/>
            <pc:sldMk cId="3107058381" sldId="2147483646"/>
            <ac:spMk id="23" creationId="{EE31B73E-D35E-E1EB-9E6E-F12781B14175}"/>
          </ac:spMkLst>
        </pc:spChg>
        <pc:spChg chg="mod">
          <ac:chgData name="DELFS, Caroline" userId="d4b9123c-e7c7-4672-9253-12dc8b5176c8" providerId="ADAL" clId="{C88F6C02-31AB-4342-B823-3C6F24D7DA16}" dt="2026-10-23T13:48:43.038" v="1125" actId="208"/>
          <ac:spMkLst>
            <pc:docMk/>
            <pc:sldMk cId="3107058381" sldId="2147483646"/>
            <ac:spMk id="45" creationId="{EBE591AC-698F-A9D2-D66E-19F7AF866CFB}"/>
          </ac:spMkLst>
        </pc:spChg>
      </pc:sldChg>
      <pc:sldChg chg="addSp delSp modSp mod">
        <pc:chgData name="DELFS, Caroline" userId="d4b9123c-e7c7-4672-9253-12dc8b5176c8" providerId="ADAL" clId="{C88F6C02-31AB-4342-B823-3C6F24D7DA16}" dt="2026-10-26T15:44:15.777" v="2917" actId="22"/>
        <pc:sldMkLst>
          <pc:docMk/>
          <pc:sldMk cId="2210729786" sldId="2147483647"/>
        </pc:sldMkLst>
        <pc:spChg chg="add mod">
          <ac:chgData name="DELFS, Caroline" userId="d4b9123c-e7c7-4672-9253-12dc8b5176c8" providerId="ADAL" clId="{C88F6C02-31AB-4342-B823-3C6F24D7DA16}" dt="2026-10-23T09:11:25.506" v="323" actId="207"/>
          <ac:spMkLst>
            <pc:docMk/>
            <pc:sldMk cId="2210729786" sldId="2147483647"/>
            <ac:spMk id="3" creationId="{E9C48C49-D319-0C7A-B567-46BD63F648FE}"/>
          </ac:spMkLst>
        </pc:spChg>
        <pc:spChg chg="mod">
          <ac:chgData name="DELFS, Caroline" userId="d4b9123c-e7c7-4672-9253-12dc8b5176c8" providerId="ADAL" clId="{C88F6C02-31AB-4342-B823-3C6F24D7DA16}" dt="2026-10-26T14:37:50.212" v="2432" actId="2711"/>
          <ac:spMkLst>
            <pc:docMk/>
            <pc:sldMk cId="2210729786" sldId="2147483647"/>
            <ac:spMk id="4" creationId="{BC4D3A9C-41F1-FB9D-B1BC-E1B2A9A8D355}"/>
          </ac:spMkLst>
        </pc:spChg>
        <pc:spChg chg="add">
          <ac:chgData name="DELFS, Caroline" userId="d4b9123c-e7c7-4672-9253-12dc8b5176c8" providerId="ADAL" clId="{C88F6C02-31AB-4342-B823-3C6F24D7DA16}" dt="2026-10-26T15:44:15.777" v="2917" actId="22"/>
          <ac:spMkLst>
            <pc:docMk/>
            <pc:sldMk cId="2210729786" sldId="2147483647"/>
            <ac:spMk id="7" creationId="{FC09260D-1F0C-0270-F87E-EB50CA74709D}"/>
          </ac:spMkLst>
        </pc:spChg>
        <pc:spChg chg="mod">
          <ac:chgData name="DELFS, Caroline" userId="d4b9123c-e7c7-4672-9253-12dc8b5176c8" providerId="ADAL" clId="{C88F6C02-31AB-4342-B823-3C6F24D7DA16}" dt="2026-10-26T14:37:42.774" v="2431" actId="2711"/>
          <ac:spMkLst>
            <pc:docMk/>
            <pc:sldMk cId="2210729786" sldId="2147483647"/>
            <ac:spMk id="13" creationId="{8BDCC42B-50A9-E6AB-15F3-18CAF5BCAACC}"/>
          </ac:spMkLst>
        </pc:spChg>
        <pc:spChg chg="mod">
          <ac:chgData name="DELFS, Caroline" userId="d4b9123c-e7c7-4672-9253-12dc8b5176c8" providerId="ADAL" clId="{C88F6C02-31AB-4342-B823-3C6F24D7DA16}" dt="2026-10-23T13:50:25.324" v="1156" actId="207"/>
          <ac:spMkLst>
            <pc:docMk/>
            <pc:sldMk cId="2210729786" sldId="2147483647"/>
            <ac:spMk id="55" creationId="{4CD13CF9-7D7A-46CF-314D-B05D885EBDAD}"/>
          </ac:spMkLst>
        </pc:spChg>
        <pc:spChg chg="mod">
          <ac:chgData name="DELFS, Caroline" userId="d4b9123c-e7c7-4672-9253-12dc8b5176c8" providerId="ADAL" clId="{C88F6C02-31AB-4342-B823-3C6F24D7DA16}" dt="2026-10-26T14:37:50.212" v="2432" actId="2711"/>
          <ac:spMkLst>
            <pc:docMk/>
            <pc:sldMk cId="2210729786" sldId="2147483647"/>
            <ac:spMk id="57" creationId="{D6CA42F5-14C6-2069-FAC3-32E584F91715}"/>
          </ac:spMkLst>
        </pc:spChg>
        <pc:graphicFrameChg chg="modGraphic">
          <ac:chgData name="DELFS, Caroline" userId="d4b9123c-e7c7-4672-9253-12dc8b5176c8" providerId="ADAL" clId="{C88F6C02-31AB-4342-B823-3C6F24D7DA16}" dt="2026-10-23T13:50:03.788" v="1153" actId="207"/>
          <ac:graphicFrameMkLst>
            <pc:docMk/>
            <pc:sldMk cId="2210729786" sldId="2147483647"/>
            <ac:graphicFrameMk id="9" creationId="{86C6F5DC-FE6D-3CAC-7426-2EC900824D15}"/>
          </ac:graphicFrameMkLst>
        </pc:graphicFrameChg>
        <pc:picChg chg="mod">
          <ac:chgData name="DELFS, Caroline" userId="d4b9123c-e7c7-4672-9253-12dc8b5176c8" providerId="ADAL" clId="{C88F6C02-31AB-4342-B823-3C6F24D7DA16}" dt="2026-10-23T09:11:12.484" v="320"/>
          <ac:picMkLst>
            <pc:docMk/>
            <pc:sldMk cId="2210729786" sldId="2147483647"/>
            <ac:picMk id="44" creationId="{202D3193-A617-971D-803B-FEFDCED1D5CF}"/>
          </ac:picMkLst>
        </pc:picChg>
        <pc:cxnChg chg="mod">
          <ac:chgData name="DELFS, Caroline" userId="d4b9123c-e7c7-4672-9253-12dc8b5176c8" providerId="ADAL" clId="{C88F6C02-31AB-4342-B823-3C6F24D7DA16}" dt="2026-10-23T13:50:30.320" v="1157" actId="208"/>
          <ac:cxnSpMkLst>
            <pc:docMk/>
            <pc:sldMk cId="2210729786" sldId="2147483647"/>
            <ac:cxnSpMk id="21" creationId="{B0B584E6-0F41-F6D1-E7F3-E3EDEB9D53A2}"/>
          </ac:cxnSpMkLst>
        </pc:cxnChg>
      </pc:sldChg>
      <pc:sldMasterChg chg="setBg">
        <pc:chgData name="DELFS, Caroline" userId="d4b9123c-e7c7-4672-9253-12dc8b5176c8" providerId="ADAL" clId="{C88F6C02-31AB-4342-B823-3C6F24D7DA16}" dt="2026-10-26T13:46:51.078" v="2164"/>
        <pc:sldMasterMkLst>
          <pc:docMk/>
          <pc:sldMasterMk cId="440139786" sldId="2147483696"/>
        </pc:sldMasterMkLst>
      </pc:sldMasterChg>
      <pc:sldMasterChg chg="setBg modSldLayout">
        <pc:chgData name="DELFS, Caroline" userId="d4b9123c-e7c7-4672-9253-12dc8b5176c8" providerId="ADAL" clId="{C88F6C02-31AB-4342-B823-3C6F24D7DA16}" dt="2026-10-26T12:39:18.573" v="1614"/>
        <pc:sldMasterMkLst>
          <pc:docMk/>
          <pc:sldMasterMk cId="780797270" sldId="2147483728"/>
        </pc:sldMasterMkLst>
        <pc:sldLayoutChg chg="setBg">
          <pc:chgData name="DELFS, Caroline" userId="d4b9123c-e7c7-4672-9253-12dc8b5176c8" providerId="ADAL" clId="{C88F6C02-31AB-4342-B823-3C6F24D7DA16}" dt="2026-10-26T12:39:18.573" v="1614"/>
          <pc:sldLayoutMkLst>
            <pc:docMk/>
            <pc:sldMasterMk cId="780797270" sldId="2147483728"/>
            <pc:sldLayoutMk cId="4251118832" sldId="2147483731"/>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2155832116" sldId="2147483732"/>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834163947" sldId="2147483734"/>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1770638378" sldId="2147483735"/>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2030898038" sldId="2147483738"/>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4217901092" sldId="2147483739"/>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3409695605" sldId="2147483746"/>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14648406" sldId="2147483747"/>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1090928881" sldId="2147483748"/>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3133145357" sldId="2147483750"/>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1263863923" sldId="2147483751"/>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566583889" sldId="2147483752"/>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3525033436" sldId="2147483753"/>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187744913" sldId="2147483754"/>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1920841817" sldId="2147483755"/>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382539703" sldId="2147483759"/>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3710263351" sldId="2147483760"/>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1386656093" sldId="2147483762"/>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2499101447" sldId="2147483763"/>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1689337238" sldId="2147483765"/>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497005718" sldId="2147483766"/>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3820305077" sldId="2147483767"/>
          </pc:sldLayoutMkLst>
        </pc:sldLayoutChg>
        <pc:sldLayoutChg chg="setBg">
          <pc:chgData name="DELFS, Caroline" userId="d4b9123c-e7c7-4672-9253-12dc8b5176c8" providerId="ADAL" clId="{C88F6C02-31AB-4342-B823-3C6F24D7DA16}" dt="2026-10-26T12:39:18.573" v="1614"/>
          <pc:sldLayoutMkLst>
            <pc:docMk/>
            <pc:sldMasterMk cId="780797270" sldId="2147483728"/>
            <pc:sldLayoutMk cId="1932194884" sldId="2147483768"/>
          </pc:sldLayoutMkLst>
        </pc:sldLayoutChg>
      </pc:sldMasterChg>
    </pc:docChg>
  </pc:docChgLst>
  <pc:docChgLst>
    <pc:chgData name="ALVES, Mauricio" userId="9f8278a7-d72a-41fe-aeea-d2a9af138116" providerId="ADAL" clId="{2310CF9F-3B25-4DE6-944D-E7B09993A550}"/>
    <pc:docChg chg="undo redo custSel addSld delSld modSld delMainMaster modSection">
      <pc:chgData name="ALVES, Mauricio" userId="9f8278a7-d72a-41fe-aeea-d2a9af138116" providerId="ADAL" clId="{2310CF9F-3B25-4DE6-944D-E7B09993A550}" dt="2026-10-29T12:26:28.690" v="4374" actId="1038"/>
      <pc:docMkLst>
        <pc:docMk/>
      </pc:docMkLst>
      <pc:sldChg chg="addSp add del mod">
        <pc:chgData name="ALVES, Mauricio" userId="9f8278a7-d72a-41fe-aeea-d2a9af138116" providerId="ADAL" clId="{2310CF9F-3B25-4DE6-944D-E7B09993A550}" dt="2026-10-29T11:55:07.980" v="4199" actId="47"/>
        <pc:sldMkLst>
          <pc:docMk/>
          <pc:sldMk cId="3447267401" sldId="268"/>
        </pc:sldMkLst>
        <pc:picChg chg="add">
          <ac:chgData name="ALVES, Mauricio" userId="9f8278a7-d72a-41fe-aeea-d2a9af138116" providerId="ADAL" clId="{2310CF9F-3B25-4DE6-944D-E7B09993A550}" dt="2026-10-29T10:46:23.425" v="3624"/>
          <ac:picMkLst>
            <pc:docMk/>
            <pc:sldMk cId="3447267401" sldId="268"/>
            <ac:picMk id="2" creationId="{5025D37A-C2C6-E156-69EB-2697DC1A9DAC}"/>
          </ac:picMkLst>
        </pc:picChg>
      </pc:sldChg>
      <pc:sldChg chg="addSp delSp modSp mod">
        <pc:chgData name="ALVES, Mauricio" userId="9f8278a7-d72a-41fe-aeea-d2a9af138116" providerId="ADAL" clId="{2310CF9F-3B25-4DE6-944D-E7B09993A550}" dt="2026-10-29T12:26:28.690" v="4374" actId="1038"/>
        <pc:sldMkLst>
          <pc:docMk/>
          <pc:sldMk cId="1978447632" sldId="271"/>
        </pc:sldMkLst>
        <pc:spChg chg="add del mod">
          <ac:chgData name="ALVES, Mauricio" userId="9f8278a7-d72a-41fe-aeea-d2a9af138116" providerId="ADAL" clId="{2310CF9F-3B25-4DE6-944D-E7B09993A550}" dt="2026-10-29T11:42:45.221" v="4131" actId="478"/>
          <ac:spMkLst>
            <pc:docMk/>
            <pc:sldMk cId="1978447632" sldId="271"/>
            <ac:spMk id="3" creationId="{490673A9-95C8-85C9-8953-C66D7932E892}"/>
          </ac:spMkLst>
        </pc:spChg>
        <pc:spChg chg="mod">
          <ac:chgData name="ALVES, Mauricio" userId="9f8278a7-d72a-41fe-aeea-d2a9af138116" providerId="ADAL" clId="{2310CF9F-3B25-4DE6-944D-E7B09993A550}" dt="2026-10-29T08:57:34.489" v="410" actId="790"/>
          <ac:spMkLst>
            <pc:docMk/>
            <pc:sldMk cId="1978447632" sldId="271"/>
            <ac:spMk id="11" creationId="{0B5B301D-11D3-CB0A-9AB5-A88D00C6A65B}"/>
          </ac:spMkLst>
        </pc:spChg>
        <pc:spChg chg="mod">
          <ac:chgData name="ALVES, Mauricio" userId="9f8278a7-d72a-41fe-aeea-d2a9af138116" providerId="ADAL" clId="{2310CF9F-3B25-4DE6-944D-E7B09993A550}" dt="2026-10-29T08:57:34.489" v="410" actId="790"/>
          <ac:spMkLst>
            <pc:docMk/>
            <pc:sldMk cId="1978447632" sldId="271"/>
            <ac:spMk id="12" creationId="{7B5BB58E-33C8-BEF7-8DA4-29BF47E7FF85}"/>
          </ac:spMkLst>
        </pc:spChg>
        <pc:spChg chg="mod">
          <ac:chgData name="ALVES, Mauricio" userId="9f8278a7-d72a-41fe-aeea-d2a9af138116" providerId="ADAL" clId="{2310CF9F-3B25-4DE6-944D-E7B09993A550}" dt="2026-10-29T08:57:34.489" v="410" actId="790"/>
          <ac:spMkLst>
            <pc:docMk/>
            <pc:sldMk cId="1978447632" sldId="271"/>
            <ac:spMk id="17" creationId="{B533DA5A-9AB0-F0B0-52D6-3B7CBE182FDF}"/>
          </ac:spMkLst>
        </pc:spChg>
        <pc:spChg chg="mod">
          <ac:chgData name="ALVES, Mauricio" userId="9f8278a7-d72a-41fe-aeea-d2a9af138116" providerId="ADAL" clId="{2310CF9F-3B25-4DE6-944D-E7B09993A550}" dt="2026-10-29T08:57:34.489" v="410" actId="790"/>
          <ac:spMkLst>
            <pc:docMk/>
            <pc:sldMk cId="1978447632" sldId="271"/>
            <ac:spMk id="20" creationId="{71A4FD4B-1623-746C-DF0B-F920E8C324ED}"/>
          </ac:spMkLst>
        </pc:spChg>
        <pc:spChg chg="del">
          <ac:chgData name="ALVES, Mauricio" userId="9f8278a7-d72a-41fe-aeea-d2a9af138116" providerId="ADAL" clId="{2310CF9F-3B25-4DE6-944D-E7B09993A550}" dt="2026-10-29T08:39:44.333" v="6" actId="478"/>
          <ac:spMkLst>
            <pc:docMk/>
            <pc:sldMk cId="1978447632" sldId="271"/>
            <ac:spMk id="24" creationId="{B9766F2F-2E56-E2F6-A65A-AE9AC5895D8B}"/>
          </ac:spMkLst>
        </pc:spChg>
        <pc:spChg chg="mod">
          <ac:chgData name="ALVES, Mauricio" userId="9f8278a7-d72a-41fe-aeea-d2a9af138116" providerId="ADAL" clId="{2310CF9F-3B25-4DE6-944D-E7B09993A550}" dt="2026-10-29T09:44:29.787" v="3423"/>
          <ac:spMkLst>
            <pc:docMk/>
            <pc:sldMk cId="1978447632" sldId="271"/>
            <ac:spMk id="30" creationId="{83835CA3-C531-59C5-09E3-F47C6FBC5A1B}"/>
          </ac:spMkLst>
        </pc:spChg>
        <pc:spChg chg="mod">
          <ac:chgData name="ALVES, Mauricio" userId="9f8278a7-d72a-41fe-aeea-d2a9af138116" providerId="ADAL" clId="{2310CF9F-3B25-4DE6-944D-E7B09993A550}" dt="2026-10-29T08:57:34.489" v="410" actId="790"/>
          <ac:spMkLst>
            <pc:docMk/>
            <pc:sldMk cId="1978447632" sldId="271"/>
            <ac:spMk id="33" creationId="{67BC4782-56F7-AADC-8DAD-931E301885DD}"/>
          </ac:spMkLst>
        </pc:spChg>
        <pc:spChg chg="mod">
          <ac:chgData name="ALVES, Mauricio" userId="9f8278a7-d72a-41fe-aeea-d2a9af138116" providerId="ADAL" clId="{2310CF9F-3B25-4DE6-944D-E7B09993A550}" dt="2026-10-29T08:57:34.489" v="410" actId="790"/>
          <ac:spMkLst>
            <pc:docMk/>
            <pc:sldMk cId="1978447632" sldId="271"/>
            <ac:spMk id="34" creationId="{BDFDE87C-C4C4-3CAC-E6B9-E07A86C2EB5F}"/>
          </ac:spMkLst>
        </pc:spChg>
        <pc:spChg chg="del">
          <ac:chgData name="ALVES, Mauricio" userId="9f8278a7-d72a-41fe-aeea-d2a9af138116" providerId="ADAL" clId="{2310CF9F-3B25-4DE6-944D-E7B09993A550}" dt="2026-10-29T08:39:40.591" v="5" actId="478"/>
          <ac:spMkLst>
            <pc:docMk/>
            <pc:sldMk cId="1978447632" sldId="271"/>
            <ac:spMk id="36" creationId="{CB7604F0-5DFA-EFAB-5DA8-C8204FDE1790}"/>
          </ac:spMkLst>
        </pc:spChg>
        <pc:spChg chg="mod">
          <ac:chgData name="ALVES, Mauricio" userId="9f8278a7-d72a-41fe-aeea-d2a9af138116" providerId="ADAL" clId="{2310CF9F-3B25-4DE6-944D-E7B09993A550}" dt="2026-10-29T08:57:34.489" v="410" actId="790"/>
          <ac:spMkLst>
            <pc:docMk/>
            <pc:sldMk cId="1978447632" sldId="271"/>
            <ac:spMk id="46" creationId="{24D77078-1B8C-048B-1C3D-2D3E5AF7069B}"/>
          </ac:spMkLst>
        </pc:spChg>
        <pc:graphicFrameChg chg="mod modGraphic">
          <ac:chgData name="ALVES, Mauricio" userId="9f8278a7-d72a-41fe-aeea-d2a9af138116" providerId="ADAL" clId="{2310CF9F-3B25-4DE6-944D-E7B09993A550}" dt="2026-10-29T12:25:22.307" v="4326" actId="20577"/>
          <ac:graphicFrameMkLst>
            <pc:docMk/>
            <pc:sldMk cId="1978447632" sldId="271"/>
            <ac:graphicFrameMk id="51" creationId="{98243DD1-DF0E-F5BB-A165-3B5C803CCAEB}"/>
          </ac:graphicFrameMkLst>
        </pc:graphicFrameChg>
        <pc:picChg chg="del">
          <ac:chgData name="ALVES, Mauricio" userId="9f8278a7-d72a-41fe-aeea-d2a9af138116" providerId="ADAL" clId="{2310CF9F-3B25-4DE6-944D-E7B09993A550}" dt="2026-10-29T08:47:59.471" v="194" actId="478"/>
          <ac:picMkLst>
            <pc:docMk/>
            <pc:sldMk cId="1978447632" sldId="271"/>
            <ac:picMk id="3" creationId="{5B02E8CB-033C-2146-2A24-5313C1123318}"/>
          </ac:picMkLst>
        </pc:picChg>
        <pc:picChg chg="mod">
          <ac:chgData name="ALVES, Mauricio" userId="9f8278a7-d72a-41fe-aeea-d2a9af138116" providerId="ADAL" clId="{2310CF9F-3B25-4DE6-944D-E7B09993A550}" dt="2026-10-29T10:23:41.973" v="3483" actId="1076"/>
          <ac:picMkLst>
            <pc:docMk/>
            <pc:sldMk cId="1978447632" sldId="271"/>
            <ac:picMk id="4" creationId="{E16ED263-B609-E063-8CEE-6FAE2ABB9E82}"/>
          </ac:picMkLst>
        </pc:picChg>
        <pc:picChg chg="mod">
          <ac:chgData name="ALVES, Mauricio" userId="9f8278a7-d72a-41fe-aeea-d2a9af138116" providerId="ADAL" clId="{2310CF9F-3B25-4DE6-944D-E7B09993A550}" dt="2026-10-29T10:24:46.542" v="3504" actId="1076"/>
          <ac:picMkLst>
            <pc:docMk/>
            <pc:sldMk cId="1978447632" sldId="271"/>
            <ac:picMk id="5" creationId="{D959FF03-8AB0-CD18-89E4-27E1CABE1700}"/>
          </ac:picMkLst>
        </pc:picChg>
        <pc:picChg chg="mod">
          <ac:chgData name="ALVES, Mauricio" userId="9f8278a7-d72a-41fe-aeea-d2a9af138116" providerId="ADAL" clId="{2310CF9F-3B25-4DE6-944D-E7B09993A550}" dt="2026-10-29T10:23:46.427" v="3484" actId="1076"/>
          <ac:picMkLst>
            <pc:docMk/>
            <pc:sldMk cId="1978447632" sldId="271"/>
            <ac:picMk id="6" creationId="{86C65A37-AA3B-6959-8E29-815C62996785}"/>
          </ac:picMkLst>
        </pc:picChg>
        <pc:picChg chg="del">
          <ac:chgData name="ALVES, Mauricio" userId="9f8278a7-d72a-41fe-aeea-d2a9af138116" providerId="ADAL" clId="{2310CF9F-3B25-4DE6-944D-E7B09993A550}" dt="2026-10-29T08:41:55.566" v="55" actId="478"/>
          <ac:picMkLst>
            <pc:docMk/>
            <pc:sldMk cId="1978447632" sldId="271"/>
            <ac:picMk id="7" creationId="{F9159F11-A371-3E19-1410-B70CCA2B7DA6}"/>
          </ac:picMkLst>
        </pc:picChg>
        <pc:picChg chg="mod">
          <ac:chgData name="ALVES, Mauricio" userId="9f8278a7-d72a-41fe-aeea-d2a9af138116" providerId="ADAL" clId="{2310CF9F-3B25-4DE6-944D-E7B09993A550}" dt="2026-10-29T10:23:34.722" v="3482" actId="1076"/>
          <ac:picMkLst>
            <pc:docMk/>
            <pc:sldMk cId="1978447632" sldId="271"/>
            <ac:picMk id="8" creationId="{6E3EB7B6-3762-5955-EC3F-89EB055E6995}"/>
          </ac:picMkLst>
        </pc:picChg>
        <pc:picChg chg="del">
          <ac:chgData name="ALVES, Mauricio" userId="9f8278a7-d72a-41fe-aeea-d2a9af138116" providerId="ADAL" clId="{2310CF9F-3B25-4DE6-944D-E7B09993A550}" dt="2026-10-29T08:41:59.984" v="57" actId="478"/>
          <ac:picMkLst>
            <pc:docMk/>
            <pc:sldMk cId="1978447632" sldId="271"/>
            <ac:picMk id="9" creationId="{8BF15651-596A-93A3-7D6E-F2BD126B690B}"/>
          </ac:picMkLst>
        </pc:picChg>
        <pc:picChg chg="add del mod">
          <ac:chgData name="ALVES, Mauricio" userId="9f8278a7-d72a-41fe-aeea-d2a9af138116" providerId="ADAL" clId="{2310CF9F-3B25-4DE6-944D-E7B09993A550}" dt="2026-10-29T11:30:42.076" v="3967" actId="478"/>
          <ac:picMkLst>
            <pc:docMk/>
            <pc:sldMk cId="1978447632" sldId="271"/>
            <ac:picMk id="9" creationId="{9005A936-39E1-0895-E0C9-F76ACC5D2121}"/>
          </ac:picMkLst>
        </pc:picChg>
        <pc:picChg chg="mod">
          <ac:chgData name="ALVES, Mauricio" userId="9f8278a7-d72a-41fe-aeea-d2a9af138116" providerId="ADAL" clId="{2310CF9F-3B25-4DE6-944D-E7B09993A550}" dt="2026-10-29T10:24:00.371" v="3487" actId="1076"/>
          <ac:picMkLst>
            <pc:docMk/>
            <pc:sldMk cId="1978447632" sldId="271"/>
            <ac:picMk id="10" creationId="{39BF99FC-D8FE-16C5-C6B7-2A174C3695A1}"/>
          </ac:picMkLst>
        </pc:picChg>
        <pc:picChg chg="del">
          <ac:chgData name="ALVES, Mauricio" userId="9f8278a7-d72a-41fe-aeea-d2a9af138116" providerId="ADAL" clId="{2310CF9F-3B25-4DE6-944D-E7B09993A550}" dt="2026-10-29T08:42:02.203" v="58" actId="478"/>
          <ac:picMkLst>
            <pc:docMk/>
            <pc:sldMk cId="1978447632" sldId="271"/>
            <ac:picMk id="13" creationId="{B5AD390D-8C29-0B2F-5C51-ABAB01B7EBB4}"/>
          </ac:picMkLst>
        </pc:picChg>
        <pc:picChg chg="add mod">
          <ac:chgData name="ALVES, Mauricio" userId="9f8278a7-d72a-41fe-aeea-d2a9af138116" providerId="ADAL" clId="{2310CF9F-3B25-4DE6-944D-E7B09993A550}" dt="2026-10-29T11:32:36.758" v="4000" actId="1037"/>
          <ac:picMkLst>
            <pc:docMk/>
            <pc:sldMk cId="1978447632" sldId="271"/>
            <ac:picMk id="14" creationId="{7CB63E0F-50B4-E373-9DD1-229397B4F9B5}"/>
          </ac:picMkLst>
        </pc:picChg>
        <pc:picChg chg="del">
          <ac:chgData name="ALVES, Mauricio" userId="9f8278a7-d72a-41fe-aeea-d2a9af138116" providerId="ADAL" clId="{2310CF9F-3B25-4DE6-944D-E7B09993A550}" dt="2026-10-29T08:46:37.182" v="167" actId="478"/>
          <ac:picMkLst>
            <pc:docMk/>
            <pc:sldMk cId="1978447632" sldId="271"/>
            <ac:picMk id="14" creationId="{B50CDBD6-3C32-2F36-4E44-105DD71D4B78}"/>
          </ac:picMkLst>
        </pc:picChg>
        <pc:picChg chg="del">
          <ac:chgData name="ALVES, Mauricio" userId="9f8278a7-d72a-41fe-aeea-d2a9af138116" providerId="ADAL" clId="{2310CF9F-3B25-4DE6-944D-E7B09993A550}" dt="2026-10-29T08:41:58.032" v="56" actId="478"/>
          <ac:picMkLst>
            <pc:docMk/>
            <pc:sldMk cId="1978447632" sldId="271"/>
            <ac:picMk id="15" creationId="{8B8EBBCE-20BD-80BC-42DF-6CCC4AB6FDC2}"/>
          </ac:picMkLst>
        </pc:picChg>
        <pc:picChg chg="del">
          <ac:chgData name="ALVES, Mauricio" userId="9f8278a7-d72a-41fe-aeea-d2a9af138116" providerId="ADAL" clId="{2310CF9F-3B25-4DE6-944D-E7B09993A550}" dt="2026-10-29T08:42:04.277" v="59" actId="478"/>
          <ac:picMkLst>
            <pc:docMk/>
            <pc:sldMk cId="1978447632" sldId="271"/>
            <ac:picMk id="16" creationId="{D550B118-1830-1F61-6002-EE28631285E2}"/>
          </ac:picMkLst>
        </pc:picChg>
        <pc:picChg chg="mod">
          <ac:chgData name="ALVES, Mauricio" userId="9f8278a7-d72a-41fe-aeea-d2a9af138116" providerId="ADAL" clId="{2310CF9F-3B25-4DE6-944D-E7B09993A550}" dt="2026-10-29T10:23:53.710" v="3486" actId="1076"/>
          <ac:picMkLst>
            <pc:docMk/>
            <pc:sldMk cId="1978447632" sldId="271"/>
            <ac:picMk id="18" creationId="{0993D71A-092C-FDD5-C4CA-AC642DE1870B}"/>
          </ac:picMkLst>
        </pc:picChg>
        <pc:picChg chg="del">
          <ac:chgData name="ALVES, Mauricio" userId="9f8278a7-d72a-41fe-aeea-d2a9af138116" providerId="ADAL" clId="{2310CF9F-3B25-4DE6-944D-E7B09993A550}" dt="2026-10-29T08:42:06.632" v="60" actId="478"/>
          <ac:picMkLst>
            <pc:docMk/>
            <pc:sldMk cId="1978447632" sldId="271"/>
            <ac:picMk id="19" creationId="{D66E9B11-F5A8-FF7B-68A4-68402FFF90E5}"/>
          </ac:picMkLst>
        </pc:picChg>
        <pc:picChg chg="del">
          <ac:chgData name="ALVES, Mauricio" userId="9f8278a7-d72a-41fe-aeea-d2a9af138116" providerId="ADAL" clId="{2310CF9F-3B25-4DE6-944D-E7B09993A550}" dt="2026-10-29T08:41:51.163" v="53" actId="478"/>
          <ac:picMkLst>
            <pc:docMk/>
            <pc:sldMk cId="1978447632" sldId="271"/>
            <ac:picMk id="21" creationId="{5B2A7E57-32CB-ACC4-AB26-F1A3D56AFC8F}"/>
          </ac:picMkLst>
        </pc:picChg>
        <pc:picChg chg="add mod">
          <ac:chgData name="ALVES, Mauricio" userId="9f8278a7-d72a-41fe-aeea-d2a9af138116" providerId="ADAL" clId="{2310CF9F-3B25-4DE6-944D-E7B09993A550}" dt="2026-10-29T12:26:28.690" v="4374" actId="1038"/>
          <ac:picMkLst>
            <pc:docMk/>
            <pc:sldMk cId="1978447632" sldId="271"/>
            <ac:picMk id="22" creationId="{35F13FFE-1EA8-2FCA-E7F8-D81759F0E06F}"/>
          </ac:picMkLst>
        </pc:picChg>
        <pc:picChg chg="del">
          <ac:chgData name="ALVES, Mauricio" userId="9f8278a7-d72a-41fe-aeea-d2a9af138116" providerId="ADAL" clId="{2310CF9F-3B25-4DE6-944D-E7B09993A550}" dt="2026-10-29T08:41:53.389" v="54" actId="478"/>
          <ac:picMkLst>
            <pc:docMk/>
            <pc:sldMk cId="1978447632" sldId="271"/>
            <ac:picMk id="23" creationId="{65D36E47-F5B4-F7E8-0F38-0F4A3EBAA649}"/>
          </ac:picMkLst>
        </pc:picChg>
        <pc:picChg chg="del">
          <ac:chgData name="ALVES, Mauricio" userId="9f8278a7-d72a-41fe-aeea-d2a9af138116" providerId="ADAL" clId="{2310CF9F-3B25-4DE6-944D-E7B09993A550}" dt="2026-10-29T08:41:48.916" v="52" actId="478"/>
          <ac:picMkLst>
            <pc:docMk/>
            <pc:sldMk cId="1978447632" sldId="271"/>
            <ac:picMk id="25" creationId="{044D1DE0-34E4-D7A6-59D1-5B748816BD1F}"/>
          </ac:picMkLst>
        </pc:picChg>
        <pc:picChg chg="mod">
          <ac:chgData name="ALVES, Mauricio" userId="9f8278a7-d72a-41fe-aeea-d2a9af138116" providerId="ADAL" clId="{2310CF9F-3B25-4DE6-944D-E7B09993A550}" dt="2026-10-29T10:23:49.264" v="3485" actId="1076"/>
          <ac:picMkLst>
            <pc:docMk/>
            <pc:sldMk cId="1978447632" sldId="271"/>
            <ac:picMk id="26" creationId="{6B832F5A-2E39-4700-539D-6909464B300D}"/>
          </ac:picMkLst>
        </pc:picChg>
        <pc:picChg chg="del">
          <ac:chgData name="ALVES, Mauricio" userId="9f8278a7-d72a-41fe-aeea-d2a9af138116" providerId="ADAL" clId="{2310CF9F-3B25-4DE6-944D-E7B09993A550}" dt="2026-10-29T08:42:08.644" v="61" actId="478"/>
          <ac:picMkLst>
            <pc:docMk/>
            <pc:sldMk cId="1978447632" sldId="271"/>
            <ac:picMk id="28" creationId="{0600BEF8-42C0-14F6-9217-F64AAE849307}"/>
          </ac:picMkLst>
        </pc:picChg>
        <pc:picChg chg="add mod">
          <ac:chgData name="ALVES, Mauricio" userId="9f8278a7-d72a-41fe-aeea-d2a9af138116" providerId="ADAL" clId="{2310CF9F-3B25-4DE6-944D-E7B09993A550}" dt="2026-10-29T08:45:12.425" v="147" actId="14100"/>
          <ac:picMkLst>
            <pc:docMk/>
            <pc:sldMk cId="1978447632" sldId="271"/>
            <ac:picMk id="38" creationId="{5502E43A-3B0C-8942-84C8-6488055DC392}"/>
          </ac:picMkLst>
        </pc:picChg>
        <pc:picChg chg="add mod">
          <ac:chgData name="ALVES, Mauricio" userId="9f8278a7-d72a-41fe-aeea-d2a9af138116" providerId="ADAL" clId="{2310CF9F-3B25-4DE6-944D-E7B09993A550}" dt="2026-10-29T09:32:29.730" v="2837" actId="1038"/>
          <ac:picMkLst>
            <pc:docMk/>
            <pc:sldMk cId="1978447632" sldId="271"/>
            <ac:picMk id="40" creationId="{8B381B01-B29E-B241-6622-1B7796D9928C}"/>
          </ac:picMkLst>
        </pc:picChg>
        <pc:picChg chg="del">
          <ac:chgData name="ALVES, Mauricio" userId="9f8278a7-d72a-41fe-aeea-d2a9af138116" providerId="ADAL" clId="{2310CF9F-3B25-4DE6-944D-E7B09993A550}" dt="2026-10-29T08:42:12.004" v="65" actId="478"/>
          <ac:picMkLst>
            <pc:docMk/>
            <pc:sldMk cId="1978447632" sldId="271"/>
            <ac:picMk id="42" creationId="{087C8BD0-B040-9C43-F42E-03A0607CCEE8}"/>
          </ac:picMkLst>
        </pc:picChg>
        <pc:picChg chg="add mod">
          <ac:chgData name="ALVES, Mauricio" userId="9f8278a7-d72a-41fe-aeea-d2a9af138116" providerId="ADAL" clId="{2310CF9F-3B25-4DE6-944D-E7B09993A550}" dt="2026-10-29T09:29:21.955" v="2513" actId="1038"/>
          <ac:picMkLst>
            <pc:docMk/>
            <pc:sldMk cId="1978447632" sldId="271"/>
            <ac:picMk id="43" creationId="{F6B5B3C7-51FB-72BC-FB15-6CD4C0A88FB8}"/>
          </ac:picMkLst>
        </pc:picChg>
        <pc:picChg chg="del">
          <ac:chgData name="ALVES, Mauricio" userId="9f8278a7-d72a-41fe-aeea-d2a9af138116" providerId="ADAL" clId="{2310CF9F-3B25-4DE6-944D-E7B09993A550}" dt="2026-10-29T08:42:12.398" v="66" actId="478"/>
          <ac:picMkLst>
            <pc:docMk/>
            <pc:sldMk cId="1978447632" sldId="271"/>
            <ac:picMk id="44" creationId="{5A229957-8026-7ABA-5390-CD0026F30375}"/>
          </ac:picMkLst>
        </pc:picChg>
        <pc:picChg chg="del">
          <ac:chgData name="ALVES, Mauricio" userId="9f8278a7-d72a-41fe-aeea-d2a9af138116" providerId="ADAL" clId="{2310CF9F-3B25-4DE6-944D-E7B09993A550}" dt="2026-10-29T08:42:11.209" v="64" actId="478"/>
          <ac:picMkLst>
            <pc:docMk/>
            <pc:sldMk cId="1978447632" sldId="271"/>
            <ac:picMk id="47" creationId="{54585950-9F3F-C4CD-66D0-F204E5049EF8}"/>
          </ac:picMkLst>
        </pc:picChg>
        <pc:picChg chg="add del mod">
          <ac:chgData name="ALVES, Mauricio" userId="9f8278a7-d72a-41fe-aeea-d2a9af138116" providerId="ADAL" clId="{2310CF9F-3B25-4DE6-944D-E7B09993A550}" dt="2026-10-29T08:44:51.595" v="135" actId="22"/>
          <ac:picMkLst>
            <pc:docMk/>
            <pc:sldMk cId="1978447632" sldId="271"/>
            <ac:picMk id="48" creationId="{0FFBC48E-D173-FA89-39D3-9A45D8EF8149}"/>
          </ac:picMkLst>
        </pc:picChg>
        <pc:picChg chg="del">
          <ac:chgData name="ALVES, Mauricio" userId="9f8278a7-d72a-41fe-aeea-d2a9af138116" providerId="ADAL" clId="{2310CF9F-3B25-4DE6-944D-E7B09993A550}" dt="2026-10-29T08:42:10.438" v="63" actId="478"/>
          <ac:picMkLst>
            <pc:docMk/>
            <pc:sldMk cId="1978447632" sldId="271"/>
            <ac:picMk id="49" creationId="{867DAAB3-5861-03C9-F862-665F8F548F9C}"/>
          </ac:picMkLst>
        </pc:picChg>
        <pc:picChg chg="add mod">
          <ac:chgData name="ALVES, Mauricio" userId="9f8278a7-d72a-41fe-aeea-d2a9af138116" providerId="ADAL" clId="{2310CF9F-3B25-4DE6-944D-E7B09993A550}" dt="2026-10-29T09:29:19.795" v="2504" actId="1038"/>
          <ac:picMkLst>
            <pc:docMk/>
            <pc:sldMk cId="1978447632" sldId="271"/>
            <ac:picMk id="52" creationId="{07E1EAB7-68C7-6CD6-61CB-34222D296400}"/>
          </ac:picMkLst>
        </pc:picChg>
        <pc:picChg chg="del">
          <ac:chgData name="ALVES, Mauricio" userId="9f8278a7-d72a-41fe-aeea-d2a9af138116" providerId="ADAL" clId="{2310CF9F-3B25-4DE6-944D-E7B09993A550}" dt="2026-10-29T08:42:09.651" v="62" actId="478"/>
          <ac:picMkLst>
            <pc:docMk/>
            <pc:sldMk cId="1978447632" sldId="271"/>
            <ac:picMk id="53" creationId="{B6954735-2F9E-DED7-47B2-FBDBF2BD14A6}"/>
          </ac:picMkLst>
        </pc:picChg>
        <pc:picChg chg="add mod">
          <ac:chgData name="ALVES, Mauricio" userId="9f8278a7-d72a-41fe-aeea-d2a9af138116" providerId="ADAL" clId="{2310CF9F-3B25-4DE6-944D-E7B09993A550}" dt="2026-10-29T09:32:29.730" v="2837" actId="1038"/>
          <ac:picMkLst>
            <pc:docMk/>
            <pc:sldMk cId="1978447632" sldId="271"/>
            <ac:picMk id="55" creationId="{21379909-A180-1391-36A4-DBF86895FB6E}"/>
          </ac:picMkLst>
        </pc:picChg>
        <pc:picChg chg="add mod">
          <ac:chgData name="ALVES, Mauricio" userId="9f8278a7-d72a-41fe-aeea-d2a9af138116" providerId="ADAL" clId="{2310CF9F-3B25-4DE6-944D-E7B09993A550}" dt="2026-10-29T09:29:33.277" v="2551" actId="1037"/>
          <ac:picMkLst>
            <pc:docMk/>
            <pc:sldMk cId="1978447632" sldId="271"/>
            <ac:picMk id="57" creationId="{29806C2A-1BF4-D3D0-4F68-9F6355B2BA80}"/>
          </ac:picMkLst>
        </pc:picChg>
        <pc:picChg chg="add mod">
          <ac:chgData name="ALVES, Mauricio" userId="9f8278a7-d72a-41fe-aeea-d2a9af138116" providerId="ADAL" clId="{2310CF9F-3B25-4DE6-944D-E7B09993A550}" dt="2026-10-29T09:29:43.200" v="2585" actId="1038"/>
          <ac:picMkLst>
            <pc:docMk/>
            <pc:sldMk cId="1978447632" sldId="271"/>
            <ac:picMk id="59" creationId="{7928D322-C94E-C980-FF56-F991942D3C5C}"/>
          </ac:picMkLst>
        </pc:picChg>
        <pc:picChg chg="add mod">
          <ac:chgData name="ALVES, Mauricio" userId="9f8278a7-d72a-41fe-aeea-d2a9af138116" providerId="ADAL" clId="{2310CF9F-3B25-4DE6-944D-E7B09993A550}" dt="2026-10-29T09:32:29.730" v="2837" actId="1038"/>
          <ac:picMkLst>
            <pc:docMk/>
            <pc:sldMk cId="1978447632" sldId="271"/>
            <ac:picMk id="61" creationId="{D1AFA5C0-BD3E-20B8-9E63-F5ABD350FA87}"/>
          </ac:picMkLst>
        </pc:picChg>
        <pc:picChg chg="add mod">
          <ac:chgData name="ALVES, Mauricio" userId="9f8278a7-d72a-41fe-aeea-d2a9af138116" providerId="ADAL" clId="{2310CF9F-3B25-4DE6-944D-E7B09993A550}" dt="2026-10-29T09:41:25.247" v="3243" actId="1076"/>
          <ac:picMkLst>
            <pc:docMk/>
            <pc:sldMk cId="1978447632" sldId="271"/>
            <ac:picMk id="63" creationId="{E692F20B-FC96-8DA5-D51C-C27A60AA413F}"/>
          </ac:picMkLst>
        </pc:picChg>
        <pc:picChg chg="add mod">
          <ac:chgData name="ALVES, Mauricio" userId="9f8278a7-d72a-41fe-aeea-d2a9af138116" providerId="ADAL" clId="{2310CF9F-3B25-4DE6-944D-E7B09993A550}" dt="2026-10-29T09:29:46.507" v="2599" actId="1038"/>
          <ac:picMkLst>
            <pc:docMk/>
            <pc:sldMk cId="1978447632" sldId="271"/>
            <ac:picMk id="65" creationId="{B9C254F2-9BC5-A976-CE79-7F3E42D51F76}"/>
          </ac:picMkLst>
        </pc:picChg>
        <pc:picChg chg="add mod">
          <ac:chgData name="ALVES, Mauricio" userId="9f8278a7-d72a-41fe-aeea-d2a9af138116" providerId="ADAL" clId="{2310CF9F-3B25-4DE6-944D-E7B09993A550}" dt="2026-10-29T09:29:49.340" v="2613" actId="1038"/>
          <ac:picMkLst>
            <pc:docMk/>
            <pc:sldMk cId="1978447632" sldId="271"/>
            <ac:picMk id="67" creationId="{F1316784-9E6D-620F-C095-3251634842EC}"/>
          </ac:picMkLst>
        </pc:picChg>
        <pc:picChg chg="add mod">
          <ac:chgData name="ALVES, Mauricio" userId="9f8278a7-d72a-41fe-aeea-d2a9af138116" providerId="ADAL" clId="{2310CF9F-3B25-4DE6-944D-E7B09993A550}" dt="2026-10-29T10:24:04.303" v="3488" actId="1076"/>
          <ac:picMkLst>
            <pc:docMk/>
            <pc:sldMk cId="1978447632" sldId="271"/>
            <ac:picMk id="69" creationId="{1278BA07-2066-077B-F098-160A406899AE}"/>
          </ac:picMkLst>
        </pc:picChg>
        <pc:picChg chg="add mod">
          <ac:chgData name="ALVES, Mauricio" userId="9f8278a7-d72a-41fe-aeea-d2a9af138116" providerId="ADAL" clId="{2310CF9F-3B25-4DE6-944D-E7B09993A550}" dt="2026-10-29T09:30:14.583" v="2695" actId="1038"/>
          <ac:picMkLst>
            <pc:docMk/>
            <pc:sldMk cId="1978447632" sldId="271"/>
            <ac:picMk id="71" creationId="{CE4E5750-4A75-040B-7D09-56FBD3E631BA}"/>
          </ac:picMkLst>
        </pc:picChg>
        <pc:picChg chg="add mod">
          <ac:chgData name="ALVES, Mauricio" userId="9f8278a7-d72a-41fe-aeea-d2a9af138116" providerId="ADAL" clId="{2310CF9F-3B25-4DE6-944D-E7B09993A550}" dt="2026-10-29T09:30:10.121" v="2681" actId="1038"/>
          <ac:picMkLst>
            <pc:docMk/>
            <pc:sldMk cId="1978447632" sldId="271"/>
            <ac:picMk id="73" creationId="{50EE8898-2873-B305-8F0D-4A8BED412EE2}"/>
          </ac:picMkLst>
        </pc:picChg>
        <pc:picChg chg="add mod">
          <ac:chgData name="ALVES, Mauricio" userId="9f8278a7-d72a-41fe-aeea-d2a9af138116" providerId="ADAL" clId="{2310CF9F-3B25-4DE6-944D-E7B09993A550}" dt="2026-10-29T09:30:13.041" v="2694" actId="1038"/>
          <ac:picMkLst>
            <pc:docMk/>
            <pc:sldMk cId="1978447632" sldId="271"/>
            <ac:picMk id="75" creationId="{B244D2E5-5AB0-387C-81CC-F1FBE5D599EC}"/>
          </ac:picMkLst>
        </pc:picChg>
        <pc:picChg chg="add mod">
          <ac:chgData name="ALVES, Mauricio" userId="9f8278a7-d72a-41fe-aeea-d2a9af138116" providerId="ADAL" clId="{2310CF9F-3B25-4DE6-944D-E7B09993A550}" dt="2026-10-29T09:30:05.998" v="2668" actId="1038"/>
          <ac:picMkLst>
            <pc:docMk/>
            <pc:sldMk cId="1978447632" sldId="271"/>
            <ac:picMk id="77" creationId="{3E4DD54B-7939-D83A-AABF-785CB1E76156}"/>
          </ac:picMkLst>
        </pc:picChg>
        <pc:picChg chg="add mod">
          <ac:chgData name="ALVES, Mauricio" userId="9f8278a7-d72a-41fe-aeea-d2a9af138116" providerId="ADAL" clId="{2310CF9F-3B25-4DE6-944D-E7B09993A550}" dt="2026-10-29T09:32:29.730" v="2837" actId="1038"/>
          <ac:picMkLst>
            <pc:docMk/>
            <pc:sldMk cId="1978447632" sldId="271"/>
            <ac:picMk id="79" creationId="{79AFE593-DE25-0D16-0E5D-E185D2ECC00B}"/>
          </ac:picMkLst>
        </pc:picChg>
        <pc:picChg chg="add mod">
          <ac:chgData name="ALVES, Mauricio" userId="9f8278a7-d72a-41fe-aeea-d2a9af138116" providerId="ADAL" clId="{2310CF9F-3B25-4DE6-944D-E7B09993A550}" dt="2026-10-29T12:26:14.148" v="4363" actId="1035"/>
          <ac:picMkLst>
            <pc:docMk/>
            <pc:sldMk cId="1978447632" sldId="271"/>
            <ac:picMk id="81" creationId="{BE8A061B-022E-6107-C91B-9CCEB79522A0}"/>
          </ac:picMkLst>
        </pc:picChg>
        <pc:picChg chg="add del mod">
          <ac:chgData name="ALVES, Mauricio" userId="9f8278a7-d72a-41fe-aeea-d2a9af138116" providerId="ADAL" clId="{2310CF9F-3B25-4DE6-944D-E7B09993A550}" dt="2026-10-29T08:53:06.411" v="329" actId="22"/>
          <ac:picMkLst>
            <pc:docMk/>
            <pc:sldMk cId="1978447632" sldId="271"/>
            <ac:picMk id="83" creationId="{D74581E0-176E-4DF7-1207-18357AE66422}"/>
          </ac:picMkLst>
        </pc:picChg>
        <pc:picChg chg="add mod">
          <ac:chgData name="ALVES, Mauricio" userId="9f8278a7-d72a-41fe-aeea-d2a9af138116" providerId="ADAL" clId="{2310CF9F-3B25-4DE6-944D-E7B09993A550}" dt="2026-10-29T09:29:53.519" v="2637" actId="1037"/>
          <ac:picMkLst>
            <pc:docMk/>
            <pc:sldMk cId="1978447632" sldId="271"/>
            <ac:picMk id="85" creationId="{1849B20C-D9B2-28D0-72E4-55DD11923A4D}"/>
          </ac:picMkLst>
        </pc:picChg>
        <pc:picChg chg="add mod">
          <ac:chgData name="ALVES, Mauricio" userId="9f8278a7-d72a-41fe-aeea-d2a9af138116" providerId="ADAL" clId="{2310CF9F-3B25-4DE6-944D-E7B09993A550}" dt="2026-10-29T10:24:11.795" v="3491" actId="1076"/>
          <ac:picMkLst>
            <pc:docMk/>
            <pc:sldMk cId="1978447632" sldId="271"/>
            <ac:picMk id="87" creationId="{2831EFC3-2171-DB12-5FE9-F67C4DA09C03}"/>
          </ac:picMkLst>
        </pc:picChg>
        <pc:picChg chg="add del mod">
          <ac:chgData name="ALVES, Mauricio" userId="9f8278a7-d72a-41fe-aeea-d2a9af138116" providerId="ADAL" clId="{2310CF9F-3B25-4DE6-944D-E7B09993A550}" dt="2026-10-29T08:54:15.441" v="353" actId="22"/>
          <ac:picMkLst>
            <pc:docMk/>
            <pc:sldMk cId="1978447632" sldId="271"/>
            <ac:picMk id="89" creationId="{205D526A-54F3-3A95-3779-362F145A0673}"/>
          </ac:picMkLst>
        </pc:picChg>
        <pc:picChg chg="add mod">
          <ac:chgData name="ALVES, Mauricio" userId="9f8278a7-d72a-41fe-aeea-d2a9af138116" providerId="ADAL" clId="{2310CF9F-3B25-4DE6-944D-E7B09993A550}" dt="2026-10-29T09:30:17.736" v="2707" actId="1038"/>
          <ac:picMkLst>
            <pc:docMk/>
            <pc:sldMk cId="1978447632" sldId="271"/>
            <ac:picMk id="91" creationId="{5C7B91DB-9DEC-9621-815D-9F3386F1F712}"/>
          </ac:picMkLst>
        </pc:picChg>
        <pc:picChg chg="add mod">
          <ac:chgData name="ALVES, Mauricio" userId="9f8278a7-d72a-41fe-aeea-d2a9af138116" providerId="ADAL" clId="{2310CF9F-3B25-4DE6-944D-E7B09993A550}" dt="2026-10-29T09:27:45.320" v="2286" actId="1038"/>
          <ac:picMkLst>
            <pc:docMk/>
            <pc:sldMk cId="1978447632" sldId="271"/>
            <ac:picMk id="93" creationId="{0E924B26-779E-9492-B3A4-E0EFF768B246}"/>
          </ac:picMkLst>
        </pc:picChg>
        <pc:picChg chg="add mod">
          <ac:chgData name="ALVES, Mauricio" userId="9f8278a7-d72a-41fe-aeea-d2a9af138116" providerId="ADAL" clId="{2310CF9F-3B25-4DE6-944D-E7B09993A550}" dt="2026-10-29T09:28:16.569" v="2318" actId="1038"/>
          <ac:picMkLst>
            <pc:docMk/>
            <pc:sldMk cId="1978447632" sldId="271"/>
            <ac:picMk id="95" creationId="{E25FFAD7-A5CB-F429-B796-2B94C0BE5532}"/>
          </ac:picMkLst>
        </pc:picChg>
        <pc:picChg chg="add mod">
          <ac:chgData name="ALVES, Mauricio" userId="9f8278a7-d72a-41fe-aeea-d2a9af138116" providerId="ADAL" clId="{2310CF9F-3B25-4DE6-944D-E7B09993A550}" dt="2026-10-29T09:27:59.332" v="2299" actId="1038"/>
          <ac:picMkLst>
            <pc:docMk/>
            <pc:sldMk cId="1978447632" sldId="271"/>
            <ac:picMk id="97" creationId="{C3840C11-7411-72A2-CF23-081E1D99EB2F}"/>
          </ac:picMkLst>
        </pc:picChg>
        <pc:picChg chg="add mod">
          <ac:chgData name="ALVES, Mauricio" userId="9f8278a7-d72a-41fe-aeea-d2a9af138116" providerId="ADAL" clId="{2310CF9F-3B25-4DE6-944D-E7B09993A550}" dt="2026-10-29T09:28:13.973" v="2317" actId="1038"/>
          <ac:picMkLst>
            <pc:docMk/>
            <pc:sldMk cId="1978447632" sldId="271"/>
            <ac:picMk id="99" creationId="{40AC448A-FB63-772F-7EDE-F3035A03B7A9}"/>
          </ac:picMkLst>
        </pc:picChg>
        <pc:picChg chg="add mod">
          <ac:chgData name="ALVES, Mauricio" userId="9f8278a7-d72a-41fe-aeea-d2a9af138116" providerId="ADAL" clId="{2310CF9F-3B25-4DE6-944D-E7B09993A550}" dt="2026-10-29T09:27:47.562" v="2290" actId="1038"/>
          <ac:picMkLst>
            <pc:docMk/>
            <pc:sldMk cId="1978447632" sldId="271"/>
            <ac:picMk id="101" creationId="{4E771B10-115B-C89D-A7A0-6263CE59DE34}"/>
          </ac:picMkLst>
        </pc:picChg>
        <pc:picChg chg="add mod">
          <ac:chgData name="ALVES, Mauricio" userId="9f8278a7-d72a-41fe-aeea-d2a9af138116" providerId="ADAL" clId="{2310CF9F-3B25-4DE6-944D-E7B09993A550}" dt="2026-10-29T09:28:09.626" v="2314" actId="1038"/>
          <ac:picMkLst>
            <pc:docMk/>
            <pc:sldMk cId="1978447632" sldId="271"/>
            <ac:picMk id="103" creationId="{31E8C085-908A-52AB-9F00-6AA4B4DC06E6}"/>
          </ac:picMkLst>
        </pc:picChg>
        <pc:picChg chg="add mod">
          <ac:chgData name="ALVES, Mauricio" userId="9f8278a7-d72a-41fe-aeea-d2a9af138116" providerId="ADAL" clId="{2310CF9F-3B25-4DE6-944D-E7B09993A550}" dt="2026-10-29T09:32:29.730" v="2837" actId="1038"/>
          <ac:picMkLst>
            <pc:docMk/>
            <pc:sldMk cId="1978447632" sldId="271"/>
            <ac:picMk id="105" creationId="{8E7E1F83-7E44-A4DE-5530-2EE8FBBD13D6}"/>
          </ac:picMkLst>
        </pc:picChg>
        <pc:picChg chg="add mod">
          <ac:chgData name="ALVES, Mauricio" userId="9f8278a7-d72a-41fe-aeea-d2a9af138116" providerId="ADAL" clId="{2310CF9F-3B25-4DE6-944D-E7B09993A550}" dt="2026-10-29T09:28:07.923" v="2311" actId="1038"/>
          <ac:picMkLst>
            <pc:docMk/>
            <pc:sldMk cId="1978447632" sldId="271"/>
            <ac:picMk id="107" creationId="{3111A4A0-B99A-9391-8155-9B1DE89991D5}"/>
          </ac:picMkLst>
        </pc:picChg>
        <pc:picChg chg="add mod">
          <ac:chgData name="ALVES, Mauricio" userId="9f8278a7-d72a-41fe-aeea-d2a9af138116" providerId="ADAL" clId="{2310CF9F-3B25-4DE6-944D-E7B09993A550}" dt="2026-10-29T09:32:29.730" v="2837" actId="1038"/>
          <ac:picMkLst>
            <pc:docMk/>
            <pc:sldMk cId="1978447632" sldId="271"/>
            <ac:picMk id="109" creationId="{B1D06AFB-0857-6DED-4B9A-74A86ADCD604}"/>
          </ac:picMkLst>
        </pc:picChg>
        <pc:picChg chg="add mod">
          <ac:chgData name="ALVES, Mauricio" userId="9f8278a7-d72a-41fe-aeea-d2a9af138116" providerId="ADAL" clId="{2310CF9F-3B25-4DE6-944D-E7B09993A550}" dt="2026-10-29T09:17:29.838" v="1499" actId="1036"/>
          <ac:picMkLst>
            <pc:docMk/>
            <pc:sldMk cId="1978447632" sldId="271"/>
            <ac:picMk id="111" creationId="{D1C87A86-F549-57E3-2505-F616320EE27C}"/>
          </ac:picMkLst>
        </pc:picChg>
        <pc:picChg chg="add mod">
          <ac:chgData name="ALVES, Mauricio" userId="9f8278a7-d72a-41fe-aeea-d2a9af138116" providerId="ADAL" clId="{2310CF9F-3B25-4DE6-944D-E7B09993A550}" dt="2026-10-29T09:32:29.730" v="2837" actId="1038"/>
          <ac:picMkLst>
            <pc:docMk/>
            <pc:sldMk cId="1978447632" sldId="271"/>
            <ac:picMk id="113" creationId="{BC5D9D9D-96E7-48F9-493A-50E3CB1BB545}"/>
          </ac:picMkLst>
        </pc:picChg>
        <pc:picChg chg="add mod">
          <ac:chgData name="ALVES, Mauricio" userId="9f8278a7-d72a-41fe-aeea-d2a9af138116" providerId="ADAL" clId="{2310CF9F-3B25-4DE6-944D-E7B09993A550}" dt="2026-10-29T09:16:56.970" v="1381" actId="1038"/>
          <ac:picMkLst>
            <pc:docMk/>
            <pc:sldMk cId="1978447632" sldId="271"/>
            <ac:picMk id="115" creationId="{67C604B0-5C22-6F7E-30DF-D42B9E92AAC7}"/>
          </ac:picMkLst>
        </pc:picChg>
        <pc:picChg chg="add mod">
          <ac:chgData name="ALVES, Mauricio" userId="9f8278a7-d72a-41fe-aeea-d2a9af138116" providerId="ADAL" clId="{2310CF9F-3B25-4DE6-944D-E7B09993A550}" dt="2026-10-29T09:17:23.637" v="1490" actId="1038"/>
          <ac:picMkLst>
            <pc:docMk/>
            <pc:sldMk cId="1978447632" sldId="271"/>
            <ac:picMk id="117" creationId="{2A03196B-27D9-A8C8-7747-C8AA38C5564B}"/>
          </ac:picMkLst>
        </pc:picChg>
        <pc:picChg chg="add mod">
          <ac:chgData name="ALVES, Mauricio" userId="9f8278a7-d72a-41fe-aeea-d2a9af138116" providerId="ADAL" clId="{2310CF9F-3B25-4DE6-944D-E7B09993A550}" dt="2026-10-29T09:29:16.153" v="2490" actId="1038"/>
          <ac:picMkLst>
            <pc:docMk/>
            <pc:sldMk cId="1978447632" sldId="271"/>
            <ac:picMk id="119" creationId="{0C2712F6-B53C-4465-6C5A-4CA30A695567}"/>
          </ac:picMkLst>
        </pc:picChg>
        <pc:picChg chg="add mod">
          <ac:chgData name="ALVES, Mauricio" userId="9f8278a7-d72a-41fe-aeea-d2a9af138116" providerId="ADAL" clId="{2310CF9F-3B25-4DE6-944D-E7B09993A550}" dt="2026-10-29T09:28:44.347" v="2406" actId="1038"/>
          <ac:picMkLst>
            <pc:docMk/>
            <pc:sldMk cId="1978447632" sldId="271"/>
            <ac:picMk id="121" creationId="{87DCFD73-8230-0F11-5B9A-5EC0208C2EE7}"/>
          </ac:picMkLst>
        </pc:picChg>
        <pc:picChg chg="add mod">
          <ac:chgData name="ALVES, Mauricio" userId="9f8278a7-d72a-41fe-aeea-d2a9af138116" providerId="ADAL" clId="{2310CF9F-3B25-4DE6-944D-E7B09993A550}" dt="2026-10-29T09:28:43.014" v="2405" actId="1038"/>
          <ac:picMkLst>
            <pc:docMk/>
            <pc:sldMk cId="1978447632" sldId="271"/>
            <ac:picMk id="123" creationId="{3A6CEC25-37BE-4556-E26A-21D5EBB9292F}"/>
          </ac:picMkLst>
        </pc:picChg>
        <pc:picChg chg="add mod">
          <ac:chgData name="ALVES, Mauricio" userId="9f8278a7-d72a-41fe-aeea-d2a9af138116" providerId="ADAL" clId="{2310CF9F-3B25-4DE6-944D-E7B09993A550}" dt="2026-10-29T09:32:29.730" v="2837" actId="1038"/>
          <ac:picMkLst>
            <pc:docMk/>
            <pc:sldMk cId="1978447632" sldId="271"/>
            <ac:picMk id="125" creationId="{C7C9530A-3F4D-EDDD-A0C4-40B42AFB8362}"/>
          </ac:picMkLst>
        </pc:picChg>
        <pc:picChg chg="add mod">
          <ac:chgData name="ALVES, Mauricio" userId="9f8278a7-d72a-41fe-aeea-d2a9af138116" providerId="ADAL" clId="{2310CF9F-3B25-4DE6-944D-E7B09993A550}" dt="2026-10-29T09:29:10.617" v="2487" actId="1037"/>
          <ac:picMkLst>
            <pc:docMk/>
            <pc:sldMk cId="1978447632" sldId="271"/>
            <ac:picMk id="127" creationId="{6D68BD8E-E22D-9EF1-7742-3EA02EA5D1BC}"/>
          </ac:picMkLst>
        </pc:picChg>
        <pc:picChg chg="add mod">
          <ac:chgData name="ALVES, Mauricio" userId="9f8278a7-d72a-41fe-aeea-d2a9af138116" providerId="ADAL" clId="{2310CF9F-3B25-4DE6-944D-E7B09993A550}" dt="2026-10-29T09:28:54.496" v="2439" actId="1038"/>
          <ac:picMkLst>
            <pc:docMk/>
            <pc:sldMk cId="1978447632" sldId="271"/>
            <ac:picMk id="129" creationId="{8D8EC40B-8996-8928-2EC2-6D940337C16F}"/>
          </ac:picMkLst>
        </pc:picChg>
        <pc:picChg chg="add mod">
          <ac:chgData name="ALVES, Mauricio" userId="9f8278a7-d72a-41fe-aeea-d2a9af138116" providerId="ADAL" clId="{2310CF9F-3B25-4DE6-944D-E7B09993A550}" dt="2026-10-29T09:29:05.353" v="2471" actId="1037"/>
          <ac:picMkLst>
            <pc:docMk/>
            <pc:sldMk cId="1978447632" sldId="271"/>
            <ac:picMk id="131" creationId="{1EE60FA1-7458-6A2C-125B-6A02202D68FA}"/>
          </ac:picMkLst>
        </pc:picChg>
        <pc:picChg chg="add mod">
          <ac:chgData name="ALVES, Mauricio" userId="9f8278a7-d72a-41fe-aeea-d2a9af138116" providerId="ADAL" clId="{2310CF9F-3B25-4DE6-944D-E7B09993A550}" dt="2026-10-29T09:29:00.525" v="2461" actId="1038"/>
          <ac:picMkLst>
            <pc:docMk/>
            <pc:sldMk cId="1978447632" sldId="271"/>
            <ac:picMk id="133" creationId="{B02FF625-785C-2EE8-28C6-51BD95A98C2F}"/>
          </ac:picMkLst>
        </pc:picChg>
        <pc:picChg chg="add mod">
          <ac:chgData name="ALVES, Mauricio" userId="9f8278a7-d72a-41fe-aeea-d2a9af138116" providerId="ADAL" clId="{2310CF9F-3B25-4DE6-944D-E7B09993A550}" dt="2026-10-29T11:35:03.226" v="4123" actId="1076"/>
          <ac:picMkLst>
            <pc:docMk/>
            <pc:sldMk cId="1978447632" sldId="271"/>
            <ac:picMk id="135" creationId="{709F4381-3ED3-94E7-994A-2F6AE2A64EA0}"/>
          </ac:picMkLst>
        </pc:picChg>
        <pc:picChg chg="add mod">
          <ac:chgData name="ALVES, Mauricio" userId="9f8278a7-d72a-41fe-aeea-d2a9af138116" providerId="ADAL" clId="{2310CF9F-3B25-4DE6-944D-E7B09993A550}" dt="2026-10-29T11:34:30.937" v="4109" actId="14100"/>
          <ac:picMkLst>
            <pc:docMk/>
            <pc:sldMk cId="1978447632" sldId="271"/>
            <ac:picMk id="137" creationId="{CA0326CC-E341-7120-63D7-89FB26F4A23B}"/>
          </ac:picMkLst>
        </pc:picChg>
        <pc:picChg chg="add del">
          <ac:chgData name="ALVES, Mauricio" userId="9f8278a7-d72a-41fe-aeea-d2a9af138116" providerId="ADAL" clId="{2310CF9F-3B25-4DE6-944D-E7B09993A550}" dt="2026-10-29T09:24:45.541" v="2165" actId="478"/>
          <ac:picMkLst>
            <pc:docMk/>
            <pc:sldMk cId="1978447632" sldId="271"/>
            <ac:picMk id="139" creationId="{290B07BC-0684-DAEF-366D-EAA2F6E031A8}"/>
          </ac:picMkLst>
        </pc:picChg>
        <pc:picChg chg="add mod">
          <ac:chgData name="ALVES, Mauricio" userId="9f8278a7-d72a-41fe-aeea-d2a9af138116" providerId="ADAL" clId="{2310CF9F-3B25-4DE6-944D-E7B09993A550}" dt="2026-10-29T12:15:07.107" v="4222" actId="14100"/>
          <ac:picMkLst>
            <pc:docMk/>
            <pc:sldMk cId="1978447632" sldId="271"/>
            <ac:picMk id="141" creationId="{6660B637-FB7E-71DB-09C2-D0B35036C5CE}"/>
          </ac:picMkLst>
        </pc:picChg>
        <pc:picChg chg="add mod">
          <ac:chgData name="ALVES, Mauricio" userId="9f8278a7-d72a-41fe-aeea-d2a9af138116" providerId="ADAL" clId="{2310CF9F-3B25-4DE6-944D-E7B09993A550}" dt="2026-10-29T11:35:05.473" v="4124" actId="1076"/>
          <ac:picMkLst>
            <pc:docMk/>
            <pc:sldMk cId="1978447632" sldId="271"/>
            <ac:picMk id="143" creationId="{6CD8D045-F6E5-C450-8BB2-DD6843C34EEA}"/>
          </ac:picMkLst>
        </pc:picChg>
        <pc:picChg chg="add mod">
          <ac:chgData name="ALVES, Mauricio" userId="9f8278a7-d72a-41fe-aeea-d2a9af138116" providerId="ADAL" clId="{2310CF9F-3B25-4DE6-944D-E7B09993A550}" dt="2026-10-29T10:24:18.111" v="3492" actId="1076"/>
          <ac:picMkLst>
            <pc:docMk/>
            <pc:sldMk cId="1978447632" sldId="271"/>
            <ac:picMk id="145" creationId="{079F5F37-B6E1-FD88-8A3B-D8E3B6ECCDDF}"/>
          </ac:picMkLst>
        </pc:picChg>
        <pc:picChg chg="add mod">
          <ac:chgData name="ALVES, Mauricio" userId="9f8278a7-d72a-41fe-aeea-d2a9af138116" providerId="ADAL" clId="{2310CF9F-3B25-4DE6-944D-E7B09993A550}" dt="2026-10-29T10:24:22.691" v="3493" actId="1076"/>
          <ac:picMkLst>
            <pc:docMk/>
            <pc:sldMk cId="1978447632" sldId="271"/>
            <ac:picMk id="147" creationId="{3EBF6276-D841-44E4-EE28-16647941A376}"/>
          </ac:picMkLst>
        </pc:picChg>
        <pc:picChg chg="add mod">
          <ac:chgData name="ALVES, Mauricio" userId="9f8278a7-d72a-41fe-aeea-d2a9af138116" providerId="ADAL" clId="{2310CF9F-3B25-4DE6-944D-E7B09993A550}" dt="2026-10-29T11:32:43.936" v="4012" actId="1037"/>
          <ac:picMkLst>
            <pc:docMk/>
            <pc:sldMk cId="1978447632" sldId="271"/>
            <ac:picMk id="149" creationId="{A3E0ECB5-8A02-AD95-A1E0-D7D6651A1DFB}"/>
          </ac:picMkLst>
        </pc:picChg>
        <pc:picChg chg="add mod">
          <ac:chgData name="ALVES, Mauricio" userId="9f8278a7-d72a-41fe-aeea-d2a9af138116" providerId="ADAL" clId="{2310CF9F-3B25-4DE6-944D-E7B09993A550}" dt="2026-10-29T12:16:20.490" v="4287" actId="1035"/>
          <ac:picMkLst>
            <pc:docMk/>
            <pc:sldMk cId="1978447632" sldId="271"/>
            <ac:picMk id="151" creationId="{978219C2-2310-DCB2-45BE-D2259F574CB0}"/>
          </ac:picMkLst>
        </pc:picChg>
        <pc:picChg chg="add mod">
          <ac:chgData name="ALVES, Mauricio" userId="9f8278a7-d72a-41fe-aeea-d2a9af138116" providerId="ADAL" clId="{2310CF9F-3B25-4DE6-944D-E7B09993A550}" dt="2026-10-29T12:16:25.926" v="4320" actId="1035"/>
          <ac:picMkLst>
            <pc:docMk/>
            <pc:sldMk cId="1978447632" sldId="271"/>
            <ac:picMk id="153" creationId="{6C8110E7-BCA4-DCAB-FB0C-AF16D678B1AE}"/>
          </ac:picMkLst>
        </pc:picChg>
        <pc:picChg chg="add mod">
          <ac:chgData name="ALVES, Mauricio" userId="9f8278a7-d72a-41fe-aeea-d2a9af138116" providerId="ADAL" clId="{2310CF9F-3B25-4DE6-944D-E7B09993A550}" dt="2026-10-29T12:15:12.048" v="4223" actId="1076"/>
          <ac:picMkLst>
            <pc:docMk/>
            <pc:sldMk cId="1978447632" sldId="271"/>
            <ac:picMk id="155" creationId="{2EB44159-CF0D-7E1D-8739-42EC5959DC68}"/>
          </ac:picMkLst>
        </pc:picChg>
        <pc:picChg chg="add mod">
          <ac:chgData name="ALVES, Mauricio" userId="9f8278a7-d72a-41fe-aeea-d2a9af138116" providerId="ADAL" clId="{2310CF9F-3B25-4DE6-944D-E7B09993A550}" dt="2026-10-29T12:16:13.196" v="4250" actId="1035"/>
          <ac:picMkLst>
            <pc:docMk/>
            <pc:sldMk cId="1978447632" sldId="271"/>
            <ac:picMk id="157" creationId="{D2A9F7D4-3FD5-FD20-5C92-CA106E349E45}"/>
          </ac:picMkLst>
        </pc:picChg>
        <pc:picChg chg="add del mod">
          <ac:chgData name="ALVES, Mauricio" userId="9f8278a7-d72a-41fe-aeea-d2a9af138116" providerId="ADAL" clId="{2310CF9F-3B25-4DE6-944D-E7B09993A550}" dt="2026-10-29T09:39:18.606" v="3167" actId="478"/>
          <ac:picMkLst>
            <pc:docMk/>
            <pc:sldMk cId="1978447632" sldId="271"/>
            <ac:picMk id="159" creationId="{760BE9AF-02ED-31D7-19AB-DDD775677133}"/>
          </ac:picMkLst>
        </pc:picChg>
        <pc:picChg chg="add mod">
          <ac:chgData name="ALVES, Mauricio" userId="9f8278a7-d72a-41fe-aeea-d2a9af138116" providerId="ADAL" clId="{2310CF9F-3B25-4DE6-944D-E7B09993A550}" dt="2026-10-29T11:33:22.672" v="4020" actId="1076"/>
          <ac:picMkLst>
            <pc:docMk/>
            <pc:sldMk cId="1978447632" sldId="271"/>
            <ac:picMk id="161" creationId="{C6F90DAD-054F-AB44-76B1-8EFA84857CE4}"/>
          </ac:picMkLst>
        </pc:picChg>
        <pc:picChg chg="add mod">
          <ac:chgData name="ALVES, Mauricio" userId="9f8278a7-d72a-41fe-aeea-d2a9af138116" providerId="ADAL" clId="{2310CF9F-3B25-4DE6-944D-E7B09993A550}" dt="2026-10-29T11:34:16.043" v="4101" actId="1038"/>
          <ac:picMkLst>
            <pc:docMk/>
            <pc:sldMk cId="1978447632" sldId="271"/>
            <ac:picMk id="163" creationId="{94C599A6-5188-182D-4961-33BA1D069C0D}"/>
          </ac:picMkLst>
        </pc:picChg>
        <pc:picChg chg="add mod">
          <ac:chgData name="ALVES, Mauricio" userId="9f8278a7-d72a-41fe-aeea-d2a9af138116" providerId="ADAL" clId="{2310CF9F-3B25-4DE6-944D-E7B09993A550}" dt="2026-10-29T11:34:22.457" v="4105" actId="1037"/>
          <ac:picMkLst>
            <pc:docMk/>
            <pc:sldMk cId="1978447632" sldId="271"/>
            <ac:picMk id="165" creationId="{71DBE0EE-999B-0808-5C06-4ADF8DD2C545}"/>
          </ac:picMkLst>
        </pc:picChg>
        <pc:cxnChg chg="add mod">
          <ac:chgData name="ALVES, Mauricio" userId="9f8278a7-d72a-41fe-aeea-d2a9af138116" providerId="ADAL" clId="{2310CF9F-3B25-4DE6-944D-E7B09993A550}" dt="2026-10-29T11:32:40.385" v="4005" actId="1037"/>
          <ac:cxnSpMkLst>
            <pc:docMk/>
            <pc:sldMk cId="1978447632" sldId="271"/>
            <ac:cxnSpMk id="16" creationId="{3E1E3484-3371-FDFD-7404-D9DECE203083}"/>
          </ac:cxnSpMkLst>
        </pc:cxnChg>
      </pc:sldChg>
      <pc:sldChg chg="addSp delSp modSp add mod">
        <pc:chgData name="ALVES, Mauricio" userId="9f8278a7-d72a-41fe-aeea-d2a9af138116" providerId="ADAL" clId="{2310CF9F-3B25-4DE6-944D-E7B09993A550}" dt="2026-10-29T12:19:11.211" v="4324" actId="1076"/>
        <pc:sldMkLst>
          <pc:docMk/>
          <pc:sldMk cId="3116146416" sldId="275"/>
        </pc:sldMkLst>
        <pc:spChg chg="del">
          <ac:chgData name="ALVES, Mauricio" userId="9f8278a7-d72a-41fe-aeea-d2a9af138116" providerId="ADAL" clId="{2310CF9F-3B25-4DE6-944D-E7B09993A550}" dt="2026-10-29T11:53:58.406" v="4184" actId="478"/>
          <ac:spMkLst>
            <pc:docMk/>
            <pc:sldMk cId="3116146416" sldId="275"/>
            <ac:spMk id="11" creationId="{F58225FE-093A-7C63-AACB-05177F21A23E}"/>
          </ac:spMkLst>
        </pc:spChg>
        <pc:spChg chg="add mod">
          <ac:chgData name="ALVES, Mauricio" userId="9f8278a7-d72a-41fe-aeea-d2a9af138116" providerId="ADAL" clId="{2310CF9F-3B25-4DE6-944D-E7B09993A550}" dt="2026-10-29T10:30:29.368" v="3576" actId="20578"/>
          <ac:spMkLst>
            <pc:docMk/>
            <pc:sldMk cId="3116146416" sldId="275"/>
            <ac:spMk id="12" creationId="{A4A71B14-970B-9AAE-D805-B461E5CC05DB}"/>
          </ac:spMkLst>
        </pc:spChg>
        <pc:spChg chg="del mod">
          <ac:chgData name="ALVES, Mauricio" userId="9f8278a7-d72a-41fe-aeea-d2a9af138116" providerId="ADAL" clId="{2310CF9F-3B25-4DE6-944D-E7B09993A550}" dt="2026-10-29T11:53:56.561" v="4183" actId="478"/>
          <ac:spMkLst>
            <pc:docMk/>
            <pc:sldMk cId="3116146416" sldId="275"/>
            <ac:spMk id="17" creationId="{436EF4BA-B36F-7B14-0CDC-DCFD3BF73C2F}"/>
          </ac:spMkLst>
        </pc:spChg>
        <pc:spChg chg="mod">
          <ac:chgData name="ALVES, Mauricio" userId="9f8278a7-d72a-41fe-aeea-d2a9af138116" providerId="ADAL" clId="{2310CF9F-3B25-4DE6-944D-E7B09993A550}" dt="2026-10-29T11:55:15.162" v="4206" actId="1035"/>
          <ac:spMkLst>
            <pc:docMk/>
            <pc:sldMk cId="3116146416" sldId="275"/>
            <ac:spMk id="30" creationId="{F050DFF5-5570-F8A7-5CAA-92E6304913A4}"/>
          </ac:spMkLst>
        </pc:spChg>
        <pc:spChg chg="mod">
          <ac:chgData name="ALVES, Mauricio" userId="9f8278a7-d72a-41fe-aeea-d2a9af138116" providerId="ADAL" clId="{2310CF9F-3B25-4DE6-944D-E7B09993A550}" dt="2026-10-29T11:55:05.558" v="4197" actId="1035"/>
          <ac:spMkLst>
            <pc:docMk/>
            <pc:sldMk cId="3116146416" sldId="275"/>
            <ac:spMk id="46" creationId="{69D9D28C-7EA4-14C4-EB2A-10EE9F5F49F8}"/>
          </ac:spMkLst>
        </pc:spChg>
        <pc:spChg chg="add del">
          <ac:chgData name="ALVES, Mauricio" userId="9f8278a7-d72a-41fe-aeea-d2a9af138116" providerId="ADAL" clId="{2310CF9F-3B25-4DE6-944D-E7B09993A550}" dt="2026-10-29T11:11:49.444" v="3722" actId="478"/>
          <ac:spMkLst>
            <pc:docMk/>
            <pc:sldMk cId="3116146416" sldId="275"/>
            <ac:spMk id="83" creationId="{F9A1C37A-F72D-59FF-2CA5-A4CF01938611}"/>
          </ac:spMkLst>
        </pc:spChg>
        <pc:spChg chg="add del">
          <ac:chgData name="ALVES, Mauricio" userId="9f8278a7-d72a-41fe-aeea-d2a9af138116" providerId="ADAL" clId="{2310CF9F-3B25-4DE6-944D-E7B09993A550}" dt="2026-10-29T11:53:54.413" v="4181" actId="22"/>
          <ac:spMkLst>
            <pc:docMk/>
            <pc:sldMk cId="3116146416" sldId="275"/>
            <ac:spMk id="111" creationId="{C9463E80-77F3-2096-94A1-58A55B6E84DF}"/>
          </ac:spMkLst>
        </pc:spChg>
        <pc:spChg chg="add">
          <ac:chgData name="ALVES, Mauricio" userId="9f8278a7-d72a-41fe-aeea-d2a9af138116" providerId="ADAL" clId="{2310CF9F-3B25-4DE6-944D-E7B09993A550}" dt="2026-10-29T11:53:59.011" v="4185" actId="22"/>
          <ac:spMkLst>
            <pc:docMk/>
            <pc:sldMk cId="3116146416" sldId="275"/>
            <ac:spMk id="113" creationId="{6ACA343E-08B7-A226-9F02-55392BD09990}"/>
          </ac:spMkLst>
        </pc:spChg>
        <pc:graphicFrameChg chg="add del mod modGraphic">
          <ac:chgData name="ALVES, Mauricio" userId="9f8278a7-d72a-41fe-aeea-d2a9af138116" providerId="ADAL" clId="{2310CF9F-3B25-4DE6-944D-E7B09993A550}" dt="2026-10-29T11:54:32.544" v="4188" actId="20577"/>
          <ac:graphicFrameMkLst>
            <pc:docMk/>
            <pc:sldMk cId="3116146416" sldId="275"/>
            <ac:graphicFrameMk id="51" creationId="{8D46A338-CDB9-277F-6A49-369E8E49AE28}"/>
          </ac:graphicFrameMkLst>
        </pc:graphicFrameChg>
        <pc:graphicFrameChg chg="add del">
          <ac:chgData name="ALVES, Mauricio" userId="9f8278a7-d72a-41fe-aeea-d2a9af138116" providerId="ADAL" clId="{2310CF9F-3B25-4DE6-944D-E7B09993A550}" dt="2026-10-29T11:02:13.703" v="3655" actId="478"/>
          <ac:graphicFrameMkLst>
            <pc:docMk/>
            <pc:sldMk cId="3116146416" sldId="275"/>
            <ac:graphicFrameMk id="55" creationId="{0096168B-56C4-002D-5B2C-F844DB79D6D3}"/>
          </ac:graphicFrameMkLst>
        </pc:graphicFrameChg>
        <pc:picChg chg="del">
          <ac:chgData name="ALVES, Mauricio" userId="9f8278a7-d72a-41fe-aeea-d2a9af138116" providerId="ADAL" clId="{2310CF9F-3B25-4DE6-944D-E7B09993A550}" dt="2026-10-29T10:29:46.941" v="3553" actId="478"/>
          <ac:picMkLst>
            <pc:docMk/>
            <pc:sldMk cId="3116146416" sldId="275"/>
            <ac:picMk id="3" creationId="{B388E643-F499-41F1-C24A-0C7F0AB71894}"/>
          </ac:picMkLst>
        </pc:picChg>
        <pc:picChg chg="mod">
          <ac:chgData name="ALVES, Mauricio" userId="9f8278a7-d72a-41fe-aeea-d2a9af138116" providerId="ADAL" clId="{2310CF9F-3B25-4DE6-944D-E7B09993A550}" dt="2026-10-29T10:25:01.770" v="3505" actId="1076"/>
          <ac:picMkLst>
            <pc:docMk/>
            <pc:sldMk cId="3116146416" sldId="275"/>
            <ac:picMk id="4" creationId="{A04BBCD5-3DEF-EC20-9DF6-B5E55FCF0707}"/>
          </ac:picMkLst>
        </pc:picChg>
        <pc:picChg chg="mod">
          <ac:chgData name="ALVES, Mauricio" userId="9f8278a7-d72a-41fe-aeea-d2a9af138116" providerId="ADAL" clId="{2310CF9F-3B25-4DE6-944D-E7B09993A550}" dt="2026-10-29T10:26:03.959" v="3543" actId="1076"/>
          <ac:picMkLst>
            <pc:docMk/>
            <pc:sldMk cId="3116146416" sldId="275"/>
            <ac:picMk id="5" creationId="{92F005EE-DEC5-11FB-9300-59575492FFB3}"/>
          </ac:picMkLst>
        </pc:picChg>
        <pc:picChg chg="mod">
          <ac:chgData name="ALVES, Mauricio" userId="9f8278a7-d72a-41fe-aeea-d2a9af138116" providerId="ADAL" clId="{2310CF9F-3B25-4DE6-944D-E7B09993A550}" dt="2026-10-29T10:25:28.514" v="3538" actId="1076"/>
          <ac:picMkLst>
            <pc:docMk/>
            <pc:sldMk cId="3116146416" sldId="275"/>
            <ac:picMk id="6" creationId="{D9B2293A-936D-800F-9E79-D0F15A6F20D8}"/>
          </ac:picMkLst>
        </pc:picChg>
        <pc:picChg chg="del">
          <ac:chgData name="ALVES, Mauricio" userId="9f8278a7-d72a-41fe-aeea-d2a9af138116" providerId="ADAL" clId="{2310CF9F-3B25-4DE6-944D-E7B09993A550}" dt="2026-10-29T09:51:19.678" v="3441" actId="478"/>
          <ac:picMkLst>
            <pc:docMk/>
            <pc:sldMk cId="3116146416" sldId="275"/>
            <ac:picMk id="7" creationId="{32448F4F-18B0-EB79-1F27-F600C162B300}"/>
          </ac:picMkLst>
        </pc:picChg>
        <pc:picChg chg="mod">
          <ac:chgData name="ALVES, Mauricio" userId="9f8278a7-d72a-41fe-aeea-d2a9af138116" providerId="ADAL" clId="{2310CF9F-3B25-4DE6-944D-E7B09993A550}" dt="2026-10-29T10:25:25.212" v="3537" actId="1076"/>
          <ac:picMkLst>
            <pc:docMk/>
            <pc:sldMk cId="3116146416" sldId="275"/>
            <ac:picMk id="8" creationId="{D68814FB-32D8-9FB1-3A50-7A4C74DA7D5B}"/>
          </ac:picMkLst>
        </pc:picChg>
        <pc:picChg chg="del">
          <ac:chgData name="ALVES, Mauricio" userId="9f8278a7-d72a-41fe-aeea-d2a9af138116" providerId="ADAL" clId="{2310CF9F-3B25-4DE6-944D-E7B09993A550}" dt="2026-10-29T09:51:27.184" v="3445" actId="478"/>
          <ac:picMkLst>
            <pc:docMk/>
            <pc:sldMk cId="3116146416" sldId="275"/>
            <ac:picMk id="9" creationId="{5B6A8D39-0ACE-9B80-9E85-D8C940189A9D}"/>
          </ac:picMkLst>
        </pc:picChg>
        <pc:picChg chg="mod">
          <ac:chgData name="ALVES, Mauricio" userId="9f8278a7-d72a-41fe-aeea-d2a9af138116" providerId="ADAL" clId="{2310CF9F-3B25-4DE6-944D-E7B09993A550}" dt="2026-10-29T10:25:52.099" v="3542" actId="1076"/>
          <ac:picMkLst>
            <pc:docMk/>
            <pc:sldMk cId="3116146416" sldId="275"/>
            <ac:picMk id="10" creationId="{B83119ED-9008-BF45-7B51-4515A84F17B5}"/>
          </ac:picMkLst>
        </pc:picChg>
        <pc:picChg chg="del">
          <ac:chgData name="ALVES, Mauricio" userId="9f8278a7-d72a-41fe-aeea-d2a9af138116" providerId="ADAL" clId="{2310CF9F-3B25-4DE6-944D-E7B09993A550}" dt="2026-10-29T09:51:31.652" v="3446" actId="478"/>
          <ac:picMkLst>
            <pc:docMk/>
            <pc:sldMk cId="3116146416" sldId="275"/>
            <ac:picMk id="13" creationId="{62BC908C-3BC4-76D0-BD66-560905D87D6B}"/>
          </ac:picMkLst>
        </pc:picChg>
        <pc:picChg chg="mod">
          <ac:chgData name="ALVES, Mauricio" userId="9f8278a7-d72a-41fe-aeea-d2a9af138116" providerId="ADAL" clId="{2310CF9F-3B25-4DE6-944D-E7B09993A550}" dt="2026-10-29T10:25:49.212" v="3541" actId="1076"/>
          <ac:picMkLst>
            <pc:docMk/>
            <pc:sldMk cId="3116146416" sldId="275"/>
            <ac:picMk id="14" creationId="{9062A123-BF31-190D-1ECA-FFE4B0CD21D6}"/>
          </ac:picMkLst>
        </pc:picChg>
        <pc:picChg chg="del">
          <ac:chgData name="ALVES, Mauricio" userId="9f8278a7-d72a-41fe-aeea-d2a9af138116" providerId="ADAL" clId="{2310CF9F-3B25-4DE6-944D-E7B09993A550}" dt="2026-10-29T09:51:21.205" v="3442" actId="478"/>
          <ac:picMkLst>
            <pc:docMk/>
            <pc:sldMk cId="3116146416" sldId="275"/>
            <ac:picMk id="15" creationId="{DF56A0B5-C9BE-E9B0-7FFD-B568A7EDF9BC}"/>
          </ac:picMkLst>
        </pc:picChg>
        <pc:picChg chg="del">
          <ac:chgData name="ALVES, Mauricio" userId="9f8278a7-d72a-41fe-aeea-d2a9af138116" providerId="ADAL" clId="{2310CF9F-3B25-4DE6-944D-E7B09993A550}" dt="2026-10-29T09:51:33.577" v="3447" actId="478"/>
          <ac:picMkLst>
            <pc:docMk/>
            <pc:sldMk cId="3116146416" sldId="275"/>
            <ac:picMk id="16" creationId="{7A287CFF-CF37-14FC-7F41-E312ACF825F0}"/>
          </ac:picMkLst>
        </pc:picChg>
        <pc:picChg chg="mod">
          <ac:chgData name="ALVES, Mauricio" userId="9f8278a7-d72a-41fe-aeea-d2a9af138116" providerId="ADAL" clId="{2310CF9F-3B25-4DE6-944D-E7B09993A550}" dt="2026-10-29T10:25:37.991" v="3540" actId="1076"/>
          <ac:picMkLst>
            <pc:docMk/>
            <pc:sldMk cId="3116146416" sldId="275"/>
            <ac:picMk id="18" creationId="{4817DC8D-46ED-F97C-6D86-308B28B922F3}"/>
          </ac:picMkLst>
        </pc:picChg>
        <pc:picChg chg="del">
          <ac:chgData name="ALVES, Mauricio" userId="9f8278a7-d72a-41fe-aeea-d2a9af138116" providerId="ADAL" clId="{2310CF9F-3B25-4DE6-944D-E7B09993A550}" dt="2026-10-29T09:51:35.339" v="3448" actId="478"/>
          <ac:picMkLst>
            <pc:docMk/>
            <pc:sldMk cId="3116146416" sldId="275"/>
            <ac:picMk id="19" creationId="{77EA0546-14FF-A2D7-9EF1-FD00B2CD18AE}"/>
          </ac:picMkLst>
        </pc:picChg>
        <pc:picChg chg="del">
          <ac:chgData name="ALVES, Mauricio" userId="9f8278a7-d72a-41fe-aeea-d2a9af138116" providerId="ADAL" clId="{2310CF9F-3B25-4DE6-944D-E7B09993A550}" dt="2026-10-29T09:51:16.673" v="3439" actId="478"/>
          <ac:picMkLst>
            <pc:docMk/>
            <pc:sldMk cId="3116146416" sldId="275"/>
            <ac:picMk id="21" creationId="{7CE93627-24E7-89B9-E4B7-51D67290014D}"/>
          </ac:picMkLst>
        </pc:picChg>
        <pc:picChg chg="add mod">
          <ac:chgData name="ALVES, Mauricio" userId="9f8278a7-d72a-41fe-aeea-d2a9af138116" providerId="ADAL" clId="{2310CF9F-3B25-4DE6-944D-E7B09993A550}" dt="2026-10-29T11:24:33.146" v="3837" actId="1076"/>
          <ac:picMkLst>
            <pc:docMk/>
            <pc:sldMk cId="3116146416" sldId="275"/>
            <ac:picMk id="22" creationId="{3F2F5F10-535A-1BA8-A52E-FFB9C61B874C}"/>
          </ac:picMkLst>
        </pc:picChg>
        <pc:picChg chg="del">
          <ac:chgData name="ALVES, Mauricio" userId="9f8278a7-d72a-41fe-aeea-d2a9af138116" providerId="ADAL" clId="{2310CF9F-3B25-4DE6-944D-E7B09993A550}" dt="2026-10-29T09:51:18.196" v="3440" actId="478"/>
          <ac:picMkLst>
            <pc:docMk/>
            <pc:sldMk cId="3116146416" sldId="275"/>
            <ac:picMk id="23" creationId="{5BD8BCA0-8D4C-6B15-546C-1AFDE1966F81}"/>
          </ac:picMkLst>
        </pc:picChg>
        <pc:picChg chg="add mod">
          <ac:chgData name="ALVES, Mauricio" userId="9f8278a7-d72a-41fe-aeea-d2a9af138116" providerId="ADAL" clId="{2310CF9F-3B25-4DE6-944D-E7B09993A550}" dt="2026-10-29T11:27:27.153" v="3950" actId="1076"/>
          <ac:picMkLst>
            <pc:docMk/>
            <pc:sldMk cId="3116146416" sldId="275"/>
            <ac:picMk id="24" creationId="{2725D423-FDB0-EA1C-B63C-5AD339681032}"/>
          </ac:picMkLst>
        </pc:picChg>
        <pc:picChg chg="del">
          <ac:chgData name="ALVES, Mauricio" userId="9f8278a7-d72a-41fe-aeea-d2a9af138116" providerId="ADAL" clId="{2310CF9F-3B25-4DE6-944D-E7B09993A550}" dt="2026-10-29T09:51:15.024" v="3438" actId="478"/>
          <ac:picMkLst>
            <pc:docMk/>
            <pc:sldMk cId="3116146416" sldId="275"/>
            <ac:picMk id="25" creationId="{CB818A40-5C46-9795-D9F6-EBFAD1BD9032}"/>
          </ac:picMkLst>
        </pc:picChg>
        <pc:picChg chg="mod">
          <ac:chgData name="ALVES, Mauricio" userId="9f8278a7-d72a-41fe-aeea-d2a9af138116" providerId="ADAL" clId="{2310CF9F-3B25-4DE6-944D-E7B09993A550}" dt="2026-10-29T10:25:34.768" v="3539" actId="1076"/>
          <ac:picMkLst>
            <pc:docMk/>
            <pc:sldMk cId="3116146416" sldId="275"/>
            <ac:picMk id="26" creationId="{1B5C2754-F54D-81B7-E924-F9FAAA7B0C63}"/>
          </ac:picMkLst>
        </pc:picChg>
        <pc:picChg chg="del">
          <ac:chgData name="ALVES, Mauricio" userId="9f8278a7-d72a-41fe-aeea-d2a9af138116" providerId="ADAL" clId="{2310CF9F-3B25-4DE6-944D-E7B09993A550}" dt="2026-10-29T09:51:55.616" v="3449" actId="478"/>
          <ac:picMkLst>
            <pc:docMk/>
            <pc:sldMk cId="3116146416" sldId="275"/>
            <ac:picMk id="28" creationId="{951ABB28-73B9-CE60-5BC3-72A9F94441A9}"/>
          </ac:picMkLst>
        </pc:picChg>
        <pc:picChg chg="add mod">
          <ac:chgData name="ALVES, Mauricio" userId="9f8278a7-d72a-41fe-aeea-d2a9af138116" providerId="ADAL" clId="{2310CF9F-3B25-4DE6-944D-E7B09993A550}" dt="2026-10-29T11:23:22.637" v="3812" actId="14100"/>
          <ac:picMkLst>
            <pc:docMk/>
            <pc:sldMk cId="3116146416" sldId="275"/>
            <ac:picMk id="31" creationId="{5B414499-A7B5-C221-CE28-2D44AC8DD1A7}"/>
          </ac:picMkLst>
        </pc:picChg>
        <pc:picChg chg="add del mod">
          <ac:chgData name="ALVES, Mauricio" userId="9f8278a7-d72a-41fe-aeea-d2a9af138116" providerId="ADAL" clId="{2310CF9F-3B25-4DE6-944D-E7B09993A550}" dt="2026-10-29T11:21:33.379" v="3756" actId="478"/>
          <ac:picMkLst>
            <pc:docMk/>
            <pc:sldMk cId="3116146416" sldId="275"/>
            <ac:picMk id="36" creationId="{7438C7AD-9E79-7497-E7C1-29D15FC61B87}"/>
          </ac:picMkLst>
        </pc:picChg>
        <pc:picChg chg="add mod">
          <ac:chgData name="ALVES, Mauricio" userId="9f8278a7-d72a-41fe-aeea-d2a9af138116" providerId="ADAL" clId="{2310CF9F-3B25-4DE6-944D-E7B09993A550}" dt="2026-10-29T11:26:08.500" v="3875" actId="1076"/>
          <ac:picMkLst>
            <pc:docMk/>
            <pc:sldMk cId="3116146416" sldId="275"/>
            <ac:picMk id="38" creationId="{636A24CA-9F80-5477-8EF7-A71BA9FB8D1D}"/>
          </ac:picMkLst>
        </pc:picChg>
        <pc:picChg chg="add mod">
          <ac:chgData name="ALVES, Mauricio" userId="9f8278a7-d72a-41fe-aeea-d2a9af138116" providerId="ADAL" clId="{2310CF9F-3B25-4DE6-944D-E7B09993A550}" dt="2026-10-29T11:25:26.117" v="3858" actId="14100"/>
          <ac:picMkLst>
            <pc:docMk/>
            <pc:sldMk cId="3116146416" sldId="275"/>
            <ac:picMk id="39" creationId="{20FFC729-CD51-7204-2824-2F2ECBEB6B29}"/>
          </ac:picMkLst>
        </pc:picChg>
        <pc:picChg chg="add mod">
          <ac:chgData name="ALVES, Mauricio" userId="9f8278a7-d72a-41fe-aeea-d2a9af138116" providerId="ADAL" clId="{2310CF9F-3B25-4DE6-944D-E7B09993A550}" dt="2026-10-29T11:23:24.182" v="3813" actId="14100"/>
          <ac:picMkLst>
            <pc:docMk/>
            <pc:sldMk cId="3116146416" sldId="275"/>
            <ac:picMk id="40" creationId="{3E1B1EDD-4600-AE1B-83DF-194097C6F9E9}"/>
          </ac:picMkLst>
        </pc:picChg>
        <pc:picChg chg="del">
          <ac:chgData name="ALVES, Mauricio" userId="9f8278a7-d72a-41fe-aeea-d2a9af138116" providerId="ADAL" clId="{2310CF9F-3B25-4DE6-944D-E7B09993A550}" dt="2026-10-29T09:51:11.097" v="3436" actId="478"/>
          <ac:picMkLst>
            <pc:docMk/>
            <pc:sldMk cId="3116146416" sldId="275"/>
            <ac:picMk id="42" creationId="{BF20211A-D610-56D8-9608-1B200530A0E2}"/>
          </ac:picMkLst>
        </pc:picChg>
        <pc:picChg chg="add del mod">
          <ac:chgData name="ALVES, Mauricio" userId="9f8278a7-d72a-41fe-aeea-d2a9af138116" providerId="ADAL" clId="{2310CF9F-3B25-4DE6-944D-E7B09993A550}" dt="2026-10-29T10:49:04.231" v="3635" actId="478"/>
          <ac:picMkLst>
            <pc:docMk/>
            <pc:sldMk cId="3116146416" sldId="275"/>
            <ac:picMk id="43" creationId="{1306C220-C7A2-E037-919C-1A01952D1E1B}"/>
          </ac:picMkLst>
        </pc:picChg>
        <pc:picChg chg="del">
          <ac:chgData name="ALVES, Mauricio" userId="9f8278a7-d72a-41fe-aeea-d2a9af138116" providerId="ADAL" clId="{2310CF9F-3B25-4DE6-944D-E7B09993A550}" dt="2026-10-29T09:51:12.939" v="3437" actId="478"/>
          <ac:picMkLst>
            <pc:docMk/>
            <pc:sldMk cId="3116146416" sldId="275"/>
            <ac:picMk id="44" creationId="{4B785A23-CE78-928D-A14F-2BB7909732A2}"/>
          </ac:picMkLst>
        </pc:picChg>
        <pc:picChg chg="add del mod">
          <ac:chgData name="ALVES, Mauricio" userId="9f8278a7-d72a-41fe-aeea-d2a9af138116" providerId="ADAL" clId="{2310CF9F-3B25-4DE6-944D-E7B09993A550}" dt="2026-10-29T11:24:21.004" v="3833" actId="478"/>
          <ac:picMkLst>
            <pc:docMk/>
            <pc:sldMk cId="3116146416" sldId="275"/>
            <ac:picMk id="45" creationId="{5146493D-6C72-1781-50FA-C6C06B318D76}"/>
          </ac:picMkLst>
        </pc:picChg>
        <pc:picChg chg="del">
          <ac:chgData name="ALVES, Mauricio" userId="9f8278a7-d72a-41fe-aeea-d2a9af138116" providerId="ADAL" clId="{2310CF9F-3B25-4DE6-944D-E7B09993A550}" dt="2026-10-29T09:51:03.543" v="3435" actId="478"/>
          <ac:picMkLst>
            <pc:docMk/>
            <pc:sldMk cId="3116146416" sldId="275"/>
            <ac:picMk id="47" creationId="{5D090124-8403-6512-8F5F-D90C58ACF42B}"/>
          </ac:picMkLst>
        </pc:picChg>
        <pc:picChg chg="add del mod">
          <ac:chgData name="ALVES, Mauricio" userId="9f8278a7-d72a-41fe-aeea-d2a9af138116" providerId="ADAL" clId="{2310CF9F-3B25-4DE6-944D-E7B09993A550}" dt="2026-10-29T11:24:22.375" v="3834" actId="478"/>
          <ac:picMkLst>
            <pc:docMk/>
            <pc:sldMk cId="3116146416" sldId="275"/>
            <ac:picMk id="48" creationId="{235C0182-1066-B0DE-644D-060A40DC1A37}"/>
          </ac:picMkLst>
        </pc:picChg>
        <pc:picChg chg="del mod">
          <ac:chgData name="ALVES, Mauricio" userId="9f8278a7-d72a-41fe-aeea-d2a9af138116" providerId="ADAL" clId="{2310CF9F-3B25-4DE6-944D-E7B09993A550}" dt="2026-10-29T09:50:59.696" v="3433" actId="478"/>
          <ac:picMkLst>
            <pc:docMk/>
            <pc:sldMk cId="3116146416" sldId="275"/>
            <ac:picMk id="49" creationId="{2DA10B32-E9CC-09A7-8906-C52FEFF03321}"/>
          </ac:picMkLst>
        </pc:picChg>
        <pc:picChg chg="add mod">
          <ac:chgData name="ALVES, Mauricio" userId="9f8278a7-d72a-41fe-aeea-d2a9af138116" providerId="ADAL" clId="{2310CF9F-3B25-4DE6-944D-E7B09993A550}" dt="2026-10-29T11:24:03.662" v="3827" actId="14100"/>
          <ac:picMkLst>
            <pc:docMk/>
            <pc:sldMk cId="3116146416" sldId="275"/>
            <ac:picMk id="52" creationId="{A06C36E8-E789-0192-96DE-EDACB4A68B35}"/>
          </ac:picMkLst>
        </pc:picChg>
        <pc:picChg chg="del">
          <ac:chgData name="ALVES, Mauricio" userId="9f8278a7-d72a-41fe-aeea-d2a9af138116" providerId="ADAL" clId="{2310CF9F-3B25-4DE6-944D-E7B09993A550}" dt="2026-10-29T09:51:01.644" v="3434" actId="478"/>
          <ac:picMkLst>
            <pc:docMk/>
            <pc:sldMk cId="3116146416" sldId="275"/>
            <ac:picMk id="53" creationId="{584EEE84-4384-D154-0C3C-BFB0500E92AD}"/>
          </ac:picMkLst>
        </pc:picChg>
        <pc:picChg chg="add del">
          <ac:chgData name="ALVES, Mauricio" userId="9f8278a7-d72a-41fe-aeea-d2a9af138116" providerId="ADAL" clId="{2310CF9F-3B25-4DE6-944D-E7B09993A550}" dt="2026-10-29T11:02:13.703" v="3655" actId="478"/>
          <ac:picMkLst>
            <pc:docMk/>
            <pc:sldMk cId="3116146416" sldId="275"/>
            <ac:picMk id="57" creationId="{36142CC1-82F9-2024-F026-7B159F3426AC}"/>
          </ac:picMkLst>
        </pc:picChg>
        <pc:picChg chg="add mod">
          <ac:chgData name="ALVES, Mauricio" userId="9f8278a7-d72a-41fe-aeea-d2a9af138116" providerId="ADAL" clId="{2310CF9F-3B25-4DE6-944D-E7B09993A550}" dt="2026-10-29T11:24:59.120" v="3846" actId="1076"/>
          <ac:picMkLst>
            <pc:docMk/>
            <pc:sldMk cId="3116146416" sldId="275"/>
            <ac:picMk id="59" creationId="{F5C21B76-AF6A-218A-4CFF-44055B59EBA9}"/>
          </ac:picMkLst>
        </pc:picChg>
        <pc:picChg chg="add mod">
          <ac:chgData name="ALVES, Mauricio" userId="9f8278a7-d72a-41fe-aeea-d2a9af138116" providerId="ADAL" clId="{2310CF9F-3B25-4DE6-944D-E7B09993A550}" dt="2026-10-29T11:26:56.269" v="3939" actId="1076"/>
          <ac:picMkLst>
            <pc:docMk/>
            <pc:sldMk cId="3116146416" sldId="275"/>
            <ac:picMk id="61" creationId="{3C6470F9-5A78-E255-7129-D41693888367}"/>
          </ac:picMkLst>
        </pc:picChg>
        <pc:picChg chg="add mod">
          <ac:chgData name="ALVES, Mauricio" userId="9f8278a7-d72a-41fe-aeea-d2a9af138116" providerId="ADAL" clId="{2310CF9F-3B25-4DE6-944D-E7B09993A550}" dt="2026-10-29T11:25:41.201" v="3863" actId="1076"/>
          <ac:picMkLst>
            <pc:docMk/>
            <pc:sldMk cId="3116146416" sldId="275"/>
            <ac:picMk id="63" creationId="{60AFD7AE-6002-0CED-4B46-2E7FD71074C5}"/>
          </ac:picMkLst>
        </pc:picChg>
        <pc:picChg chg="add mod">
          <ac:chgData name="ALVES, Mauricio" userId="9f8278a7-d72a-41fe-aeea-d2a9af138116" providerId="ADAL" clId="{2310CF9F-3B25-4DE6-944D-E7B09993A550}" dt="2026-10-29T11:25:13.952" v="3852" actId="14100"/>
          <ac:picMkLst>
            <pc:docMk/>
            <pc:sldMk cId="3116146416" sldId="275"/>
            <ac:picMk id="65" creationId="{500BAA45-0AE6-9189-5C69-3CBE374CF2A8}"/>
          </ac:picMkLst>
        </pc:picChg>
        <pc:picChg chg="add mod">
          <ac:chgData name="ALVES, Mauricio" userId="9f8278a7-d72a-41fe-aeea-d2a9af138116" providerId="ADAL" clId="{2310CF9F-3B25-4DE6-944D-E7B09993A550}" dt="2026-10-29T11:27:14.765" v="3945" actId="1076"/>
          <ac:picMkLst>
            <pc:docMk/>
            <pc:sldMk cId="3116146416" sldId="275"/>
            <ac:picMk id="67" creationId="{E7C44E8D-5E4C-9BDA-0F66-9536BAA63B6B}"/>
          </ac:picMkLst>
        </pc:picChg>
        <pc:picChg chg="add del mod">
          <ac:chgData name="ALVES, Mauricio" userId="9f8278a7-d72a-41fe-aeea-d2a9af138116" providerId="ADAL" clId="{2310CF9F-3B25-4DE6-944D-E7B09993A550}" dt="2026-10-29T11:26:26.125" v="3883" actId="478"/>
          <ac:picMkLst>
            <pc:docMk/>
            <pc:sldMk cId="3116146416" sldId="275"/>
            <ac:picMk id="69" creationId="{1275CF54-44F2-B46B-D216-B1CCF6FEB40B}"/>
          </ac:picMkLst>
        </pc:picChg>
        <pc:picChg chg="add mod">
          <ac:chgData name="ALVES, Mauricio" userId="9f8278a7-d72a-41fe-aeea-d2a9af138116" providerId="ADAL" clId="{2310CF9F-3B25-4DE6-944D-E7B09993A550}" dt="2026-10-29T11:26:01.212" v="3873" actId="1076"/>
          <ac:picMkLst>
            <pc:docMk/>
            <pc:sldMk cId="3116146416" sldId="275"/>
            <ac:picMk id="71" creationId="{E006A97E-BC81-FDC1-9BD9-6637876B92D4}"/>
          </ac:picMkLst>
        </pc:picChg>
        <pc:picChg chg="add mod">
          <ac:chgData name="ALVES, Mauricio" userId="9f8278a7-d72a-41fe-aeea-d2a9af138116" providerId="ADAL" clId="{2310CF9F-3B25-4DE6-944D-E7B09993A550}" dt="2026-10-29T11:24:54.122" v="3844" actId="14100"/>
          <ac:picMkLst>
            <pc:docMk/>
            <pc:sldMk cId="3116146416" sldId="275"/>
            <ac:picMk id="73" creationId="{3CC4DBFB-702A-97A0-2B97-31F908A117CE}"/>
          </ac:picMkLst>
        </pc:picChg>
        <pc:picChg chg="add mod">
          <ac:chgData name="ALVES, Mauricio" userId="9f8278a7-d72a-41fe-aeea-d2a9af138116" providerId="ADAL" clId="{2310CF9F-3B25-4DE6-944D-E7B09993A550}" dt="2026-10-29T11:23:21.073" v="3811" actId="14100"/>
          <ac:picMkLst>
            <pc:docMk/>
            <pc:sldMk cId="3116146416" sldId="275"/>
            <ac:picMk id="75" creationId="{50EF5AD9-B6CC-E4C1-B78F-2B53C69C765F}"/>
          </ac:picMkLst>
        </pc:picChg>
        <pc:picChg chg="add mod">
          <ac:chgData name="ALVES, Mauricio" userId="9f8278a7-d72a-41fe-aeea-d2a9af138116" providerId="ADAL" clId="{2310CF9F-3B25-4DE6-944D-E7B09993A550}" dt="2026-10-29T11:25:37.638" v="3862" actId="1076"/>
          <ac:picMkLst>
            <pc:docMk/>
            <pc:sldMk cId="3116146416" sldId="275"/>
            <ac:picMk id="77" creationId="{5DE0B8D3-DF62-16EB-8F8A-2D9CE5C6555B}"/>
          </ac:picMkLst>
        </pc:picChg>
        <pc:picChg chg="add mod">
          <ac:chgData name="ALVES, Mauricio" userId="9f8278a7-d72a-41fe-aeea-d2a9af138116" providerId="ADAL" clId="{2310CF9F-3B25-4DE6-944D-E7B09993A550}" dt="2026-10-29T11:25:20.596" v="3856" actId="1076"/>
          <ac:picMkLst>
            <pc:docMk/>
            <pc:sldMk cId="3116146416" sldId="275"/>
            <ac:picMk id="79" creationId="{83CC5401-D4B0-70A8-FBA0-649B40C2295F}"/>
          </ac:picMkLst>
        </pc:picChg>
        <pc:picChg chg="add mod">
          <ac:chgData name="ALVES, Mauricio" userId="9f8278a7-d72a-41fe-aeea-d2a9af138116" providerId="ADAL" clId="{2310CF9F-3B25-4DE6-944D-E7B09993A550}" dt="2026-10-29T11:25:47.816" v="3867" actId="1076"/>
          <ac:picMkLst>
            <pc:docMk/>
            <pc:sldMk cId="3116146416" sldId="275"/>
            <ac:picMk id="81" creationId="{FD9F7059-6FBC-87E2-60F6-755C95E2A960}"/>
          </ac:picMkLst>
        </pc:picChg>
        <pc:picChg chg="add mod">
          <ac:chgData name="ALVES, Mauricio" userId="9f8278a7-d72a-41fe-aeea-d2a9af138116" providerId="ADAL" clId="{2310CF9F-3B25-4DE6-944D-E7B09993A550}" dt="2026-10-29T11:27:18.757" v="3947" actId="14100"/>
          <ac:picMkLst>
            <pc:docMk/>
            <pc:sldMk cId="3116146416" sldId="275"/>
            <ac:picMk id="85" creationId="{0DC78F0A-B954-849F-8214-B4E418AFF9AA}"/>
          </ac:picMkLst>
        </pc:picChg>
        <pc:picChg chg="add mod">
          <ac:chgData name="ALVES, Mauricio" userId="9f8278a7-d72a-41fe-aeea-d2a9af138116" providerId="ADAL" clId="{2310CF9F-3B25-4DE6-944D-E7B09993A550}" dt="2026-10-29T11:23:25.627" v="3814" actId="14100"/>
          <ac:picMkLst>
            <pc:docMk/>
            <pc:sldMk cId="3116146416" sldId="275"/>
            <ac:picMk id="87" creationId="{AA6CCF34-5752-57F3-F634-99853E379527}"/>
          </ac:picMkLst>
        </pc:picChg>
        <pc:picChg chg="add mod">
          <ac:chgData name="ALVES, Mauricio" userId="9f8278a7-d72a-41fe-aeea-d2a9af138116" providerId="ADAL" clId="{2310CF9F-3B25-4DE6-944D-E7B09993A550}" dt="2026-10-29T11:26:10.960" v="3876" actId="1076"/>
          <ac:picMkLst>
            <pc:docMk/>
            <pc:sldMk cId="3116146416" sldId="275"/>
            <ac:picMk id="89" creationId="{50A8AABE-7F00-4ADB-7180-877F91017268}"/>
          </ac:picMkLst>
        </pc:picChg>
        <pc:picChg chg="add mod">
          <ac:chgData name="ALVES, Mauricio" userId="9f8278a7-d72a-41fe-aeea-d2a9af138116" providerId="ADAL" clId="{2310CF9F-3B25-4DE6-944D-E7B09993A550}" dt="2026-10-29T11:26:51.078" v="3937" actId="14100"/>
          <ac:picMkLst>
            <pc:docMk/>
            <pc:sldMk cId="3116146416" sldId="275"/>
            <ac:picMk id="91" creationId="{AC328987-B6D0-B62F-A432-D1B0FCD74BAE}"/>
          </ac:picMkLst>
        </pc:picChg>
        <pc:picChg chg="add del mod">
          <ac:chgData name="ALVES, Mauricio" userId="9f8278a7-d72a-41fe-aeea-d2a9af138116" providerId="ADAL" clId="{2310CF9F-3B25-4DE6-944D-E7B09993A550}" dt="2026-10-29T11:23:49.465" v="3821" actId="478"/>
          <ac:picMkLst>
            <pc:docMk/>
            <pc:sldMk cId="3116146416" sldId="275"/>
            <ac:picMk id="93" creationId="{743D58C0-1EA2-0755-049D-1EAEF02062D4}"/>
          </ac:picMkLst>
        </pc:picChg>
        <pc:picChg chg="add mod">
          <ac:chgData name="ALVES, Mauricio" userId="9f8278a7-d72a-41fe-aeea-d2a9af138116" providerId="ADAL" clId="{2310CF9F-3B25-4DE6-944D-E7B09993A550}" dt="2026-10-29T11:23:31.090" v="3816" actId="1076"/>
          <ac:picMkLst>
            <pc:docMk/>
            <pc:sldMk cId="3116146416" sldId="275"/>
            <ac:picMk id="95" creationId="{DFD40C18-9CC0-E46D-1821-E75BA40B029F}"/>
          </ac:picMkLst>
        </pc:picChg>
        <pc:picChg chg="add mod modCrop">
          <ac:chgData name="ALVES, Mauricio" userId="9f8278a7-d72a-41fe-aeea-d2a9af138116" providerId="ADAL" clId="{2310CF9F-3B25-4DE6-944D-E7B09993A550}" dt="2026-10-29T11:24:09.082" v="3828" actId="1076"/>
          <ac:picMkLst>
            <pc:docMk/>
            <pc:sldMk cId="3116146416" sldId="275"/>
            <ac:picMk id="97" creationId="{9F2F78A7-79FD-E0B1-4121-5E875DAF7848}"/>
          </ac:picMkLst>
        </pc:picChg>
        <pc:picChg chg="add mod">
          <ac:chgData name="ALVES, Mauricio" userId="9f8278a7-d72a-41fe-aeea-d2a9af138116" providerId="ADAL" clId="{2310CF9F-3B25-4DE6-944D-E7B09993A550}" dt="2026-10-29T11:26:58.767" v="3941" actId="14100"/>
          <ac:picMkLst>
            <pc:docMk/>
            <pc:sldMk cId="3116146416" sldId="275"/>
            <ac:picMk id="99" creationId="{ABECB6D9-C661-448F-424A-8D8A4AF131B7}"/>
          </ac:picMkLst>
        </pc:picChg>
        <pc:picChg chg="add mod">
          <ac:chgData name="ALVES, Mauricio" userId="9f8278a7-d72a-41fe-aeea-d2a9af138116" providerId="ADAL" clId="{2310CF9F-3B25-4DE6-944D-E7B09993A550}" dt="2026-10-29T11:59:31.833" v="4220" actId="1076"/>
          <ac:picMkLst>
            <pc:docMk/>
            <pc:sldMk cId="3116146416" sldId="275"/>
            <ac:picMk id="101" creationId="{009B7897-A4C5-DD0E-9E22-6C86528BF6B1}"/>
          </ac:picMkLst>
        </pc:picChg>
        <pc:picChg chg="add mod">
          <ac:chgData name="ALVES, Mauricio" userId="9f8278a7-d72a-41fe-aeea-d2a9af138116" providerId="ADAL" clId="{2310CF9F-3B25-4DE6-944D-E7B09993A550}" dt="2026-10-29T11:24:46.777" v="3840" actId="1076"/>
          <ac:picMkLst>
            <pc:docMk/>
            <pc:sldMk cId="3116146416" sldId="275"/>
            <ac:picMk id="103" creationId="{7ADF9EB9-F187-67F7-F16E-A9CD316F8348}"/>
          </ac:picMkLst>
        </pc:picChg>
        <pc:picChg chg="add mod">
          <ac:chgData name="ALVES, Mauricio" userId="9f8278a7-d72a-41fe-aeea-d2a9af138116" providerId="ADAL" clId="{2310CF9F-3B25-4DE6-944D-E7B09993A550}" dt="2026-10-29T11:24:27.811" v="3836" actId="1076"/>
          <ac:picMkLst>
            <pc:docMk/>
            <pc:sldMk cId="3116146416" sldId="275"/>
            <ac:picMk id="105" creationId="{1234C382-AE2A-FC30-9306-75C17B453DDD}"/>
          </ac:picMkLst>
        </pc:picChg>
        <pc:picChg chg="add mod">
          <ac:chgData name="ALVES, Mauricio" userId="9f8278a7-d72a-41fe-aeea-d2a9af138116" providerId="ADAL" clId="{2310CF9F-3B25-4DE6-944D-E7B09993A550}" dt="2026-10-29T11:24:40.306" v="3839" actId="1076"/>
          <ac:picMkLst>
            <pc:docMk/>
            <pc:sldMk cId="3116146416" sldId="275"/>
            <ac:picMk id="107" creationId="{118B0CB1-B4B1-DB79-06A2-C5198A373329}"/>
          </ac:picMkLst>
        </pc:picChg>
        <pc:picChg chg="add del mod">
          <ac:chgData name="ALVES, Mauricio" userId="9f8278a7-d72a-41fe-aeea-d2a9af138116" providerId="ADAL" clId="{2310CF9F-3B25-4DE6-944D-E7B09993A550}" dt="2026-10-29T11:59:22.143" v="4217" actId="478"/>
          <ac:picMkLst>
            <pc:docMk/>
            <pc:sldMk cId="3116146416" sldId="275"/>
            <ac:picMk id="109" creationId="{C3FE73FC-B291-4CF1-32BA-B6F8392A7557}"/>
          </ac:picMkLst>
        </pc:picChg>
        <pc:picChg chg="add mod">
          <ac:chgData name="ALVES, Mauricio" userId="9f8278a7-d72a-41fe-aeea-d2a9af138116" providerId="ADAL" clId="{2310CF9F-3B25-4DE6-944D-E7B09993A550}" dt="2026-10-29T11:59:30.334" v="4219" actId="1076"/>
          <ac:picMkLst>
            <pc:docMk/>
            <pc:sldMk cId="3116146416" sldId="275"/>
            <ac:picMk id="115" creationId="{A99A2D4F-2156-1997-CFAA-22995A795DDF}"/>
          </ac:picMkLst>
        </pc:picChg>
        <pc:picChg chg="add mod">
          <ac:chgData name="ALVES, Mauricio" userId="9f8278a7-d72a-41fe-aeea-d2a9af138116" providerId="ADAL" clId="{2310CF9F-3B25-4DE6-944D-E7B09993A550}" dt="2026-10-29T12:19:11.211" v="4324" actId="1076"/>
          <ac:picMkLst>
            <pc:docMk/>
            <pc:sldMk cId="3116146416" sldId="275"/>
            <ac:picMk id="117" creationId="{E440AC75-8ABD-8B4F-BAAD-BB208C539947}"/>
          </ac:picMkLst>
        </pc:picChg>
      </pc:sldChg>
      <pc:sldChg chg="addSp delSp modSp mod">
        <pc:chgData name="ALVES, Mauricio" userId="9f8278a7-d72a-41fe-aeea-d2a9af138116" providerId="ADAL" clId="{2310CF9F-3B25-4DE6-944D-E7B09993A550}" dt="2026-10-29T10:43:40.849" v="3616" actId="478"/>
        <pc:sldMkLst>
          <pc:docMk/>
          <pc:sldMk cId="3904583238" sldId="2147483638"/>
        </pc:sldMkLst>
        <pc:graphicFrameChg chg="modGraphic">
          <ac:chgData name="ALVES, Mauricio" userId="9f8278a7-d72a-41fe-aeea-d2a9af138116" providerId="ADAL" clId="{2310CF9F-3B25-4DE6-944D-E7B09993A550}" dt="2026-10-29T10:22:15.869" v="3455" actId="2161"/>
          <ac:graphicFrameMkLst>
            <pc:docMk/>
            <pc:sldMk cId="3904583238" sldId="2147483638"/>
            <ac:graphicFrameMk id="51" creationId="{802815D2-4792-D727-54D9-9D788A51F6A1}"/>
          </ac:graphicFrameMkLst>
        </pc:graphicFrameChg>
        <pc:picChg chg="add del mod">
          <ac:chgData name="ALVES, Mauricio" userId="9f8278a7-d72a-41fe-aeea-d2a9af138116" providerId="ADAL" clId="{2310CF9F-3B25-4DE6-944D-E7B09993A550}" dt="2026-10-29T10:41:54.920" v="3600" actId="478"/>
          <ac:picMkLst>
            <pc:docMk/>
            <pc:sldMk cId="3904583238" sldId="2147483638"/>
            <ac:picMk id="22" creationId="{A54B4BF0-FE4C-F16A-FE16-DA09F83DF446}"/>
          </ac:picMkLst>
        </pc:picChg>
        <pc:picChg chg="add del mod">
          <ac:chgData name="ALVES, Mauricio" userId="9f8278a7-d72a-41fe-aeea-d2a9af138116" providerId="ADAL" clId="{2310CF9F-3B25-4DE6-944D-E7B09993A550}" dt="2026-10-29T10:43:40.849" v="3616" actId="478"/>
          <ac:picMkLst>
            <pc:docMk/>
            <pc:sldMk cId="3904583238" sldId="2147483638"/>
            <ac:picMk id="31" creationId="{1CFB3B33-DFFC-D741-2E10-DC4492A6CB8D}"/>
          </ac:picMkLst>
        </pc:picChg>
      </pc:sldChg>
      <pc:sldChg chg="addSp delSp modSp add del mod">
        <pc:chgData name="ALVES, Mauricio" userId="9f8278a7-d72a-41fe-aeea-d2a9af138116" providerId="ADAL" clId="{2310CF9F-3B25-4DE6-944D-E7B09993A550}" dt="2026-10-29T09:49:42.960" v="3424" actId="47"/>
        <pc:sldMkLst>
          <pc:docMk/>
          <pc:sldMk cId="3520595997" sldId="2147483640"/>
        </pc:sldMkLst>
        <pc:graphicFrameChg chg="mod">
          <ac:chgData name="ALVES, Mauricio" userId="9f8278a7-d72a-41fe-aeea-d2a9af138116" providerId="ADAL" clId="{2310CF9F-3B25-4DE6-944D-E7B09993A550}" dt="2026-10-29T09:18:12.212" v="1506" actId="1076"/>
          <ac:graphicFrameMkLst>
            <pc:docMk/>
            <pc:sldMk cId="3520595997" sldId="2147483640"/>
            <ac:graphicFrameMk id="51" creationId="{D79F07AD-A369-191F-FA1D-D68E50980875}"/>
          </ac:graphicFrameMkLst>
        </pc:graphicFrameChg>
        <pc:picChg chg="mod">
          <ac:chgData name="ALVES, Mauricio" userId="9f8278a7-d72a-41fe-aeea-d2a9af138116" providerId="ADAL" clId="{2310CF9F-3B25-4DE6-944D-E7B09993A550}" dt="2026-10-29T08:44:22.709" v="121" actId="1076"/>
          <ac:picMkLst>
            <pc:docMk/>
            <pc:sldMk cId="3520595997" sldId="2147483640"/>
            <ac:picMk id="12" creationId="{D5BADF8C-4272-5735-991B-40E5C6D6F8A2}"/>
          </ac:picMkLst>
        </pc:picChg>
        <pc:picChg chg="mod">
          <ac:chgData name="ALVES, Mauricio" userId="9f8278a7-d72a-41fe-aeea-d2a9af138116" providerId="ADAL" clId="{2310CF9F-3B25-4DE6-944D-E7B09993A550}" dt="2026-10-29T08:44:25.030" v="122" actId="1076"/>
          <ac:picMkLst>
            <pc:docMk/>
            <pc:sldMk cId="3520595997" sldId="2147483640"/>
            <ac:picMk id="22" creationId="{D551478E-47D5-DED5-4328-6F67E542B3F4}"/>
          </ac:picMkLst>
        </pc:picChg>
        <pc:picChg chg="add del">
          <ac:chgData name="ALVES, Mauricio" userId="9f8278a7-d72a-41fe-aeea-d2a9af138116" providerId="ADAL" clId="{2310CF9F-3B25-4DE6-944D-E7B09993A550}" dt="2026-10-29T09:15:51.920" v="1307" actId="22"/>
          <ac:picMkLst>
            <pc:docMk/>
            <pc:sldMk cId="3520595997" sldId="2147483640"/>
            <ac:picMk id="33" creationId="{CD3FC8E1-BB90-0C5C-CDF1-541F03DA77BE}"/>
          </ac:picMkLst>
        </pc:picChg>
        <pc:picChg chg="mod">
          <ac:chgData name="ALVES, Mauricio" userId="9f8278a7-d72a-41fe-aeea-d2a9af138116" providerId="ADAL" clId="{2310CF9F-3B25-4DE6-944D-E7B09993A550}" dt="2026-10-29T08:44:05.197" v="118" actId="1076"/>
          <ac:picMkLst>
            <pc:docMk/>
            <pc:sldMk cId="3520595997" sldId="2147483640"/>
            <ac:picMk id="40" creationId="{8B86F6B5-B062-BE19-7335-E1984EA54D2A}"/>
          </ac:picMkLst>
        </pc:picChg>
        <pc:picChg chg="mod">
          <ac:chgData name="ALVES, Mauricio" userId="9f8278a7-d72a-41fe-aeea-d2a9af138116" providerId="ADAL" clId="{2310CF9F-3B25-4DE6-944D-E7B09993A550}" dt="2026-10-29T09:19:47.896" v="1627" actId="1076"/>
          <ac:picMkLst>
            <pc:docMk/>
            <pc:sldMk cId="3520595997" sldId="2147483640"/>
            <ac:picMk id="52" creationId="{DDC7DEC4-0A33-CB5C-A6F2-1AB3925F10A3}"/>
          </ac:picMkLst>
        </pc:picChg>
        <pc:picChg chg="mod">
          <ac:chgData name="ALVES, Mauricio" userId="9f8278a7-d72a-41fe-aeea-d2a9af138116" providerId="ADAL" clId="{2310CF9F-3B25-4DE6-944D-E7B09993A550}" dt="2026-10-29T09:20:47.605" v="1647" actId="1076"/>
          <ac:picMkLst>
            <pc:docMk/>
            <pc:sldMk cId="3520595997" sldId="2147483640"/>
            <ac:picMk id="58" creationId="{D74B5E8A-131D-962C-4BD9-96D6608FAB4E}"/>
          </ac:picMkLst>
        </pc:picChg>
        <pc:picChg chg="mod">
          <ac:chgData name="ALVES, Mauricio" userId="9f8278a7-d72a-41fe-aeea-d2a9af138116" providerId="ADAL" clId="{2310CF9F-3B25-4DE6-944D-E7B09993A550}" dt="2026-10-29T09:08:17.077" v="531" actId="1076"/>
          <ac:picMkLst>
            <pc:docMk/>
            <pc:sldMk cId="3520595997" sldId="2147483640"/>
            <ac:picMk id="59" creationId="{EFAE4205-A0BC-BCBE-39C3-F28DEB9E5728}"/>
          </ac:picMkLst>
        </pc:picChg>
        <pc:picChg chg="mod">
          <ac:chgData name="ALVES, Mauricio" userId="9f8278a7-d72a-41fe-aeea-d2a9af138116" providerId="ADAL" clId="{2310CF9F-3B25-4DE6-944D-E7B09993A550}" dt="2026-10-29T09:08:22.200" v="533" actId="1076"/>
          <ac:picMkLst>
            <pc:docMk/>
            <pc:sldMk cId="3520595997" sldId="2147483640"/>
            <ac:picMk id="60" creationId="{5B23D35A-3DCD-8A32-FD95-FE763FB475B8}"/>
          </ac:picMkLst>
        </pc:picChg>
        <pc:picChg chg="mod">
          <ac:chgData name="ALVES, Mauricio" userId="9f8278a7-d72a-41fe-aeea-d2a9af138116" providerId="ADAL" clId="{2310CF9F-3B25-4DE6-944D-E7B09993A550}" dt="2026-10-29T09:24:39.313" v="2163" actId="14100"/>
          <ac:picMkLst>
            <pc:docMk/>
            <pc:sldMk cId="3520595997" sldId="2147483640"/>
            <ac:picMk id="72" creationId="{9961359B-60A6-C286-9B0B-1A68400E78A6}"/>
          </ac:picMkLst>
        </pc:picChg>
        <pc:picChg chg="mod">
          <ac:chgData name="ALVES, Mauricio" userId="9f8278a7-d72a-41fe-aeea-d2a9af138116" providerId="ADAL" clId="{2310CF9F-3B25-4DE6-944D-E7B09993A550}" dt="2026-10-29T09:20:29.568" v="1643" actId="1076"/>
          <ac:picMkLst>
            <pc:docMk/>
            <pc:sldMk cId="3520595997" sldId="2147483640"/>
            <ac:picMk id="107" creationId="{0BA53880-4BDD-5FA2-921A-CA5844D81200}"/>
          </ac:picMkLst>
        </pc:picChg>
        <pc:picChg chg="mod">
          <ac:chgData name="ALVES, Mauricio" userId="9f8278a7-d72a-41fe-aeea-d2a9af138116" providerId="ADAL" clId="{2310CF9F-3B25-4DE6-944D-E7B09993A550}" dt="2026-10-29T09:08:20.040" v="532" actId="1076"/>
          <ac:picMkLst>
            <pc:docMk/>
            <pc:sldMk cId="3520595997" sldId="2147483640"/>
            <ac:picMk id="108" creationId="{EDA08B7A-D5D9-76B9-635B-D4DA50C390E5}"/>
          </ac:picMkLst>
        </pc:picChg>
        <pc:picChg chg="mod">
          <ac:chgData name="ALVES, Mauricio" userId="9f8278a7-d72a-41fe-aeea-d2a9af138116" providerId="ADAL" clId="{2310CF9F-3B25-4DE6-944D-E7B09993A550}" dt="2026-10-29T09:10:11.043" v="634" actId="1076"/>
          <ac:picMkLst>
            <pc:docMk/>
            <pc:sldMk cId="3520595997" sldId="2147483640"/>
            <ac:picMk id="112" creationId="{B8FBD770-EF74-7043-19E8-D6E1146E8D94}"/>
          </ac:picMkLst>
        </pc:picChg>
        <pc:picChg chg="mod">
          <ac:chgData name="ALVES, Mauricio" userId="9f8278a7-d72a-41fe-aeea-d2a9af138116" providerId="ADAL" clId="{2310CF9F-3B25-4DE6-944D-E7B09993A550}" dt="2026-10-29T09:07:15.195" v="447" actId="1076"/>
          <ac:picMkLst>
            <pc:docMk/>
            <pc:sldMk cId="3520595997" sldId="2147483640"/>
            <ac:picMk id="115" creationId="{7B2FC8E0-D35A-8CFD-6189-36F9A7B2D0DB}"/>
          </ac:picMkLst>
        </pc:picChg>
        <pc:picChg chg="mod">
          <ac:chgData name="ALVES, Mauricio" userId="9f8278a7-d72a-41fe-aeea-d2a9af138116" providerId="ADAL" clId="{2310CF9F-3B25-4DE6-944D-E7B09993A550}" dt="2026-10-29T09:09:30.312" v="618" actId="1076"/>
          <ac:picMkLst>
            <pc:docMk/>
            <pc:sldMk cId="3520595997" sldId="2147483640"/>
            <ac:picMk id="116" creationId="{E313F8A4-F285-17D0-8130-7861467A1474}"/>
          </ac:picMkLst>
        </pc:picChg>
        <pc:picChg chg="mod">
          <ac:chgData name="ALVES, Mauricio" userId="9f8278a7-d72a-41fe-aeea-d2a9af138116" providerId="ADAL" clId="{2310CF9F-3B25-4DE6-944D-E7B09993A550}" dt="2026-10-29T09:09:03.665" v="609" actId="1076"/>
          <ac:picMkLst>
            <pc:docMk/>
            <pc:sldMk cId="3520595997" sldId="2147483640"/>
            <ac:picMk id="117" creationId="{A04B58CC-F2DC-2F26-7FEA-DA3248F32193}"/>
          </ac:picMkLst>
        </pc:picChg>
        <pc:picChg chg="mod">
          <ac:chgData name="ALVES, Mauricio" userId="9f8278a7-d72a-41fe-aeea-d2a9af138116" providerId="ADAL" clId="{2310CF9F-3B25-4DE6-944D-E7B09993A550}" dt="2026-10-29T09:24:53.133" v="2166" actId="1076"/>
          <ac:picMkLst>
            <pc:docMk/>
            <pc:sldMk cId="3520595997" sldId="2147483640"/>
            <ac:picMk id="124" creationId="{869F3716-CF13-4B81-2CA7-CAA971CEF716}"/>
          </ac:picMkLst>
        </pc:picChg>
        <pc:picChg chg="mod">
          <ac:chgData name="ALVES, Mauricio" userId="9f8278a7-d72a-41fe-aeea-d2a9af138116" providerId="ADAL" clId="{2310CF9F-3B25-4DE6-944D-E7B09993A550}" dt="2026-10-29T09:24:31.208" v="2161" actId="1076"/>
          <ac:picMkLst>
            <pc:docMk/>
            <pc:sldMk cId="3520595997" sldId="2147483640"/>
            <ac:picMk id="129" creationId="{234DE5BE-06FF-4DC3-CB4D-363678DB16F5}"/>
          </ac:picMkLst>
        </pc:picChg>
        <pc:picChg chg="mod">
          <ac:chgData name="ALVES, Mauricio" userId="9f8278a7-d72a-41fe-aeea-d2a9af138116" providerId="ADAL" clId="{2310CF9F-3B25-4DE6-944D-E7B09993A550}" dt="2026-10-29T09:25:46.872" v="2214" actId="1076"/>
          <ac:picMkLst>
            <pc:docMk/>
            <pc:sldMk cId="3520595997" sldId="2147483640"/>
            <ac:picMk id="137" creationId="{8F5FB8A3-E5E5-0F3D-DA18-1883B967EC43}"/>
          </ac:picMkLst>
        </pc:picChg>
      </pc:sldChg>
      <pc:sldMasterChg chg="del delSldLayout">
        <pc:chgData name="ALVES, Mauricio" userId="9f8278a7-d72a-41fe-aeea-d2a9af138116" providerId="ADAL" clId="{2310CF9F-3B25-4DE6-944D-E7B09993A550}" dt="2026-10-29T09:49:42.960" v="3424" actId="47"/>
        <pc:sldMasterMkLst>
          <pc:docMk/>
          <pc:sldMasterMk cId="2791596311" sldId="2147483770"/>
        </pc:sldMasterMkLst>
        <pc:sldLayoutChg chg="del">
          <pc:chgData name="ALVES, Mauricio" userId="9f8278a7-d72a-41fe-aeea-d2a9af138116" providerId="ADAL" clId="{2310CF9F-3B25-4DE6-944D-E7B09993A550}" dt="2026-10-29T09:49:42.960" v="3424" actId="47"/>
          <pc:sldLayoutMkLst>
            <pc:docMk/>
            <pc:sldMasterMk cId="2791596311" sldId="2147483770"/>
            <pc:sldLayoutMk cId="2047211468" sldId="2147483771"/>
          </pc:sldLayoutMkLst>
        </pc:sldLayoutChg>
        <pc:sldLayoutChg chg="del">
          <pc:chgData name="ALVES, Mauricio" userId="9f8278a7-d72a-41fe-aeea-d2a9af138116" providerId="ADAL" clId="{2310CF9F-3B25-4DE6-944D-E7B09993A550}" dt="2026-10-29T09:49:42.960" v="3424" actId="47"/>
          <pc:sldLayoutMkLst>
            <pc:docMk/>
            <pc:sldMasterMk cId="2791596311" sldId="2147483770"/>
            <pc:sldLayoutMk cId="2707827135" sldId="2147483772"/>
          </pc:sldLayoutMkLst>
        </pc:sldLayoutChg>
        <pc:sldLayoutChg chg="del">
          <pc:chgData name="ALVES, Mauricio" userId="9f8278a7-d72a-41fe-aeea-d2a9af138116" providerId="ADAL" clId="{2310CF9F-3B25-4DE6-944D-E7B09993A550}" dt="2026-10-29T09:49:42.960" v="3424" actId="47"/>
          <pc:sldLayoutMkLst>
            <pc:docMk/>
            <pc:sldMasterMk cId="2791596311" sldId="2147483770"/>
            <pc:sldLayoutMk cId="1474539403" sldId="2147483773"/>
          </pc:sldLayoutMkLst>
        </pc:sldLayoutChg>
        <pc:sldLayoutChg chg="del">
          <pc:chgData name="ALVES, Mauricio" userId="9f8278a7-d72a-41fe-aeea-d2a9af138116" providerId="ADAL" clId="{2310CF9F-3B25-4DE6-944D-E7B09993A550}" dt="2026-10-29T09:49:42.960" v="3424" actId="47"/>
          <pc:sldLayoutMkLst>
            <pc:docMk/>
            <pc:sldMasterMk cId="2791596311" sldId="2147483770"/>
            <pc:sldLayoutMk cId="2721379319" sldId="2147483774"/>
          </pc:sldLayoutMkLst>
        </pc:sldLayoutChg>
        <pc:sldLayoutChg chg="del">
          <pc:chgData name="ALVES, Mauricio" userId="9f8278a7-d72a-41fe-aeea-d2a9af138116" providerId="ADAL" clId="{2310CF9F-3B25-4DE6-944D-E7B09993A550}" dt="2026-10-29T09:49:42.960" v="3424" actId="47"/>
          <pc:sldLayoutMkLst>
            <pc:docMk/>
            <pc:sldMasterMk cId="2791596311" sldId="2147483770"/>
            <pc:sldLayoutMk cId="214879538" sldId="2147483775"/>
          </pc:sldLayoutMkLst>
        </pc:sldLayoutChg>
        <pc:sldLayoutChg chg="del">
          <pc:chgData name="ALVES, Mauricio" userId="9f8278a7-d72a-41fe-aeea-d2a9af138116" providerId="ADAL" clId="{2310CF9F-3B25-4DE6-944D-E7B09993A550}" dt="2026-10-29T09:49:42.960" v="3424" actId="47"/>
          <pc:sldLayoutMkLst>
            <pc:docMk/>
            <pc:sldMasterMk cId="2791596311" sldId="2147483770"/>
            <pc:sldLayoutMk cId="624637758" sldId="2147483776"/>
          </pc:sldLayoutMkLst>
        </pc:sldLayoutChg>
        <pc:sldLayoutChg chg="del">
          <pc:chgData name="ALVES, Mauricio" userId="9f8278a7-d72a-41fe-aeea-d2a9af138116" providerId="ADAL" clId="{2310CF9F-3B25-4DE6-944D-E7B09993A550}" dt="2026-10-29T09:49:42.960" v="3424" actId="47"/>
          <pc:sldLayoutMkLst>
            <pc:docMk/>
            <pc:sldMasterMk cId="2791596311" sldId="2147483770"/>
            <pc:sldLayoutMk cId="606158310" sldId="2147483777"/>
          </pc:sldLayoutMkLst>
        </pc:sldLayoutChg>
        <pc:sldLayoutChg chg="del">
          <pc:chgData name="ALVES, Mauricio" userId="9f8278a7-d72a-41fe-aeea-d2a9af138116" providerId="ADAL" clId="{2310CF9F-3B25-4DE6-944D-E7B09993A550}" dt="2026-10-29T09:49:42.960" v="3424" actId="47"/>
          <pc:sldLayoutMkLst>
            <pc:docMk/>
            <pc:sldMasterMk cId="2791596311" sldId="2147483770"/>
            <pc:sldLayoutMk cId="2535818162" sldId="2147483778"/>
          </pc:sldLayoutMkLst>
        </pc:sldLayoutChg>
        <pc:sldLayoutChg chg="del">
          <pc:chgData name="ALVES, Mauricio" userId="9f8278a7-d72a-41fe-aeea-d2a9af138116" providerId="ADAL" clId="{2310CF9F-3B25-4DE6-944D-E7B09993A550}" dt="2026-10-29T09:49:42.960" v="3424" actId="47"/>
          <pc:sldLayoutMkLst>
            <pc:docMk/>
            <pc:sldMasterMk cId="2791596311" sldId="2147483770"/>
            <pc:sldLayoutMk cId="2276614605" sldId="2147483779"/>
          </pc:sldLayoutMkLst>
        </pc:sldLayoutChg>
        <pc:sldLayoutChg chg="del">
          <pc:chgData name="ALVES, Mauricio" userId="9f8278a7-d72a-41fe-aeea-d2a9af138116" providerId="ADAL" clId="{2310CF9F-3B25-4DE6-944D-E7B09993A550}" dt="2026-10-29T09:49:42.960" v="3424" actId="47"/>
          <pc:sldLayoutMkLst>
            <pc:docMk/>
            <pc:sldMasterMk cId="2791596311" sldId="2147483770"/>
            <pc:sldLayoutMk cId="890557658" sldId="2147483780"/>
          </pc:sldLayoutMkLst>
        </pc:sldLayoutChg>
        <pc:sldLayoutChg chg="del">
          <pc:chgData name="ALVES, Mauricio" userId="9f8278a7-d72a-41fe-aeea-d2a9af138116" providerId="ADAL" clId="{2310CF9F-3B25-4DE6-944D-E7B09993A550}" dt="2026-10-29T09:49:42.960" v="3424" actId="47"/>
          <pc:sldLayoutMkLst>
            <pc:docMk/>
            <pc:sldMasterMk cId="2791596311" sldId="2147483770"/>
            <pc:sldLayoutMk cId="3813153482" sldId="2147483781"/>
          </pc:sldLayoutMkLst>
        </pc:sldLayoutChg>
        <pc:sldLayoutChg chg="del">
          <pc:chgData name="ALVES, Mauricio" userId="9f8278a7-d72a-41fe-aeea-d2a9af138116" providerId="ADAL" clId="{2310CF9F-3B25-4DE6-944D-E7B09993A550}" dt="2026-10-29T09:49:42.960" v="3424" actId="47"/>
          <pc:sldLayoutMkLst>
            <pc:docMk/>
            <pc:sldMasterMk cId="2791596311" sldId="2147483770"/>
            <pc:sldLayoutMk cId="1128996886" sldId="2147483782"/>
          </pc:sldLayoutMkLst>
        </pc:sldLayoutChg>
      </pc:sldMasterChg>
    </pc:docChg>
  </pc:docChgLst>
</pc:chgInfo>
</file>

<file path=ppt/comments/modernComment_164_A2ADB0EA.xml><?xml version="1.0" encoding="utf-8"?>
<p188:cmLst xmlns:a="http://schemas.openxmlformats.org/drawingml/2006/main" xmlns:r="http://schemas.openxmlformats.org/officeDocument/2006/relationships" xmlns:p188="http://schemas.microsoft.com/office/powerpoint/2018/8/main">
  <p188:cm id="{E56183B6-1673-4FDC-9322-414B1A953CA4}" authorId="{5D25750E-799C-8541-F14D-7913CC53E0DE}" status="resolved" created="2026-09-07T12:22:12.963">
    <pc:sldMkLst xmlns:pc="http://schemas.microsoft.com/office/powerpoint/2013/main/command">
      <pc:docMk/>
      <pc:sldMk cId="2729292010" sldId="356"/>
    </pc:sldMkLst>
    <p188:txBody>
      <a:bodyPr/>
      <a:lstStyle/>
      <a:p>
        <a:r>
          <a:rPr lang="fr-FR"/>
          <a:t>[@NELSON, Alex]   could you please review the notes and make sure everything is consistent?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7307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7.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003891"/>
            <a:ext cx="9141619" cy="2135576"/>
          </a:xfrm>
        </p:spPr>
        <p:txBody>
          <a:bodyPr anchor="b"/>
          <a:lstStyle>
            <a:lvl1pPr algn="ctr">
              <a:defRPr sz="5366"/>
            </a:lvl1pPr>
          </a:lstStyle>
          <a:p>
            <a:r>
              <a:rPr lang="fr-FR"/>
              <a:t>Modifiez le style du titre</a:t>
            </a:r>
            <a:endParaRPr lang="en-US"/>
          </a:p>
        </p:txBody>
      </p:sp>
      <p:sp>
        <p:nvSpPr>
          <p:cNvPr id="3" name="Subtitle 2"/>
          <p:cNvSpPr>
            <a:spLocks noGrp="1"/>
          </p:cNvSpPr>
          <p:nvPr>
            <p:ph type="subTitle" idx="1"/>
          </p:nvPr>
        </p:nvSpPr>
        <p:spPr>
          <a:xfrm>
            <a:off x="1523603" y="3221823"/>
            <a:ext cx="9141619" cy="1480987"/>
          </a:xfrm>
        </p:spPr>
        <p:txBody>
          <a:bodyPr/>
          <a:lstStyle>
            <a:lvl1pPr marL="0" indent="0" algn="ctr">
              <a:buNone/>
              <a:defRPr sz="2147"/>
            </a:lvl1pPr>
            <a:lvl2pPr marL="408920" indent="0" algn="ctr">
              <a:buNone/>
              <a:defRPr sz="1789"/>
            </a:lvl2pPr>
            <a:lvl3pPr marL="817839" indent="0" algn="ctr">
              <a:buNone/>
              <a:defRPr sz="1610"/>
            </a:lvl3pPr>
            <a:lvl4pPr marL="1226759" indent="0" algn="ctr">
              <a:buNone/>
              <a:defRPr sz="1431"/>
            </a:lvl4pPr>
            <a:lvl5pPr marL="1635679" indent="0" algn="ctr">
              <a:buNone/>
              <a:defRPr sz="1431"/>
            </a:lvl5pPr>
            <a:lvl6pPr marL="2044598" indent="0" algn="ctr">
              <a:buNone/>
              <a:defRPr sz="1431"/>
            </a:lvl6pPr>
            <a:lvl7pPr marL="2453518" indent="0" algn="ctr">
              <a:buNone/>
              <a:defRPr sz="1431"/>
            </a:lvl7pPr>
            <a:lvl8pPr marL="2862438" indent="0" algn="ctr">
              <a:buNone/>
              <a:defRPr sz="1431"/>
            </a:lvl8pPr>
            <a:lvl9pPr marL="3271357" indent="0" algn="ctr">
              <a:buNone/>
              <a:defRPr sz="1431"/>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C581EB25-8590-A947-9D32-4F0415A99404}" type="datetimeFigureOut">
              <a:rPr lang="fr-FR" smtClean="0"/>
              <a:t>29/10/2026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A5F66E6-B523-9F42-A47F-42F2601227B1}" type="slidenum">
              <a:rPr lang="fr-FR" smtClean="0"/>
              <a:t>‹#›</a:t>
            </a:fld>
            <a:endParaRPr lang="fr-FR"/>
          </a:p>
        </p:txBody>
      </p:sp>
    </p:spTree>
    <p:extLst>
      <p:ext uri="{BB962C8B-B14F-4D97-AF65-F5344CB8AC3E}">
        <p14:creationId xmlns:p14="http://schemas.microsoft.com/office/powerpoint/2010/main" val="2275252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C581EB25-8590-A947-9D32-4F0415A99404}" type="datetimeFigureOut">
              <a:rPr lang="fr-FR" smtClean="0"/>
              <a:t>29/10/2026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A5F66E6-B523-9F42-A47F-42F2601227B1}" type="slidenum">
              <a:rPr lang="fr-FR" smtClean="0"/>
              <a:t>‹#›</a:t>
            </a:fld>
            <a:endParaRPr lang="fr-FR"/>
          </a:p>
        </p:txBody>
      </p:sp>
    </p:spTree>
    <p:extLst>
      <p:ext uri="{BB962C8B-B14F-4D97-AF65-F5344CB8AC3E}">
        <p14:creationId xmlns:p14="http://schemas.microsoft.com/office/powerpoint/2010/main" val="1067548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633" y="1529266"/>
            <a:ext cx="10512862" cy="2551615"/>
          </a:xfrm>
        </p:spPr>
        <p:txBody>
          <a:bodyPr anchor="b"/>
          <a:lstStyle>
            <a:lvl1pPr>
              <a:defRPr sz="5366"/>
            </a:lvl1pPr>
          </a:lstStyle>
          <a:p>
            <a:r>
              <a:rPr lang="fr-FR"/>
              <a:t>Modifiez le style du titre</a:t>
            </a:r>
            <a:endParaRPr lang="en-US"/>
          </a:p>
        </p:txBody>
      </p:sp>
      <p:sp>
        <p:nvSpPr>
          <p:cNvPr id="3" name="Text Placeholder 2"/>
          <p:cNvSpPr>
            <a:spLocks noGrp="1"/>
          </p:cNvSpPr>
          <p:nvPr>
            <p:ph type="body" idx="1"/>
          </p:nvPr>
        </p:nvSpPr>
        <p:spPr>
          <a:xfrm>
            <a:off x="831633" y="4105020"/>
            <a:ext cx="10512862" cy="1341834"/>
          </a:xfrm>
        </p:spPr>
        <p:txBody>
          <a:bodyPr/>
          <a:lstStyle>
            <a:lvl1pPr marL="0" indent="0">
              <a:buNone/>
              <a:defRPr sz="2147">
                <a:solidFill>
                  <a:schemeClr val="tx1">
                    <a:tint val="82000"/>
                  </a:schemeClr>
                </a:solidFill>
              </a:defRPr>
            </a:lvl1pPr>
            <a:lvl2pPr marL="408920" indent="0">
              <a:buNone/>
              <a:defRPr sz="1789">
                <a:solidFill>
                  <a:schemeClr val="tx1">
                    <a:tint val="82000"/>
                  </a:schemeClr>
                </a:solidFill>
              </a:defRPr>
            </a:lvl2pPr>
            <a:lvl3pPr marL="817839" indent="0">
              <a:buNone/>
              <a:defRPr sz="1610">
                <a:solidFill>
                  <a:schemeClr val="tx1">
                    <a:tint val="82000"/>
                  </a:schemeClr>
                </a:solidFill>
              </a:defRPr>
            </a:lvl3pPr>
            <a:lvl4pPr marL="1226759" indent="0">
              <a:buNone/>
              <a:defRPr sz="1431">
                <a:solidFill>
                  <a:schemeClr val="tx1">
                    <a:tint val="82000"/>
                  </a:schemeClr>
                </a:solidFill>
              </a:defRPr>
            </a:lvl4pPr>
            <a:lvl5pPr marL="1635679" indent="0">
              <a:buNone/>
              <a:defRPr sz="1431">
                <a:solidFill>
                  <a:schemeClr val="tx1">
                    <a:tint val="82000"/>
                  </a:schemeClr>
                </a:solidFill>
              </a:defRPr>
            </a:lvl5pPr>
            <a:lvl6pPr marL="2044598" indent="0">
              <a:buNone/>
              <a:defRPr sz="1431">
                <a:solidFill>
                  <a:schemeClr val="tx1">
                    <a:tint val="82000"/>
                  </a:schemeClr>
                </a:solidFill>
              </a:defRPr>
            </a:lvl6pPr>
            <a:lvl7pPr marL="2453518" indent="0">
              <a:buNone/>
              <a:defRPr sz="1431">
                <a:solidFill>
                  <a:schemeClr val="tx1">
                    <a:tint val="82000"/>
                  </a:schemeClr>
                </a:solidFill>
              </a:defRPr>
            </a:lvl7pPr>
            <a:lvl8pPr marL="2862438" indent="0">
              <a:buNone/>
              <a:defRPr sz="1431">
                <a:solidFill>
                  <a:schemeClr val="tx1">
                    <a:tint val="82000"/>
                  </a:schemeClr>
                </a:solidFill>
              </a:defRPr>
            </a:lvl8pPr>
            <a:lvl9pPr marL="3271357" indent="0">
              <a:buNone/>
              <a:defRPr sz="1431">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581EB25-8590-A947-9D32-4F0415A99404}" type="datetimeFigureOut">
              <a:rPr lang="fr-FR" smtClean="0"/>
              <a:t>29/10/2026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A5F66E6-B523-9F42-A47F-42F2601227B1}" type="slidenum">
              <a:rPr lang="fr-FR" smtClean="0"/>
              <a:t>‹#›</a:t>
            </a:fld>
            <a:endParaRPr lang="fr-FR"/>
          </a:p>
        </p:txBody>
      </p:sp>
    </p:spTree>
    <p:extLst>
      <p:ext uri="{BB962C8B-B14F-4D97-AF65-F5344CB8AC3E}">
        <p14:creationId xmlns:p14="http://schemas.microsoft.com/office/powerpoint/2010/main" val="3056438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837982" y="1632920"/>
            <a:ext cx="5180251" cy="389203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0592" y="1632920"/>
            <a:ext cx="5180251" cy="389203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C581EB25-8590-A947-9D32-4F0415A99404}" type="datetimeFigureOut">
              <a:rPr lang="fr-FR" smtClean="0"/>
              <a:t>29/10/2026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A5F66E6-B523-9F42-A47F-42F2601227B1}" type="slidenum">
              <a:rPr lang="fr-FR" smtClean="0"/>
              <a:t>‹#›</a:t>
            </a:fld>
            <a:endParaRPr lang="fr-FR"/>
          </a:p>
        </p:txBody>
      </p:sp>
    </p:spTree>
    <p:extLst>
      <p:ext uri="{BB962C8B-B14F-4D97-AF65-F5344CB8AC3E}">
        <p14:creationId xmlns:p14="http://schemas.microsoft.com/office/powerpoint/2010/main" val="763347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569" y="326585"/>
            <a:ext cx="10512862" cy="1185642"/>
          </a:xfrm>
        </p:spPr>
        <p:txBody>
          <a:bodyPr/>
          <a:lstStyle/>
          <a:p>
            <a:r>
              <a:rPr lang="fr-FR"/>
              <a:t>Modifiez le style du titre</a:t>
            </a:r>
            <a:endParaRPr lang="en-US"/>
          </a:p>
        </p:txBody>
      </p:sp>
      <p:sp>
        <p:nvSpPr>
          <p:cNvPr id="3" name="Text Placeholder 2"/>
          <p:cNvSpPr>
            <a:spLocks noGrp="1"/>
          </p:cNvSpPr>
          <p:nvPr>
            <p:ph type="body" idx="1"/>
          </p:nvPr>
        </p:nvSpPr>
        <p:spPr>
          <a:xfrm>
            <a:off x="839570" y="1503707"/>
            <a:ext cx="5156444" cy="736944"/>
          </a:xfrm>
        </p:spPr>
        <p:txBody>
          <a:bodyPr anchor="b"/>
          <a:lstStyle>
            <a:lvl1pPr marL="0" indent="0">
              <a:buNone/>
              <a:defRPr sz="2147" b="1"/>
            </a:lvl1pPr>
            <a:lvl2pPr marL="408920" indent="0">
              <a:buNone/>
              <a:defRPr sz="1789" b="1"/>
            </a:lvl2pPr>
            <a:lvl3pPr marL="817839" indent="0">
              <a:buNone/>
              <a:defRPr sz="1610" b="1"/>
            </a:lvl3pPr>
            <a:lvl4pPr marL="1226759" indent="0">
              <a:buNone/>
              <a:defRPr sz="1431" b="1"/>
            </a:lvl4pPr>
            <a:lvl5pPr marL="1635679" indent="0">
              <a:buNone/>
              <a:defRPr sz="1431" b="1"/>
            </a:lvl5pPr>
            <a:lvl6pPr marL="2044598" indent="0">
              <a:buNone/>
              <a:defRPr sz="1431" b="1"/>
            </a:lvl6pPr>
            <a:lvl7pPr marL="2453518" indent="0">
              <a:buNone/>
              <a:defRPr sz="1431" b="1"/>
            </a:lvl7pPr>
            <a:lvl8pPr marL="2862438" indent="0">
              <a:buNone/>
              <a:defRPr sz="1431" b="1"/>
            </a:lvl8pPr>
            <a:lvl9pPr marL="3271357" indent="0">
              <a:buNone/>
              <a:defRPr sz="1431" b="1"/>
            </a:lvl9pPr>
          </a:lstStyle>
          <a:p>
            <a:pPr lvl="0"/>
            <a:r>
              <a:rPr lang="fr-FR"/>
              <a:t>Cliquez pour modifier les styles du texte du masque</a:t>
            </a:r>
          </a:p>
        </p:txBody>
      </p:sp>
      <p:sp>
        <p:nvSpPr>
          <p:cNvPr id="4" name="Content Placeholder 3"/>
          <p:cNvSpPr>
            <a:spLocks noGrp="1"/>
          </p:cNvSpPr>
          <p:nvPr>
            <p:ph sz="half" idx="2"/>
          </p:nvPr>
        </p:nvSpPr>
        <p:spPr>
          <a:xfrm>
            <a:off x="839570" y="2240651"/>
            <a:ext cx="5156444" cy="329565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170593" y="1503707"/>
            <a:ext cx="5181838" cy="736944"/>
          </a:xfrm>
        </p:spPr>
        <p:txBody>
          <a:bodyPr anchor="b"/>
          <a:lstStyle>
            <a:lvl1pPr marL="0" indent="0">
              <a:buNone/>
              <a:defRPr sz="2147" b="1"/>
            </a:lvl1pPr>
            <a:lvl2pPr marL="408920" indent="0">
              <a:buNone/>
              <a:defRPr sz="1789" b="1"/>
            </a:lvl2pPr>
            <a:lvl3pPr marL="817839" indent="0">
              <a:buNone/>
              <a:defRPr sz="1610" b="1"/>
            </a:lvl3pPr>
            <a:lvl4pPr marL="1226759" indent="0">
              <a:buNone/>
              <a:defRPr sz="1431" b="1"/>
            </a:lvl4pPr>
            <a:lvl5pPr marL="1635679" indent="0">
              <a:buNone/>
              <a:defRPr sz="1431" b="1"/>
            </a:lvl5pPr>
            <a:lvl6pPr marL="2044598" indent="0">
              <a:buNone/>
              <a:defRPr sz="1431" b="1"/>
            </a:lvl6pPr>
            <a:lvl7pPr marL="2453518" indent="0">
              <a:buNone/>
              <a:defRPr sz="1431" b="1"/>
            </a:lvl7pPr>
            <a:lvl8pPr marL="2862438" indent="0">
              <a:buNone/>
              <a:defRPr sz="1431" b="1"/>
            </a:lvl8pPr>
            <a:lvl9pPr marL="3271357" indent="0">
              <a:buNone/>
              <a:defRPr sz="1431" b="1"/>
            </a:lvl9pPr>
          </a:lstStyle>
          <a:p>
            <a:pPr lvl="0"/>
            <a:r>
              <a:rPr lang="fr-FR"/>
              <a:t>Cliquez pour modifier les styles du texte du masque</a:t>
            </a:r>
          </a:p>
        </p:txBody>
      </p:sp>
      <p:sp>
        <p:nvSpPr>
          <p:cNvPr id="6" name="Content Placeholder 5"/>
          <p:cNvSpPr>
            <a:spLocks noGrp="1"/>
          </p:cNvSpPr>
          <p:nvPr>
            <p:ph sz="quarter" idx="4"/>
          </p:nvPr>
        </p:nvSpPr>
        <p:spPr>
          <a:xfrm>
            <a:off x="6170593" y="2240651"/>
            <a:ext cx="5181838" cy="329565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C581EB25-8590-A947-9D32-4F0415A99404}" type="datetimeFigureOut">
              <a:rPr lang="fr-FR" smtClean="0"/>
              <a:t>29/10/2026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CA5F66E6-B523-9F42-A47F-42F2601227B1}" type="slidenum">
              <a:rPr lang="fr-FR" smtClean="0"/>
              <a:t>‹#›</a:t>
            </a:fld>
            <a:endParaRPr lang="fr-FR"/>
          </a:p>
        </p:txBody>
      </p:sp>
    </p:spTree>
    <p:extLst>
      <p:ext uri="{BB962C8B-B14F-4D97-AF65-F5344CB8AC3E}">
        <p14:creationId xmlns:p14="http://schemas.microsoft.com/office/powerpoint/2010/main" val="3418970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C581EB25-8590-A947-9D32-4F0415A99404}" type="datetimeFigureOut">
              <a:rPr lang="fr-FR" smtClean="0"/>
              <a:t>29/10/2026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CA5F66E6-B523-9F42-A47F-42F2601227B1}" type="slidenum">
              <a:rPr lang="fr-FR" smtClean="0"/>
              <a:t>‹#›</a:t>
            </a:fld>
            <a:endParaRPr lang="fr-FR"/>
          </a:p>
        </p:txBody>
      </p:sp>
    </p:spTree>
    <p:extLst>
      <p:ext uri="{BB962C8B-B14F-4D97-AF65-F5344CB8AC3E}">
        <p14:creationId xmlns:p14="http://schemas.microsoft.com/office/powerpoint/2010/main" val="225269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81EB25-8590-A947-9D32-4F0415A99404}" type="datetimeFigureOut">
              <a:rPr lang="fr-FR" smtClean="0"/>
              <a:t>29/10/2026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CA5F66E6-B523-9F42-A47F-42F2601227B1}" type="slidenum">
              <a:rPr lang="fr-FR" smtClean="0"/>
              <a:t>‹#›</a:t>
            </a:fld>
            <a:endParaRPr lang="fr-FR"/>
          </a:p>
        </p:txBody>
      </p:sp>
    </p:spTree>
    <p:extLst>
      <p:ext uri="{BB962C8B-B14F-4D97-AF65-F5344CB8AC3E}">
        <p14:creationId xmlns:p14="http://schemas.microsoft.com/office/powerpoint/2010/main" val="510015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570" y="408940"/>
            <a:ext cx="3931213" cy="1431290"/>
          </a:xfrm>
        </p:spPr>
        <p:txBody>
          <a:bodyPr anchor="b"/>
          <a:lstStyle>
            <a:lvl1pPr>
              <a:defRPr sz="2862"/>
            </a:lvl1pPr>
          </a:lstStyle>
          <a:p>
            <a:r>
              <a:rPr lang="fr-FR"/>
              <a:t>Modifiez le style du titre</a:t>
            </a:r>
            <a:endParaRPr lang="en-US"/>
          </a:p>
        </p:txBody>
      </p:sp>
      <p:sp>
        <p:nvSpPr>
          <p:cNvPr id="3" name="Content Placeholder 2"/>
          <p:cNvSpPr>
            <a:spLocks noGrp="1"/>
          </p:cNvSpPr>
          <p:nvPr>
            <p:ph idx="1"/>
          </p:nvPr>
        </p:nvSpPr>
        <p:spPr>
          <a:xfrm>
            <a:off x="5181838" y="883197"/>
            <a:ext cx="6170593" cy="4359187"/>
          </a:xfrm>
        </p:spPr>
        <p:txBody>
          <a:bodyPr/>
          <a:lstStyle>
            <a:lvl1pPr>
              <a:defRPr sz="2862"/>
            </a:lvl1pPr>
            <a:lvl2pPr>
              <a:defRPr sz="2504"/>
            </a:lvl2pPr>
            <a:lvl3pPr>
              <a:defRPr sz="2147"/>
            </a:lvl3pPr>
            <a:lvl4pPr>
              <a:defRPr sz="1789"/>
            </a:lvl4pPr>
            <a:lvl5pPr>
              <a:defRPr sz="1789"/>
            </a:lvl5pPr>
            <a:lvl6pPr>
              <a:defRPr sz="1789"/>
            </a:lvl6pPr>
            <a:lvl7pPr>
              <a:defRPr sz="1789"/>
            </a:lvl7pPr>
            <a:lvl8pPr>
              <a:defRPr sz="1789"/>
            </a:lvl8pPr>
            <a:lvl9pPr>
              <a:defRPr sz="1789"/>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839570" y="1840230"/>
            <a:ext cx="3931213" cy="3409254"/>
          </a:xfrm>
        </p:spPr>
        <p:txBody>
          <a:bodyPr/>
          <a:lstStyle>
            <a:lvl1pPr marL="0" indent="0">
              <a:buNone/>
              <a:defRPr sz="1431"/>
            </a:lvl1pPr>
            <a:lvl2pPr marL="408920" indent="0">
              <a:buNone/>
              <a:defRPr sz="1252"/>
            </a:lvl2pPr>
            <a:lvl3pPr marL="817839" indent="0">
              <a:buNone/>
              <a:defRPr sz="1073"/>
            </a:lvl3pPr>
            <a:lvl4pPr marL="1226759" indent="0">
              <a:buNone/>
              <a:defRPr sz="894"/>
            </a:lvl4pPr>
            <a:lvl5pPr marL="1635679" indent="0">
              <a:buNone/>
              <a:defRPr sz="894"/>
            </a:lvl5pPr>
            <a:lvl6pPr marL="2044598" indent="0">
              <a:buNone/>
              <a:defRPr sz="894"/>
            </a:lvl6pPr>
            <a:lvl7pPr marL="2453518" indent="0">
              <a:buNone/>
              <a:defRPr sz="894"/>
            </a:lvl7pPr>
            <a:lvl8pPr marL="2862438" indent="0">
              <a:buNone/>
              <a:defRPr sz="894"/>
            </a:lvl8pPr>
            <a:lvl9pPr marL="3271357" indent="0">
              <a:buNone/>
              <a:defRPr sz="894"/>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581EB25-8590-A947-9D32-4F0415A99404}" type="datetimeFigureOut">
              <a:rPr lang="fr-FR" smtClean="0"/>
              <a:t>29/10/2026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A5F66E6-B523-9F42-A47F-42F2601227B1}" type="slidenum">
              <a:rPr lang="fr-FR" smtClean="0"/>
              <a:t>‹#›</a:t>
            </a:fld>
            <a:endParaRPr lang="fr-FR"/>
          </a:p>
        </p:txBody>
      </p:sp>
    </p:spTree>
    <p:extLst>
      <p:ext uri="{BB962C8B-B14F-4D97-AF65-F5344CB8AC3E}">
        <p14:creationId xmlns:p14="http://schemas.microsoft.com/office/powerpoint/2010/main" val="970484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570" y="408940"/>
            <a:ext cx="3931213" cy="1431290"/>
          </a:xfrm>
        </p:spPr>
        <p:txBody>
          <a:bodyPr anchor="b"/>
          <a:lstStyle>
            <a:lvl1pPr>
              <a:defRPr sz="2862"/>
            </a:lvl1pPr>
          </a:lstStyle>
          <a:p>
            <a:r>
              <a:rPr lang="fr-FR"/>
              <a:t>Modifiez le style du titre</a:t>
            </a:r>
            <a:endParaRPr lang="en-US"/>
          </a:p>
        </p:txBody>
      </p:sp>
      <p:sp>
        <p:nvSpPr>
          <p:cNvPr id="3" name="Picture Placeholder 2"/>
          <p:cNvSpPr>
            <a:spLocks noGrp="1" noChangeAspect="1"/>
          </p:cNvSpPr>
          <p:nvPr>
            <p:ph type="pic" idx="1"/>
          </p:nvPr>
        </p:nvSpPr>
        <p:spPr>
          <a:xfrm>
            <a:off x="5181838" y="883197"/>
            <a:ext cx="6170593" cy="4359187"/>
          </a:xfrm>
        </p:spPr>
        <p:txBody>
          <a:bodyPr anchor="t"/>
          <a:lstStyle>
            <a:lvl1pPr marL="0" indent="0">
              <a:buNone/>
              <a:defRPr sz="2862"/>
            </a:lvl1pPr>
            <a:lvl2pPr marL="408920" indent="0">
              <a:buNone/>
              <a:defRPr sz="2504"/>
            </a:lvl2pPr>
            <a:lvl3pPr marL="817839" indent="0">
              <a:buNone/>
              <a:defRPr sz="2147"/>
            </a:lvl3pPr>
            <a:lvl4pPr marL="1226759" indent="0">
              <a:buNone/>
              <a:defRPr sz="1789"/>
            </a:lvl4pPr>
            <a:lvl5pPr marL="1635679" indent="0">
              <a:buNone/>
              <a:defRPr sz="1789"/>
            </a:lvl5pPr>
            <a:lvl6pPr marL="2044598" indent="0">
              <a:buNone/>
              <a:defRPr sz="1789"/>
            </a:lvl6pPr>
            <a:lvl7pPr marL="2453518" indent="0">
              <a:buNone/>
              <a:defRPr sz="1789"/>
            </a:lvl7pPr>
            <a:lvl8pPr marL="2862438" indent="0">
              <a:buNone/>
              <a:defRPr sz="1789"/>
            </a:lvl8pPr>
            <a:lvl9pPr marL="3271357" indent="0">
              <a:buNone/>
              <a:defRPr sz="1789"/>
            </a:lvl9pPr>
          </a:lstStyle>
          <a:p>
            <a:r>
              <a:rPr lang="fr-FR"/>
              <a:t>Cliquez sur l'icône pour ajouter une image</a:t>
            </a:r>
            <a:endParaRPr lang="en-US"/>
          </a:p>
        </p:txBody>
      </p:sp>
      <p:sp>
        <p:nvSpPr>
          <p:cNvPr id="4" name="Text Placeholder 3"/>
          <p:cNvSpPr>
            <a:spLocks noGrp="1"/>
          </p:cNvSpPr>
          <p:nvPr>
            <p:ph type="body" sz="half" idx="2"/>
          </p:nvPr>
        </p:nvSpPr>
        <p:spPr>
          <a:xfrm>
            <a:off x="839570" y="1840230"/>
            <a:ext cx="3931213" cy="3409254"/>
          </a:xfrm>
        </p:spPr>
        <p:txBody>
          <a:bodyPr/>
          <a:lstStyle>
            <a:lvl1pPr marL="0" indent="0">
              <a:buNone/>
              <a:defRPr sz="1431"/>
            </a:lvl1pPr>
            <a:lvl2pPr marL="408920" indent="0">
              <a:buNone/>
              <a:defRPr sz="1252"/>
            </a:lvl2pPr>
            <a:lvl3pPr marL="817839" indent="0">
              <a:buNone/>
              <a:defRPr sz="1073"/>
            </a:lvl3pPr>
            <a:lvl4pPr marL="1226759" indent="0">
              <a:buNone/>
              <a:defRPr sz="894"/>
            </a:lvl4pPr>
            <a:lvl5pPr marL="1635679" indent="0">
              <a:buNone/>
              <a:defRPr sz="894"/>
            </a:lvl5pPr>
            <a:lvl6pPr marL="2044598" indent="0">
              <a:buNone/>
              <a:defRPr sz="894"/>
            </a:lvl6pPr>
            <a:lvl7pPr marL="2453518" indent="0">
              <a:buNone/>
              <a:defRPr sz="894"/>
            </a:lvl7pPr>
            <a:lvl8pPr marL="2862438" indent="0">
              <a:buNone/>
              <a:defRPr sz="894"/>
            </a:lvl8pPr>
            <a:lvl9pPr marL="3271357" indent="0">
              <a:buNone/>
              <a:defRPr sz="894"/>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581EB25-8590-A947-9D32-4F0415A99404}" type="datetimeFigureOut">
              <a:rPr lang="fr-FR" smtClean="0"/>
              <a:t>29/10/2026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A5F66E6-B523-9F42-A47F-42F2601227B1}" type="slidenum">
              <a:rPr lang="fr-FR" smtClean="0"/>
              <a:t>‹#›</a:t>
            </a:fld>
            <a:endParaRPr lang="fr-FR"/>
          </a:p>
        </p:txBody>
      </p:sp>
    </p:spTree>
    <p:extLst>
      <p:ext uri="{BB962C8B-B14F-4D97-AF65-F5344CB8AC3E}">
        <p14:creationId xmlns:p14="http://schemas.microsoft.com/office/powerpoint/2010/main" val="255156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C581EB25-8590-A947-9D32-4F0415A99404}" type="datetimeFigureOut">
              <a:rPr lang="fr-FR" smtClean="0"/>
              <a:t>29/10/2026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A5F66E6-B523-9F42-A47F-42F2601227B1}" type="slidenum">
              <a:rPr lang="fr-FR" smtClean="0"/>
              <a:t>‹#›</a:t>
            </a:fld>
            <a:endParaRPr lang="fr-FR"/>
          </a:p>
        </p:txBody>
      </p:sp>
    </p:spTree>
    <p:extLst>
      <p:ext uri="{BB962C8B-B14F-4D97-AF65-F5344CB8AC3E}">
        <p14:creationId xmlns:p14="http://schemas.microsoft.com/office/powerpoint/2010/main" val="3110435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2628" y="326584"/>
            <a:ext cx="2628215" cy="5198366"/>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837982" y="326584"/>
            <a:ext cx="7732286" cy="5198366"/>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C581EB25-8590-A947-9D32-4F0415A99404}" type="datetimeFigureOut">
              <a:rPr lang="fr-FR" smtClean="0"/>
              <a:t>29/10/2026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A5F66E6-B523-9F42-A47F-42F2601227B1}" type="slidenum">
              <a:rPr lang="fr-FR" smtClean="0"/>
              <a:t>‹#›</a:t>
            </a:fld>
            <a:endParaRPr lang="fr-FR"/>
          </a:p>
        </p:txBody>
      </p:sp>
    </p:spTree>
    <p:extLst>
      <p:ext uri="{BB962C8B-B14F-4D97-AF65-F5344CB8AC3E}">
        <p14:creationId xmlns:p14="http://schemas.microsoft.com/office/powerpoint/2010/main" val="193370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FF8D6-60C5-FF30-5A54-460B48608930}"/>
              </a:ext>
            </a:extLst>
          </p:cNvPr>
          <p:cNvSpPr>
            <a:spLocks noGrp="1"/>
          </p:cNvSpPr>
          <p:nvPr>
            <p:ph type="ctrTitle"/>
          </p:nvPr>
        </p:nvSpPr>
        <p:spPr>
          <a:xfrm>
            <a:off x="1523603" y="1003891"/>
            <a:ext cx="9141619" cy="2135576"/>
          </a:xfrm>
        </p:spPr>
        <p:txBody>
          <a:bodyPr anchor="b"/>
          <a:lstStyle>
            <a:lvl1pPr algn="ctr">
              <a:defRPr sz="5366"/>
            </a:lvl1pPr>
          </a:lstStyle>
          <a:p>
            <a:r>
              <a:rPr lang="en-GB"/>
              <a:t>Click to edit Master title style</a:t>
            </a:r>
            <a:endParaRPr lang="en-US"/>
          </a:p>
        </p:txBody>
      </p:sp>
      <p:sp>
        <p:nvSpPr>
          <p:cNvPr id="3" name="Subtitle 2">
            <a:extLst>
              <a:ext uri="{FF2B5EF4-FFF2-40B4-BE49-F238E27FC236}">
                <a16:creationId xmlns:a16="http://schemas.microsoft.com/office/drawing/2014/main" id="{EBDC4851-CF93-4301-3ED2-0B3E9089EFF2}"/>
              </a:ext>
            </a:extLst>
          </p:cNvPr>
          <p:cNvSpPr>
            <a:spLocks noGrp="1"/>
          </p:cNvSpPr>
          <p:nvPr>
            <p:ph type="subTitle" idx="1"/>
          </p:nvPr>
        </p:nvSpPr>
        <p:spPr>
          <a:xfrm>
            <a:off x="1523603" y="3221823"/>
            <a:ext cx="9141619" cy="1480987"/>
          </a:xfrm>
        </p:spPr>
        <p:txBody>
          <a:bodyPr/>
          <a:lstStyle>
            <a:lvl1pPr marL="0" indent="0" algn="ctr">
              <a:buNone/>
              <a:defRPr sz="2147"/>
            </a:lvl1pPr>
            <a:lvl2pPr marL="408920" indent="0" algn="ctr">
              <a:buNone/>
              <a:defRPr sz="1789"/>
            </a:lvl2pPr>
            <a:lvl3pPr marL="817839" indent="0" algn="ctr">
              <a:buNone/>
              <a:defRPr sz="1610"/>
            </a:lvl3pPr>
            <a:lvl4pPr marL="1226759" indent="0" algn="ctr">
              <a:buNone/>
              <a:defRPr sz="1431"/>
            </a:lvl4pPr>
            <a:lvl5pPr marL="1635679" indent="0" algn="ctr">
              <a:buNone/>
              <a:defRPr sz="1431"/>
            </a:lvl5pPr>
            <a:lvl6pPr marL="2044598" indent="0" algn="ctr">
              <a:buNone/>
              <a:defRPr sz="1431"/>
            </a:lvl6pPr>
            <a:lvl7pPr marL="2453518" indent="0" algn="ctr">
              <a:buNone/>
              <a:defRPr sz="1431"/>
            </a:lvl7pPr>
            <a:lvl8pPr marL="2862438" indent="0" algn="ctr">
              <a:buNone/>
              <a:defRPr sz="1431"/>
            </a:lvl8pPr>
            <a:lvl9pPr marL="3271357" indent="0" algn="ctr">
              <a:buNone/>
              <a:defRPr sz="1431"/>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74DA259-7365-D91D-707A-6A22EAFDD572}"/>
              </a:ext>
            </a:extLst>
          </p:cNvPr>
          <p:cNvSpPr>
            <a:spLocks noGrp="1"/>
          </p:cNvSpPr>
          <p:nvPr>
            <p:ph type="dt" sz="half" idx="10"/>
          </p:nvPr>
        </p:nvSpPr>
        <p:spPr/>
        <p:txBody>
          <a:bodyPr/>
          <a:lstStyle/>
          <a:p>
            <a:fld id="{57D7C1D0-3E7A-5D46-9B8A-850D607C0C16}" type="datetimeFigureOut">
              <a:rPr lang="en-US" smtClean="0"/>
              <a:t>10/29/2026</a:t>
            </a:fld>
            <a:endParaRPr lang="en-US"/>
          </a:p>
        </p:txBody>
      </p:sp>
      <p:sp>
        <p:nvSpPr>
          <p:cNvPr id="5" name="Footer Placeholder 4">
            <a:extLst>
              <a:ext uri="{FF2B5EF4-FFF2-40B4-BE49-F238E27FC236}">
                <a16:creationId xmlns:a16="http://schemas.microsoft.com/office/drawing/2014/main" id="{5B927ECE-A211-FF6E-778A-13B5A85671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A5098E-2B9F-8CA8-CB9C-19479B101777}"/>
              </a:ext>
            </a:extLst>
          </p:cNvPr>
          <p:cNvSpPr>
            <a:spLocks noGrp="1"/>
          </p:cNvSpPr>
          <p:nvPr>
            <p:ph type="sldNum" sz="quarter" idx="12"/>
          </p:nvPr>
        </p:nvSpPr>
        <p:spPr/>
        <p:txBody>
          <a:bodyPr/>
          <a:lstStyle/>
          <a:p>
            <a:fld id="{956E2DD9-014D-C943-9179-B6A04ACF3FA4}" type="slidenum">
              <a:rPr lang="en-US" smtClean="0"/>
              <a:t>‹#›</a:t>
            </a:fld>
            <a:endParaRPr lang="en-US"/>
          </a:p>
        </p:txBody>
      </p:sp>
    </p:spTree>
    <p:extLst>
      <p:ext uri="{BB962C8B-B14F-4D97-AF65-F5344CB8AC3E}">
        <p14:creationId xmlns:p14="http://schemas.microsoft.com/office/powerpoint/2010/main" val="3345301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29D8A-C637-AB0F-C488-A62EB12143E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8A94C77-CBCF-35E8-D3AB-9BA8E3A3B13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CFCA28F-850D-8B10-371A-C506DEC91066}"/>
              </a:ext>
            </a:extLst>
          </p:cNvPr>
          <p:cNvSpPr>
            <a:spLocks noGrp="1"/>
          </p:cNvSpPr>
          <p:nvPr>
            <p:ph type="dt" sz="half" idx="10"/>
          </p:nvPr>
        </p:nvSpPr>
        <p:spPr/>
        <p:txBody>
          <a:bodyPr/>
          <a:lstStyle/>
          <a:p>
            <a:fld id="{57D7C1D0-3E7A-5D46-9B8A-850D607C0C16}" type="datetimeFigureOut">
              <a:rPr lang="en-US" smtClean="0"/>
              <a:t>10/29/2026</a:t>
            </a:fld>
            <a:endParaRPr lang="en-US"/>
          </a:p>
        </p:txBody>
      </p:sp>
      <p:sp>
        <p:nvSpPr>
          <p:cNvPr id="5" name="Footer Placeholder 4">
            <a:extLst>
              <a:ext uri="{FF2B5EF4-FFF2-40B4-BE49-F238E27FC236}">
                <a16:creationId xmlns:a16="http://schemas.microsoft.com/office/drawing/2014/main" id="{0C39868B-861B-B8C8-0500-B1090DD150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02C74C-F4F7-AB46-7598-BD9A50F941CB}"/>
              </a:ext>
            </a:extLst>
          </p:cNvPr>
          <p:cNvSpPr>
            <a:spLocks noGrp="1"/>
          </p:cNvSpPr>
          <p:nvPr>
            <p:ph type="sldNum" sz="quarter" idx="12"/>
          </p:nvPr>
        </p:nvSpPr>
        <p:spPr/>
        <p:txBody>
          <a:bodyPr/>
          <a:lstStyle/>
          <a:p>
            <a:fld id="{956E2DD9-014D-C943-9179-B6A04ACF3FA4}" type="slidenum">
              <a:rPr lang="en-US" smtClean="0"/>
              <a:t>‹#›</a:t>
            </a:fld>
            <a:endParaRPr lang="en-US"/>
          </a:p>
        </p:txBody>
      </p:sp>
    </p:spTree>
    <p:extLst>
      <p:ext uri="{BB962C8B-B14F-4D97-AF65-F5344CB8AC3E}">
        <p14:creationId xmlns:p14="http://schemas.microsoft.com/office/powerpoint/2010/main" val="38694126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6F9CC-DD52-DBD0-D599-851CD0AE0703}"/>
              </a:ext>
            </a:extLst>
          </p:cNvPr>
          <p:cNvSpPr>
            <a:spLocks noGrp="1"/>
          </p:cNvSpPr>
          <p:nvPr>
            <p:ph type="title"/>
          </p:nvPr>
        </p:nvSpPr>
        <p:spPr>
          <a:xfrm>
            <a:off x="831633" y="1529266"/>
            <a:ext cx="10512862" cy="2551615"/>
          </a:xfrm>
        </p:spPr>
        <p:txBody>
          <a:bodyPr anchor="b"/>
          <a:lstStyle>
            <a:lvl1pPr>
              <a:defRPr sz="5366"/>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5878CC7-3AFD-97D7-A6E2-092FA496142D}"/>
              </a:ext>
            </a:extLst>
          </p:cNvPr>
          <p:cNvSpPr>
            <a:spLocks noGrp="1"/>
          </p:cNvSpPr>
          <p:nvPr>
            <p:ph type="body" idx="1"/>
          </p:nvPr>
        </p:nvSpPr>
        <p:spPr>
          <a:xfrm>
            <a:off x="831633" y="4105020"/>
            <a:ext cx="10512862" cy="1341834"/>
          </a:xfrm>
        </p:spPr>
        <p:txBody>
          <a:bodyPr/>
          <a:lstStyle>
            <a:lvl1pPr marL="0" indent="0">
              <a:buNone/>
              <a:defRPr sz="2147">
                <a:solidFill>
                  <a:schemeClr val="tx1">
                    <a:tint val="75000"/>
                  </a:schemeClr>
                </a:solidFill>
              </a:defRPr>
            </a:lvl1pPr>
            <a:lvl2pPr marL="408920" indent="0">
              <a:buNone/>
              <a:defRPr sz="1789">
                <a:solidFill>
                  <a:schemeClr val="tx1">
                    <a:tint val="75000"/>
                  </a:schemeClr>
                </a:solidFill>
              </a:defRPr>
            </a:lvl2pPr>
            <a:lvl3pPr marL="817839" indent="0">
              <a:buNone/>
              <a:defRPr sz="1610">
                <a:solidFill>
                  <a:schemeClr val="tx1">
                    <a:tint val="75000"/>
                  </a:schemeClr>
                </a:solidFill>
              </a:defRPr>
            </a:lvl3pPr>
            <a:lvl4pPr marL="1226759" indent="0">
              <a:buNone/>
              <a:defRPr sz="1431">
                <a:solidFill>
                  <a:schemeClr val="tx1">
                    <a:tint val="75000"/>
                  </a:schemeClr>
                </a:solidFill>
              </a:defRPr>
            </a:lvl4pPr>
            <a:lvl5pPr marL="1635679" indent="0">
              <a:buNone/>
              <a:defRPr sz="1431">
                <a:solidFill>
                  <a:schemeClr val="tx1">
                    <a:tint val="75000"/>
                  </a:schemeClr>
                </a:solidFill>
              </a:defRPr>
            </a:lvl5pPr>
            <a:lvl6pPr marL="2044598" indent="0">
              <a:buNone/>
              <a:defRPr sz="1431">
                <a:solidFill>
                  <a:schemeClr val="tx1">
                    <a:tint val="75000"/>
                  </a:schemeClr>
                </a:solidFill>
              </a:defRPr>
            </a:lvl6pPr>
            <a:lvl7pPr marL="2453518" indent="0">
              <a:buNone/>
              <a:defRPr sz="1431">
                <a:solidFill>
                  <a:schemeClr val="tx1">
                    <a:tint val="75000"/>
                  </a:schemeClr>
                </a:solidFill>
              </a:defRPr>
            </a:lvl7pPr>
            <a:lvl8pPr marL="2862438" indent="0">
              <a:buNone/>
              <a:defRPr sz="1431">
                <a:solidFill>
                  <a:schemeClr val="tx1">
                    <a:tint val="75000"/>
                  </a:schemeClr>
                </a:solidFill>
              </a:defRPr>
            </a:lvl8pPr>
            <a:lvl9pPr marL="3271357" indent="0">
              <a:buNone/>
              <a:defRPr sz="1431">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5CADA63-AA40-59D7-E96A-A5CF083973D4}"/>
              </a:ext>
            </a:extLst>
          </p:cNvPr>
          <p:cNvSpPr>
            <a:spLocks noGrp="1"/>
          </p:cNvSpPr>
          <p:nvPr>
            <p:ph type="dt" sz="half" idx="10"/>
          </p:nvPr>
        </p:nvSpPr>
        <p:spPr/>
        <p:txBody>
          <a:bodyPr/>
          <a:lstStyle/>
          <a:p>
            <a:fld id="{57D7C1D0-3E7A-5D46-9B8A-850D607C0C16}" type="datetimeFigureOut">
              <a:rPr lang="en-US" smtClean="0"/>
              <a:t>10/29/2026</a:t>
            </a:fld>
            <a:endParaRPr lang="en-US"/>
          </a:p>
        </p:txBody>
      </p:sp>
      <p:sp>
        <p:nvSpPr>
          <p:cNvPr id="5" name="Footer Placeholder 4">
            <a:extLst>
              <a:ext uri="{FF2B5EF4-FFF2-40B4-BE49-F238E27FC236}">
                <a16:creationId xmlns:a16="http://schemas.microsoft.com/office/drawing/2014/main" id="{7C57C657-2E12-C056-6DC8-EC762B73F5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484BCA-C053-D438-8F6F-DC70CA14EC02}"/>
              </a:ext>
            </a:extLst>
          </p:cNvPr>
          <p:cNvSpPr>
            <a:spLocks noGrp="1"/>
          </p:cNvSpPr>
          <p:nvPr>
            <p:ph type="sldNum" sz="quarter" idx="12"/>
          </p:nvPr>
        </p:nvSpPr>
        <p:spPr/>
        <p:txBody>
          <a:bodyPr/>
          <a:lstStyle/>
          <a:p>
            <a:fld id="{956E2DD9-014D-C943-9179-B6A04ACF3FA4}" type="slidenum">
              <a:rPr lang="en-US" smtClean="0"/>
              <a:t>‹#›</a:t>
            </a:fld>
            <a:endParaRPr lang="en-US"/>
          </a:p>
        </p:txBody>
      </p:sp>
    </p:spTree>
    <p:extLst>
      <p:ext uri="{BB962C8B-B14F-4D97-AF65-F5344CB8AC3E}">
        <p14:creationId xmlns:p14="http://schemas.microsoft.com/office/powerpoint/2010/main" val="31550127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4C94C-7F55-F057-6D6B-4421DDA3D82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406FA2E-5EC0-DBBD-FEE7-22482BBC4D67}"/>
              </a:ext>
            </a:extLst>
          </p:cNvPr>
          <p:cNvSpPr>
            <a:spLocks noGrp="1"/>
          </p:cNvSpPr>
          <p:nvPr>
            <p:ph sz="half" idx="1"/>
          </p:nvPr>
        </p:nvSpPr>
        <p:spPr>
          <a:xfrm>
            <a:off x="837982" y="1632920"/>
            <a:ext cx="5180251" cy="389203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05ECE01-2497-B4B4-C7CC-4489C26E25E2}"/>
              </a:ext>
            </a:extLst>
          </p:cNvPr>
          <p:cNvSpPr>
            <a:spLocks noGrp="1"/>
          </p:cNvSpPr>
          <p:nvPr>
            <p:ph sz="half" idx="2"/>
          </p:nvPr>
        </p:nvSpPr>
        <p:spPr>
          <a:xfrm>
            <a:off x="6170592" y="1632920"/>
            <a:ext cx="5180251" cy="389203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EACD587-11D3-4D58-9604-BD47EC151387}"/>
              </a:ext>
            </a:extLst>
          </p:cNvPr>
          <p:cNvSpPr>
            <a:spLocks noGrp="1"/>
          </p:cNvSpPr>
          <p:nvPr>
            <p:ph type="dt" sz="half" idx="10"/>
          </p:nvPr>
        </p:nvSpPr>
        <p:spPr/>
        <p:txBody>
          <a:bodyPr/>
          <a:lstStyle/>
          <a:p>
            <a:fld id="{57D7C1D0-3E7A-5D46-9B8A-850D607C0C16}" type="datetimeFigureOut">
              <a:rPr lang="en-US" smtClean="0"/>
              <a:t>10/29/2026</a:t>
            </a:fld>
            <a:endParaRPr lang="en-US"/>
          </a:p>
        </p:txBody>
      </p:sp>
      <p:sp>
        <p:nvSpPr>
          <p:cNvPr id="6" name="Footer Placeholder 5">
            <a:extLst>
              <a:ext uri="{FF2B5EF4-FFF2-40B4-BE49-F238E27FC236}">
                <a16:creationId xmlns:a16="http://schemas.microsoft.com/office/drawing/2014/main" id="{042CCF76-6427-834C-2510-6F96C2BCFE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91CD33-622E-9546-9DFE-37DB083254BE}"/>
              </a:ext>
            </a:extLst>
          </p:cNvPr>
          <p:cNvSpPr>
            <a:spLocks noGrp="1"/>
          </p:cNvSpPr>
          <p:nvPr>
            <p:ph type="sldNum" sz="quarter" idx="12"/>
          </p:nvPr>
        </p:nvSpPr>
        <p:spPr/>
        <p:txBody>
          <a:bodyPr/>
          <a:lstStyle/>
          <a:p>
            <a:fld id="{956E2DD9-014D-C943-9179-B6A04ACF3FA4}" type="slidenum">
              <a:rPr lang="en-US" smtClean="0"/>
              <a:t>‹#›</a:t>
            </a:fld>
            <a:endParaRPr lang="en-US"/>
          </a:p>
        </p:txBody>
      </p:sp>
    </p:spTree>
    <p:extLst>
      <p:ext uri="{BB962C8B-B14F-4D97-AF65-F5344CB8AC3E}">
        <p14:creationId xmlns:p14="http://schemas.microsoft.com/office/powerpoint/2010/main" val="1345501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FFF1C-2DD0-33DA-BEF1-232F259D6229}"/>
              </a:ext>
            </a:extLst>
          </p:cNvPr>
          <p:cNvSpPr>
            <a:spLocks noGrp="1"/>
          </p:cNvSpPr>
          <p:nvPr>
            <p:ph type="title"/>
          </p:nvPr>
        </p:nvSpPr>
        <p:spPr>
          <a:xfrm>
            <a:off x="839569" y="326585"/>
            <a:ext cx="10512862" cy="1185642"/>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D440A5C-4F30-238E-01F0-E1DA6AEBE0BC}"/>
              </a:ext>
            </a:extLst>
          </p:cNvPr>
          <p:cNvSpPr>
            <a:spLocks noGrp="1"/>
          </p:cNvSpPr>
          <p:nvPr>
            <p:ph type="body" idx="1"/>
          </p:nvPr>
        </p:nvSpPr>
        <p:spPr>
          <a:xfrm>
            <a:off x="839570" y="1503707"/>
            <a:ext cx="5156444" cy="736944"/>
          </a:xfrm>
        </p:spPr>
        <p:txBody>
          <a:bodyPr anchor="b"/>
          <a:lstStyle>
            <a:lvl1pPr marL="0" indent="0">
              <a:buNone/>
              <a:defRPr sz="2147" b="1"/>
            </a:lvl1pPr>
            <a:lvl2pPr marL="408920" indent="0">
              <a:buNone/>
              <a:defRPr sz="1789" b="1"/>
            </a:lvl2pPr>
            <a:lvl3pPr marL="817839" indent="0">
              <a:buNone/>
              <a:defRPr sz="1610" b="1"/>
            </a:lvl3pPr>
            <a:lvl4pPr marL="1226759" indent="0">
              <a:buNone/>
              <a:defRPr sz="1431" b="1"/>
            </a:lvl4pPr>
            <a:lvl5pPr marL="1635679" indent="0">
              <a:buNone/>
              <a:defRPr sz="1431" b="1"/>
            </a:lvl5pPr>
            <a:lvl6pPr marL="2044598" indent="0">
              <a:buNone/>
              <a:defRPr sz="1431" b="1"/>
            </a:lvl6pPr>
            <a:lvl7pPr marL="2453518" indent="0">
              <a:buNone/>
              <a:defRPr sz="1431" b="1"/>
            </a:lvl7pPr>
            <a:lvl8pPr marL="2862438" indent="0">
              <a:buNone/>
              <a:defRPr sz="1431" b="1"/>
            </a:lvl8pPr>
            <a:lvl9pPr marL="3271357" indent="0">
              <a:buNone/>
              <a:defRPr sz="1431" b="1"/>
            </a:lvl9pPr>
          </a:lstStyle>
          <a:p>
            <a:pPr lvl="0"/>
            <a:r>
              <a:rPr lang="en-GB"/>
              <a:t>Click to edit Master text styles</a:t>
            </a:r>
          </a:p>
        </p:txBody>
      </p:sp>
      <p:sp>
        <p:nvSpPr>
          <p:cNvPr id="4" name="Content Placeholder 3">
            <a:extLst>
              <a:ext uri="{FF2B5EF4-FFF2-40B4-BE49-F238E27FC236}">
                <a16:creationId xmlns:a16="http://schemas.microsoft.com/office/drawing/2014/main" id="{20B3C0AC-E511-B3E8-A258-47A50E1EEE16}"/>
              </a:ext>
            </a:extLst>
          </p:cNvPr>
          <p:cNvSpPr>
            <a:spLocks noGrp="1"/>
          </p:cNvSpPr>
          <p:nvPr>
            <p:ph sz="half" idx="2"/>
          </p:nvPr>
        </p:nvSpPr>
        <p:spPr>
          <a:xfrm>
            <a:off x="839570" y="2240651"/>
            <a:ext cx="5156444" cy="329565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30342E6-C192-4623-7A2B-07186ACDF4B7}"/>
              </a:ext>
            </a:extLst>
          </p:cNvPr>
          <p:cNvSpPr>
            <a:spLocks noGrp="1"/>
          </p:cNvSpPr>
          <p:nvPr>
            <p:ph type="body" sz="quarter" idx="3"/>
          </p:nvPr>
        </p:nvSpPr>
        <p:spPr>
          <a:xfrm>
            <a:off x="6170593" y="1503707"/>
            <a:ext cx="5181838" cy="736944"/>
          </a:xfrm>
        </p:spPr>
        <p:txBody>
          <a:bodyPr anchor="b"/>
          <a:lstStyle>
            <a:lvl1pPr marL="0" indent="0">
              <a:buNone/>
              <a:defRPr sz="2147" b="1"/>
            </a:lvl1pPr>
            <a:lvl2pPr marL="408920" indent="0">
              <a:buNone/>
              <a:defRPr sz="1789" b="1"/>
            </a:lvl2pPr>
            <a:lvl3pPr marL="817839" indent="0">
              <a:buNone/>
              <a:defRPr sz="1610" b="1"/>
            </a:lvl3pPr>
            <a:lvl4pPr marL="1226759" indent="0">
              <a:buNone/>
              <a:defRPr sz="1431" b="1"/>
            </a:lvl4pPr>
            <a:lvl5pPr marL="1635679" indent="0">
              <a:buNone/>
              <a:defRPr sz="1431" b="1"/>
            </a:lvl5pPr>
            <a:lvl6pPr marL="2044598" indent="0">
              <a:buNone/>
              <a:defRPr sz="1431" b="1"/>
            </a:lvl6pPr>
            <a:lvl7pPr marL="2453518" indent="0">
              <a:buNone/>
              <a:defRPr sz="1431" b="1"/>
            </a:lvl7pPr>
            <a:lvl8pPr marL="2862438" indent="0">
              <a:buNone/>
              <a:defRPr sz="1431" b="1"/>
            </a:lvl8pPr>
            <a:lvl9pPr marL="3271357" indent="0">
              <a:buNone/>
              <a:defRPr sz="1431" b="1"/>
            </a:lvl9pPr>
          </a:lstStyle>
          <a:p>
            <a:pPr lvl="0"/>
            <a:r>
              <a:rPr lang="en-GB"/>
              <a:t>Click to edit Master text styles</a:t>
            </a:r>
          </a:p>
        </p:txBody>
      </p:sp>
      <p:sp>
        <p:nvSpPr>
          <p:cNvPr id="6" name="Content Placeholder 5">
            <a:extLst>
              <a:ext uri="{FF2B5EF4-FFF2-40B4-BE49-F238E27FC236}">
                <a16:creationId xmlns:a16="http://schemas.microsoft.com/office/drawing/2014/main" id="{A5D477E5-8A8A-524F-2F08-F9867576BEF0}"/>
              </a:ext>
            </a:extLst>
          </p:cNvPr>
          <p:cNvSpPr>
            <a:spLocks noGrp="1"/>
          </p:cNvSpPr>
          <p:nvPr>
            <p:ph sz="quarter" idx="4"/>
          </p:nvPr>
        </p:nvSpPr>
        <p:spPr>
          <a:xfrm>
            <a:off x="6170593" y="2240651"/>
            <a:ext cx="5181838" cy="329565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E2439EF-4E55-5D47-9271-F9571EFEEA75}"/>
              </a:ext>
            </a:extLst>
          </p:cNvPr>
          <p:cNvSpPr>
            <a:spLocks noGrp="1"/>
          </p:cNvSpPr>
          <p:nvPr>
            <p:ph type="dt" sz="half" idx="10"/>
          </p:nvPr>
        </p:nvSpPr>
        <p:spPr/>
        <p:txBody>
          <a:bodyPr/>
          <a:lstStyle/>
          <a:p>
            <a:fld id="{57D7C1D0-3E7A-5D46-9B8A-850D607C0C16}" type="datetimeFigureOut">
              <a:rPr lang="en-US" smtClean="0"/>
              <a:t>10/29/2026</a:t>
            </a:fld>
            <a:endParaRPr lang="en-US"/>
          </a:p>
        </p:txBody>
      </p:sp>
      <p:sp>
        <p:nvSpPr>
          <p:cNvPr id="8" name="Footer Placeholder 7">
            <a:extLst>
              <a:ext uri="{FF2B5EF4-FFF2-40B4-BE49-F238E27FC236}">
                <a16:creationId xmlns:a16="http://schemas.microsoft.com/office/drawing/2014/main" id="{06B2171C-CE6C-B0A7-00C7-E3B877DECB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4BCF94-3399-0FFF-4EC8-F385A7DE9E12}"/>
              </a:ext>
            </a:extLst>
          </p:cNvPr>
          <p:cNvSpPr>
            <a:spLocks noGrp="1"/>
          </p:cNvSpPr>
          <p:nvPr>
            <p:ph type="sldNum" sz="quarter" idx="12"/>
          </p:nvPr>
        </p:nvSpPr>
        <p:spPr/>
        <p:txBody>
          <a:bodyPr/>
          <a:lstStyle/>
          <a:p>
            <a:fld id="{956E2DD9-014D-C943-9179-B6A04ACF3FA4}" type="slidenum">
              <a:rPr lang="en-US" smtClean="0"/>
              <a:t>‹#›</a:t>
            </a:fld>
            <a:endParaRPr lang="en-US"/>
          </a:p>
        </p:txBody>
      </p:sp>
    </p:spTree>
    <p:extLst>
      <p:ext uri="{BB962C8B-B14F-4D97-AF65-F5344CB8AC3E}">
        <p14:creationId xmlns:p14="http://schemas.microsoft.com/office/powerpoint/2010/main" val="21729343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92B26-E946-7245-1FA9-37F4050E326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3788DAC-3346-9A56-ADC9-F27648F09ECD}"/>
              </a:ext>
            </a:extLst>
          </p:cNvPr>
          <p:cNvSpPr>
            <a:spLocks noGrp="1"/>
          </p:cNvSpPr>
          <p:nvPr>
            <p:ph type="dt" sz="half" idx="10"/>
          </p:nvPr>
        </p:nvSpPr>
        <p:spPr/>
        <p:txBody>
          <a:bodyPr/>
          <a:lstStyle/>
          <a:p>
            <a:fld id="{57D7C1D0-3E7A-5D46-9B8A-850D607C0C16}" type="datetimeFigureOut">
              <a:rPr lang="en-US" smtClean="0"/>
              <a:t>10/29/2026</a:t>
            </a:fld>
            <a:endParaRPr lang="en-US"/>
          </a:p>
        </p:txBody>
      </p:sp>
      <p:sp>
        <p:nvSpPr>
          <p:cNvPr id="4" name="Footer Placeholder 3">
            <a:extLst>
              <a:ext uri="{FF2B5EF4-FFF2-40B4-BE49-F238E27FC236}">
                <a16:creationId xmlns:a16="http://schemas.microsoft.com/office/drawing/2014/main" id="{39493E80-52BF-C7BB-9510-658316B6B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272BF3-DBE5-2842-37CA-CED35A6A66BB}"/>
              </a:ext>
            </a:extLst>
          </p:cNvPr>
          <p:cNvSpPr>
            <a:spLocks noGrp="1"/>
          </p:cNvSpPr>
          <p:nvPr>
            <p:ph type="sldNum" sz="quarter" idx="12"/>
          </p:nvPr>
        </p:nvSpPr>
        <p:spPr/>
        <p:txBody>
          <a:bodyPr/>
          <a:lstStyle/>
          <a:p>
            <a:fld id="{956E2DD9-014D-C943-9179-B6A04ACF3FA4}" type="slidenum">
              <a:rPr lang="en-US" smtClean="0"/>
              <a:t>‹#›</a:t>
            </a:fld>
            <a:endParaRPr lang="en-US"/>
          </a:p>
        </p:txBody>
      </p:sp>
    </p:spTree>
    <p:extLst>
      <p:ext uri="{BB962C8B-B14F-4D97-AF65-F5344CB8AC3E}">
        <p14:creationId xmlns:p14="http://schemas.microsoft.com/office/powerpoint/2010/main" val="25552204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4CD3C5-342B-7DD6-4312-FB4470C46640}"/>
              </a:ext>
            </a:extLst>
          </p:cNvPr>
          <p:cNvSpPr>
            <a:spLocks noGrp="1"/>
          </p:cNvSpPr>
          <p:nvPr>
            <p:ph type="dt" sz="half" idx="10"/>
          </p:nvPr>
        </p:nvSpPr>
        <p:spPr/>
        <p:txBody>
          <a:bodyPr/>
          <a:lstStyle/>
          <a:p>
            <a:fld id="{57D7C1D0-3E7A-5D46-9B8A-850D607C0C16}" type="datetimeFigureOut">
              <a:rPr lang="en-US" smtClean="0"/>
              <a:t>10/29/2026</a:t>
            </a:fld>
            <a:endParaRPr lang="en-US"/>
          </a:p>
        </p:txBody>
      </p:sp>
      <p:sp>
        <p:nvSpPr>
          <p:cNvPr id="3" name="Footer Placeholder 2">
            <a:extLst>
              <a:ext uri="{FF2B5EF4-FFF2-40B4-BE49-F238E27FC236}">
                <a16:creationId xmlns:a16="http://schemas.microsoft.com/office/drawing/2014/main" id="{EFC539BE-AC26-3E1E-3FF4-B727B2A220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DAC5C96-0EF4-B4AF-0F85-A7142C1233BC}"/>
              </a:ext>
            </a:extLst>
          </p:cNvPr>
          <p:cNvSpPr>
            <a:spLocks noGrp="1"/>
          </p:cNvSpPr>
          <p:nvPr>
            <p:ph type="sldNum" sz="quarter" idx="12"/>
          </p:nvPr>
        </p:nvSpPr>
        <p:spPr/>
        <p:txBody>
          <a:bodyPr/>
          <a:lstStyle/>
          <a:p>
            <a:fld id="{956E2DD9-014D-C943-9179-B6A04ACF3FA4}" type="slidenum">
              <a:rPr lang="en-US" smtClean="0"/>
              <a:t>‹#›</a:t>
            </a:fld>
            <a:endParaRPr lang="en-US"/>
          </a:p>
        </p:txBody>
      </p:sp>
    </p:spTree>
    <p:extLst>
      <p:ext uri="{BB962C8B-B14F-4D97-AF65-F5344CB8AC3E}">
        <p14:creationId xmlns:p14="http://schemas.microsoft.com/office/powerpoint/2010/main" val="23360861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814D7-2ED1-BA43-EA94-C2B8A0D7858D}"/>
              </a:ext>
            </a:extLst>
          </p:cNvPr>
          <p:cNvSpPr>
            <a:spLocks noGrp="1"/>
          </p:cNvSpPr>
          <p:nvPr>
            <p:ph type="title"/>
          </p:nvPr>
        </p:nvSpPr>
        <p:spPr>
          <a:xfrm>
            <a:off x="839570" y="408940"/>
            <a:ext cx="3931213" cy="1431290"/>
          </a:xfrm>
        </p:spPr>
        <p:txBody>
          <a:bodyPr anchor="b"/>
          <a:lstStyle>
            <a:lvl1pPr>
              <a:defRPr sz="2862"/>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D9A7CB3-8C4D-EA2E-FC0C-5C8215DC5554}"/>
              </a:ext>
            </a:extLst>
          </p:cNvPr>
          <p:cNvSpPr>
            <a:spLocks noGrp="1"/>
          </p:cNvSpPr>
          <p:nvPr>
            <p:ph idx="1"/>
          </p:nvPr>
        </p:nvSpPr>
        <p:spPr>
          <a:xfrm>
            <a:off x="5181838" y="883197"/>
            <a:ext cx="6170593" cy="4359187"/>
          </a:xfrm>
        </p:spPr>
        <p:txBody>
          <a:bodyPr/>
          <a:lstStyle>
            <a:lvl1pPr>
              <a:defRPr sz="2862"/>
            </a:lvl1pPr>
            <a:lvl2pPr>
              <a:defRPr sz="2504"/>
            </a:lvl2pPr>
            <a:lvl3pPr>
              <a:defRPr sz="2147"/>
            </a:lvl3pPr>
            <a:lvl4pPr>
              <a:defRPr sz="1789"/>
            </a:lvl4pPr>
            <a:lvl5pPr>
              <a:defRPr sz="1789"/>
            </a:lvl5pPr>
            <a:lvl6pPr>
              <a:defRPr sz="1789"/>
            </a:lvl6pPr>
            <a:lvl7pPr>
              <a:defRPr sz="1789"/>
            </a:lvl7pPr>
            <a:lvl8pPr>
              <a:defRPr sz="1789"/>
            </a:lvl8pPr>
            <a:lvl9pPr>
              <a:defRPr sz="178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CFCBD3D-B1D5-B18A-0E96-36393F6E711D}"/>
              </a:ext>
            </a:extLst>
          </p:cNvPr>
          <p:cNvSpPr>
            <a:spLocks noGrp="1"/>
          </p:cNvSpPr>
          <p:nvPr>
            <p:ph type="body" sz="half" idx="2"/>
          </p:nvPr>
        </p:nvSpPr>
        <p:spPr>
          <a:xfrm>
            <a:off x="839570" y="1840230"/>
            <a:ext cx="3931213" cy="3409254"/>
          </a:xfrm>
        </p:spPr>
        <p:txBody>
          <a:bodyPr/>
          <a:lstStyle>
            <a:lvl1pPr marL="0" indent="0">
              <a:buNone/>
              <a:defRPr sz="1431"/>
            </a:lvl1pPr>
            <a:lvl2pPr marL="408920" indent="0">
              <a:buNone/>
              <a:defRPr sz="1252"/>
            </a:lvl2pPr>
            <a:lvl3pPr marL="817839" indent="0">
              <a:buNone/>
              <a:defRPr sz="1073"/>
            </a:lvl3pPr>
            <a:lvl4pPr marL="1226759" indent="0">
              <a:buNone/>
              <a:defRPr sz="894"/>
            </a:lvl4pPr>
            <a:lvl5pPr marL="1635679" indent="0">
              <a:buNone/>
              <a:defRPr sz="894"/>
            </a:lvl5pPr>
            <a:lvl6pPr marL="2044598" indent="0">
              <a:buNone/>
              <a:defRPr sz="894"/>
            </a:lvl6pPr>
            <a:lvl7pPr marL="2453518" indent="0">
              <a:buNone/>
              <a:defRPr sz="894"/>
            </a:lvl7pPr>
            <a:lvl8pPr marL="2862438" indent="0">
              <a:buNone/>
              <a:defRPr sz="894"/>
            </a:lvl8pPr>
            <a:lvl9pPr marL="3271357" indent="0">
              <a:buNone/>
              <a:defRPr sz="894"/>
            </a:lvl9pPr>
          </a:lstStyle>
          <a:p>
            <a:pPr lvl="0"/>
            <a:r>
              <a:rPr lang="en-GB"/>
              <a:t>Click to edit Master text styles</a:t>
            </a:r>
          </a:p>
        </p:txBody>
      </p:sp>
      <p:sp>
        <p:nvSpPr>
          <p:cNvPr id="5" name="Date Placeholder 4">
            <a:extLst>
              <a:ext uri="{FF2B5EF4-FFF2-40B4-BE49-F238E27FC236}">
                <a16:creationId xmlns:a16="http://schemas.microsoft.com/office/drawing/2014/main" id="{03DA1BC7-B4A1-B701-50D0-8C0CC6A1F955}"/>
              </a:ext>
            </a:extLst>
          </p:cNvPr>
          <p:cNvSpPr>
            <a:spLocks noGrp="1"/>
          </p:cNvSpPr>
          <p:nvPr>
            <p:ph type="dt" sz="half" idx="10"/>
          </p:nvPr>
        </p:nvSpPr>
        <p:spPr/>
        <p:txBody>
          <a:bodyPr/>
          <a:lstStyle/>
          <a:p>
            <a:fld id="{57D7C1D0-3E7A-5D46-9B8A-850D607C0C16}" type="datetimeFigureOut">
              <a:rPr lang="en-US" smtClean="0"/>
              <a:t>10/29/2026</a:t>
            </a:fld>
            <a:endParaRPr lang="en-US"/>
          </a:p>
        </p:txBody>
      </p:sp>
      <p:sp>
        <p:nvSpPr>
          <p:cNvPr id="6" name="Footer Placeholder 5">
            <a:extLst>
              <a:ext uri="{FF2B5EF4-FFF2-40B4-BE49-F238E27FC236}">
                <a16:creationId xmlns:a16="http://schemas.microsoft.com/office/drawing/2014/main" id="{8D771B28-3C39-FE32-CC27-1AFAF50E50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95B928-600E-6755-C4A1-935DF2B6ABF3}"/>
              </a:ext>
            </a:extLst>
          </p:cNvPr>
          <p:cNvSpPr>
            <a:spLocks noGrp="1"/>
          </p:cNvSpPr>
          <p:nvPr>
            <p:ph type="sldNum" sz="quarter" idx="12"/>
          </p:nvPr>
        </p:nvSpPr>
        <p:spPr/>
        <p:txBody>
          <a:bodyPr/>
          <a:lstStyle/>
          <a:p>
            <a:fld id="{956E2DD9-014D-C943-9179-B6A04ACF3FA4}" type="slidenum">
              <a:rPr lang="en-US" smtClean="0"/>
              <a:t>‹#›</a:t>
            </a:fld>
            <a:endParaRPr lang="en-US"/>
          </a:p>
        </p:txBody>
      </p:sp>
    </p:spTree>
    <p:extLst>
      <p:ext uri="{BB962C8B-B14F-4D97-AF65-F5344CB8AC3E}">
        <p14:creationId xmlns:p14="http://schemas.microsoft.com/office/powerpoint/2010/main" val="29883106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99789-ADB1-1819-365F-59C19916FB7C}"/>
              </a:ext>
            </a:extLst>
          </p:cNvPr>
          <p:cNvSpPr>
            <a:spLocks noGrp="1"/>
          </p:cNvSpPr>
          <p:nvPr>
            <p:ph type="title"/>
          </p:nvPr>
        </p:nvSpPr>
        <p:spPr>
          <a:xfrm>
            <a:off x="839570" y="408940"/>
            <a:ext cx="3931213" cy="1431290"/>
          </a:xfrm>
        </p:spPr>
        <p:txBody>
          <a:bodyPr anchor="b"/>
          <a:lstStyle>
            <a:lvl1pPr>
              <a:defRPr sz="2862"/>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F43E129-9897-6DCF-290B-20F35134D30D}"/>
              </a:ext>
            </a:extLst>
          </p:cNvPr>
          <p:cNvSpPr>
            <a:spLocks noGrp="1"/>
          </p:cNvSpPr>
          <p:nvPr>
            <p:ph type="pic" idx="1"/>
          </p:nvPr>
        </p:nvSpPr>
        <p:spPr>
          <a:xfrm>
            <a:off x="5181838" y="883197"/>
            <a:ext cx="6170593" cy="4359187"/>
          </a:xfrm>
        </p:spPr>
        <p:txBody>
          <a:bodyPr/>
          <a:lstStyle>
            <a:lvl1pPr marL="0" indent="0">
              <a:buNone/>
              <a:defRPr sz="2862"/>
            </a:lvl1pPr>
            <a:lvl2pPr marL="408920" indent="0">
              <a:buNone/>
              <a:defRPr sz="2504"/>
            </a:lvl2pPr>
            <a:lvl3pPr marL="817839" indent="0">
              <a:buNone/>
              <a:defRPr sz="2147"/>
            </a:lvl3pPr>
            <a:lvl4pPr marL="1226759" indent="0">
              <a:buNone/>
              <a:defRPr sz="1789"/>
            </a:lvl4pPr>
            <a:lvl5pPr marL="1635679" indent="0">
              <a:buNone/>
              <a:defRPr sz="1789"/>
            </a:lvl5pPr>
            <a:lvl6pPr marL="2044598" indent="0">
              <a:buNone/>
              <a:defRPr sz="1789"/>
            </a:lvl6pPr>
            <a:lvl7pPr marL="2453518" indent="0">
              <a:buNone/>
              <a:defRPr sz="1789"/>
            </a:lvl7pPr>
            <a:lvl8pPr marL="2862438" indent="0">
              <a:buNone/>
              <a:defRPr sz="1789"/>
            </a:lvl8pPr>
            <a:lvl9pPr marL="3271357" indent="0">
              <a:buNone/>
              <a:defRPr sz="1789"/>
            </a:lvl9pPr>
          </a:lstStyle>
          <a:p>
            <a:endParaRPr lang="en-US"/>
          </a:p>
        </p:txBody>
      </p:sp>
      <p:sp>
        <p:nvSpPr>
          <p:cNvPr id="4" name="Text Placeholder 3">
            <a:extLst>
              <a:ext uri="{FF2B5EF4-FFF2-40B4-BE49-F238E27FC236}">
                <a16:creationId xmlns:a16="http://schemas.microsoft.com/office/drawing/2014/main" id="{5017824D-26BB-5780-3DF1-9BC6580DD70A}"/>
              </a:ext>
            </a:extLst>
          </p:cNvPr>
          <p:cNvSpPr>
            <a:spLocks noGrp="1"/>
          </p:cNvSpPr>
          <p:nvPr>
            <p:ph type="body" sz="half" idx="2"/>
          </p:nvPr>
        </p:nvSpPr>
        <p:spPr>
          <a:xfrm>
            <a:off x="839570" y="1840230"/>
            <a:ext cx="3931213" cy="3409254"/>
          </a:xfrm>
        </p:spPr>
        <p:txBody>
          <a:bodyPr/>
          <a:lstStyle>
            <a:lvl1pPr marL="0" indent="0">
              <a:buNone/>
              <a:defRPr sz="1431"/>
            </a:lvl1pPr>
            <a:lvl2pPr marL="408920" indent="0">
              <a:buNone/>
              <a:defRPr sz="1252"/>
            </a:lvl2pPr>
            <a:lvl3pPr marL="817839" indent="0">
              <a:buNone/>
              <a:defRPr sz="1073"/>
            </a:lvl3pPr>
            <a:lvl4pPr marL="1226759" indent="0">
              <a:buNone/>
              <a:defRPr sz="894"/>
            </a:lvl4pPr>
            <a:lvl5pPr marL="1635679" indent="0">
              <a:buNone/>
              <a:defRPr sz="894"/>
            </a:lvl5pPr>
            <a:lvl6pPr marL="2044598" indent="0">
              <a:buNone/>
              <a:defRPr sz="894"/>
            </a:lvl6pPr>
            <a:lvl7pPr marL="2453518" indent="0">
              <a:buNone/>
              <a:defRPr sz="894"/>
            </a:lvl7pPr>
            <a:lvl8pPr marL="2862438" indent="0">
              <a:buNone/>
              <a:defRPr sz="894"/>
            </a:lvl8pPr>
            <a:lvl9pPr marL="3271357" indent="0">
              <a:buNone/>
              <a:defRPr sz="894"/>
            </a:lvl9pPr>
          </a:lstStyle>
          <a:p>
            <a:pPr lvl="0"/>
            <a:r>
              <a:rPr lang="en-GB"/>
              <a:t>Click to edit Master text styles</a:t>
            </a:r>
          </a:p>
        </p:txBody>
      </p:sp>
      <p:sp>
        <p:nvSpPr>
          <p:cNvPr id="5" name="Date Placeholder 4">
            <a:extLst>
              <a:ext uri="{FF2B5EF4-FFF2-40B4-BE49-F238E27FC236}">
                <a16:creationId xmlns:a16="http://schemas.microsoft.com/office/drawing/2014/main" id="{9FF7C781-92FA-DF3B-413A-0179BE284D0A}"/>
              </a:ext>
            </a:extLst>
          </p:cNvPr>
          <p:cNvSpPr>
            <a:spLocks noGrp="1"/>
          </p:cNvSpPr>
          <p:nvPr>
            <p:ph type="dt" sz="half" idx="10"/>
          </p:nvPr>
        </p:nvSpPr>
        <p:spPr/>
        <p:txBody>
          <a:bodyPr/>
          <a:lstStyle/>
          <a:p>
            <a:fld id="{57D7C1D0-3E7A-5D46-9B8A-850D607C0C16}" type="datetimeFigureOut">
              <a:rPr lang="en-US" smtClean="0"/>
              <a:t>10/29/2026</a:t>
            </a:fld>
            <a:endParaRPr lang="en-US"/>
          </a:p>
        </p:txBody>
      </p:sp>
      <p:sp>
        <p:nvSpPr>
          <p:cNvPr id="6" name="Footer Placeholder 5">
            <a:extLst>
              <a:ext uri="{FF2B5EF4-FFF2-40B4-BE49-F238E27FC236}">
                <a16:creationId xmlns:a16="http://schemas.microsoft.com/office/drawing/2014/main" id="{8970F4CC-A8D9-F6F4-AB59-27E0D18973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B20D05-0752-AABF-4CA0-AC5BB60D5492}"/>
              </a:ext>
            </a:extLst>
          </p:cNvPr>
          <p:cNvSpPr>
            <a:spLocks noGrp="1"/>
          </p:cNvSpPr>
          <p:nvPr>
            <p:ph type="sldNum" sz="quarter" idx="12"/>
          </p:nvPr>
        </p:nvSpPr>
        <p:spPr/>
        <p:txBody>
          <a:bodyPr/>
          <a:lstStyle/>
          <a:p>
            <a:fld id="{956E2DD9-014D-C943-9179-B6A04ACF3FA4}" type="slidenum">
              <a:rPr lang="en-US" smtClean="0"/>
              <a:t>‹#›</a:t>
            </a:fld>
            <a:endParaRPr lang="en-US"/>
          </a:p>
        </p:txBody>
      </p:sp>
    </p:spTree>
    <p:extLst>
      <p:ext uri="{BB962C8B-B14F-4D97-AF65-F5344CB8AC3E}">
        <p14:creationId xmlns:p14="http://schemas.microsoft.com/office/powerpoint/2010/main" val="29535079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EF90A-84B6-A6D8-E84D-D6CBF8D773F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EE82109-C02C-03C5-BF33-0360BB36CC4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7C947C7-CAA2-659A-29B6-EF4DACEBC948}"/>
              </a:ext>
            </a:extLst>
          </p:cNvPr>
          <p:cNvSpPr>
            <a:spLocks noGrp="1"/>
          </p:cNvSpPr>
          <p:nvPr>
            <p:ph type="dt" sz="half" idx="10"/>
          </p:nvPr>
        </p:nvSpPr>
        <p:spPr/>
        <p:txBody>
          <a:bodyPr/>
          <a:lstStyle/>
          <a:p>
            <a:fld id="{57D7C1D0-3E7A-5D46-9B8A-850D607C0C16}" type="datetimeFigureOut">
              <a:rPr lang="en-US" smtClean="0"/>
              <a:t>10/29/2026</a:t>
            </a:fld>
            <a:endParaRPr lang="en-US"/>
          </a:p>
        </p:txBody>
      </p:sp>
      <p:sp>
        <p:nvSpPr>
          <p:cNvPr id="5" name="Footer Placeholder 4">
            <a:extLst>
              <a:ext uri="{FF2B5EF4-FFF2-40B4-BE49-F238E27FC236}">
                <a16:creationId xmlns:a16="http://schemas.microsoft.com/office/drawing/2014/main" id="{20EF24E2-D7E1-1214-BA56-625CFD1FDB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DA9289-B5AD-9FF2-B380-50ABD0FC7AB8}"/>
              </a:ext>
            </a:extLst>
          </p:cNvPr>
          <p:cNvSpPr>
            <a:spLocks noGrp="1"/>
          </p:cNvSpPr>
          <p:nvPr>
            <p:ph type="sldNum" sz="quarter" idx="12"/>
          </p:nvPr>
        </p:nvSpPr>
        <p:spPr/>
        <p:txBody>
          <a:bodyPr/>
          <a:lstStyle/>
          <a:p>
            <a:fld id="{956E2DD9-014D-C943-9179-B6A04ACF3FA4}" type="slidenum">
              <a:rPr lang="en-US" smtClean="0"/>
              <a:t>‹#›</a:t>
            </a:fld>
            <a:endParaRPr lang="en-US"/>
          </a:p>
        </p:txBody>
      </p:sp>
    </p:spTree>
    <p:extLst>
      <p:ext uri="{BB962C8B-B14F-4D97-AF65-F5344CB8AC3E}">
        <p14:creationId xmlns:p14="http://schemas.microsoft.com/office/powerpoint/2010/main" val="15767689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EEFBAB-CBF1-6A3D-634E-3A849BBDAAC0}"/>
              </a:ext>
            </a:extLst>
          </p:cNvPr>
          <p:cNvSpPr>
            <a:spLocks noGrp="1"/>
          </p:cNvSpPr>
          <p:nvPr>
            <p:ph type="title" orient="vert"/>
          </p:nvPr>
        </p:nvSpPr>
        <p:spPr>
          <a:xfrm>
            <a:off x="8722628" y="326584"/>
            <a:ext cx="2628215" cy="5198366"/>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F4E8FE9-B7F3-3999-F7CD-39F62B5C3B4D}"/>
              </a:ext>
            </a:extLst>
          </p:cNvPr>
          <p:cNvSpPr>
            <a:spLocks noGrp="1"/>
          </p:cNvSpPr>
          <p:nvPr>
            <p:ph type="body" orient="vert" idx="1"/>
          </p:nvPr>
        </p:nvSpPr>
        <p:spPr>
          <a:xfrm>
            <a:off x="837982" y="326584"/>
            <a:ext cx="7732286" cy="5198366"/>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93578D7-F2EC-177C-45F4-0D245044399C}"/>
              </a:ext>
            </a:extLst>
          </p:cNvPr>
          <p:cNvSpPr>
            <a:spLocks noGrp="1"/>
          </p:cNvSpPr>
          <p:nvPr>
            <p:ph type="dt" sz="half" idx="10"/>
          </p:nvPr>
        </p:nvSpPr>
        <p:spPr/>
        <p:txBody>
          <a:bodyPr/>
          <a:lstStyle/>
          <a:p>
            <a:fld id="{57D7C1D0-3E7A-5D46-9B8A-850D607C0C16}" type="datetimeFigureOut">
              <a:rPr lang="en-US" smtClean="0"/>
              <a:t>10/29/2026</a:t>
            </a:fld>
            <a:endParaRPr lang="en-US"/>
          </a:p>
        </p:txBody>
      </p:sp>
      <p:sp>
        <p:nvSpPr>
          <p:cNvPr id="5" name="Footer Placeholder 4">
            <a:extLst>
              <a:ext uri="{FF2B5EF4-FFF2-40B4-BE49-F238E27FC236}">
                <a16:creationId xmlns:a16="http://schemas.microsoft.com/office/drawing/2014/main" id="{86A23920-5B02-4C66-266E-534B1D2A1D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5C22B1-8E41-8155-57C0-4BDFB8018778}"/>
              </a:ext>
            </a:extLst>
          </p:cNvPr>
          <p:cNvSpPr>
            <a:spLocks noGrp="1"/>
          </p:cNvSpPr>
          <p:nvPr>
            <p:ph type="sldNum" sz="quarter" idx="12"/>
          </p:nvPr>
        </p:nvSpPr>
        <p:spPr/>
        <p:txBody>
          <a:bodyPr/>
          <a:lstStyle/>
          <a:p>
            <a:fld id="{956E2DD9-014D-C943-9179-B6A04ACF3FA4}" type="slidenum">
              <a:rPr lang="en-US" smtClean="0"/>
              <a:t>‹#›</a:t>
            </a:fld>
            <a:endParaRPr lang="en-US"/>
          </a:p>
        </p:txBody>
      </p:sp>
    </p:spTree>
    <p:extLst>
      <p:ext uri="{BB962C8B-B14F-4D97-AF65-F5344CB8AC3E}">
        <p14:creationId xmlns:p14="http://schemas.microsoft.com/office/powerpoint/2010/main" val="4364293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3604" y="1003892"/>
            <a:ext cx="9141619" cy="2135576"/>
          </a:xfrm>
        </p:spPr>
        <p:txBody>
          <a:bodyPr anchor="b"/>
          <a:lstStyle>
            <a:lvl1pPr algn="ctr">
              <a:defRPr sz="5332"/>
            </a:lvl1pPr>
          </a:lstStyle>
          <a:p>
            <a:r>
              <a:rPr lang="fr-FR"/>
              <a:t>Modifiez le style du titre</a:t>
            </a:r>
            <a:endParaRPr lang="en-US"/>
          </a:p>
        </p:txBody>
      </p:sp>
      <p:sp>
        <p:nvSpPr>
          <p:cNvPr id="3" name="Subtitle 2"/>
          <p:cNvSpPr>
            <a:spLocks noGrp="1"/>
          </p:cNvSpPr>
          <p:nvPr>
            <p:ph type="subTitle" idx="1"/>
          </p:nvPr>
        </p:nvSpPr>
        <p:spPr>
          <a:xfrm>
            <a:off x="1523604" y="3221823"/>
            <a:ext cx="9141619" cy="1480987"/>
          </a:xfrm>
        </p:spPr>
        <p:txBody>
          <a:bodyPr/>
          <a:lstStyle>
            <a:lvl1pPr marL="0" indent="0" algn="ctr">
              <a:buNone/>
              <a:defRPr sz="2133"/>
            </a:lvl1pPr>
            <a:lvl2pPr marL="406304" indent="0" algn="ctr">
              <a:buNone/>
              <a:defRPr sz="1778"/>
            </a:lvl2pPr>
            <a:lvl3pPr marL="812608" indent="0" algn="ctr">
              <a:buNone/>
              <a:defRPr sz="1600"/>
            </a:lvl3pPr>
            <a:lvl4pPr marL="1218912" indent="0" algn="ctr">
              <a:buNone/>
              <a:defRPr sz="1422"/>
            </a:lvl4pPr>
            <a:lvl5pPr marL="1625215" indent="0" algn="ctr">
              <a:buNone/>
              <a:defRPr sz="1422"/>
            </a:lvl5pPr>
            <a:lvl6pPr marL="2031519" indent="0" algn="ctr">
              <a:buNone/>
              <a:defRPr sz="1422"/>
            </a:lvl6pPr>
            <a:lvl7pPr marL="2437823" indent="0" algn="ctr">
              <a:buNone/>
              <a:defRPr sz="1422"/>
            </a:lvl7pPr>
            <a:lvl8pPr marL="2844127" indent="0" algn="ctr">
              <a:buNone/>
              <a:defRPr sz="1422"/>
            </a:lvl8pPr>
            <a:lvl9pPr marL="3250430" indent="0" algn="ctr">
              <a:buNone/>
              <a:defRPr sz="1422"/>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D7109EF6-3045-0447-A594-BEFD6E45F7BF}" type="datetimeFigureOut">
              <a:rPr lang="fr-FR" smtClean="0"/>
              <a:t>29/10/2026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05C84F-6154-4C40-A248-89F3EE7AE168}" type="slidenum">
              <a:rPr lang="fr-FR" smtClean="0"/>
              <a:t>‹#›</a:t>
            </a:fld>
            <a:endParaRPr lang="fr-FR"/>
          </a:p>
        </p:txBody>
      </p:sp>
    </p:spTree>
    <p:extLst>
      <p:ext uri="{BB962C8B-B14F-4D97-AF65-F5344CB8AC3E}">
        <p14:creationId xmlns:p14="http://schemas.microsoft.com/office/powerpoint/2010/main" val="17001615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D7109EF6-3045-0447-A594-BEFD6E45F7BF}" type="datetimeFigureOut">
              <a:rPr lang="fr-FR" smtClean="0"/>
              <a:t>29/10/2026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05C84F-6154-4C40-A248-89F3EE7AE168}" type="slidenum">
              <a:rPr lang="fr-FR" smtClean="0"/>
              <a:t>‹#›</a:t>
            </a:fld>
            <a:endParaRPr lang="fr-FR"/>
          </a:p>
        </p:txBody>
      </p:sp>
    </p:spTree>
    <p:extLst>
      <p:ext uri="{BB962C8B-B14F-4D97-AF65-F5344CB8AC3E}">
        <p14:creationId xmlns:p14="http://schemas.microsoft.com/office/powerpoint/2010/main" val="37788929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633" y="1529267"/>
            <a:ext cx="10512862" cy="2551614"/>
          </a:xfrm>
        </p:spPr>
        <p:txBody>
          <a:bodyPr anchor="b"/>
          <a:lstStyle>
            <a:lvl1pPr>
              <a:defRPr sz="5332"/>
            </a:lvl1pPr>
          </a:lstStyle>
          <a:p>
            <a:r>
              <a:rPr lang="fr-FR"/>
              <a:t>Modifiez le style du titre</a:t>
            </a:r>
            <a:endParaRPr lang="en-US"/>
          </a:p>
        </p:txBody>
      </p:sp>
      <p:sp>
        <p:nvSpPr>
          <p:cNvPr id="3" name="Text Placeholder 2"/>
          <p:cNvSpPr>
            <a:spLocks noGrp="1"/>
          </p:cNvSpPr>
          <p:nvPr>
            <p:ph type="body" idx="1"/>
          </p:nvPr>
        </p:nvSpPr>
        <p:spPr>
          <a:xfrm>
            <a:off x="831633" y="4105020"/>
            <a:ext cx="10512862" cy="1341834"/>
          </a:xfrm>
        </p:spPr>
        <p:txBody>
          <a:bodyPr/>
          <a:lstStyle>
            <a:lvl1pPr marL="0" indent="0">
              <a:buNone/>
              <a:defRPr sz="2133">
                <a:solidFill>
                  <a:schemeClr val="tx1">
                    <a:tint val="82000"/>
                  </a:schemeClr>
                </a:solidFill>
              </a:defRPr>
            </a:lvl1pPr>
            <a:lvl2pPr marL="406304" indent="0">
              <a:buNone/>
              <a:defRPr sz="1778">
                <a:solidFill>
                  <a:schemeClr val="tx1">
                    <a:tint val="82000"/>
                  </a:schemeClr>
                </a:solidFill>
              </a:defRPr>
            </a:lvl2pPr>
            <a:lvl3pPr marL="812608" indent="0">
              <a:buNone/>
              <a:defRPr sz="1600">
                <a:solidFill>
                  <a:schemeClr val="tx1">
                    <a:tint val="82000"/>
                  </a:schemeClr>
                </a:solidFill>
              </a:defRPr>
            </a:lvl3pPr>
            <a:lvl4pPr marL="1218912" indent="0">
              <a:buNone/>
              <a:defRPr sz="1422">
                <a:solidFill>
                  <a:schemeClr val="tx1">
                    <a:tint val="82000"/>
                  </a:schemeClr>
                </a:solidFill>
              </a:defRPr>
            </a:lvl4pPr>
            <a:lvl5pPr marL="1625215" indent="0">
              <a:buNone/>
              <a:defRPr sz="1422">
                <a:solidFill>
                  <a:schemeClr val="tx1">
                    <a:tint val="82000"/>
                  </a:schemeClr>
                </a:solidFill>
              </a:defRPr>
            </a:lvl5pPr>
            <a:lvl6pPr marL="2031519" indent="0">
              <a:buNone/>
              <a:defRPr sz="1422">
                <a:solidFill>
                  <a:schemeClr val="tx1">
                    <a:tint val="82000"/>
                  </a:schemeClr>
                </a:solidFill>
              </a:defRPr>
            </a:lvl6pPr>
            <a:lvl7pPr marL="2437823" indent="0">
              <a:buNone/>
              <a:defRPr sz="1422">
                <a:solidFill>
                  <a:schemeClr val="tx1">
                    <a:tint val="82000"/>
                  </a:schemeClr>
                </a:solidFill>
              </a:defRPr>
            </a:lvl7pPr>
            <a:lvl8pPr marL="2844127" indent="0">
              <a:buNone/>
              <a:defRPr sz="1422">
                <a:solidFill>
                  <a:schemeClr val="tx1">
                    <a:tint val="82000"/>
                  </a:schemeClr>
                </a:solidFill>
              </a:defRPr>
            </a:lvl8pPr>
            <a:lvl9pPr marL="3250430" indent="0">
              <a:buNone/>
              <a:defRPr sz="1422">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7109EF6-3045-0447-A594-BEFD6E45F7BF}" type="datetimeFigureOut">
              <a:rPr lang="fr-FR" smtClean="0"/>
              <a:t>29/10/2026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05C84F-6154-4C40-A248-89F3EE7AE168}" type="slidenum">
              <a:rPr lang="fr-FR" smtClean="0"/>
              <a:t>‹#›</a:t>
            </a:fld>
            <a:endParaRPr lang="fr-FR"/>
          </a:p>
        </p:txBody>
      </p:sp>
    </p:spTree>
    <p:extLst>
      <p:ext uri="{BB962C8B-B14F-4D97-AF65-F5344CB8AC3E}">
        <p14:creationId xmlns:p14="http://schemas.microsoft.com/office/powerpoint/2010/main" val="35048684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837982" y="1632919"/>
            <a:ext cx="5180251" cy="389203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0593" y="1632919"/>
            <a:ext cx="5180251" cy="389203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D7109EF6-3045-0447-A594-BEFD6E45F7BF}" type="datetimeFigureOut">
              <a:rPr lang="fr-FR" smtClean="0"/>
              <a:t>29/10/2026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605C84F-6154-4C40-A248-89F3EE7AE168}" type="slidenum">
              <a:rPr lang="fr-FR" smtClean="0"/>
              <a:t>‹#›</a:t>
            </a:fld>
            <a:endParaRPr lang="fr-FR"/>
          </a:p>
        </p:txBody>
      </p:sp>
    </p:spTree>
    <p:extLst>
      <p:ext uri="{BB962C8B-B14F-4D97-AF65-F5344CB8AC3E}">
        <p14:creationId xmlns:p14="http://schemas.microsoft.com/office/powerpoint/2010/main" val="3730418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569" y="326585"/>
            <a:ext cx="10512862" cy="1185642"/>
          </a:xfrm>
        </p:spPr>
        <p:txBody>
          <a:bodyPr/>
          <a:lstStyle/>
          <a:p>
            <a:r>
              <a:rPr lang="fr-FR"/>
              <a:t>Modifiez le style du titre</a:t>
            </a:r>
            <a:endParaRPr lang="en-US"/>
          </a:p>
        </p:txBody>
      </p:sp>
      <p:sp>
        <p:nvSpPr>
          <p:cNvPr id="3" name="Text Placeholder 2"/>
          <p:cNvSpPr>
            <a:spLocks noGrp="1"/>
          </p:cNvSpPr>
          <p:nvPr>
            <p:ph type="body" idx="1"/>
          </p:nvPr>
        </p:nvSpPr>
        <p:spPr>
          <a:xfrm>
            <a:off x="839570" y="1503707"/>
            <a:ext cx="5156444" cy="736944"/>
          </a:xfrm>
        </p:spPr>
        <p:txBody>
          <a:bodyPr anchor="b"/>
          <a:lstStyle>
            <a:lvl1pPr marL="0" indent="0">
              <a:buNone/>
              <a:defRPr sz="2133" b="1"/>
            </a:lvl1pPr>
            <a:lvl2pPr marL="406304" indent="0">
              <a:buNone/>
              <a:defRPr sz="1778" b="1"/>
            </a:lvl2pPr>
            <a:lvl3pPr marL="812608" indent="0">
              <a:buNone/>
              <a:defRPr sz="1600" b="1"/>
            </a:lvl3pPr>
            <a:lvl4pPr marL="1218912" indent="0">
              <a:buNone/>
              <a:defRPr sz="1422" b="1"/>
            </a:lvl4pPr>
            <a:lvl5pPr marL="1625215" indent="0">
              <a:buNone/>
              <a:defRPr sz="1422" b="1"/>
            </a:lvl5pPr>
            <a:lvl6pPr marL="2031519" indent="0">
              <a:buNone/>
              <a:defRPr sz="1422" b="1"/>
            </a:lvl6pPr>
            <a:lvl7pPr marL="2437823" indent="0">
              <a:buNone/>
              <a:defRPr sz="1422" b="1"/>
            </a:lvl7pPr>
            <a:lvl8pPr marL="2844127" indent="0">
              <a:buNone/>
              <a:defRPr sz="1422" b="1"/>
            </a:lvl8pPr>
            <a:lvl9pPr marL="3250430" indent="0">
              <a:buNone/>
              <a:defRPr sz="1422" b="1"/>
            </a:lvl9pPr>
          </a:lstStyle>
          <a:p>
            <a:pPr lvl="0"/>
            <a:r>
              <a:rPr lang="fr-FR"/>
              <a:t>Cliquez pour modifier les styles du texte du masque</a:t>
            </a:r>
          </a:p>
        </p:txBody>
      </p:sp>
      <p:sp>
        <p:nvSpPr>
          <p:cNvPr id="4" name="Content Placeholder 3"/>
          <p:cNvSpPr>
            <a:spLocks noGrp="1"/>
          </p:cNvSpPr>
          <p:nvPr>
            <p:ph sz="half" idx="2"/>
          </p:nvPr>
        </p:nvSpPr>
        <p:spPr>
          <a:xfrm>
            <a:off x="839570" y="2240650"/>
            <a:ext cx="5156444" cy="329565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170593" y="1503707"/>
            <a:ext cx="5181838" cy="736944"/>
          </a:xfrm>
        </p:spPr>
        <p:txBody>
          <a:bodyPr anchor="b"/>
          <a:lstStyle>
            <a:lvl1pPr marL="0" indent="0">
              <a:buNone/>
              <a:defRPr sz="2133" b="1"/>
            </a:lvl1pPr>
            <a:lvl2pPr marL="406304" indent="0">
              <a:buNone/>
              <a:defRPr sz="1778" b="1"/>
            </a:lvl2pPr>
            <a:lvl3pPr marL="812608" indent="0">
              <a:buNone/>
              <a:defRPr sz="1600" b="1"/>
            </a:lvl3pPr>
            <a:lvl4pPr marL="1218912" indent="0">
              <a:buNone/>
              <a:defRPr sz="1422" b="1"/>
            </a:lvl4pPr>
            <a:lvl5pPr marL="1625215" indent="0">
              <a:buNone/>
              <a:defRPr sz="1422" b="1"/>
            </a:lvl5pPr>
            <a:lvl6pPr marL="2031519" indent="0">
              <a:buNone/>
              <a:defRPr sz="1422" b="1"/>
            </a:lvl6pPr>
            <a:lvl7pPr marL="2437823" indent="0">
              <a:buNone/>
              <a:defRPr sz="1422" b="1"/>
            </a:lvl7pPr>
            <a:lvl8pPr marL="2844127" indent="0">
              <a:buNone/>
              <a:defRPr sz="1422" b="1"/>
            </a:lvl8pPr>
            <a:lvl9pPr marL="3250430" indent="0">
              <a:buNone/>
              <a:defRPr sz="1422" b="1"/>
            </a:lvl9pPr>
          </a:lstStyle>
          <a:p>
            <a:pPr lvl="0"/>
            <a:r>
              <a:rPr lang="fr-FR"/>
              <a:t>Cliquez pour modifier les styles du texte du masque</a:t>
            </a:r>
          </a:p>
        </p:txBody>
      </p:sp>
      <p:sp>
        <p:nvSpPr>
          <p:cNvPr id="6" name="Content Placeholder 5"/>
          <p:cNvSpPr>
            <a:spLocks noGrp="1"/>
          </p:cNvSpPr>
          <p:nvPr>
            <p:ph sz="quarter" idx="4"/>
          </p:nvPr>
        </p:nvSpPr>
        <p:spPr>
          <a:xfrm>
            <a:off x="6170593" y="2240650"/>
            <a:ext cx="5181838" cy="329565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D7109EF6-3045-0447-A594-BEFD6E45F7BF}" type="datetimeFigureOut">
              <a:rPr lang="fr-FR" smtClean="0"/>
              <a:t>29/10/2026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605C84F-6154-4C40-A248-89F3EE7AE168}" type="slidenum">
              <a:rPr lang="fr-FR" smtClean="0"/>
              <a:t>‹#›</a:t>
            </a:fld>
            <a:endParaRPr lang="fr-FR"/>
          </a:p>
        </p:txBody>
      </p:sp>
    </p:spTree>
    <p:extLst>
      <p:ext uri="{BB962C8B-B14F-4D97-AF65-F5344CB8AC3E}">
        <p14:creationId xmlns:p14="http://schemas.microsoft.com/office/powerpoint/2010/main" val="10662983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D7109EF6-3045-0447-A594-BEFD6E45F7BF}" type="datetimeFigureOut">
              <a:rPr lang="fr-FR" smtClean="0"/>
              <a:t>29/10/2026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605C84F-6154-4C40-A248-89F3EE7AE168}" type="slidenum">
              <a:rPr lang="fr-FR" smtClean="0"/>
              <a:t>‹#›</a:t>
            </a:fld>
            <a:endParaRPr lang="fr-FR"/>
          </a:p>
        </p:txBody>
      </p:sp>
    </p:spTree>
    <p:extLst>
      <p:ext uri="{BB962C8B-B14F-4D97-AF65-F5344CB8AC3E}">
        <p14:creationId xmlns:p14="http://schemas.microsoft.com/office/powerpoint/2010/main" val="10079660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109EF6-3045-0447-A594-BEFD6E45F7BF}" type="datetimeFigureOut">
              <a:rPr lang="fr-FR" smtClean="0"/>
              <a:t>29/10/2026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5605C84F-6154-4C40-A248-89F3EE7AE168}" type="slidenum">
              <a:rPr lang="fr-FR" smtClean="0"/>
              <a:t>‹#›</a:t>
            </a:fld>
            <a:endParaRPr lang="fr-FR"/>
          </a:p>
        </p:txBody>
      </p:sp>
    </p:spTree>
    <p:extLst>
      <p:ext uri="{BB962C8B-B14F-4D97-AF65-F5344CB8AC3E}">
        <p14:creationId xmlns:p14="http://schemas.microsoft.com/office/powerpoint/2010/main" val="107672551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570" y="408941"/>
            <a:ext cx="3931213" cy="1431290"/>
          </a:xfrm>
        </p:spPr>
        <p:txBody>
          <a:bodyPr anchor="b"/>
          <a:lstStyle>
            <a:lvl1pPr>
              <a:defRPr sz="2844"/>
            </a:lvl1pPr>
          </a:lstStyle>
          <a:p>
            <a:r>
              <a:rPr lang="fr-FR"/>
              <a:t>Modifiez le style du titre</a:t>
            </a:r>
            <a:endParaRPr lang="en-US"/>
          </a:p>
        </p:txBody>
      </p:sp>
      <p:sp>
        <p:nvSpPr>
          <p:cNvPr id="3" name="Content Placeholder 2"/>
          <p:cNvSpPr>
            <a:spLocks noGrp="1"/>
          </p:cNvSpPr>
          <p:nvPr>
            <p:ph idx="1"/>
          </p:nvPr>
        </p:nvSpPr>
        <p:spPr>
          <a:xfrm>
            <a:off x="5181839" y="883198"/>
            <a:ext cx="6170592" cy="4359186"/>
          </a:xfrm>
        </p:spPr>
        <p:txBody>
          <a:bodyPr/>
          <a:lstStyle>
            <a:lvl1pPr>
              <a:defRPr sz="2844"/>
            </a:lvl1pPr>
            <a:lvl2pPr>
              <a:defRPr sz="2489"/>
            </a:lvl2pPr>
            <a:lvl3pPr>
              <a:defRPr sz="2133"/>
            </a:lvl3pPr>
            <a:lvl4pPr>
              <a:defRPr sz="1778"/>
            </a:lvl4pPr>
            <a:lvl5pPr>
              <a:defRPr sz="1778"/>
            </a:lvl5pPr>
            <a:lvl6pPr>
              <a:defRPr sz="1778"/>
            </a:lvl6pPr>
            <a:lvl7pPr>
              <a:defRPr sz="1778"/>
            </a:lvl7pPr>
            <a:lvl8pPr>
              <a:defRPr sz="1778"/>
            </a:lvl8pPr>
            <a:lvl9pPr>
              <a:defRPr sz="1778"/>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839570" y="1840230"/>
            <a:ext cx="3931213" cy="3409254"/>
          </a:xfrm>
        </p:spPr>
        <p:txBody>
          <a:bodyPr/>
          <a:lstStyle>
            <a:lvl1pPr marL="0" indent="0">
              <a:buNone/>
              <a:defRPr sz="1422"/>
            </a:lvl1pPr>
            <a:lvl2pPr marL="406304" indent="0">
              <a:buNone/>
              <a:defRPr sz="1244"/>
            </a:lvl2pPr>
            <a:lvl3pPr marL="812608" indent="0">
              <a:buNone/>
              <a:defRPr sz="1067"/>
            </a:lvl3pPr>
            <a:lvl4pPr marL="1218912" indent="0">
              <a:buNone/>
              <a:defRPr sz="889"/>
            </a:lvl4pPr>
            <a:lvl5pPr marL="1625215" indent="0">
              <a:buNone/>
              <a:defRPr sz="889"/>
            </a:lvl5pPr>
            <a:lvl6pPr marL="2031519" indent="0">
              <a:buNone/>
              <a:defRPr sz="889"/>
            </a:lvl6pPr>
            <a:lvl7pPr marL="2437823" indent="0">
              <a:buNone/>
              <a:defRPr sz="889"/>
            </a:lvl7pPr>
            <a:lvl8pPr marL="2844127" indent="0">
              <a:buNone/>
              <a:defRPr sz="889"/>
            </a:lvl8pPr>
            <a:lvl9pPr marL="3250430" indent="0">
              <a:buNone/>
              <a:defRPr sz="889"/>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7109EF6-3045-0447-A594-BEFD6E45F7BF}" type="datetimeFigureOut">
              <a:rPr lang="fr-FR" smtClean="0"/>
              <a:t>29/10/2026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605C84F-6154-4C40-A248-89F3EE7AE168}" type="slidenum">
              <a:rPr lang="fr-FR" smtClean="0"/>
              <a:t>‹#›</a:t>
            </a:fld>
            <a:endParaRPr lang="fr-FR"/>
          </a:p>
        </p:txBody>
      </p:sp>
    </p:spTree>
    <p:extLst>
      <p:ext uri="{BB962C8B-B14F-4D97-AF65-F5344CB8AC3E}">
        <p14:creationId xmlns:p14="http://schemas.microsoft.com/office/powerpoint/2010/main" val="26163212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570" y="408941"/>
            <a:ext cx="3931213" cy="1431290"/>
          </a:xfrm>
        </p:spPr>
        <p:txBody>
          <a:bodyPr anchor="b"/>
          <a:lstStyle>
            <a:lvl1pPr>
              <a:defRPr sz="2844"/>
            </a:lvl1pPr>
          </a:lstStyle>
          <a:p>
            <a:r>
              <a:rPr lang="fr-FR"/>
              <a:t>Modifiez le style du titre</a:t>
            </a:r>
            <a:endParaRPr lang="en-US"/>
          </a:p>
        </p:txBody>
      </p:sp>
      <p:sp>
        <p:nvSpPr>
          <p:cNvPr id="3" name="Picture Placeholder 2"/>
          <p:cNvSpPr>
            <a:spLocks noGrp="1" noChangeAspect="1"/>
          </p:cNvSpPr>
          <p:nvPr>
            <p:ph type="pic" idx="1"/>
          </p:nvPr>
        </p:nvSpPr>
        <p:spPr>
          <a:xfrm>
            <a:off x="5181839" y="883198"/>
            <a:ext cx="6170592" cy="4359186"/>
          </a:xfrm>
        </p:spPr>
        <p:txBody>
          <a:bodyPr anchor="t"/>
          <a:lstStyle>
            <a:lvl1pPr marL="0" indent="0">
              <a:buNone/>
              <a:defRPr sz="2844"/>
            </a:lvl1pPr>
            <a:lvl2pPr marL="406304" indent="0">
              <a:buNone/>
              <a:defRPr sz="2489"/>
            </a:lvl2pPr>
            <a:lvl3pPr marL="812608" indent="0">
              <a:buNone/>
              <a:defRPr sz="2133"/>
            </a:lvl3pPr>
            <a:lvl4pPr marL="1218912" indent="0">
              <a:buNone/>
              <a:defRPr sz="1778"/>
            </a:lvl4pPr>
            <a:lvl5pPr marL="1625215" indent="0">
              <a:buNone/>
              <a:defRPr sz="1778"/>
            </a:lvl5pPr>
            <a:lvl6pPr marL="2031519" indent="0">
              <a:buNone/>
              <a:defRPr sz="1778"/>
            </a:lvl6pPr>
            <a:lvl7pPr marL="2437823" indent="0">
              <a:buNone/>
              <a:defRPr sz="1778"/>
            </a:lvl7pPr>
            <a:lvl8pPr marL="2844127" indent="0">
              <a:buNone/>
              <a:defRPr sz="1778"/>
            </a:lvl8pPr>
            <a:lvl9pPr marL="3250430" indent="0">
              <a:buNone/>
              <a:defRPr sz="1778"/>
            </a:lvl9pPr>
          </a:lstStyle>
          <a:p>
            <a:r>
              <a:rPr lang="fr-FR"/>
              <a:t>Cliquez sur l'icône pour ajouter une image</a:t>
            </a:r>
            <a:endParaRPr lang="en-US"/>
          </a:p>
        </p:txBody>
      </p:sp>
      <p:sp>
        <p:nvSpPr>
          <p:cNvPr id="4" name="Text Placeholder 3"/>
          <p:cNvSpPr>
            <a:spLocks noGrp="1"/>
          </p:cNvSpPr>
          <p:nvPr>
            <p:ph type="body" sz="half" idx="2"/>
          </p:nvPr>
        </p:nvSpPr>
        <p:spPr>
          <a:xfrm>
            <a:off x="839570" y="1840230"/>
            <a:ext cx="3931213" cy="3409254"/>
          </a:xfrm>
        </p:spPr>
        <p:txBody>
          <a:bodyPr/>
          <a:lstStyle>
            <a:lvl1pPr marL="0" indent="0">
              <a:buNone/>
              <a:defRPr sz="1422"/>
            </a:lvl1pPr>
            <a:lvl2pPr marL="406304" indent="0">
              <a:buNone/>
              <a:defRPr sz="1244"/>
            </a:lvl2pPr>
            <a:lvl3pPr marL="812608" indent="0">
              <a:buNone/>
              <a:defRPr sz="1067"/>
            </a:lvl3pPr>
            <a:lvl4pPr marL="1218912" indent="0">
              <a:buNone/>
              <a:defRPr sz="889"/>
            </a:lvl4pPr>
            <a:lvl5pPr marL="1625215" indent="0">
              <a:buNone/>
              <a:defRPr sz="889"/>
            </a:lvl5pPr>
            <a:lvl6pPr marL="2031519" indent="0">
              <a:buNone/>
              <a:defRPr sz="889"/>
            </a:lvl6pPr>
            <a:lvl7pPr marL="2437823" indent="0">
              <a:buNone/>
              <a:defRPr sz="889"/>
            </a:lvl7pPr>
            <a:lvl8pPr marL="2844127" indent="0">
              <a:buNone/>
              <a:defRPr sz="889"/>
            </a:lvl8pPr>
            <a:lvl9pPr marL="3250430" indent="0">
              <a:buNone/>
              <a:defRPr sz="889"/>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7109EF6-3045-0447-A594-BEFD6E45F7BF}" type="datetimeFigureOut">
              <a:rPr lang="fr-FR" smtClean="0"/>
              <a:t>29/10/2026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605C84F-6154-4C40-A248-89F3EE7AE168}" type="slidenum">
              <a:rPr lang="fr-FR" smtClean="0"/>
              <a:t>‹#›</a:t>
            </a:fld>
            <a:endParaRPr lang="fr-FR"/>
          </a:p>
        </p:txBody>
      </p:sp>
    </p:spTree>
    <p:extLst>
      <p:ext uri="{BB962C8B-B14F-4D97-AF65-F5344CB8AC3E}">
        <p14:creationId xmlns:p14="http://schemas.microsoft.com/office/powerpoint/2010/main" val="14851698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D7109EF6-3045-0447-A594-BEFD6E45F7BF}" type="datetimeFigureOut">
              <a:rPr lang="fr-FR" smtClean="0"/>
              <a:t>29/10/2026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05C84F-6154-4C40-A248-89F3EE7AE168}" type="slidenum">
              <a:rPr lang="fr-FR" smtClean="0"/>
              <a:t>‹#›</a:t>
            </a:fld>
            <a:endParaRPr lang="fr-FR"/>
          </a:p>
        </p:txBody>
      </p:sp>
    </p:spTree>
    <p:extLst>
      <p:ext uri="{BB962C8B-B14F-4D97-AF65-F5344CB8AC3E}">
        <p14:creationId xmlns:p14="http://schemas.microsoft.com/office/powerpoint/2010/main" val="3426138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2629" y="326584"/>
            <a:ext cx="2628215" cy="5198366"/>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837982" y="326584"/>
            <a:ext cx="7732286" cy="5198366"/>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D7109EF6-3045-0447-A594-BEFD6E45F7BF}" type="datetimeFigureOut">
              <a:rPr lang="fr-FR" smtClean="0"/>
              <a:t>29/10/2026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05C84F-6154-4C40-A248-89F3EE7AE168}" type="slidenum">
              <a:rPr lang="fr-FR" smtClean="0"/>
              <a:t>‹#›</a:t>
            </a:fld>
            <a:endParaRPr lang="fr-FR"/>
          </a:p>
        </p:txBody>
      </p:sp>
    </p:spTree>
    <p:extLst>
      <p:ext uri="{BB962C8B-B14F-4D97-AF65-F5344CB8AC3E}">
        <p14:creationId xmlns:p14="http://schemas.microsoft.com/office/powerpoint/2010/main" val="33461603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3604" y="1003891"/>
            <a:ext cx="9141619" cy="2135576"/>
          </a:xfrm>
        </p:spPr>
        <p:txBody>
          <a:bodyPr anchor="b"/>
          <a:lstStyle>
            <a:lvl1pPr algn="ctr">
              <a:defRPr sz="4801"/>
            </a:lvl1pPr>
          </a:lstStyle>
          <a:p>
            <a:r>
              <a:rPr lang="fr-FR"/>
              <a:t>Modifiez le style du titre</a:t>
            </a:r>
            <a:endParaRPr lang="en-US"/>
          </a:p>
        </p:txBody>
      </p:sp>
      <p:sp>
        <p:nvSpPr>
          <p:cNvPr id="3" name="Subtitle 2"/>
          <p:cNvSpPr>
            <a:spLocks noGrp="1"/>
          </p:cNvSpPr>
          <p:nvPr>
            <p:ph type="subTitle" idx="1"/>
          </p:nvPr>
        </p:nvSpPr>
        <p:spPr>
          <a:xfrm>
            <a:off x="1523604" y="3221824"/>
            <a:ext cx="9141619" cy="1480987"/>
          </a:xfrm>
        </p:spPr>
        <p:txBody>
          <a:bodyPr/>
          <a:lstStyle>
            <a:lvl1pPr marL="0" indent="0" algn="ctr">
              <a:buNone/>
              <a:defRPr sz="1921"/>
            </a:lvl1pPr>
            <a:lvl2pPr marL="365848" indent="0" algn="ctr">
              <a:buNone/>
              <a:defRPr sz="1601"/>
            </a:lvl2pPr>
            <a:lvl3pPr marL="731694" indent="0" algn="ctr">
              <a:buNone/>
              <a:defRPr sz="1440"/>
            </a:lvl3pPr>
            <a:lvl4pPr marL="1097542" indent="0" algn="ctr">
              <a:buNone/>
              <a:defRPr sz="1280"/>
            </a:lvl4pPr>
            <a:lvl5pPr marL="1463390" indent="0" algn="ctr">
              <a:buNone/>
              <a:defRPr sz="1280"/>
            </a:lvl5pPr>
            <a:lvl6pPr marL="1829237" indent="0" algn="ctr">
              <a:buNone/>
              <a:defRPr sz="1280"/>
            </a:lvl6pPr>
            <a:lvl7pPr marL="2195085" indent="0" algn="ctr">
              <a:buNone/>
              <a:defRPr sz="1280"/>
            </a:lvl7pPr>
            <a:lvl8pPr marL="2560933" indent="0" algn="ctr">
              <a:buNone/>
              <a:defRPr sz="1280"/>
            </a:lvl8pPr>
            <a:lvl9pPr marL="2926779" indent="0" algn="ctr">
              <a:buNone/>
              <a:defRPr sz="128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9942EE12-07A5-CC40-B87E-43CB750DC0B2}" type="datetimeFigureOut">
              <a:rPr lang="fr-FR" smtClean="0"/>
              <a:t>29/10/2026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6A509FD-1BA4-9F4F-95EC-BCBCDD86D5C0}" type="slidenum">
              <a:rPr lang="fr-FR" smtClean="0"/>
              <a:t>‹#›</a:t>
            </a:fld>
            <a:endParaRPr lang="fr-FR"/>
          </a:p>
        </p:txBody>
      </p:sp>
    </p:spTree>
    <p:extLst>
      <p:ext uri="{BB962C8B-B14F-4D97-AF65-F5344CB8AC3E}">
        <p14:creationId xmlns:p14="http://schemas.microsoft.com/office/powerpoint/2010/main" val="28755120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9942EE12-07A5-CC40-B87E-43CB750DC0B2}" type="datetimeFigureOut">
              <a:rPr lang="fr-FR" smtClean="0"/>
              <a:t>29/10/2026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6A509FD-1BA4-9F4F-95EC-BCBCDD86D5C0}" type="slidenum">
              <a:rPr lang="fr-FR" smtClean="0"/>
              <a:t>‹#›</a:t>
            </a:fld>
            <a:endParaRPr lang="fr-FR"/>
          </a:p>
        </p:txBody>
      </p:sp>
    </p:spTree>
    <p:extLst>
      <p:ext uri="{BB962C8B-B14F-4D97-AF65-F5344CB8AC3E}">
        <p14:creationId xmlns:p14="http://schemas.microsoft.com/office/powerpoint/2010/main" val="42614090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633" y="1529267"/>
            <a:ext cx="10512862" cy="2551615"/>
          </a:xfrm>
        </p:spPr>
        <p:txBody>
          <a:bodyPr anchor="b"/>
          <a:lstStyle>
            <a:lvl1pPr>
              <a:defRPr sz="4801"/>
            </a:lvl1pPr>
          </a:lstStyle>
          <a:p>
            <a:r>
              <a:rPr lang="fr-FR"/>
              <a:t>Modifiez le style du titre</a:t>
            </a:r>
            <a:endParaRPr lang="en-US"/>
          </a:p>
        </p:txBody>
      </p:sp>
      <p:sp>
        <p:nvSpPr>
          <p:cNvPr id="3" name="Text Placeholder 2"/>
          <p:cNvSpPr>
            <a:spLocks noGrp="1"/>
          </p:cNvSpPr>
          <p:nvPr>
            <p:ph type="body" idx="1"/>
          </p:nvPr>
        </p:nvSpPr>
        <p:spPr>
          <a:xfrm>
            <a:off x="831633" y="4105020"/>
            <a:ext cx="10512862" cy="1341834"/>
          </a:xfrm>
        </p:spPr>
        <p:txBody>
          <a:bodyPr/>
          <a:lstStyle>
            <a:lvl1pPr marL="0" indent="0">
              <a:buNone/>
              <a:defRPr sz="1921">
                <a:solidFill>
                  <a:schemeClr val="tx1">
                    <a:tint val="82000"/>
                  </a:schemeClr>
                </a:solidFill>
              </a:defRPr>
            </a:lvl1pPr>
            <a:lvl2pPr marL="365848" indent="0">
              <a:buNone/>
              <a:defRPr sz="1601">
                <a:solidFill>
                  <a:schemeClr val="tx1">
                    <a:tint val="82000"/>
                  </a:schemeClr>
                </a:solidFill>
              </a:defRPr>
            </a:lvl2pPr>
            <a:lvl3pPr marL="731694" indent="0">
              <a:buNone/>
              <a:defRPr sz="1440">
                <a:solidFill>
                  <a:schemeClr val="tx1">
                    <a:tint val="82000"/>
                  </a:schemeClr>
                </a:solidFill>
              </a:defRPr>
            </a:lvl3pPr>
            <a:lvl4pPr marL="1097542" indent="0">
              <a:buNone/>
              <a:defRPr sz="1280">
                <a:solidFill>
                  <a:schemeClr val="tx1">
                    <a:tint val="82000"/>
                  </a:schemeClr>
                </a:solidFill>
              </a:defRPr>
            </a:lvl4pPr>
            <a:lvl5pPr marL="1463390" indent="0">
              <a:buNone/>
              <a:defRPr sz="1280">
                <a:solidFill>
                  <a:schemeClr val="tx1">
                    <a:tint val="82000"/>
                  </a:schemeClr>
                </a:solidFill>
              </a:defRPr>
            </a:lvl5pPr>
            <a:lvl6pPr marL="1829237" indent="0">
              <a:buNone/>
              <a:defRPr sz="1280">
                <a:solidFill>
                  <a:schemeClr val="tx1">
                    <a:tint val="82000"/>
                  </a:schemeClr>
                </a:solidFill>
              </a:defRPr>
            </a:lvl6pPr>
            <a:lvl7pPr marL="2195085" indent="0">
              <a:buNone/>
              <a:defRPr sz="1280">
                <a:solidFill>
                  <a:schemeClr val="tx1">
                    <a:tint val="82000"/>
                  </a:schemeClr>
                </a:solidFill>
              </a:defRPr>
            </a:lvl7pPr>
            <a:lvl8pPr marL="2560933" indent="0">
              <a:buNone/>
              <a:defRPr sz="1280">
                <a:solidFill>
                  <a:schemeClr val="tx1">
                    <a:tint val="82000"/>
                  </a:schemeClr>
                </a:solidFill>
              </a:defRPr>
            </a:lvl8pPr>
            <a:lvl9pPr marL="2926779" indent="0">
              <a:buNone/>
              <a:defRPr sz="1280">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9942EE12-07A5-CC40-B87E-43CB750DC0B2}" type="datetimeFigureOut">
              <a:rPr lang="fr-FR" smtClean="0"/>
              <a:t>29/10/2026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6A509FD-1BA4-9F4F-95EC-BCBCDD86D5C0}" type="slidenum">
              <a:rPr lang="fr-FR" smtClean="0"/>
              <a:t>‹#›</a:t>
            </a:fld>
            <a:endParaRPr lang="fr-FR"/>
          </a:p>
        </p:txBody>
      </p:sp>
    </p:spTree>
    <p:extLst>
      <p:ext uri="{BB962C8B-B14F-4D97-AF65-F5344CB8AC3E}">
        <p14:creationId xmlns:p14="http://schemas.microsoft.com/office/powerpoint/2010/main" val="32323705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837983" y="1632920"/>
            <a:ext cx="5180251" cy="389203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0592" y="1632920"/>
            <a:ext cx="5180251" cy="389203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9942EE12-07A5-CC40-B87E-43CB750DC0B2}" type="datetimeFigureOut">
              <a:rPr lang="fr-FR" smtClean="0"/>
              <a:t>29/10/2026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6A509FD-1BA4-9F4F-95EC-BCBCDD86D5C0}" type="slidenum">
              <a:rPr lang="fr-FR" smtClean="0"/>
              <a:t>‹#›</a:t>
            </a:fld>
            <a:endParaRPr lang="fr-FR"/>
          </a:p>
        </p:txBody>
      </p:sp>
    </p:spTree>
    <p:extLst>
      <p:ext uri="{BB962C8B-B14F-4D97-AF65-F5344CB8AC3E}">
        <p14:creationId xmlns:p14="http://schemas.microsoft.com/office/powerpoint/2010/main" val="21308134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569" y="326585"/>
            <a:ext cx="10512862" cy="1185642"/>
          </a:xfrm>
        </p:spPr>
        <p:txBody>
          <a:bodyPr/>
          <a:lstStyle/>
          <a:p>
            <a:r>
              <a:rPr lang="fr-FR"/>
              <a:t>Modifiez le style du titre</a:t>
            </a:r>
            <a:endParaRPr lang="en-US"/>
          </a:p>
        </p:txBody>
      </p:sp>
      <p:sp>
        <p:nvSpPr>
          <p:cNvPr id="3" name="Text Placeholder 2"/>
          <p:cNvSpPr>
            <a:spLocks noGrp="1"/>
          </p:cNvSpPr>
          <p:nvPr>
            <p:ph type="body" idx="1"/>
          </p:nvPr>
        </p:nvSpPr>
        <p:spPr>
          <a:xfrm>
            <a:off x="839571" y="1503708"/>
            <a:ext cx="5156444" cy="736944"/>
          </a:xfrm>
        </p:spPr>
        <p:txBody>
          <a:bodyPr anchor="b"/>
          <a:lstStyle>
            <a:lvl1pPr marL="0" indent="0">
              <a:buNone/>
              <a:defRPr sz="1921" b="1"/>
            </a:lvl1pPr>
            <a:lvl2pPr marL="365848" indent="0">
              <a:buNone/>
              <a:defRPr sz="1601" b="1"/>
            </a:lvl2pPr>
            <a:lvl3pPr marL="731694" indent="0">
              <a:buNone/>
              <a:defRPr sz="1440" b="1"/>
            </a:lvl3pPr>
            <a:lvl4pPr marL="1097542" indent="0">
              <a:buNone/>
              <a:defRPr sz="1280" b="1"/>
            </a:lvl4pPr>
            <a:lvl5pPr marL="1463390" indent="0">
              <a:buNone/>
              <a:defRPr sz="1280" b="1"/>
            </a:lvl5pPr>
            <a:lvl6pPr marL="1829237" indent="0">
              <a:buNone/>
              <a:defRPr sz="1280" b="1"/>
            </a:lvl6pPr>
            <a:lvl7pPr marL="2195085" indent="0">
              <a:buNone/>
              <a:defRPr sz="1280" b="1"/>
            </a:lvl7pPr>
            <a:lvl8pPr marL="2560933" indent="0">
              <a:buNone/>
              <a:defRPr sz="1280" b="1"/>
            </a:lvl8pPr>
            <a:lvl9pPr marL="2926779" indent="0">
              <a:buNone/>
              <a:defRPr sz="1280" b="1"/>
            </a:lvl9pPr>
          </a:lstStyle>
          <a:p>
            <a:pPr lvl="0"/>
            <a:r>
              <a:rPr lang="fr-FR"/>
              <a:t>Cliquez pour modifier les styles du texte du masque</a:t>
            </a:r>
          </a:p>
        </p:txBody>
      </p:sp>
      <p:sp>
        <p:nvSpPr>
          <p:cNvPr id="4" name="Content Placeholder 3"/>
          <p:cNvSpPr>
            <a:spLocks noGrp="1"/>
          </p:cNvSpPr>
          <p:nvPr>
            <p:ph sz="half" idx="2"/>
          </p:nvPr>
        </p:nvSpPr>
        <p:spPr>
          <a:xfrm>
            <a:off x="839571" y="2240651"/>
            <a:ext cx="5156444" cy="329565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170593" y="1503708"/>
            <a:ext cx="5181838" cy="736944"/>
          </a:xfrm>
        </p:spPr>
        <p:txBody>
          <a:bodyPr anchor="b"/>
          <a:lstStyle>
            <a:lvl1pPr marL="0" indent="0">
              <a:buNone/>
              <a:defRPr sz="1921" b="1"/>
            </a:lvl1pPr>
            <a:lvl2pPr marL="365848" indent="0">
              <a:buNone/>
              <a:defRPr sz="1601" b="1"/>
            </a:lvl2pPr>
            <a:lvl3pPr marL="731694" indent="0">
              <a:buNone/>
              <a:defRPr sz="1440" b="1"/>
            </a:lvl3pPr>
            <a:lvl4pPr marL="1097542" indent="0">
              <a:buNone/>
              <a:defRPr sz="1280" b="1"/>
            </a:lvl4pPr>
            <a:lvl5pPr marL="1463390" indent="0">
              <a:buNone/>
              <a:defRPr sz="1280" b="1"/>
            </a:lvl5pPr>
            <a:lvl6pPr marL="1829237" indent="0">
              <a:buNone/>
              <a:defRPr sz="1280" b="1"/>
            </a:lvl6pPr>
            <a:lvl7pPr marL="2195085" indent="0">
              <a:buNone/>
              <a:defRPr sz="1280" b="1"/>
            </a:lvl7pPr>
            <a:lvl8pPr marL="2560933" indent="0">
              <a:buNone/>
              <a:defRPr sz="1280" b="1"/>
            </a:lvl8pPr>
            <a:lvl9pPr marL="2926779" indent="0">
              <a:buNone/>
              <a:defRPr sz="1280" b="1"/>
            </a:lvl9pPr>
          </a:lstStyle>
          <a:p>
            <a:pPr lvl="0"/>
            <a:r>
              <a:rPr lang="fr-FR"/>
              <a:t>Cliquez pour modifier les styles du texte du masque</a:t>
            </a:r>
          </a:p>
        </p:txBody>
      </p:sp>
      <p:sp>
        <p:nvSpPr>
          <p:cNvPr id="6" name="Content Placeholder 5"/>
          <p:cNvSpPr>
            <a:spLocks noGrp="1"/>
          </p:cNvSpPr>
          <p:nvPr>
            <p:ph sz="quarter" idx="4"/>
          </p:nvPr>
        </p:nvSpPr>
        <p:spPr>
          <a:xfrm>
            <a:off x="6170593" y="2240651"/>
            <a:ext cx="5181838" cy="329565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9942EE12-07A5-CC40-B87E-43CB750DC0B2}" type="datetimeFigureOut">
              <a:rPr lang="fr-FR" smtClean="0"/>
              <a:t>29/10/2026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46A509FD-1BA4-9F4F-95EC-BCBCDD86D5C0}" type="slidenum">
              <a:rPr lang="fr-FR" smtClean="0"/>
              <a:t>‹#›</a:t>
            </a:fld>
            <a:endParaRPr lang="fr-FR"/>
          </a:p>
        </p:txBody>
      </p:sp>
    </p:spTree>
    <p:extLst>
      <p:ext uri="{BB962C8B-B14F-4D97-AF65-F5344CB8AC3E}">
        <p14:creationId xmlns:p14="http://schemas.microsoft.com/office/powerpoint/2010/main" val="388253578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9942EE12-07A5-CC40-B87E-43CB750DC0B2}" type="datetimeFigureOut">
              <a:rPr lang="fr-FR" smtClean="0"/>
              <a:t>29/10/2026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6A509FD-1BA4-9F4F-95EC-BCBCDD86D5C0}" type="slidenum">
              <a:rPr lang="fr-FR" smtClean="0"/>
              <a:t>‹#›</a:t>
            </a:fld>
            <a:endParaRPr lang="fr-FR"/>
          </a:p>
        </p:txBody>
      </p:sp>
    </p:spTree>
    <p:extLst>
      <p:ext uri="{BB962C8B-B14F-4D97-AF65-F5344CB8AC3E}">
        <p14:creationId xmlns:p14="http://schemas.microsoft.com/office/powerpoint/2010/main" val="157258684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42EE12-07A5-CC40-B87E-43CB750DC0B2}" type="datetimeFigureOut">
              <a:rPr lang="fr-FR" smtClean="0"/>
              <a:t>29/10/2026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46A509FD-1BA4-9F4F-95EC-BCBCDD86D5C0}" type="slidenum">
              <a:rPr lang="fr-FR" smtClean="0"/>
              <a:t>‹#›</a:t>
            </a:fld>
            <a:endParaRPr lang="fr-FR"/>
          </a:p>
        </p:txBody>
      </p:sp>
    </p:spTree>
    <p:extLst>
      <p:ext uri="{BB962C8B-B14F-4D97-AF65-F5344CB8AC3E}">
        <p14:creationId xmlns:p14="http://schemas.microsoft.com/office/powerpoint/2010/main" val="50063075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571" y="408940"/>
            <a:ext cx="3931213" cy="1431290"/>
          </a:xfrm>
        </p:spPr>
        <p:txBody>
          <a:bodyPr anchor="b"/>
          <a:lstStyle>
            <a:lvl1pPr>
              <a:defRPr sz="2561"/>
            </a:lvl1pPr>
          </a:lstStyle>
          <a:p>
            <a:r>
              <a:rPr lang="fr-FR"/>
              <a:t>Modifiez le style du titre</a:t>
            </a:r>
            <a:endParaRPr lang="en-US"/>
          </a:p>
        </p:txBody>
      </p:sp>
      <p:sp>
        <p:nvSpPr>
          <p:cNvPr id="3" name="Content Placeholder 2"/>
          <p:cNvSpPr>
            <a:spLocks noGrp="1"/>
          </p:cNvSpPr>
          <p:nvPr>
            <p:ph idx="1"/>
          </p:nvPr>
        </p:nvSpPr>
        <p:spPr>
          <a:xfrm>
            <a:off x="5181838" y="883198"/>
            <a:ext cx="6170593" cy="4359187"/>
          </a:xfrm>
        </p:spPr>
        <p:txBody>
          <a:bodyPr/>
          <a:lstStyle>
            <a:lvl1pPr>
              <a:defRPr sz="2561"/>
            </a:lvl1pPr>
            <a:lvl2pPr>
              <a:defRPr sz="2240"/>
            </a:lvl2pPr>
            <a:lvl3pPr>
              <a:defRPr sz="1921"/>
            </a:lvl3pPr>
            <a:lvl4pPr>
              <a:defRPr sz="1601"/>
            </a:lvl4pPr>
            <a:lvl5pPr>
              <a:defRPr sz="1601"/>
            </a:lvl5pPr>
            <a:lvl6pPr>
              <a:defRPr sz="1601"/>
            </a:lvl6pPr>
            <a:lvl7pPr>
              <a:defRPr sz="1601"/>
            </a:lvl7pPr>
            <a:lvl8pPr>
              <a:defRPr sz="1601"/>
            </a:lvl8pPr>
            <a:lvl9pPr>
              <a:defRPr sz="1601"/>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839571" y="1840230"/>
            <a:ext cx="3931213" cy="3409254"/>
          </a:xfrm>
        </p:spPr>
        <p:txBody>
          <a:bodyPr/>
          <a:lstStyle>
            <a:lvl1pPr marL="0" indent="0">
              <a:buNone/>
              <a:defRPr sz="1280"/>
            </a:lvl1pPr>
            <a:lvl2pPr marL="365848" indent="0">
              <a:buNone/>
              <a:defRPr sz="1120"/>
            </a:lvl2pPr>
            <a:lvl3pPr marL="731694" indent="0">
              <a:buNone/>
              <a:defRPr sz="960"/>
            </a:lvl3pPr>
            <a:lvl4pPr marL="1097542" indent="0">
              <a:buNone/>
              <a:defRPr sz="800"/>
            </a:lvl4pPr>
            <a:lvl5pPr marL="1463390" indent="0">
              <a:buNone/>
              <a:defRPr sz="800"/>
            </a:lvl5pPr>
            <a:lvl6pPr marL="1829237" indent="0">
              <a:buNone/>
              <a:defRPr sz="800"/>
            </a:lvl6pPr>
            <a:lvl7pPr marL="2195085" indent="0">
              <a:buNone/>
              <a:defRPr sz="800"/>
            </a:lvl7pPr>
            <a:lvl8pPr marL="2560933" indent="0">
              <a:buNone/>
              <a:defRPr sz="800"/>
            </a:lvl8pPr>
            <a:lvl9pPr marL="2926779" indent="0">
              <a:buNone/>
              <a:defRPr sz="8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942EE12-07A5-CC40-B87E-43CB750DC0B2}" type="datetimeFigureOut">
              <a:rPr lang="fr-FR" smtClean="0"/>
              <a:t>29/10/2026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6A509FD-1BA4-9F4F-95EC-BCBCDD86D5C0}" type="slidenum">
              <a:rPr lang="fr-FR" smtClean="0"/>
              <a:t>‹#›</a:t>
            </a:fld>
            <a:endParaRPr lang="fr-FR"/>
          </a:p>
        </p:txBody>
      </p:sp>
    </p:spTree>
    <p:extLst>
      <p:ext uri="{BB962C8B-B14F-4D97-AF65-F5344CB8AC3E}">
        <p14:creationId xmlns:p14="http://schemas.microsoft.com/office/powerpoint/2010/main" val="257150819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571" y="408940"/>
            <a:ext cx="3931213" cy="1431290"/>
          </a:xfrm>
        </p:spPr>
        <p:txBody>
          <a:bodyPr anchor="b"/>
          <a:lstStyle>
            <a:lvl1pPr>
              <a:defRPr sz="2561"/>
            </a:lvl1pPr>
          </a:lstStyle>
          <a:p>
            <a:r>
              <a:rPr lang="fr-FR"/>
              <a:t>Modifiez le style du titre</a:t>
            </a:r>
            <a:endParaRPr lang="en-US"/>
          </a:p>
        </p:txBody>
      </p:sp>
      <p:sp>
        <p:nvSpPr>
          <p:cNvPr id="3" name="Picture Placeholder 2"/>
          <p:cNvSpPr>
            <a:spLocks noGrp="1" noChangeAspect="1"/>
          </p:cNvSpPr>
          <p:nvPr>
            <p:ph type="pic" idx="1"/>
          </p:nvPr>
        </p:nvSpPr>
        <p:spPr>
          <a:xfrm>
            <a:off x="5181838" y="883198"/>
            <a:ext cx="6170593" cy="4359187"/>
          </a:xfrm>
        </p:spPr>
        <p:txBody>
          <a:bodyPr anchor="t"/>
          <a:lstStyle>
            <a:lvl1pPr marL="0" indent="0">
              <a:buNone/>
              <a:defRPr sz="2561"/>
            </a:lvl1pPr>
            <a:lvl2pPr marL="365848" indent="0">
              <a:buNone/>
              <a:defRPr sz="2240"/>
            </a:lvl2pPr>
            <a:lvl3pPr marL="731694" indent="0">
              <a:buNone/>
              <a:defRPr sz="1921"/>
            </a:lvl3pPr>
            <a:lvl4pPr marL="1097542" indent="0">
              <a:buNone/>
              <a:defRPr sz="1601"/>
            </a:lvl4pPr>
            <a:lvl5pPr marL="1463390" indent="0">
              <a:buNone/>
              <a:defRPr sz="1601"/>
            </a:lvl5pPr>
            <a:lvl6pPr marL="1829237" indent="0">
              <a:buNone/>
              <a:defRPr sz="1601"/>
            </a:lvl6pPr>
            <a:lvl7pPr marL="2195085" indent="0">
              <a:buNone/>
              <a:defRPr sz="1601"/>
            </a:lvl7pPr>
            <a:lvl8pPr marL="2560933" indent="0">
              <a:buNone/>
              <a:defRPr sz="1601"/>
            </a:lvl8pPr>
            <a:lvl9pPr marL="2926779" indent="0">
              <a:buNone/>
              <a:defRPr sz="1601"/>
            </a:lvl9pPr>
          </a:lstStyle>
          <a:p>
            <a:r>
              <a:rPr lang="fr-FR"/>
              <a:t>Cliquez sur l'icône pour ajouter une image</a:t>
            </a:r>
            <a:endParaRPr lang="en-US"/>
          </a:p>
        </p:txBody>
      </p:sp>
      <p:sp>
        <p:nvSpPr>
          <p:cNvPr id="4" name="Text Placeholder 3"/>
          <p:cNvSpPr>
            <a:spLocks noGrp="1"/>
          </p:cNvSpPr>
          <p:nvPr>
            <p:ph type="body" sz="half" idx="2"/>
          </p:nvPr>
        </p:nvSpPr>
        <p:spPr>
          <a:xfrm>
            <a:off x="839571" y="1840230"/>
            <a:ext cx="3931213" cy="3409254"/>
          </a:xfrm>
        </p:spPr>
        <p:txBody>
          <a:bodyPr/>
          <a:lstStyle>
            <a:lvl1pPr marL="0" indent="0">
              <a:buNone/>
              <a:defRPr sz="1280"/>
            </a:lvl1pPr>
            <a:lvl2pPr marL="365848" indent="0">
              <a:buNone/>
              <a:defRPr sz="1120"/>
            </a:lvl2pPr>
            <a:lvl3pPr marL="731694" indent="0">
              <a:buNone/>
              <a:defRPr sz="960"/>
            </a:lvl3pPr>
            <a:lvl4pPr marL="1097542" indent="0">
              <a:buNone/>
              <a:defRPr sz="800"/>
            </a:lvl4pPr>
            <a:lvl5pPr marL="1463390" indent="0">
              <a:buNone/>
              <a:defRPr sz="800"/>
            </a:lvl5pPr>
            <a:lvl6pPr marL="1829237" indent="0">
              <a:buNone/>
              <a:defRPr sz="800"/>
            </a:lvl6pPr>
            <a:lvl7pPr marL="2195085" indent="0">
              <a:buNone/>
              <a:defRPr sz="800"/>
            </a:lvl7pPr>
            <a:lvl8pPr marL="2560933" indent="0">
              <a:buNone/>
              <a:defRPr sz="800"/>
            </a:lvl8pPr>
            <a:lvl9pPr marL="2926779" indent="0">
              <a:buNone/>
              <a:defRPr sz="8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942EE12-07A5-CC40-B87E-43CB750DC0B2}" type="datetimeFigureOut">
              <a:rPr lang="fr-FR" smtClean="0"/>
              <a:t>29/10/2026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6A509FD-1BA4-9F4F-95EC-BCBCDD86D5C0}" type="slidenum">
              <a:rPr lang="fr-FR" smtClean="0"/>
              <a:t>‹#›</a:t>
            </a:fld>
            <a:endParaRPr lang="fr-FR"/>
          </a:p>
        </p:txBody>
      </p:sp>
    </p:spTree>
    <p:extLst>
      <p:ext uri="{BB962C8B-B14F-4D97-AF65-F5344CB8AC3E}">
        <p14:creationId xmlns:p14="http://schemas.microsoft.com/office/powerpoint/2010/main" val="19034792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9942EE12-07A5-CC40-B87E-43CB750DC0B2}" type="datetimeFigureOut">
              <a:rPr lang="fr-FR" smtClean="0"/>
              <a:t>29/10/2026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6A509FD-1BA4-9F4F-95EC-BCBCDD86D5C0}" type="slidenum">
              <a:rPr lang="fr-FR" smtClean="0"/>
              <a:t>‹#›</a:t>
            </a:fld>
            <a:endParaRPr lang="fr-FR"/>
          </a:p>
        </p:txBody>
      </p:sp>
    </p:spTree>
    <p:extLst>
      <p:ext uri="{BB962C8B-B14F-4D97-AF65-F5344CB8AC3E}">
        <p14:creationId xmlns:p14="http://schemas.microsoft.com/office/powerpoint/2010/main" val="40437402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2628" y="326584"/>
            <a:ext cx="2628215" cy="5198366"/>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837982" y="326584"/>
            <a:ext cx="7732286" cy="5198366"/>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9942EE12-07A5-CC40-B87E-43CB750DC0B2}" type="datetimeFigureOut">
              <a:rPr lang="fr-FR" smtClean="0"/>
              <a:t>29/10/2026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6A509FD-1BA4-9F4F-95EC-BCBCDD86D5C0}" type="slidenum">
              <a:rPr lang="fr-FR" smtClean="0"/>
              <a:t>‹#›</a:t>
            </a:fld>
            <a:endParaRPr lang="fr-FR"/>
          </a:p>
        </p:txBody>
      </p:sp>
    </p:spTree>
    <p:extLst>
      <p:ext uri="{BB962C8B-B14F-4D97-AF65-F5344CB8AC3E}">
        <p14:creationId xmlns:p14="http://schemas.microsoft.com/office/powerpoint/2010/main" val="81552491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37429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Intro">
    <p:spTree>
      <p:nvGrpSpPr>
        <p:cNvPr id="1" name=""/>
        <p:cNvGrpSpPr/>
        <p:nvPr/>
      </p:nvGrpSpPr>
      <p:grpSpPr>
        <a:xfrm>
          <a:off x="0" y="0"/>
          <a:ext cx="0" cy="0"/>
          <a:chOff x="0" y="0"/>
          <a:chExt cx="0" cy="0"/>
        </a:xfrm>
      </p:grpSpPr>
      <p:sp>
        <p:nvSpPr>
          <p:cNvPr id="49" name="Rechteck 48">
            <a:extLst>
              <a:ext uri="{FF2B5EF4-FFF2-40B4-BE49-F238E27FC236}">
                <a16:creationId xmlns:a16="http://schemas.microsoft.com/office/drawing/2014/main" id="{BBA6631A-1ECA-4AF8-8247-29BDB61A882D}"/>
              </a:ext>
            </a:extLst>
          </p:cNvPr>
          <p:cNvSpPr/>
          <p:nvPr/>
        </p:nvSpPr>
        <p:spPr>
          <a:xfrm>
            <a:off x="8182101" y="3453493"/>
            <a:ext cx="1007849" cy="450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57600" tIns="257600" rIns="257600" bIns="257600" rtlCol="0" anchor="ctr"/>
          <a:lstStyle/>
          <a:p>
            <a:pPr algn="ctr" rtl="0" eaLnBrk="1" fontAlgn="auto" hangingPunct="1">
              <a:lnSpc>
                <a:spcPct val="110000"/>
              </a:lnSpc>
              <a:spcBef>
                <a:spcPts val="0"/>
              </a:spcBef>
              <a:spcAft>
                <a:spcPts val="0"/>
              </a:spcAft>
            </a:pPr>
            <a:endParaRPr lang="de-DE" sz="1252" b="0" i="0" u="none" baseline="0" err="1">
              <a:solidFill>
                <a:srgbClr val="FFFFFF"/>
              </a:solidFill>
              <a:latin typeface="Arial" panose="020B0604020202020204" pitchFamily="34" charset="0"/>
            </a:endParaRPr>
          </a:p>
        </p:txBody>
      </p:sp>
      <p:sp>
        <p:nvSpPr>
          <p:cNvPr id="50" name="Bildplatzhalter 49">
            <a:extLst>
              <a:ext uri="{FF2B5EF4-FFF2-40B4-BE49-F238E27FC236}">
                <a16:creationId xmlns:a16="http://schemas.microsoft.com/office/drawing/2014/main" id="{B16CA78A-F06F-4470-BC76-C10558AED95E}"/>
              </a:ext>
            </a:extLst>
          </p:cNvPr>
          <p:cNvSpPr>
            <a:spLocks noGrp="1"/>
          </p:cNvSpPr>
          <p:nvPr>
            <p:ph type="pic" sz="quarter" idx="19" hasCustomPrompt="1"/>
          </p:nvPr>
        </p:nvSpPr>
        <p:spPr bwMode="gray">
          <a:xfrm>
            <a:off x="1" y="0"/>
            <a:ext cx="12188825" cy="6134100"/>
          </a:xfrm>
          <a:custGeom>
            <a:avLst/>
            <a:gdLst>
              <a:gd name="connsiteX0" fmla="*/ 8301144 w 12192000"/>
              <a:gd name="connsiteY0" fmla="*/ 3923111 h 6858000"/>
              <a:gd name="connsiteX1" fmla="*/ 8301144 w 12192000"/>
              <a:gd name="connsiteY1" fmla="*/ 4196755 h 6858000"/>
              <a:gd name="connsiteX2" fmla="*/ 9087310 w 12192000"/>
              <a:gd name="connsiteY2" fmla="*/ 4196755 h 6858000"/>
              <a:gd name="connsiteX3" fmla="*/ 9087310 w 12192000"/>
              <a:gd name="connsiteY3" fmla="*/ 3923111 h 6858000"/>
              <a:gd name="connsiteX4" fmla="*/ 5403231 w 12192000"/>
              <a:gd name="connsiteY4" fmla="*/ 3000956 h 6858000"/>
              <a:gd name="connsiteX5" fmla="*/ 5588778 w 12192000"/>
              <a:gd name="connsiteY5" fmla="*/ 3000956 h 6858000"/>
              <a:gd name="connsiteX6" fmla="*/ 5665954 w 12192000"/>
              <a:gd name="connsiteY6" fmla="*/ 3024821 h 6858000"/>
              <a:gd name="connsiteX7" fmla="*/ 5689833 w 12192000"/>
              <a:gd name="connsiteY7" fmla="*/ 3083699 h 6858000"/>
              <a:gd name="connsiteX8" fmla="*/ 5665954 w 12192000"/>
              <a:gd name="connsiteY8" fmla="*/ 3142570 h 6858000"/>
              <a:gd name="connsiteX9" fmla="*/ 5588778 w 12192000"/>
              <a:gd name="connsiteY9" fmla="*/ 3166436 h 6858000"/>
              <a:gd name="connsiteX10" fmla="*/ 5403231 w 12192000"/>
              <a:gd name="connsiteY10" fmla="*/ 3166436 h 6858000"/>
              <a:gd name="connsiteX11" fmla="*/ 3381319 w 12192000"/>
              <a:gd name="connsiteY11" fmla="*/ 3000898 h 6858000"/>
              <a:gd name="connsiteX12" fmla="*/ 3540088 w 12192000"/>
              <a:gd name="connsiteY12" fmla="*/ 3000898 h 6858000"/>
              <a:gd name="connsiteX13" fmla="*/ 3614823 w 12192000"/>
              <a:gd name="connsiteY13" fmla="*/ 3025151 h 6858000"/>
              <a:gd name="connsiteX14" fmla="*/ 3639744 w 12192000"/>
              <a:gd name="connsiteY14" fmla="*/ 3087909 h 6858000"/>
              <a:gd name="connsiteX15" fmla="*/ 3614610 w 12192000"/>
              <a:gd name="connsiteY15" fmla="*/ 3151511 h 6858000"/>
              <a:gd name="connsiteX16" fmla="*/ 3540088 w 12192000"/>
              <a:gd name="connsiteY16" fmla="*/ 3176300 h 6858000"/>
              <a:gd name="connsiteX17" fmla="*/ 3381319 w 12192000"/>
              <a:gd name="connsiteY17" fmla="*/ 3176300 h 6858000"/>
              <a:gd name="connsiteX18" fmla="*/ 4511404 w 12192000"/>
              <a:gd name="connsiteY18" fmla="*/ 2984052 h 6858000"/>
              <a:gd name="connsiteX19" fmla="*/ 4616949 w 12192000"/>
              <a:gd name="connsiteY19" fmla="*/ 3005123 h 6858000"/>
              <a:gd name="connsiteX20" fmla="*/ 4697191 w 12192000"/>
              <a:gd name="connsiteY20" fmla="*/ 3064317 h 6858000"/>
              <a:gd name="connsiteX21" fmla="*/ 4748889 w 12192000"/>
              <a:gd name="connsiteY21" fmla="*/ 3156243 h 6858000"/>
              <a:gd name="connsiteX22" fmla="*/ 4767327 w 12192000"/>
              <a:gd name="connsiteY22" fmla="*/ 3275099 h 6858000"/>
              <a:gd name="connsiteX23" fmla="*/ 4748889 w 12192000"/>
              <a:gd name="connsiteY23" fmla="*/ 3393941 h 6858000"/>
              <a:gd name="connsiteX24" fmla="*/ 4697228 w 12192000"/>
              <a:gd name="connsiteY24" fmla="*/ 3485830 h 6858000"/>
              <a:gd name="connsiteX25" fmla="*/ 4616986 w 12192000"/>
              <a:gd name="connsiteY25" fmla="*/ 3545024 h 6858000"/>
              <a:gd name="connsiteX26" fmla="*/ 4511404 w 12192000"/>
              <a:gd name="connsiteY26" fmla="*/ 3566153 h 6858000"/>
              <a:gd name="connsiteX27" fmla="*/ 4405888 w 12192000"/>
              <a:gd name="connsiteY27" fmla="*/ 3545024 h 6858000"/>
              <a:gd name="connsiteX28" fmla="*/ 4325601 w 12192000"/>
              <a:gd name="connsiteY28" fmla="*/ 3485830 h 6858000"/>
              <a:gd name="connsiteX29" fmla="*/ 4273969 w 12192000"/>
              <a:gd name="connsiteY29" fmla="*/ 3393941 h 6858000"/>
              <a:gd name="connsiteX30" fmla="*/ 4255525 w 12192000"/>
              <a:gd name="connsiteY30" fmla="*/ 3275099 h 6858000"/>
              <a:gd name="connsiteX31" fmla="*/ 4273969 w 12192000"/>
              <a:gd name="connsiteY31" fmla="*/ 3156243 h 6858000"/>
              <a:gd name="connsiteX32" fmla="*/ 4325601 w 12192000"/>
              <a:gd name="connsiteY32" fmla="*/ 3064353 h 6858000"/>
              <a:gd name="connsiteX33" fmla="*/ 4405888 w 12192000"/>
              <a:gd name="connsiteY33" fmla="*/ 3005123 h 6858000"/>
              <a:gd name="connsiteX34" fmla="*/ 4511404 w 12192000"/>
              <a:gd name="connsiteY34" fmla="*/ 2984052 h 6858000"/>
              <a:gd name="connsiteX35" fmla="*/ 9271961 w 12192000"/>
              <a:gd name="connsiteY35" fmla="*/ 2763940 h 6858000"/>
              <a:gd name="connsiteX36" fmla="*/ 9271961 w 12192000"/>
              <a:gd name="connsiteY36" fmla="*/ 3786249 h 6858000"/>
              <a:gd name="connsiteX37" fmla="*/ 10056440 w 12192000"/>
              <a:gd name="connsiteY37" fmla="*/ 3786249 h 6858000"/>
              <a:gd name="connsiteX38" fmla="*/ 10056440 w 12192000"/>
              <a:gd name="connsiteY38" fmla="*/ 3549284 h 6858000"/>
              <a:gd name="connsiteX39" fmla="*/ 9545546 w 12192000"/>
              <a:gd name="connsiteY39" fmla="*/ 3549284 h 6858000"/>
              <a:gd name="connsiteX40" fmla="*/ 9545546 w 12192000"/>
              <a:gd name="connsiteY40" fmla="*/ 3365403 h 6858000"/>
              <a:gd name="connsiteX41" fmla="*/ 9983268 w 12192000"/>
              <a:gd name="connsiteY41" fmla="*/ 3365403 h 6858000"/>
              <a:gd name="connsiteX42" fmla="*/ 9983268 w 12192000"/>
              <a:gd name="connsiteY42" fmla="*/ 3128424 h 6858000"/>
              <a:gd name="connsiteX43" fmla="*/ 9545546 w 12192000"/>
              <a:gd name="connsiteY43" fmla="*/ 3128424 h 6858000"/>
              <a:gd name="connsiteX44" fmla="*/ 9545546 w 12192000"/>
              <a:gd name="connsiteY44" fmla="*/ 3000957 h 6858000"/>
              <a:gd name="connsiteX45" fmla="*/ 10028270 w 12192000"/>
              <a:gd name="connsiteY45" fmla="*/ 3000957 h 6858000"/>
              <a:gd name="connsiteX46" fmla="*/ 10028270 w 12192000"/>
              <a:gd name="connsiteY46" fmla="*/ 2763940 h 6858000"/>
              <a:gd name="connsiteX47" fmla="*/ 8193582 w 12192000"/>
              <a:gd name="connsiteY47" fmla="*/ 2763932 h 6858000"/>
              <a:gd name="connsiteX48" fmla="*/ 8530401 w 12192000"/>
              <a:gd name="connsiteY48" fmla="*/ 3786270 h 6858000"/>
              <a:gd name="connsiteX49" fmla="*/ 8858038 w 12192000"/>
              <a:gd name="connsiteY49" fmla="*/ 3786270 h 6858000"/>
              <a:gd name="connsiteX50" fmla="*/ 9192166 w 12192000"/>
              <a:gd name="connsiteY50" fmla="*/ 2772212 h 6858000"/>
              <a:gd name="connsiteX51" fmla="*/ 9194872 w 12192000"/>
              <a:gd name="connsiteY51" fmla="*/ 2763932 h 6858000"/>
              <a:gd name="connsiteX52" fmla="*/ 8901243 w 12192000"/>
              <a:gd name="connsiteY52" fmla="*/ 2763932 h 6858000"/>
              <a:gd name="connsiteX53" fmla="*/ 8694231 w 12192000"/>
              <a:gd name="connsiteY53" fmla="*/ 3480761 h 6858000"/>
              <a:gd name="connsiteX54" fmla="*/ 8487174 w 12192000"/>
              <a:gd name="connsiteY54" fmla="*/ 2763932 h 6858000"/>
              <a:gd name="connsiteX55" fmla="*/ 7842425 w 12192000"/>
              <a:gd name="connsiteY55" fmla="*/ 2763932 h 6858000"/>
              <a:gd name="connsiteX56" fmla="*/ 7842425 w 12192000"/>
              <a:gd name="connsiteY56" fmla="*/ 3786270 h 6858000"/>
              <a:gd name="connsiteX57" fmla="*/ 8115980 w 12192000"/>
              <a:gd name="connsiteY57" fmla="*/ 3786270 h 6858000"/>
              <a:gd name="connsiteX58" fmla="*/ 8115980 w 12192000"/>
              <a:gd name="connsiteY58" fmla="*/ 2763932 h 6858000"/>
              <a:gd name="connsiteX59" fmla="*/ 5129684 w 12192000"/>
              <a:gd name="connsiteY59" fmla="*/ 2763932 h 6858000"/>
              <a:gd name="connsiteX60" fmla="*/ 5129684 w 12192000"/>
              <a:gd name="connsiteY60" fmla="*/ 3786249 h 6858000"/>
              <a:gd name="connsiteX61" fmla="*/ 5403238 w 12192000"/>
              <a:gd name="connsiteY61" fmla="*/ 3786249 h 6858000"/>
              <a:gd name="connsiteX62" fmla="*/ 5403238 w 12192000"/>
              <a:gd name="connsiteY62" fmla="*/ 3403430 h 6858000"/>
              <a:gd name="connsiteX63" fmla="*/ 5534123 w 12192000"/>
              <a:gd name="connsiteY63" fmla="*/ 3403430 h 6858000"/>
              <a:gd name="connsiteX64" fmla="*/ 5717109 w 12192000"/>
              <a:gd name="connsiteY64" fmla="*/ 3786256 h 6858000"/>
              <a:gd name="connsiteX65" fmla="*/ 6017368 w 12192000"/>
              <a:gd name="connsiteY65" fmla="*/ 3786256 h 6858000"/>
              <a:gd name="connsiteX66" fmla="*/ 5800857 w 12192000"/>
              <a:gd name="connsiteY66" fmla="*/ 3343070 h 6858000"/>
              <a:gd name="connsiteX67" fmla="*/ 5909879 w 12192000"/>
              <a:gd name="connsiteY67" fmla="*/ 3247610 h 6858000"/>
              <a:gd name="connsiteX68" fmla="*/ 5963404 w 12192000"/>
              <a:gd name="connsiteY68" fmla="*/ 3073857 h 6858000"/>
              <a:gd name="connsiteX69" fmla="*/ 5938100 w 12192000"/>
              <a:gd name="connsiteY69" fmla="*/ 2948583 h 6858000"/>
              <a:gd name="connsiteX70" fmla="*/ 5863344 w 12192000"/>
              <a:gd name="connsiteY70" fmla="*/ 2849873 h 6858000"/>
              <a:gd name="connsiteX71" fmla="*/ 5744649 w 12192000"/>
              <a:gd name="connsiteY71" fmla="*/ 2786228 h 6858000"/>
              <a:gd name="connsiteX72" fmla="*/ 5588792 w 12192000"/>
              <a:gd name="connsiteY72" fmla="*/ 2763932 h 6858000"/>
              <a:gd name="connsiteX73" fmla="*/ 6990788 w 12192000"/>
              <a:gd name="connsiteY73" fmla="*/ 2763918 h 6858000"/>
              <a:gd name="connsiteX74" fmla="*/ 6990788 w 12192000"/>
              <a:gd name="connsiteY74" fmla="*/ 3786256 h 6858000"/>
              <a:gd name="connsiteX75" fmla="*/ 7264343 w 12192000"/>
              <a:gd name="connsiteY75" fmla="*/ 3786256 h 6858000"/>
              <a:gd name="connsiteX76" fmla="*/ 7264343 w 12192000"/>
              <a:gd name="connsiteY76" fmla="*/ 3375290 h 6858000"/>
              <a:gd name="connsiteX77" fmla="*/ 7685190 w 12192000"/>
              <a:gd name="connsiteY77" fmla="*/ 3375290 h 6858000"/>
              <a:gd name="connsiteX78" fmla="*/ 7685190 w 12192000"/>
              <a:gd name="connsiteY78" fmla="*/ 3138324 h 6858000"/>
              <a:gd name="connsiteX79" fmla="*/ 7264343 w 12192000"/>
              <a:gd name="connsiteY79" fmla="*/ 3138324 h 6858000"/>
              <a:gd name="connsiteX80" fmla="*/ 7264343 w 12192000"/>
              <a:gd name="connsiteY80" fmla="*/ 3000935 h 6858000"/>
              <a:gd name="connsiteX81" fmla="*/ 7752730 w 12192000"/>
              <a:gd name="connsiteY81" fmla="*/ 3000935 h 6858000"/>
              <a:gd name="connsiteX82" fmla="*/ 7752730 w 12192000"/>
              <a:gd name="connsiteY82" fmla="*/ 2763918 h 6858000"/>
              <a:gd name="connsiteX83" fmla="*/ 6028075 w 12192000"/>
              <a:gd name="connsiteY83" fmla="*/ 2763881 h 6858000"/>
              <a:gd name="connsiteX84" fmla="*/ 6028075 w 12192000"/>
              <a:gd name="connsiteY84" fmla="*/ 3000905 h 6858000"/>
              <a:gd name="connsiteX85" fmla="*/ 6327813 w 12192000"/>
              <a:gd name="connsiteY85" fmla="*/ 3000905 h 6858000"/>
              <a:gd name="connsiteX86" fmla="*/ 6327813 w 12192000"/>
              <a:gd name="connsiteY86" fmla="*/ 3786219 h 6858000"/>
              <a:gd name="connsiteX87" fmla="*/ 6601420 w 12192000"/>
              <a:gd name="connsiteY87" fmla="*/ 3786219 h 6858000"/>
              <a:gd name="connsiteX88" fmla="*/ 6601420 w 12192000"/>
              <a:gd name="connsiteY88" fmla="*/ 3000905 h 6858000"/>
              <a:gd name="connsiteX89" fmla="*/ 6902647 w 12192000"/>
              <a:gd name="connsiteY89" fmla="*/ 3000905 h 6858000"/>
              <a:gd name="connsiteX90" fmla="*/ 6902647 w 12192000"/>
              <a:gd name="connsiteY90" fmla="*/ 2763881 h 6858000"/>
              <a:gd name="connsiteX91" fmla="*/ 3107727 w 12192000"/>
              <a:gd name="connsiteY91" fmla="*/ 2763881 h 6858000"/>
              <a:gd name="connsiteX92" fmla="*/ 3107727 w 12192000"/>
              <a:gd name="connsiteY92" fmla="*/ 3786219 h 6858000"/>
              <a:gd name="connsiteX93" fmla="*/ 3381332 w 12192000"/>
              <a:gd name="connsiteY93" fmla="*/ 3786219 h 6858000"/>
              <a:gd name="connsiteX94" fmla="*/ 3381332 w 12192000"/>
              <a:gd name="connsiteY94" fmla="*/ 3413280 h 6858000"/>
              <a:gd name="connsiteX95" fmla="*/ 3540094 w 12192000"/>
              <a:gd name="connsiteY95" fmla="*/ 3413280 h 6858000"/>
              <a:gd name="connsiteX96" fmla="*/ 3698452 w 12192000"/>
              <a:gd name="connsiteY96" fmla="*/ 3389459 h 6858000"/>
              <a:gd name="connsiteX97" fmla="*/ 3818519 w 12192000"/>
              <a:gd name="connsiteY97" fmla="*/ 3322117 h 6858000"/>
              <a:gd name="connsiteX98" fmla="*/ 3893848 w 12192000"/>
              <a:gd name="connsiteY98" fmla="*/ 3217547 h 6858000"/>
              <a:gd name="connsiteX99" fmla="*/ 3918960 w 12192000"/>
              <a:gd name="connsiteY99" fmla="*/ 3087917 h 6858000"/>
              <a:gd name="connsiteX100" fmla="*/ 3893811 w 12192000"/>
              <a:gd name="connsiteY100" fmla="*/ 2958858 h 6858000"/>
              <a:gd name="connsiteX101" fmla="*/ 3818519 w 12192000"/>
              <a:gd name="connsiteY101" fmla="*/ 2855066 h 6858000"/>
              <a:gd name="connsiteX102" fmla="*/ 3698452 w 12192000"/>
              <a:gd name="connsiteY102" fmla="*/ 2787695 h 6858000"/>
              <a:gd name="connsiteX103" fmla="*/ 3540094 w 12192000"/>
              <a:gd name="connsiteY103" fmla="*/ 2763881 h 6858000"/>
              <a:gd name="connsiteX104" fmla="*/ 4511410 w 12192000"/>
              <a:gd name="connsiteY104" fmla="*/ 2747020 h 6858000"/>
              <a:gd name="connsiteX105" fmla="*/ 4301927 w 12192000"/>
              <a:gd name="connsiteY105" fmla="*/ 2785341 h 6858000"/>
              <a:gd name="connsiteX106" fmla="*/ 4134099 w 12192000"/>
              <a:gd name="connsiteY106" fmla="*/ 2894076 h 6858000"/>
              <a:gd name="connsiteX107" fmla="*/ 4022547 w 12192000"/>
              <a:gd name="connsiteY107" fmla="*/ 3061683 h 6858000"/>
              <a:gd name="connsiteX108" fmla="*/ 3981983 w 12192000"/>
              <a:gd name="connsiteY108" fmla="*/ 3275098 h 6858000"/>
              <a:gd name="connsiteX109" fmla="*/ 4022591 w 12192000"/>
              <a:gd name="connsiteY109" fmla="*/ 3489225 h 6858000"/>
              <a:gd name="connsiteX110" fmla="*/ 4134107 w 12192000"/>
              <a:gd name="connsiteY110" fmla="*/ 3656105 h 6858000"/>
              <a:gd name="connsiteX111" fmla="*/ 4301934 w 12192000"/>
              <a:gd name="connsiteY111" fmla="*/ 3764855 h 6858000"/>
              <a:gd name="connsiteX112" fmla="*/ 4511426 w 12192000"/>
              <a:gd name="connsiteY112" fmla="*/ 3803154 h 6858000"/>
              <a:gd name="connsiteX113" fmla="*/ 4720896 w 12192000"/>
              <a:gd name="connsiteY113" fmla="*/ 3764855 h 6858000"/>
              <a:gd name="connsiteX114" fmla="*/ 4888765 w 12192000"/>
              <a:gd name="connsiteY114" fmla="*/ 3656105 h 6858000"/>
              <a:gd name="connsiteX115" fmla="*/ 5000339 w 12192000"/>
              <a:gd name="connsiteY115" fmla="*/ 3489225 h 6858000"/>
              <a:gd name="connsiteX116" fmla="*/ 5040896 w 12192000"/>
              <a:gd name="connsiteY116" fmla="*/ 3275098 h 6858000"/>
              <a:gd name="connsiteX117" fmla="*/ 5000339 w 12192000"/>
              <a:gd name="connsiteY117" fmla="*/ 3061683 h 6858000"/>
              <a:gd name="connsiteX118" fmla="*/ 4888757 w 12192000"/>
              <a:gd name="connsiteY118" fmla="*/ 2894084 h 6858000"/>
              <a:gd name="connsiteX119" fmla="*/ 4720881 w 12192000"/>
              <a:gd name="connsiteY119" fmla="*/ 2785348 h 6858000"/>
              <a:gd name="connsiteX120" fmla="*/ 4511410 w 12192000"/>
              <a:gd name="connsiteY120" fmla="*/ 2747020 h 6858000"/>
              <a:gd name="connsiteX121" fmla="*/ 2544687 w 12192000"/>
              <a:gd name="connsiteY121" fmla="*/ 2747020 h 6858000"/>
              <a:gd name="connsiteX122" fmla="*/ 2400014 w 12192000"/>
              <a:gd name="connsiteY122" fmla="*/ 2766265 h 6858000"/>
              <a:gd name="connsiteX123" fmla="*/ 2282727 w 12192000"/>
              <a:gd name="connsiteY123" fmla="*/ 2824659 h 6858000"/>
              <a:gd name="connsiteX124" fmla="*/ 2204817 w 12192000"/>
              <a:gd name="connsiteY124" fmla="*/ 2921095 h 6858000"/>
              <a:gd name="connsiteX125" fmla="*/ 2177079 w 12192000"/>
              <a:gd name="connsiteY125" fmla="*/ 3049926 h 6858000"/>
              <a:gd name="connsiteX126" fmla="*/ 2203496 w 12192000"/>
              <a:gd name="connsiteY126" fmla="*/ 3175303 h 6858000"/>
              <a:gd name="connsiteX127" fmla="*/ 2281796 w 12192000"/>
              <a:gd name="connsiteY127" fmla="*/ 3267713 h 6858000"/>
              <a:gd name="connsiteX128" fmla="*/ 2404444 w 12192000"/>
              <a:gd name="connsiteY128" fmla="*/ 3330302 h 6858000"/>
              <a:gd name="connsiteX129" fmla="*/ 2566997 w 12192000"/>
              <a:gd name="connsiteY129" fmla="*/ 3372055 h 6858000"/>
              <a:gd name="connsiteX130" fmla="*/ 2612094 w 12192000"/>
              <a:gd name="connsiteY130" fmla="*/ 3380482 h 6858000"/>
              <a:gd name="connsiteX131" fmla="*/ 2720595 w 12192000"/>
              <a:gd name="connsiteY131" fmla="*/ 3422543 h 6858000"/>
              <a:gd name="connsiteX132" fmla="*/ 2748517 w 12192000"/>
              <a:gd name="connsiteY132" fmla="*/ 3484765 h 6858000"/>
              <a:gd name="connsiteX133" fmla="*/ 2719518 w 12192000"/>
              <a:gd name="connsiteY133" fmla="*/ 3549526 h 6858000"/>
              <a:gd name="connsiteX134" fmla="*/ 2622091 w 12192000"/>
              <a:gd name="connsiteY134" fmla="*/ 3577395 h 6858000"/>
              <a:gd name="connsiteX135" fmla="*/ 2483417 w 12192000"/>
              <a:gd name="connsiteY135" fmla="*/ 3535958 h 6858000"/>
              <a:gd name="connsiteX136" fmla="*/ 2404231 w 12192000"/>
              <a:gd name="connsiteY136" fmla="*/ 3424677 h 6858000"/>
              <a:gd name="connsiteX137" fmla="*/ 2396956 w 12192000"/>
              <a:gd name="connsiteY137" fmla="*/ 3403863 h 6858000"/>
              <a:gd name="connsiteX138" fmla="*/ 2135560 w 12192000"/>
              <a:gd name="connsiteY138" fmla="*/ 3469247 h 6858000"/>
              <a:gd name="connsiteX139" fmla="*/ 2144728 w 12192000"/>
              <a:gd name="connsiteY139" fmla="*/ 3494469 h 6858000"/>
              <a:gd name="connsiteX140" fmla="*/ 2210757 w 12192000"/>
              <a:gd name="connsiteY140" fmla="*/ 3616112 h 6858000"/>
              <a:gd name="connsiteX141" fmla="*/ 2313435 w 12192000"/>
              <a:gd name="connsiteY141" fmla="*/ 3714418 h 6858000"/>
              <a:gd name="connsiteX142" fmla="*/ 2450275 w 12192000"/>
              <a:gd name="connsiteY142" fmla="*/ 3779538 h 6858000"/>
              <a:gd name="connsiteX143" fmla="*/ 2622084 w 12192000"/>
              <a:gd name="connsiteY143" fmla="*/ 3803117 h 6858000"/>
              <a:gd name="connsiteX144" fmla="*/ 2779364 w 12192000"/>
              <a:gd name="connsiteY144" fmla="*/ 3780147 h 6858000"/>
              <a:gd name="connsiteX145" fmla="*/ 2904616 w 12192000"/>
              <a:gd name="connsiteY145" fmla="*/ 3714792 h 6858000"/>
              <a:gd name="connsiteX146" fmla="*/ 2987968 w 12192000"/>
              <a:gd name="connsiteY146" fmla="*/ 3610817 h 6858000"/>
              <a:gd name="connsiteX147" fmla="*/ 3017862 w 12192000"/>
              <a:gd name="connsiteY147" fmla="*/ 3473522 h 6858000"/>
              <a:gd name="connsiteX148" fmla="*/ 2912559 w 12192000"/>
              <a:gd name="connsiteY148" fmla="*/ 3242417 h 6858000"/>
              <a:gd name="connsiteX149" fmla="*/ 2626535 w 12192000"/>
              <a:gd name="connsiteY149" fmla="*/ 3131687 h 6858000"/>
              <a:gd name="connsiteX150" fmla="*/ 2581394 w 12192000"/>
              <a:gd name="connsiteY150" fmla="*/ 3123201 h 6858000"/>
              <a:gd name="connsiteX151" fmla="*/ 2470943 w 12192000"/>
              <a:gd name="connsiteY151" fmla="*/ 3085915 h 6858000"/>
              <a:gd name="connsiteX152" fmla="*/ 2445001 w 12192000"/>
              <a:gd name="connsiteY152" fmla="*/ 3038639 h 6858000"/>
              <a:gd name="connsiteX153" fmla="*/ 2466879 w 12192000"/>
              <a:gd name="connsiteY153" fmla="*/ 2992119 h 6858000"/>
              <a:gd name="connsiteX154" fmla="*/ 2544687 w 12192000"/>
              <a:gd name="connsiteY154" fmla="*/ 2972749 h 6858000"/>
              <a:gd name="connsiteX155" fmla="*/ 2652513 w 12192000"/>
              <a:gd name="connsiteY155" fmla="*/ 3001411 h 6858000"/>
              <a:gd name="connsiteX156" fmla="*/ 2710643 w 12192000"/>
              <a:gd name="connsiteY156" fmla="*/ 3075324 h 6858000"/>
              <a:gd name="connsiteX157" fmla="*/ 2718241 w 12192000"/>
              <a:gd name="connsiteY157" fmla="*/ 3095434 h 6858000"/>
              <a:gd name="connsiteX158" fmla="*/ 2981785 w 12192000"/>
              <a:gd name="connsiteY158" fmla="*/ 3029999 h 6858000"/>
              <a:gd name="connsiteX159" fmla="*/ 2970968 w 12192000"/>
              <a:gd name="connsiteY159" fmla="*/ 3004000 h 6858000"/>
              <a:gd name="connsiteX160" fmla="*/ 2911165 w 12192000"/>
              <a:gd name="connsiteY160" fmla="*/ 2903794 h 6858000"/>
              <a:gd name="connsiteX161" fmla="*/ 2820508 w 12192000"/>
              <a:gd name="connsiteY161" fmla="*/ 2822114 h 6858000"/>
              <a:gd name="connsiteX162" fmla="*/ 2698520 w 12192000"/>
              <a:gd name="connsiteY162" fmla="*/ 2766962 h 6858000"/>
              <a:gd name="connsiteX163" fmla="*/ 2544687 w 12192000"/>
              <a:gd name="connsiteY163" fmla="*/ 2747020 h 6858000"/>
              <a:gd name="connsiteX164" fmla="*/ 0 w 12192000"/>
              <a:gd name="connsiteY164" fmla="*/ 0 h 6858000"/>
              <a:gd name="connsiteX165" fmla="*/ 12192000 w 12192000"/>
              <a:gd name="connsiteY165" fmla="*/ 0 h 6858000"/>
              <a:gd name="connsiteX166" fmla="*/ 12192000 w 12192000"/>
              <a:gd name="connsiteY166" fmla="*/ 6858000 h 6858000"/>
              <a:gd name="connsiteX167" fmla="*/ 0 w 12192000"/>
              <a:gd name="connsiteY16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2192000" h="6858000">
                <a:moveTo>
                  <a:pt x="8301144" y="3923111"/>
                </a:moveTo>
                <a:lnTo>
                  <a:pt x="8301144" y="4196755"/>
                </a:lnTo>
                <a:lnTo>
                  <a:pt x="9087310" y="4196755"/>
                </a:lnTo>
                <a:lnTo>
                  <a:pt x="9087310" y="3923111"/>
                </a:lnTo>
                <a:close/>
                <a:moveTo>
                  <a:pt x="5403231" y="3000956"/>
                </a:moveTo>
                <a:lnTo>
                  <a:pt x="5588778" y="3000956"/>
                </a:lnTo>
                <a:cubicBezTo>
                  <a:pt x="5624121" y="3000956"/>
                  <a:pt x="5650068" y="3008958"/>
                  <a:pt x="5665954" y="3024821"/>
                </a:cubicBezTo>
                <a:cubicBezTo>
                  <a:pt x="5682030" y="3040890"/>
                  <a:pt x="5689833" y="3060150"/>
                  <a:pt x="5689833" y="3083699"/>
                </a:cubicBezTo>
                <a:cubicBezTo>
                  <a:pt x="5689833" y="3107242"/>
                  <a:pt x="5682024" y="3126531"/>
                  <a:pt x="5665954" y="3142570"/>
                </a:cubicBezTo>
                <a:cubicBezTo>
                  <a:pt x="5650068" y="3158427"/>
                  <a:pt x="5624121" y="3166436"/>
                  <a:pt x="5588778" y="3166436"/>
                </a:cubicBezTo>
                <a:lnTo>
                  <a:pt x="5403231" y="3166436"/>
                </a:lnTo>
                <a:close/>
                <a:moveTo>
                  <a:pt x="3381319" y="3000898"/>
                </a:moveTo>
                <a:lnTo>
                  <a:pt x="3540088" y="3000898"/>
                </a:lnTo>
                <a:cubicBezTo>
                  <a:pt x="3572835" y="3000898"/>
                  <a:pt x="3597998" y="3009068"/>
                  <a:pt x="3614823" y="3025151"/>
                </a:cubicBezTo>
                <a:cubicBezTo>
                  <a:pt x="3631610" y="3041206"/>
                  <a:pt x="3639744" y="3061705"/>
                  <a:pt x="3639744" y="3087909"/>
                </a:cubicBezTo>
                <a:cubicBezTo>
                  <a:pt x="3639744" y="3114188"/>
                  <a:pt x="3631523" y="3134994"/>
                  <a:pt x="3614610" y="3151511"/>
                </a:cubicBezTo>
                <a:cubicBezTo>
                  <a:pt x="3597580" y="3168189"/>
                  <a:pt x="3573172" y="3176300"/>
                  <a:pt x="3540088" y="3176300"/>
                </a:cubicBezTo>
                <a:lnTo>
                  <a:pt x="3381319" y="3176300"/>
                </a:lnTo>
                <a:close/>
                <a:moveTo>
                  <a:pt x="4511404" y="2984052"/>
                </a:moveTo>
                <a:cubicBezTo>
                  <a:pt x="4550026" y="2984052"/>
                  <a:pt x="4585501" y="2991144"/>
                  <a:pt x="4616949" y="3005123"/>
                </a:cubicBezTo>
                <a:cubicBezTo>
                  <a:pt x="4648259" y="3019117"/>
                  <a:pt x="4675277" y="3039058"/>
                  <a:pt x="4697191" y="3064317"/>
                </a:cubicBezTo>
                <a:cubicBezTo>
                  <a:pt x="4719436" y="3090023"/>
                  <a:pt x="4736818" y="3120929"/>
                  <a:pt x="4748889" y="3156243"/>
                </a:cubicBezTo>
                <a:cubicBezTo>
                  <a:pt x="4761108" y="3192084"/>
                  <a:pt x="4767327" y="3232011"/>
                  <a:pt x="4767327" y="3275099"/>
                </a:cubicBezTo>
                <a:cubicBezTo>
                  <a:pt x="4767327" y="3318158"/>
                  <a:pt x="4761101" y="3358158"/>
                  <a:pt x="4748889" y="3393941"/>
                </a:cubicBezTo>
                <a:cubicBezTo>
                  <a:pt x="4736818" y="3429255"/>
                  <a:pt x="4719436" y="3460190"/>
                  <a:pt x="4697228" y="3485830"/>
                </a:cubicBezTo>
                <a:cubicBezTo>
                  <a:pt x="4675233" y="3511162"/>
                  <a:pt x="4648259" y="3531096"/>
                  <a:pt x="4616986" y="3545024"/>
                </a:cubicBezTo>
                <a:cubicBezTo>
                  <a:pt x="4585501" y="3559032"/>
                  <a:pt x="4550026" y="3566153"/>
                  <a:pt x="4511404" y="3566153"/>
                </a:cubicBezTo>
                <a:cubicBezTo>
                  <a:pt x="4472804" y="3566153"/>
                  <a:pt x="4437285" y="3559047"/>
                  <a:pt x="4405888" y="3545024"/>
                </a:cubicBezTo>
                <a:cubicBezTo>
                  <a:pt x="4374556" y="3531045"/>
                  <a:pt x="4347559" y="3511162"/>
                  <a:pt x="4325601" y="3485830"/>
                </a:cubicBezTo>
                <a:cubicBezTo>
                  <a:pt x="4303393" y="3460190"/>
                  <a:pt x="4285968" y="3429299"/>
                  <a:pt x="4273969" y="3393941"/>
                </a:cubicBezTo>
                <a:cubicBezTo>
                  <a:pt x="4261728" y="3358202"/>
                  <a:pt x="4255525" y="3318209"/>
                  <a:pt x="4255525" y="3275099"/>
                </a:cubicBezTo>
                <a:cubicBezTo>
                  <a:pt x="4255525" y="3231975"/>
                  <a:pt x="4261728" y="3192004"/>
                  <a:pt x="4273969" y="3156243"/>
                </a:cubicBezTo>
                <a:cubicBezTo>
                  <a:pt x="4286019" y="3120929"/>
                  <a:pt x="4303401" y="3090008"/>
                  <a:pt x="4325601" y="3064353"/>
                </a:cubicBezTo>
                <a:cubicBezTo>
                  <a:pt x="4347559" y="3039058"/>
                  <a:pt x="4374556" y="3019139"/>
                  <a:pt x="4405888" y="3005123"/>
                </a:cubicBezTo>
                <a:cubicBezTo>
                  <a:pt x="4437285" y="2991144"/>
                  <a:pt x="4472812" y="2984052"/>
                  <a:pt x="4511404" y="2984052"/>
                </a:cubicBezTo>
                <a:close/>
                <a:moveTo>
                  <a:pt x="9271961" y="2763940"/>
                </a:moveTo>
                <a:lnTo>
                  <a:pt x="9271961" y="3786249"/>
                </a:lnTo>
                <a:lnTo>
                  <a:pt x="10056440" y="3786249"/>
                </a:lnTo>
                <a:lnTo>
                  <a:pt x="10056440" y="3549284"/>
                </a:lnTo>
                <a:lnTo>
                  <a:pt x="9545546" y="3549284"/>
                </a:lnTo>
                <a:lnTo>
                  <a:pt x="9545546" y="3365403"/>
                </a:lnTo>
                <a:lnTo>
                  <a:pt x="9983268" y="3365403"/>
                </a:lnTo>
                <a:lnTo>
                  <a:pt x="9983268" y="3128424"/>
                </a:lnTo>
                <a:lnTo>
                  <a:pt x="9545546" y="3128424"/>
                </a:lnTo>
                <a:lnTo>
                  <a:pt x="9545546" y="3000957"/>
                </a:lnTo>
                <a:lnTo>
                  <a:pt x="10028270" y="3000957"/>
                </a:lnTo>
                <a:lnTo>
                  <a:pt x="10028270" y="2763940"/>
                </a:lnTo>
                <a:close/>
                <a:moveTo>
                  <a:pt x="8193582" y="2763932"/>
                </a:moveTo>
                <a:lnTo>
                  <a:pt x="8530401" y="3786270"/>
                </a:lnTo>
                <a:lnTo>
                  <a:pt x="8858038" y="3786270"/>
                </a:lnTo>
                <a:lnTo>
                  <a:pt x="9192166" y="2772212"/>
                </a:lnTo>
                <a:lnTo>
                  <a:pt x="9194872" y="2763932"/>
                </a:lnTo>
                <a:lnTo>
                  <a:pt x="8901243" y="2763932"/>
                </a:lnTo>
                <a:lnTo>
                  <a:pt x="8694231" y="3480761"/>
                </a:lnTo>
                <a:lnTo>
                  <a:pt x="8487174" y="2763932"/>
                </a:lnTo>
                <a:close/>
                <a:moveTo>
                  <a:pt x="7842425" y="2763932"/>
                </a:moveTo>
                <a:lnTo>
                  <a:pt x="7842425" y="3786270"/>
                </a:lnTo>
                <a:lnTo>
                  <a:pt x="8115980" y="3786270"/>
                </a:lnTo>
                <a:lnTo>
                  <a:pt x="8115980" y="2763932"/>
                </a:lnTo>
                <a:close/>
                <a:moveTo>
                  <a:pt x="5129684" y="2763932"/>
                </a:moveTo>
                <a:lnTo>
                  <a:pt x="5129684" y="3786249"/>
                </a:lnTo>
                <a:lnTo>
                  <a:pt x="5403238" y="3786249"/>
                </a:lnTo>
                <a:lnTo>
                  <a:pt x="5403238" y="3403430"/>
                </a:lnTo>
                <a:lnTo>
                  <a:pt x="5534123" y="3403430"/>
                </a:lnTo>
                <a:lnTo>
                  <a:pt x="5717109" y="3786256"/>
                </a:lnTo>
                <a:lnTo>
                  <a:pt x="6017368" y="3786256"/>
                </a:lnTo>
                <a:lnTo>
                  <a:pt x="5800857" y="3343070"/>
                </a:lnTo>
                <a:cubicBezTo>
                  <a:pt x="5843564" y="3318362"/>
                  <a:pt x="5880257" y="3286260"/>
                  <a:pt x="5909879" y="3247610"/>
                </a:cubicBezTo>
                <a:cubicBezTo>
                  <a:pt x="5945428" y="3201258"/>
                  <a:pt x="5963404" y="3142805"/>
                  <a:pt x="5963404" y="3073857"/>
                </a:cubicBezTo>
                <a:cubicBezTo>
                  <a:pt x="5963404" y="3028400"/>
                  <a:pt x="5954910" y="2986266"/>
                  <a:pt x="5938100" y="2948583"/>
                </a:cubicBezTo>
                <a:cubicBezTo>
                  <a:pt x="5921204" y="2910666"/>
                  <a:pt x="5896070" y="2877435"/>
                  <a:pt x="5863344" y="2849873"/>
                </a:cubicBezTo>
                <a:cubicBezTo>
                  <a:pt x="5831000" y="2822583"/>
                  <a:pt x="5791103" y="2801182"/>
                  <a:pt x="5744649" y="2786228"/>
                </a:cubicBezTo>
                <a:cubicBezTo>
                  <a:pt x="5698863" y="2771428"/>
                  <a:pt x="5646401" y="2763932"/>
                  <a:pt x="5588792" y="2763932"/>
                </a:cubicBezTo>
                <a:close/>
                <a:moveTo>
                  <a:pt x="6990788" y="2763918"/>
                </a:moveTo>
                <a:lnTo>
                  <a:pt x="6990788" y="3786256"/>
                </a:lnTo>
                <a:lnTo>
                  <a:pt x="7264343" y="3786256"/>
                </a:lnTo>
                <a:lnTo>
                  <a:pt x="7264343" y="3375290"/>
                </a:lnTo>
                <a:lnTo>
                  <a:pt x="7685190" y="3375290"/>
                </a:lnTo>
                <a:lnTo>
                  <a:pt x="7685190" y="3138324"/>
                </a:lnTo>
                <a:lnTo>
                  <a:pt x="7264343" y="3138324"/>
                </a:lnTo>
                <a:lnTo>
                  <a:pt x="7264343" y="3000935"/>
                </a:lnTo>
                <a:lnTo>
                  <a:pt x="7752730" y="3000935"/>
                </a:lnTo>
                <a:lnTo>
                  <a:pt x="7752730" y="2763918"/>
                </a:lnTo>
                <a:close/>
                <a:moveTo>
                  <a:pt x="6028075" y="2763881"/>
                </a:moveTo>
                <a:lnTo>
                  <a:pt x="6028075" y="3000905"/>
                </a:lnTo>
                <a:lnTo>
                  <a:pt x="6327813" y="3000905"/>
                </a:lnTo>
                <a:lnTo>
                  <a:pt x="6327813" y="3786219"/>
                </a:lnTo>
                <a:lnTo>
                  <a:pt x="6601420" y="3786219"/>
                </a:lnTo>
                <a:lnTo>
                  <a:pt x="6601420" y="3000905"/>
                </a:lnTo>
                <a:lnTo>
                  <a:pt x="6902647" y="3000905"/>
                </a:lnTo>
                <a:lnTo>
                  <a:pt x="6902647" y="2763881"/>
                </a:lnTo>
                <a:close/>
                <a:moveTo>
                  <a:pt x="3107727" y="2763881"/>
                </a:moveTo>
                <a:lnTo>
                  <a:pt x="3107727" y="3786219"/>
                </a:lnTo>
                <a:lnTo>
                  <a:pt x="3381332" y="3786219"/>
                </a:lnTo>
                <a:lnTo>
                  <a:pt x="3381332" y="3413280"/>
                </a:lnTo>
                <a:lnTo>
                  <a:pt x="3540094" y="3413280"/>
                </a:lnTo>
                <a:cubicBezTo>
                  <a:pt x="3598767" y="3413280"/>
                  <a:pt x="3652071" y="3405278"/>
                  <a:pt x="3698452" y="3389459"/>
                </a:cubicBezTo>
                <a:cubicBezTo>
                  <a:pt x="3745347" y="3373544"/>
                  <a:pt x="3785721" y="3350845"/>
                  <a:pt x="3818519" y="3322117"/>
                </a:cubicBezTo>
                <a:cubicBezTo>
                  <a:pt x="3851670" y="3293030"/>
                  <a:pt x="3877016" y="3257841"/>
                  <a:pt x="3893848" y="3217547"/>
                </a:cubicBezTo>
                <a:cubicBezTo>
                  <a:pt x="3910525" y="3177701"/>
                  <a:pt x="3918960" y="3134085"/>
                  <a:pt x="3918960" y="3087917"/>
                </a:cubicBezTo>
                <a:cubicBezTo>
                  <a:pt x="3918960" y="3041683"/>
                  <a:pt x="3910489" y="2998257"/>
                  <a:pt x="3893811" y="2958858"/>
                </a:cubicBezTo>
                <a:cubicBezTo>
                  <a:pt x="3876972" y="2919049"/>
                  <a:pt x="3851626" y="2884109"/>
                  <a:pt x="3818519" y="2855066"/>
                </a:cubicBezTo>
                <a:cubicBezTo>
                  <a:pt x="3785809" y="2826375"/>
                  <a:pt x="3745383" y="2803720"/>
                  <a:pt x="3698452" y="2787695"/>
                </a:cubicBezTo>
                <a:cubicBezTo>
                  <a:pt x="3651969" y="2771883"/>
                  <a:pt x="3598701" y="2763881"/>
                  <a:pt x="3540094" y="2763881"/>
                </a:cubicBezTo>
                <a:close/>
                <a:moveTo>
                  <a:pt x="4511410" y="2747020"/>
                </a:moveTo>
                <a:cubicBezTo>
                  <a:pt x="4436448" y="2747020"/>
                  <a:pt x="4365968" y="2759913"/>
                  <a:pt x="4301927" y="2785341"/>
                </a:cubicBezTo>
                <a:cubicBezTo>
                  <a:pt x="4237732" y="2810827"/>
                  <a:pt x="4181272" y="2847417"/>
                  <a:pt x="4134099" y="2894076"/>
                </a:cubicBezTo>
                <a:cubicBezTo>
                  <a:pt x="4087007" y="2940692"/>
                  <a:pt x="4049434" y="2997069"/>
                  <a:pt x="4022547" y="3061683"/>
                </a:cubicBezTo>
                <a:cubicBezTo>
                  <a:pt x="3995588" y="3126282"/>
                  <a:pt x="3981983" y="3198053"/>
                  <a:pt x="3981983" y="3275098"/>
                </a:cubicBezTo>
                <a:cubicBezTo>
                  <a:pt x="3981983" y="3353162"/>
                  <a:pt x="3995639" y="3425183"/>
                  <a:pt x="4022591" y="3489225"/>
                </a:cubicBezTo>
                <a:cubicBezTo>
                  <a:pt x="4049434" y="3553398"/>
                  <a:pt x="4087014" y="3609519"/>
                  <a:pt x="4134107" y="3656105"/>
                </a:cubicBezTo>
                <a:cubicBezTo>
                  <a:pt x="4181316" y="3702809"/>
                  <a:pt x="4237781" y="3739413"/>
                  <a:pt x="4301934" y="3764855"/>
                </a:cubicBezTo>
                <a:cubicBezTo>
                  <a:pt x="4365974" y="3790246"/>
                  <a:pt x="4436455" y="3803154"/>
                  <a:pt x="4511426" y="3803154"/>
                </a:cubicBezTo>
                <a:cubicBezTo>
                  <a:pt x="4586431" y="3803154"/>
                  <a:pt x="4656919" y="3790246"/>
                  <a:pt x="4720896" y="3764855"/>
                </a:cubicBezTo>
                <a:cubicBezTo>
                  <a:pt x="4785126" y="3739369"/>
                  <a:pt x="4841592" y="3702765"/>
                  <a:pt x="4888765" y="3656105"/>
                </a:cubicBezTo>
                <a:cubicBezTo>
                  <a:pt x="4935829" y="3609570"/>
                  <a:pt x="4973349" y="3553428"/>
                  <a:pt x="5000339" y="3489225"/>
                </a:cubicBezTo>
                <a:cubicBezTo>
                  <a:pt x="5027225" y="3425117"/>
                  <a:pt x="5040896" y="3353067"/>
                  <a:pt x="5040896" y="3275098"/>
                </a:cubicBezTo>
                <a:cubicBezTo>
                  <a:pt x="5040896" y="3198141"/>
                  <a:pt x="5027263" y="3126362"/>
                  <a:pt x="5000339" y="3061683"/>
                </a:cubicBezTo>
                <a:cubicBezTo>
                  <a:pt x="4973372" y="2997077"/>
                  <a:pt x="4935857" y="2940655"/>
                  <a:pt x="4888757" y="2894084"/>
                </a:cubicBezTo>
                <a:cubicBezTo>
                  <a:pt x="4841629" y="2847461"/>
                  <a:pt x="4785120" y="2810834"/>
                  <a:pt x="4720881" y="2785348"/>
                </a:cubicBezTo>
                <a:cubicBezTo>
                  <a:pt x="4656860" y="2759913"/>
                  <a:pt x="4586380" y="2747020"/>
                  <a:pt x="4511410" y="2747020"/>
                </a:cubicBezTo>
                <a:close/>
                <a:moveTo>
                  <a:pt x="2544687" y="2747020"/>
                </a:moveTo>
                <a:cubicBezTo>
                  <a:pt x="2492966" y="2747020"/>
                  <a:pt x="2444304" y="2753503"/>
                  <a:pt x="2400014" y="2766265"/>
                </a:cubicBezTo>
                <a:cubicBezTo>
                  <a:pt x="2355005" y="2779305"/>
                  <a:pt x="2315525" y="2798953"/>
                  <a:pt x="2282727" y="2824659"/>
                </a:cubicBezTo>
                <a:cubicBezTo>
                  <a:pt x="2249511" y="2850739"/>
                  <a:pt x="2223299" y="2883178"/>
                  <a:pt x="2204817" y="2921095"/>
                </a:cubicBezTo>
                <a:cubicBezTo>
                  <a:pt x="2186438" y="2958925"/>
                  <a:pt x="2177079" y="3002262"/>
                  <a:pt x="2177079" y="3049926"/>
                </a:cubicBezTo>
                <a:cubicBezTo>
                  <a:pt x="2177079" y="3097561"/>
                  <a:pt x="2185975" y="3139718"/>
                  <a:pt x="2203496" y="3175303"/>
                </a:cubicBezTo>
                <a:cubicBezTo>
                  <a:pt x="2221120" y="3211020"/>
                  <a:pt x="2247435" y="3242094"/>
                  <a:pt x="2281796" y="3267713"/>
                </a:cubicBezTo>
                <a:cubicBezTo>
                  <a:pt x="2315063" y="3292546"/>
                  <a:pt x="2356339" y="3313639"/>
                  <a:pt x="2404444" y="3330302"/>
                </a:cubicBezTo>
                <a:cubicBezTo>
                  <a:pt x="2451214" y="3346562"/>
                  <a:pt x="2505919" y="3360614"/>
                  <a:pt x="2566997" y="3372055"/>
                </a:cubicBezTo>
                <a:lnTo>
                  <a:pt x="2612094" y="3380482"/>
                </a:lnTo>
                <a:cubicBezTo>
                  <a:pt x="2663675" y="3389987"/>
                  <a:pt x="2700193" y="3404127"/>
                  <a:pt x="2720595" y="3422543"/>
                </a:cubicBezTo>
                <a:cubicBezTo>
                  <a:pt x="2739334" y="3439507"/>
                  <a:pt x="2748517" y="3459852"/>
                  <a:pt x="2748517" y="3484765"/>
                </a:cubicBezTo>
                <a:cubicBezTo>
                  <a:pt x="2748517" y="3509965"/>
                  <a:pt x="2738997" y="3531132"/>
                  <a:pt x="2719518" y="3549526"/>
                </a:cubicBezTo>
                <a:cubicBezTo>
                  <a:pt x="2699869" y="3568030"/>
                  <a:pt x="2667093" y="3577395"/>
                  <a:pt x="2622091" y="3577395"/>
                </a:cubicBezTo>
                <a:cubicBezTo>
                  <a:pt x="2565904" y="3577395"/>
                  <a:pt x="2519237" y="3563468"/>
                  <a:pt x="2483417" y="3535958"/>
                </a:cubicBezTo>
                <a:cubicBezTo>
                  <a:pt x="2447004" y="3508007"/>
                  <a:pt x="2420410" y="3470603"/>
                  <a:pt x="2404231" y="3424677"/>
                </a:cubicBezTo>
                <a:lnTo>
                  <a:pt x="2396956" y="3403863"/>
                </a:lnTo>
                <a:lnTo>
                  <a:pt x="2135560" y="3469247"/>
                </a:lnTo>
                <a:lnTo>
                  <a:pt x="2144728" y="3494469"/>
                </a:lnTo>
                <a:cubicBezTo>
                  <a:pt x="2160475" y="3537725"/>
                  <a:pt x="2182689" y="3578686"/>
                  <a:pt x="2210757" y="3616112"/>
                </a:cubicBezTo>
                <a:cubicBezTo>
                  <a:pt x="2238964" y="3653736"/>
                  <a:pt x="2273493" y="3686769"/>
                  <a:pt x="2313435" y="3714418"/>
                </a:cubicBezTo>
                <a:cubicBezTo>
                  <a:pt x="2353340" y="3741980"/>
                  <a:pt x="2399398" y="3763938"/>
                  <a:pt x="2450275" y="3779538"/>
                </a:cubicBezTo>
                <a:cubicBezTo>
                  <a:pt x="2501195" y="3795182"/>
                  <a:pt x="2558989" y="3803117"/>
                  <a:pt x="2622084" y="3803117"/>
                </a:cubicBezTo>
                <a:cubicBezTo>
                  <a:pt x="2678740" y="3803117"/>
                  <a:pt x="2731692" y="3795387"/>
                  <a:pt x="2779364" y="3780147"/>
                </a:cubicBezTo>
                <a:cubicBezTo>
                  <a:pt x="2827417" y="3764818"/>
                  <a:pt x="2869552" y="3742794"/>
                  <a:pt x="2904616" y="3714792"/>
                </a:cubicBezTo>
                <a:cubicBezTo>
                  <a:pt x="2940121" y="3686380"/>
                  <a:pt x="2968151" y="3651382"/>
                  <a:pt x="2987968" y="3610817"/>
                </a:cubicBezTo>
                <a:cubicBezTo>
                  <a:pt x="3007784" y="3570171"/>
                  <a:pt x="3017862" y="3523974"/>
                  <a:pt x="3017862" y="3473522"/>
                </a:cubicBezTo>
                <a:cubicBezTo>
                  <a:pt x="3017869" y="3373111"/>
                  <a:pt x="2982409" y="3295325"/>
                  <a:pt x="2912559" y="3242417"/>
                </a:cubicBezTo>
                <a:cubicBezTo>
                  <a:pt x="2846023" y="3192047"/>
                  <a:pt x="2749814" y="3154782"/>
                  <a:pt x="2626535" y="3131687"/>
                </a:cubicBezTo>
                <a:lnTo>
                  <a:pt x="2581394" y="3123201"/>
                </a:lnTo>
                <a:cubicBezTo>
                  <a:pt x="2528955" y="3113608"/>
                  <a:pt x="2491823" y="3101038"/>
                  <a:pt x="2470943" y="3085915"/>
                </a:cubicBezTo>
                <a:cubicBezTo>
                  <a:pt x="2453472" y="3073256"/>
                  <a:pt x="2445001" y="3057796"/>
                  <a:pt x="2445001" y="3038639"/>
                </a:cubicBezTo>
                <a:cubicBezTo>
                  <a:pt x="2445001" y="3019035"/>
                  <a:pt x="2452160" y="3003787"/>
                  <a:pt x="2466879" y="2992119"/>
                </a:cubicBezTo>
                <a:cubicBezTo>
                  <a:pt x="2483015" y="2979277"/>
                  <a:pt x="2509197" y="2972749"/>
                  <a:pt x="2544687" y="2972749"/>
                </a:cubicBezTo>
                <a:cubicBezTo>
                  <a:pt x="2589109" y="2972749"/>
                  <a:pt x="2625369" y="2982401"/>
                  <a:pt x="2652513" y="3001411"/>
                </a:cubicBezTo>
                <a:cubicBezTo>
                  <a:pt x="2680140" y="3020824"/>
                  <a:pt x="2699180" y="3044976"/>
                  <a:pt x="2710643" y="3075324"/>
                </a:cubicBezTo>
                <a:lnTo>
                  <a:pt x="2718241" y="3095434"/>
                </a:lnTo>
                <a:lnTo>
                  <a:pt x="2981785" y="3029999"/>
                </a:lnTo>
                <a:lnTo>
                  <a:pt x="2970968" y="3004000"/>
                </a:lnTo>
                <a:cubicBezTo>
                  <a:pt x="2956080" y="2968305"/>
                  <a:pt x="2935976" y="2934597"/>
                  <a:pt x="2911165" y="2903794"/>
                </a:cubicBezTo>
                <a:cubicBezTo>
                  <a:pt x="2886243" y="2872903"/>
                  <a:pt x="2855734" y="2845466"/>
                  <a:pt x="2820508" y="2822114"/>
                </a:cubicBezTo>
                <a:cubicBezTo>
                  <a:pt x="2785261" y="2798806"/>
                  <a:pt x="2744182" y="2780258"/>
                  <a:pt x="2698520" y="2766962"/>
                </a:cubicBezTo>
                <a:cubicBezTo>
                  <a:pt x="2652887" y="2753738"/>
                  <a:pt x="2601101" y="2747020"/>
                  <a:pt x="2544687" y="2747020"/>
                </a:cubicBezTo>
                <a:close/>
                <a:moveTo>
                  <a:pt x="0" y="0"/>
                </a:moveTo>
                <a:lnTo>
                  <a:pt x="12192000" y="0"/>
                </a:lnTo>
                <a:lnTo>
                  <a:pt x="12192000" y="6858000"/>
                </a:lnTo>
                <a:lnTo>
                  <a:pt x="0" y="6858000"/>
                </a:lnTo>
                <a:close/>
              </a:path>
            </a:pathLst>
          </a:custGeom>
          <a:solidFill>
            <a:schemeClr val="accent6"/>
          </a:solidFill>
        </p:spPr>
        <p:txBody>
          <a:bodyPr wrap="square">
            <a:noAutofit/>
          </a:bodyPr>
          <a:lstStyle>
            <a:lvl1pPr>
              <a:defRPr/>
            </a:lvl1pPr>
          </a:lstStyle>
          <a:p>
            <a:r>
              <a:rPr lang="de-DE"/>
              <a:t> </a:t>
            </a:r>
          </a:p>
        </p:txBody>
      </p:sp>
      <p:sp>
        <p:nvSpPr>
          <p:cNvPr id="52" name="Textplatzhalter 51">
            <a:extLst>
              <a:ext uri="{FF2B5EF4-FFF2-40B4-BE49-F238E27FC236}">
                <a16:creationId xmlns:a16="http://schemas.microsoft.com/office/drawing/2014/main" id="{85BC1E99-B0CA-4A64-ADF0-01DC27AD2B2F}"/>
              </a:ext>
            </a:extLst>
          </p:cNvPr>
          <p:cNvSpPr>
            <a:spLocks noGrp="1"/>
          </p:cNvSpPr>
          <p:nvPr>
            <p:ph type="body" sz="quarter" idx="17" hasCustomPrompt="1"/>
          </p:nvPr>
        </p:nvSpPr>
        <p:spPr bwMode="gray">
          <a:xfrm>
            <a:off x="1" y="0"/>
            <a:ext cx="12188824" cy="6134100"/>
          </a:xfrm>
          <a:custGeom>
            <a:avLst/>
            <a:gdLst>
              <a:gd name="connsiteX0" fmla="*/ 8301143 w 12191999"/>
              <a:gd name="connsiteY0" fmla="*/ 3923111 h 6858000"/>
              <a:gd name="connsiteX1" fmla="*/ 8301143 w 12191999"/>
              <a:gd name="connsiteY1" fmla="*/ 4196755 h 6858000"/>
              <a:gd name="connsiteX2" fmla="*/ 9087309 w 12191999"/>
              <a:gd name="connsiteY2" fmla="*/ 4196755 h 6858000"/>
              <a:gd name="connsiteX3" fmla="*/ 9087309 w 12191999"/>
              <a:gd name="connsiteY3" fmla="*/ 3923111 h 6858000"/>
              <a:gd name="connsiteX4" fmla="*/ 5403230 w 12191999"/>
              <a:gd name="connsiteY4" fmla="*/ 3000956 h 6858000"/>
              <a:gd name="connsiteX5" fmla="*/ 5588777 w 12191999"/>
              <a:gd name="connsiteY5" fmla="*/ 3000956 h 6858000"/>
              <a:gd name="connsiteX6" fmla="*/ 5665953 w 12191999"/>
              <a:gd name="connsiteY6" fmla="*/ 3024821 h 6858000"/>
              <a:gd name="connsiteX7" fmla="*/ 5689832 w 12191999"/>
              <a:gd name="connsiteY7" fmla="*/ 3083699 h 6858000"/>
              <a:gd name="connsiteX8" fmla="*/ 5665953 w 12191999"/>
              <a:gd name="connsiteY8" fmla="*/ 3142570 h 6858000"/>
              <a:gd name="connsiteX9" fmla="*/ 5588777 w 12191999"/>
              <a:gd name="connsiteY9" fmla="*/ 3166436 h 6858000"/>
              <a:gd name="connsiteX10" fmla="*/ 5403230 w 12191999"/>
              <a:gd name="connsiteY10" fmla="*/ 3166436 h 6858000"/>
              <a:gd name="connsiteX11" fmla="*/ 3381318 w 12191999"/>
              <a:gd name="connsiteY11" fmla="*/ 3000898 h 6858000"/>
              <a:gd name="connsiteX12" fmla="*/ 3540087 w 12191999"/>
              <a:gd name="connsiteY12" fmla="*/ 3000898 h 6858000"/>
              <a:gd name="connsiteX13" fmla="*/ 3614822 w 12191999"/>
              <a:gd name="connsiteY13" fmla="*/ 3025151 h 6858000"/>
              <a:gd name="connsiteX14" fmla="*/ 3639743 w 12191999"/>
              <a:gd name="connsiteY14" fmla="*/ 3087909 h 6858000"/>
              <a:gd name="connsiteX15" fmla="*/ 3614609 w 12191999"/>
              <a:gd name="connsiteY15" fmla="*/ 3151511 h 6858000"/>
              <a:gd name="connsiteX16" fmla="*/ 3540087 w 12191999"/>
              <a:gd name="connsiteY16" fmla="*/ 3176300 h 6858000"/>
              <a:gd name="connsiteX17" fmla="*/ 3381318 w 12191999"/>
              <a:gd name="connsiteY17" fmla="*/ 3176300 h 6858000"/>
              <a:gd name="connsiteX18" fmla="*/ 4511403 w 12191999"/>
              <a:gd name="connsiteY18" fmla="*/ 2984052 h 6858000"/>
              <a:gd name="connsiteX19" fmla="*/ 4616948 w 12191999"/>
              <a:gd name="connsiteY19" fmla="*/ 3005123 h 6858000"/>
              <a:gd name="connsiteX20" fmla="*/ 4697190 w 12191999"/>
              <a:gd name="connsiteY20" fmla="*/ 3064317 h 6858000"/>
              <a:gd name="connsiteX21" fmla="*/ 4748888 w 12191999"/>
              <a:gd name="connsiteY21" fmla="*/ 3156243 h 6858000"/>
              <a:gd name="connsiteX22" fmla="*/ 4767326 w 12191999"/>
              <a:gd name="connsiteY22" fmla="*/ 3275099 h 6858000"/>
              <a:gd name="connsiteX23" fmla="*/ 4748888 w 12191999"/>
              <a:gd name="connsiteY23" fmla="*/ 3393941 h 6858000"/>
              <a:gd name="connsiteX24" fmla="*/ 4697227 w 12191999"/>
              <a:gd name="connsiteY24" fmla="*/ 3485830 h 6858000"/>
              <a:gd name="connsiteX25" fmla="*/ 4616985 w 12191999"/>
              <a:gd name="connsiteY25" fmla="*/ 3545024 h 6858000"/>
              <a:gd name="connsiteX26" fmla="*/ 4511403 w 12191999"/>
              <a:gd name="connsiteY26" fmla="*/ 3566153 h 6858000"/>
              <a:gd name="connsiteX27" fmla="*/ 4405887 w 12191999"/>
              <a:gd name="connsiteY27" fmla="*/ 3545024 h 6858000"/>
              <a:gd name="connsiteX28" fmla="*/ 4325600 w 12191999"/>
              <a:gd name="connsiteY28" fmla="*/ 3485830 h 6858000"/>
              <a:gd name="connsiteX29" fmla="*/ 4273968 w 12191999"/>
              <a:gd name="connsiteY29" fmla="*/ 3393941 h 6858000"/>
              <a:gd name="connsiteX30" fmla="*/ 4255524 w 12191999"/>
              <a:gd name="connsiteY30" fmla="*/ 3275099 h 6858000"/>
              <a:gd name="connsiteX31" fmla="*/ 4273968 w 12191999"/>
              <a:gd name="connsiteY31" fmla="*/ 3156243 h 6858000"/>
              <a:gd name="connsiteX32" fmla="*/ 4325600 w 12191999"/>
              <a:gd name="connsiteY32" fmla="*/ 3064353 h 6858000"/>
              <a:gd name="connsiteX33" fmla="*/ 4405887 w 12191999"/>
              <a:gd name="connsiteY33" fmla="*/ 3005123 h 6858000"/>
              <a:gd name="connsiteX34" fmla="*/ 4511403 w 12191999"/>
              <a:gd name="connsiteY34" fmla="*/ 2984052 h 6858000"/>
              <a:gd name="connsiteX35" fmla="*/ 9271960 w 12191999"/>
              <a:gd name="connsiteY35" fmla="*/ 2763940 h 6858000"/>
              <a:gd name="connsiteX36" fmla="*/ 9271960 w 12191999"/>
              <a:gd name="connsiteY36" fmla="*/ 3786249 h 6858000"/>
              <a:gd name="connsiteX37" fmla="*/ 10056439 w 12191999"/>
              <a:gd name="connsiteY37" fmla="*/ 3786249 h 6858000"/>
              <a:gd name="connsiteX38" fmla="*/ 10056439 w 12191999"/>
              <a:gd name="connsiteY38" fmla="*/ 3549284 h 6858000"/>
              <a:gd name="connsiteX39" fmla="*/ 9545545 w 12191999"/>
              <a:gd name="connsiteY39" fmla="*/ 3549284 h 6858000"/>
              <a:gd name="connsiteX40" fmla="*/ 9545545 w 12191999"/>
              <a:gd name="connsiteY40" fmla="*/ 3365403 h 6858000"/>
              <a:gd name="connsiteX41" fmla="*/ 9983267 w 12191999"/>
              <a:gd name="connsiteY41" fmla="*/ 3365403 h 6858000"/>
              <a:gd name="connsiteX42" fmla="*/ 9983267 w 12191999"/>
              <a:gd name="connsiteY42" fmla="*/ 3128424 h 6858000"/>
              <a:gd name="connsiteX43" fmla="*/ 9545545 w 12191999"/>
              <a:gd name="connsiteY43" fmla="*/ 3128424 h 6858000"/>
              <a:gd name="connsiteX44" fmla="*/ 9545545 w 12191999"/>
              <a:gd name="connsiteY44" fmla="*/ 3000957 h 6858000"/>
              <a:gd name="connsiteX45" fmla="*/ 10028269 w 12191999"/>
              <a:gd name="connsiteY45" fmla="*/ 3000957 h 6858000"/>
              <a:gd name="connsiteX46" fmla="*/ 10028269 w 12191999"/>
              <a:gd name="connsiteY46" fmla="*/ 2763940 h 6858000"/>
              <a:gd name="connsiteX47" fmla="*/ 8193581 w 12191999"/>
              <a:gd name="connsiteY47" fmla="*/ 2763932 h 6858000"/>
              <a:gd name="connsiteX48" fmla="*/ 8530400 w 12191999"/>
              <a:gd name="connsiteY48" fmla="*/ 3786270 h 6858000"/>
              <a:gd name="connsiteX49" fmla="*/ 8858037 w 12191999"/>
              <a:gd name="connsiteY49" fmla="*/ 3786270 h 6858000"/>
              <a:gd name="connsiteX50" fmla="*/ 9192165 w 12191999"/>
              <a:gd name="connsiteY50" fmla="*/ 2772212 h 6858000"/>
              <a:gd name="connsiteX51" fmla="*/ 9194871 w 12191999"/>
              <a:gd name="connsiteY51" fmla="*/ 2763932 h 6858000"/>
              <a:gd name="connsiteX52" fmla="*/ 8901242 w 12191999"/>
              <a:gd name="connsiteY52" fmla="*/ 2763932 h 6858000"/>
              <a:gd name="connsiteX53" fmla="*/ 8694230 w 12191999"/>
              <a:gd name="connsiteY53" fmla="*/ 3480761 h 6858000"/>
              <a:gd name="connsiteX54" fmla="*/ 8487173 w 12191999"/>
              <a:gd name="connsiteY54" fmla="*/ 2763932 h 6858000"/>
              <a:gd name="connsiteX55" fmla="*/ 7842424 w 12191999"/>
              <a:gd name="connsiteY55" fmla="*/ 2763932 h 6858000"/>
              <a:gd name="connsiteX56" fmla="*/ 7842424 w 12191999"/>
              <a:gd name="connsiteY56" fmla="*/ 3786270 h 6858000"/>
              <a:gd name="connsiteX57" fmla="*/ 8115979 w 12191999"/>
              <a:gd name="connsiteY57" fmla="*/ 3786270 h 6858000"/>
              <a:gd name="connsiteX58" fmla="*/ 8115979 w 12191999"/>
              <a:gd name="connsiteY58" fmla="*/ 2763932 h 6858000"/>
              <a:gd name="connsiteX59" fmla="*/ 5129683 w 12191999"/>
              <a:gd name="connsiteY59" fmla="*/ 2763932 h 6858000"/>
              <a:gd name="connsiteX60" fmla="*/ 5129683 w 12191999"/>
              <a:gd name="connsiteY60" fmla="*/ 3786249 h 6858000"/>
              <a:gd name="connsiteX61" fmla="*/ 5403237 w 12191999"/>
              <a:gd name="connsiteY61" fmla="*/ 3786249 h 6858000"/>
              <a:gd name="connsiteX62" fmla="*/ 5403237 w 12191999"/>
              <a:gd name="connsiteY62" fmla="*/ 3403430 h 6858000"/>
              <a:gd name="connsiteX63" fmla="*/ 5534122 w 12191999"/>
              <a:gd name="connsiteY63" fmla="*/ 3403430 h 6858000"/>
              <a:gd name="connsiteX64" fmla="*/ 5717109 w 12191999"/>
              <a:gd name="connsiteY64" fmla="*/ 3786256 h 6858000"/>
              <a:gd name="connsiteX65" fmla="*/ 6017367 w 12191999"/>
              <a:gd name="connsiteY65" fmla="*/ 3786256 h 6858000"/>
              <a:gd name="connsiteX66" fmla="*/ 5800856 w 12191999"/>
              <a:gd name="connsiteY66" fmla="*/ 3343070 h 6858000"/>
              <a:gd name="connsiteX67" fmla="*/ 5909878 w 12191999"/>
              <a:gd name="connsiteY67" fmla="*/ 3247610 h 6858000"/>
              <a:gd name="connsiteX68" fmla="*/ 5963403 w 12191999"/>
              <a:gd name="connsiteY68" fmla="*/ 3073857 h 6858000"/>
              <a:gd name="connsiteX69" fmla="*/ 5938099 w 12191999"/>
              <a:gd name="connsiteY69" fmla="*/ 2948583 h 6858000"/>
              <a:gd name="connsiteX70" fmla="*/ 5863343 w 12191999"/>
              <a:gd name="connsiteY70" fmla="*/ 2849873 h 6858000"/>
              <a:gd name="connsiteX71" fmla="*/ 5744648 w 12191999"/>
              <a:gd name="connsiteY71" fmla="*/ 2786228 h 6858000"/>
              <a:gd name="connsiteX72" fmla="*/ 5588791 w 12191999"/>
              <a:gd name="connsiteY72" fmla="*/ 2763932 h 6858000"/>
              <a:gd name="connsiteX73" fmla="*/ 6990787 w 12191999"/>
              <a:gd name="connsiteY73" fmla="*/ 2763918 h 6858000"/>
              <a:gd name="connsiteX74" fmla="*/ 6990787 w 12191999"/>
              <a:gd name="connsiteY74" fmla="*/ 3786256 h 6858000"/>
              <a:gd name="connsiteX75" fmla="*/ 7264342 w 12191999"/>
              <a:gd name="connsiteY75" fmla="*/ 3786256 h 6858000"/>
              <a:gd name="connsiteX76" fmla="*/ 7264342 w 12191999"/>
              <a:gd name="connsiteY76" fmla="*/ 3375290 h 6858000"/>
              <a:gd name="connsiteX77" fmla="*/ 7685189 w 12191999"/>
              <a:gd name="connsiteY77" fmla="*/ 3375290 h 6858000"/>
              <a:gd name="connsiteX78" fmla="*/ 7685189 w 12191999"/>
              <a:gd name="connsiteY78" fmla="*/ 3138324 h 6858000"/>
              <a:gd name="connsiteX79" fmla="*/ 7264342 w 12191999"/>
              <a:gd name="connsiteY79" fmla="*/ 3138324 h 6858000"/>
              <a:gd name="connsiteX80" fmla="*/ 7264342 w 12191999"/>
              <a:gd name="connsiteY80" fmla="*/ 3000935 h 6858000"/>
              <a:gd name="connsiteX81" fmla="*/ 7752729 w 12191999"/>
              <a:gd name="connsiteY81" fmla="*/ 3000935 h 6858000"/>
              <a:gd name="connsiteX82" fmla="*/ 7752729 w 12191999"/>
              <a:gd name="connsiteY82" fmla="*/ 2763918 h 6858000"/>
              <a:gd name="connsiteX83" fmla="*/ 6028074 w 12191999"/>
              <a:gd name="connsiteY83" fmla="*/ 2763881 h 6858000"/>
              <a:gd name="connsiteX84" fmla="*/ 6028074 w 12191999"/>
              <a:gd name="connsiteY84" fmla="*/ 3000905 h 6858000"/>
              <a:gd name="connsiteX85" fmla="*/ 6327812 w 12191999"/>
              <a:gd name="connsiteY85" fmla="*/ 3000905 h 6858000"/>
              <a:gd name="connsiteX86" fmla="*/ 6327812 w 12191999"/>
              <a:gd name="connsiteY86" fmla="*/ 3786219 h 6858000"/>
              <a:gd name="connsiteX87" fmla="*/ 6601419 w 12191999"/>
              <a:gd name="connsiteY87" fmla="*/ 3786219 h 6858000"/>
              <a:gd name="connsiteX88" fmla="*/ 6601419 w 12191999"/>
              <a:gd name="connsiteY88" fmla="*/ 3000905 h 6858000"/>
              <a:gd name="connsiteX89" fmla="*/ 6902646 w 12191999"/>
              <a:gd name="connsiteY89" fmla="*/ 3000905 h 6858000"/>
              <a:gd name="connsiteX90" fmla="*/ 6902646 w 12191999"/>
              <a:gd name="connsiteY90" fmla="*/ 2763881 h 6858000"/>
              <a:gd name="connsiteX91" fmla="*/ 3107726 w 12191999"/>
              <a:gd name="connsiteY91" fmla="*/ 2763881 h 6858000"/>
              <a:gd name="connsiteX92" fmla="*/ 3107726 w 12191999"/>
              <a:gd name="connsiteY92" fmla="*/ 3786219 h 6858000"/>
              <a:gd name="connsiteX93" fmla="*/ 3381331 w 12191999"/>
              <a:gd name="connsiteY93" fmla="*/ 3786219 h 6858000"/>
              <a:gd name="connsiteX94" fmla="*/ 3381331 w 12191999"/>
              <a:gd name="connsiteY94" fmla="*/ 3413280 h 6858000"/>
              <a:gd name="connsiteX95" fmla="*/ 3540093 w 12191999"/>
              <a:gd name="connsiteY95" fmla="*/ 3413280 h 6858000"/>
              <a:gd name="connsiteX96" fmla="*/ 3698451 w 12191999"/>
              <a:gd name="connsiteY96" fmla="*/ 3389459 h 6858000"/>
              <a:gd name="connsiteX97" fmla="*/ 3818518 w 12191999"/>
              <a:gd name="connsiteY97" fmla="*/ 3322117 h 6858000"/>
              <a:gd name="connsiteX98" fmla="*/ 3893847 w 12191999"/>
              <a:gd name="connsiteY98" fmla="*/ 3217547 h 6858000"/>
              <a:gd name="connsiteX99" fmla="*/ 3918959 w 12191999"/>
              <a:gd name="connsiteY99" fmla="*/ 3087917 h 6858000"/>
              <a:gd name="connsiteX100" fmla="*/ 3893810 w 12191999"/>
              <a:gd name="connsiteY100" fmla="*/ 2958858 h 6858000"/>
              <a:gd name="connsiteX101" fmla="*/ 3818518 w 12191999"/>
              <a:gd name="connsiteY101" fmla="*/ 2855066 h 6858000"/>
              <a:gd name="connsiteX102" fmla="*/ 3698451 w 12191999"/>
              <a:gd name="connsiteY102" fmla="*/ 2787695 h 6858000"/>
              <a:gd name="connsiteX103" fmla="*/ 3540093 w 12191999"/>
              <a:gd name="connsiteY103" fmla="*/ 2763881 h 6858000"/>
              <a:gd name="connsiteX104" fmla="*/ 4511409 w 12191999"/>
              <a:gd name="connsiteY104" fmla="*/ 2747020 h 6858000"/>
              <a:gd name="connsiteX105" fmla="*/ 4301926 w 12191999"/>
              <a:gd name="connsiteY105" fmla="*/ 2785341 h 6858000"/>
              <a:gd name="connsiteX106" fmla="*/ 4134098 w 12191999"/>
              <a:gd name="connsiteY106" fmla="*/ 2894076 h 6858000"/>
              <a:gd name="connsiteX107" fmla="*/ 4022546 w 12191999"/>
              <a:gd name="connsiteY107" fmla="*/ 3061683 h 6858000"/>
              <a:gd name="connsiteX108" fmla="*/ 3981982 w 12191999"/>
              <a:gd name="connsiteY108" fmla="*/ 3275098 h 6858000"/>
              <a:gd name="connsiteX109" fmla="*/ 4022590 w 12191999"/>
              <a:gd name="connsiteY109" fmla="*/ 3489225 h 6858000"/>
              <a:gd name="connsiteX110" fmla="*/ 4134106 w 12191999"/>
              <a:gd name="connsiteY110" fmla="*/ 3656105 h 6858000"/>
              <a:gd name="connsiteX111" fmla="*/ 4301934 w 12191999"/>
              <a:gd name="connsiteY111" fmla="*/ 3764855 h 6858000"/>
              <a:gd name="connsiteX112" fmla="*/ 4511425 w 12191999"/>
              <a:gd name="connsiteY112" fmla="*/ 3803154 h 6858000"/>
              <a:gd name="connsiteX113" fmla="*/ 4720895 w 12191999"/>
              <a:gd name="connsiteY113" fmla="*/ 3764855 h 6858000"/>
              <a:gd name="connsiteX114" fmla="*/ 4888764 w 12191999"/>
              <a:gd name="connsiteY114" fmla="*/ 3656105 h 6858000"/>
              <a:gd name="connsiteX115" fmla="*/ 5000338 w 12191999"/>
              <a:gd name="connsiteY115" fmla="*/ 3489225 h 6858000"/>
              <a:gd name="connsiteX116" fmla="*/ 5040895 w 12191999"/>
              <a:gd name="connsiteY116" fmla="*/ 3275098 h 6858000"/>
              <a:gd name="connsiteX117" fmla="*/ 5000338 w 12191999"/>
              <a:gd name="connsiteY117" fmla="*/ 3061683 h 6858000"/>
              <a:gd name="connsiteX118" fmla="*/ 4888756 w 12191999"/>
              <a:gd name="connsiteY118" fmla="*/ 2894084 h 6858000"/>
              <a:gd name="connsiteX119" fmla="*/ 4720880 w 12191999"/>
              <a:gd name="connsiteY119" fmla="*/ 2785348 h 6858000"/>
              <a:gd name="connsiteX120" fmla="*/ 4511409 w 12191999"/>
              <a:gd name="connsiteY120" fmla="*/ 2747020 h 6858000"/>
              <a:gd name="connsiteX121" fmla="*/ 2544686 w 12191999"/>
              <a:gd name="connsiteY121" fmla="*/ 2747020 h 6858000"/>
              <a:gd name="connsiteX122" fmla="*/ 2400013 w 12191999"/>
              <a:gd name="connsiteY122" fmla="*/ 2766265 h 6858000"/>
              <a:gd name="connsiteX123" fmla="*/ 2282726 w 12191999"/>
              <a:gd name="connsiteY123" fmla="*/ 2824659 h 6858000"/>
              <a:gd name="connsiteX124" fmla="*/ 2204816 w 12191999"/>
              <a:gd name="connsiteY124" fmla="*/ 2921095 h 6858000"/>
              <a:gd name="connsiteX125" fmla="*/ 2177078 w 12191999"/>
              <a:gd name="connsiteY125" fmla="*/ 3049926 h 6858000"/>
              <a:gd name="connsiteX126" fmla="*/ 2203495 w 12191999"/>
              <a:gd name="connsiteY126" fmla="*/ 3175303 h 6858000"/>
              <a:gd name="connsiteX127" fmla="*/ 2281795 w 12191999"/>
              <a:gd name="connsiteY127" fmla="*/ 3267713 h 6858000"/>
              <a:gd name="connsiteX128" fmla="*/ 2404443 w 12191999"/>
              <a:gd name="connsiteY128" fmla="*/ 3330302 h 6858000"/>
              <a:gd name="connsiteX129" fmla="*/ 2566996 w 12191999"/>
              <a:gd name="connsiteY129" fmla="*/ 3372055 h 6858000"/>
              <a:gd name="connsiteX130" fmla="*/ 2612093 w 12191999"/>
              <a:gd name="connsiteY130" fmla="*/ 3380482 h 6858000"/>
              <a:gd name="connsiteX131" fmla="*/ 2720594 w 12191999"/>
              <a:gd name="connsiteY131" fmla="*/ 3422543 h 6858000"/>
              <a:gd name="connsiteX132" fmla="*/ 2748516 w 12191999"/>
              <a:gd name="connsiteY132" fmla="*/ 3484765 h 6858000"/>
              <a:gd name="connsiteX133" fmla="*/ 2719517 w 12191999"/>
              <a:gd name="connsiteY133" fmla="*/ 3549526 h 6858000"/>
              <a:gd name="connsiteX134" fmla="*/ 2622090 w 12191999"/>
              <a:gd name="connsiteY134" fmla="*/ 3577395 h 6858000"/>
              <a:gd name="connsiteX135" fmla="*/ 2483416 w 12191999"/>
              <a:gd name="connsiteY135" fmla="*/ 3535958 h 6858000"/>
              <a:gd name="connsiteX136" fmla="*/ 2404230 w 12191999"/>
              <a:gd name="connsiteY136" fmla="*/ 3424677 h 6858000"/>
              <a:gd name="connsiteX137" fmla="*/ 2396955 w 12191999"/>
              <a:gd name="connsiteY137" fmla="*/ 3403863 h 6858000"/>
              <a:gd name="connsiteX138" fmla="*/ 2135559 w 12191999"/>
              <a:gd name="connsiteY138" fmla="*/ 3469247 h 6858000"/>
              <a:gd name="connsiteX139" fmla="*/ 2144727 w 12191999"/>
              <a:gd name="connsiteY139" fmla="*/ 3494469 h 6858000"/>
              <a:gd name="connsiteX140" fmla="*/ 2210756 w 12191999"/>
              <a:gd name="connsiteY140" fmla="*/ 3616112 h 6858000"/>
              <a:gd name="connsiteX141" fmla="*/ 2313434 w 12191999"/>
              <a:gd name="connsiteY141" fmla="*/ 3714418 h 6858000"/>
              <a:gd name="connsiteX142" fmla="*/ 2450274 w 12191999"/>
              <a:gd name="connsiteY142" fmla="*/ 3779538 h 6858000"/>
              <a:gd name="connsiteX143" fmla="*/ 2622083 w 12191999"/>
              <a:gd name="connsiteY143" fmla="*/ 3803117 h 6858000"/>
              <a:gd name="connsiteX144" fmla="*/ 2779363 w 12191999"/>
              <a:gd name="connsiteY144" fmla="*/ 3780147 h 6858000"/>
              <a:gd name="connsiteX145" fmla="*/ 2904615 w 12191999"/>
              <a:gd name="connsiteY145" fmla="*/ 3714792 h 6858000"/>
              <a:gd name="connsiteX146" fmla="*/ 2987967 w 12191999"/>
              <a:gd name="connsiteY146" fmla="*/ 3610817 h 6858000"/>
              <a:gd name="connsiteX147" fmla="*/ 3017861 w 12191999"/>
              <a:gd name="connsiteY147" fmla="*/ 3473522 h 6858000"/>
              <a:gd name="connsiteX148" fmla="*/ 2912558 w 12191999"/>
              <a:gd name="connsiteY148" fmla="*/ 3242417 h 6858000"/>
              <a:gd name="connsiteX149" fmla="*/ 2626534 w 12191999"/>
              <a:gd name="connsiteY149" fmla="*/ 3131687 h 6858000"/>
              <a:gd name="connsiteX150" fmla="*/ 2581393 w 12191999"/>
              <a:gd name="connsiteY150" fmla="*/ 3123201 h 6858000"/>
              <a:gd name="connsiteX151" fmla="*/ 2470942 w 12191999"/>
              <a:gd name="connsiteY151" fmla="*/ 3085915 h 6858000"/>
              <a:gd name="connsiteX152" fmla="*/ 2445000 w 12191999"/>
              <a:gd name="connsiteY152" fmla="*/ 3038639 h 6858000"/>
              <a:gd name="connsiteX153" fmla="*/ 2466878 w 12191999"/>
              <a:gd name="connsiteY153" fmla="*/ 2992119 h 6858000"/>
              <a:gd name="connsiteX154" fmla="*/ 2544686 w 12191999"/>
              <a:gd name="connsiteY154" fmla="*/ 2972749 h 6858000"/>
              <a:gd name="connsiteX155" fmla="*/ 2652512 w 12191999"/>
              <a:gd name="connsiteY155" fmla="*/ 3001411 h 6858000"/>
              <a:gd name="connsiteX156" fmla="*/ 2710642 w 12191999"/>
              <a:gd name="connsiteY156" fmla="*/ 3075324 h 6858000"/>
              <a:gd name="connsiteX157" fmla="*/ 2718240 w 12191999"/>
              <a:gd name="connsiteY157" fmla="*/ 3095434 h 6858000"/>
              <a:gd name="connsiteX158" fmla="*/ 2981784 w 12191999"/>
              <a:gd name="connsiteY158" fmla="*/ 3029999 h 6858000"/>
              <a:gd name="connsiteX159" fmla="*/ 2970967 w 12191999"/>
              <a:gd name="connsiteY159" fmla="*/ 3004000 h 6858000"/>
              <a:gd name="connsiteX160" fmla="*/ 2911164 w 12191999"/>
              <a:gd name="connsiteY160" fmla="*/ 2903794 h 6858000"/>
              <a:gd name="connsiteX161" fmla="*/ 2820507 w 12191999"/>
              <a:gd name="connsiteY161" fmla="*/ 2822114 h 6858000"/>
              <a:gd name="connsiteX162" fmla="*/ 2698519 w 12191999"/>
              <a:gd name="connsiteY162" fmla="*/ 2766962 h 6858000"/>
              <a:gd name="connsiteX163" fmla="*/ 2544686 w 12191999"/>
              <a:gd name="connsiteY163" fmla="*/ 2747020 h 6858000"/>
              <a:gd name="connsiteX164" fmla="*/ 0 w 12191999"/>
              <a:gd name="connsiteY164" fmla="*/ 0 h 6858000"/>
              <a:gd name="connsiteX165" fmla="*/ 12191999 w 12191999"/>
              <a:gd name="connsiteY165" fmla="*/ 0 h 6858000"/>
              <a:gd name="connsiteX166" fmla="*/ 12191999 w 12191999"/>
              <a:gd name="connsiteY166" fmla="*/ 6858000 h 6858000"/>
              <a:gd name="connsiteX167" fmla="*/ 0 w 12191999"/>
              <a:gd name="connsiteY16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2191999" h="6858000">
                <a:moveTo>
                  <a:pt x="8301143" y="3923111"/>
                </a:moveTo>
                <a:lnTo>
                  <a:pt x="8301143" y="4196755"/>
                </a:lnTo>
                <a:lnTo>
                  <a:pt x="9087309" y="4196755"/>
                </a:lnTo>
                <a:lnTo>
                  <a:pt x="9087309" y="3923111"/>
                </a:lnTo>
                <a:close/>
                <a:moveTo>
                  <a:pt x="5403230" y="3000956"/>
                </a:moveTo>
                <a:lnTo>
                  <a:pt x="5588777" y="3000956"/>
                </a:lnTo>
                <a:cubicBezTo>
                  <a:pt x="5624120" y="3000956"/>
                  <a:pt x="5650067" y="3008958"/>
                  <a:pt x="5665953" y="3024821"/>
                </a:cubicBezTo>
                <a:cubicBezTo>
                  <a:pt x="5682029" y="3040890"/>
                  <a:pt x="5689832" y="3060150"/>
                  <a:pt x="5689832" y="3083699"/>
                </a:cubicBezTo>
                <a:cubicBezTo>
                  <a:pt x="5689832" y="3107242"/>
                  <a:pt x="5682023" y="3126531"/>
                  <a:pt x="5665953" y="3142570"/>
                </a:cubicBezTo>
                <a:cubicBezTo>
                  <a:pt x="5650067" y="3158427"/>
                  <a:pt x="5624120" y="3166436"/>
                  <a:pt x="5588777" y="3166436"/>
                </a:cubicBezTo>
                <a:lnTo>
                  <a:pt x="5403230" y="3166436"/>
                </a:lnTo>
                <a:close/>
                <a:moveTo>
                  <a:pt x="3381318" y="3000898"/>
                </a:moveTo>
                <a:lnTo>
                  <a:pt x="3540087" y="3000898"/>
                </a:lnTo>
                <a:cubicBezTo>
                  <a:pt x="3572834" y="3000898"/>
                  <a:pt x="3597997" y="3009068"/>
                  <a:pt x="3614822" y="3025151"/>
                </a:cubicBezTo>
                <a:cubicBezTo>
                  <a:pt x="3631609" y="3041206"/>
                  <a:pt x="3639743" y="3061705"/>
                  <a:pt x="3639743" y="3087909"/>
                </a:cubicBezTo>
                <a:cubicBezTo>
                  <a:pt x="3639743" y="3114188"/>
                  <a:pt x="3631522" y="3134994"/>
                  <a:pt x="3614609" y="3151511"/>
                </a:cubicBezTo>
                <a:cubicBezTo>
                  <a:pt x="3597579" y="3168189"/>
                  <a:pt x="3573171" y="3176300"/>
                  <a:pt x="3540087" y="3176300"/>
                </a:cubicBezTo>
                <a:lnTo>
                  <a:pt x="3381318" y="3176300"/>
                </a:lnTo>
                <a:close/>
                <a:moveTo>
                  <a:pt x="4511403" y="2984052"/>
                </a:moveTo>
                <a:cubicBezTo>
                  <a:pt x="4550025" y="2984052"/>
                  <a:pt x="4585500" y="2991144"/>
                  <a:pt x="4616948" y="3005123"/>
                </a:cubicBezTo>
                <a:cubicBezTo>
                  <a:pt x="4648259" y="3019117"/>
                  <a:pt x="4675276" y="3039058"/>
                  <a:pt x="4697190" y="3064317"/>
                </a:cubicBezTo>
                <a:cubicBezTo>
                  <a:pt x="4719435" y="3090023"/>
                  <a:pt x="4736817" y="3120929"/>
                  <a:pt x="4748888" y="3156243"/>
                </a:cubicBezTo>
                <a:cubicBezTo>
                  <a:pt x="4761107" y="3192084"/>
                  <a:pt x="4767326" y="3232011"/>
                  <a:pt x="4767326" y="3275099"/>
                </a:cubicBezTo>
                <a:cubicBezTo>
                  <a:pt x="4767326" y="3318158"/>
                  <a:pt x="4761100" y="3358158"/>
                  <a:pt x="4748888" y="3393941"/>
                </a:cubicBezTo>
                <a:cubicBezTo>
                  <a:pt x="4736817" y="3429255"/>
                  <a:pt x="4719435" y="3460190"/>
                  <a:pt x="4697227" y="3485830"/>
                </a:cubicBezTo>
                <a:cubicBezTo>
                  <a:pt x="4675232" y="3511162"/>
                  <a:pt x="4648259" y="3531096"/>
                  <a:pt x="4616985" y="3545024"/>
                </a:cubicBezTo>
                <a:cubicBezTo>
                  <a:pt x="4585500" y="3559032"/>
                  <a:pt x="4550025" y="3566153"/>
                  <a:pt x="4511403" y="3566153"/>
                </a:cubicBezTo>
                <a:cubicBezTo>
                  <a:pt x="4472803" y="3566153"/>
                  <a:pt x="4437284" y="3559047"/>
                  <a:pt x="4405887" y="3545024"/>
                </a:cubicBezTo>
                <a:cubicBezTo>
                  <a:pt x="4374555" y="3531045"/>
                  <a:pt x="4347558" y="3511162"/>
                  <a:pt x="4325600" y="3485830"/>
                </a:cubicBezTo>
                <a:cubicBezTo>
                  <a:pt x="4303392" y="3460190"/>
                  <a:pt x="4285967" y="3429299"/>
                  <a:pt x="4273968" y="3393941"/>
                </a:cubicBezTo>
                <a:cubicBezTo>
                  <a:pt x="4261727" y="3358202"/>
                  <a:pt x="4255524" y="3318209"/>
                  <a:pt x="4255524" y="3275099"/>
                </a:cubicBezTo>
                <a:cubicBezTo>
                  <a:pt x="4255524" y="3231975"/>
                  <a:pt x="4261727" y="3192004"/>
                  <a:pt x="4273968" y="3156243"/>
                </a:cubicBezTo>
                <a:cubicBezTo>
                  <a:pt x="4286018" y="3120929"/>
                  <a:pt x="4303400" y="3090008"/>
                  <a:pt x="4325600" y="3064353"/>
                </a:cubicBezTo>
                <a:cubicBezTo>
                  <a:pt x="4347558" y="3039058"/>
                  <a:pt x="4374555" y="3019139"/>
                  <a:pt x="4405887" y="3005123"/>
                </a:cubicBezTo>
                <a:cubicBezTo>
                  <a:pt x="4437284" y="2991144"/>
                  <a:pt x="4472811" y="2984052"/>
                  <a:pt x="4511403" y="2984052"/>
                </a:cubicBezTo>
                <a:close/>
                <a:moveTo>
                  <a:pt x="9271960" y="2763940"/>
                </a:moveTo>
                <a:lnTo>
                  <a:pt x="9271960" y="3786249"/>
                </a:lnTo>
                <a:lnTo>
                  <a:pt x="10056439" y="3786249"/>
                </a:lnTo>
                <a:lnTo>
                  <a:pt x="10056439" y="3549284"/>
                </a:lnTo>
                <a:lnTo>
                  <a:pt x="9545545" y="3549284"/>
                </a:lnTo>
                <a:lnTo>
                  <a:pt x="9545545" y="3365403"/>
                </a:lnTo>
                <a:lnTo>
                  <a:pt x="9983267" y="3365403"/>
                </a:lnTo>
                <a:lnTo>
                  <a:pt x="9983267" y="3128424"/>
                </a:lnTo>
                <a:lnTo>
                  <a:pt x="9545545" y="3128424"/>
                </a:lnTo>
                <a:lnTo>
                  <a:pt x="9545545" y="3000957"/>
                </a:lnTo>
                <a:lnTo>
                  <a:pt x="10028269" y="3000957"/>
                </a:lnTo>
                <a:lnTo>
                  <a:pt x="10028269" y="2763940"/>
                </a:lnTo>
                <a:close/>
                <a:moveTo>
                  <a:pt x="8193581" y="2763932"/>
                </a:moveTo>
                <a:lnTo>
                  <a:pt x="8530400" y="3786270"/>
                </a:lnTo>
                <a:lnTo>
                  <a:pt x="8858037" y="3786270"/>
                </a:lnTo>
                <a:lnTo>
                  <a:pt x="9192165" y="2772212"/>
                </a:lnTo>
                <a:lnTo>
                  <a:pt x="9194871" y="2763932"/>
                </a:lnTo>
                <a:lnTo>
                  <a:pt x="8901242" y="2763932"/>
                </a:lnTo>
                <a:lnTo>
                  <a:pt x="8694230" y="3480761"/>
                </a:lnTo>
                <a:lnTo>
                  <a:pt x="8487173" y="2763932"/>
                </a:lnTo>
                <a:close/>
                <a:moveTo>
                  <a:pt x="7842424" y="2763932"/>
                </a:moveTo>
                <a:lnTo>
                  <a:pt x="7842424" y="3786270"/>
                </a:lnTo>
                <a:lnTo>
                  <a:pt x="8115979" y="3786270"/>
                </a:lnTo>
                <a:lnTo>
                  <a:pt x="8115979" y="2763932"/>
                </a:lnTo>
                <a:close/>
                <a:moveTo>
                  <a:pt x="5129683" y="2763932"/>
                </a:moveTo>
                <a:lnTo>
                  <a:pt x="5129683" y="3786249"/>
                </a:lnTo>
                <a:lnTo>
                  <a:pt x="5403237" y="3786249"/>
                </a:lnTo>
                <a:lnTo>
                  <a:pt x="5403237" y="3403430"/>
                </a:lnTo>
                <a:lnTo>
                  <a:pt x="5534122" y="3403430"/>
                </a:lnTo>
                <a:lnTo>
                  <a:pt x="5717109" y="3786256"/>
                </a:lnTo>
                <a:lnTo>
                  <a:pt x="6017367" y="3786256"/>
                </a:lnTo>
                <a:lnTo>
                  <a:pt x="5800856" y="3343070"/>
                </a:lnTo>
                <a:cubicBezTo>
                  <a:pt x="5843563" y="3318362"/>
                  <a:pt x="5880256" y="3286260"/>
                  <a:pt x="5909878" y="3247610"/>
                </a:cubicBezTo>
                <a:cubicBezTo>
                  <a:pt x="5945427" y="3201258"/>
                  <a:pt x="5963403" y="3142805"/>
                  <a:pt x="5963403" y="3073857"/>
                </a:cubicBezTo>
                <a:cubicBezTo>
                  <a:pt x="5963403" y="3028400"/>
                  <a:pt x="5954909" y="2986266"/>
                  <a:pt x="5938099" y="2948583"/>
                </a:cubicBezTo>
                <a:cubicBezTo>
                  <a:pt x="5921203" y="2910666"/>
                  <a:pt x="5896069" y="2877435"/>
                  <a:pt x="5863343" y="2849873"/>
                </a:cubicBezTo>
                <a:cubicBezTo>
                  <a:pt x="5830999" y="2822583"/>
                  <a:pt x="5791102" y="2801182"/>
                  <a:pt x="5744648" y="2786228"/>
                </a:cubicBezTo>
                <a:cubicBezTo>
                  <a:pt x="5698862" y="2771428"/>
                  <a:pt x="5646400" y="2763932"/>
                  <a:pt x="5588791" y="2763932"/>
                </a:cubicBezTo>
                <a:close/>
                <a:moveTo>
                  <a:pt x="6990787" y="2763918"/>
                </a:moveTo>
                <a:lnTo>
                  <a:pt x="6990787" y="3786256"/>
                </a:lnTo>
                <a:lnTo>
                  <a:pt x="7264342" y="3786256"/>
                </a:lnTo>
                <a:lnTo>
                  <a:pt x="7264342" y="3375290"/>
                </a:lnTo>
                <a:lnTo>
                  <a:pt x="7685189" y="3375290"/>
                </a:lnTo>
                <a:lnTo>
                  <a:pt x="7685189" y="3138324"/>
                </a:lnTo>
                <a:lnTo>
                  <a:pt x="7264342" y="3138324"/>
                </a:lnTo>
                <a:lnTo>
                  <a:pt x="7264342" y="3000935"/>
                </a:lnTo>
                <a:lnTo>
                  <a:pt x="7752729" y="3000935"/>
                </a:lnTo>
                <a:lnTo>
                  <a:pt x="7752729" y="2763918"/>
                </a:lnTo>
                <a:close/>
                <a:moveTo>
                  <a:pt x="6028074" y="2763881"/>
                </a:moveTo>
                <a:lnTo>
                  <a:pt x="6028074" y="3000905"/>
                </a:lnTo>
                <a:lnTo>
                  <a:pt x="6327812" y="3000905"/>
                </a:lnTo>
                <a:lnTo>
                  <a:pt x="6327812" y="3786219"/>
                </a:lnTo>
                <a:lnTo>
                  <a:pt x="6601419" y="3786219"/>
                </a:lnTo>
                <a:lnTo>
                  <a:pt x="6601419" y="3000905"/>
                </a:lnTo>
                <a:lnTo>
                  <a:pt x="6902646" y="3000905"/>
                </a:lnTo>
                <a:lnTo>
                  <a:pt x="6902646" y="2763881"/>
                </a:lnTo>
                <a:close/>
                <a:moveTo>
                  <a:pt x="3107726" y="2763881"/>
                </a:moveTo>
                <a:lnTo>
                  <a:pt x="3107726" y="3786219"/>
                </a:lnTo>
                <a:lnTo>
                  <a:pt x="3381331" y="3786219"/>
                </a:lnTo>
                <a:lnTo>
                  <a:pt x="3381331" y="3413280"/>
                </a:lnTo>
                <a:lnTo>
                  <a:pt x="3540093" y="3413280"/>
                </a:lnTo>
                <a:cubicBezTo>
                  <a:pt x="3598766" y="3413280"/>
                  <a:pt x="3652070" y="3405278"/>
                  <a:pt x="3698451" y="3389459"/>
                </a:cubicBezTo>
                <a:cubicBezTo>
                  <a:pt x="3745346" y="3373544"/>
                  <a:pt x="3785720" y="3350845"/>
                  <a:pt x="3818518" y="3322117"/>
                </a:cubicBezTo>
                <a:cubicBezTo>
                  <a:pt x="3851669" y="3293030"/>
                  <a:pt x="3877015" y="3257841"/>
                  <a:pt x="3893847" y="3217547"/>
                </a:cubicBezTo>
                <a:cubicBezTo>
                  <a:pt x="3910524" y="3177701"/>
                  <a:pt x="3918959" y="3134085"/>
                  <a:pt x="3918959" y="3087917"/>
                </a:cubicBezTo>
                <a:cubicBezTo>
                  <a:pt x="3918959" y="3041683"/>
                  <a:pt x="3910488" y="2998257"/>
                  <a:pt x="3893810" y="2958858"/>
                </a:cubicBezTo>
                <a:cubicBezTo>
                  <a:pt x="3876971" y="2919049"/>
                  <a:pt x="3851625" y="2884109"/>
                  <a:pt x="3818518" y="2855066"/>
                </a:cubicBezTo>
                <a:cubicBezTo>
                  <a:pt x="3785808" y="2826375"/>
                  <a:pt x="3745382" y="2803720"/>
                  <a:pt x="3698451" y="2787695"/>
                </a:cubicBezTo>
                <a:cubicBezTo>
                  <a:pt x="3651968" y="2771883"/>
                  <a:pt x="3598700" y="2763881"/>
                  <a:pt x="3540093" y="2763881"/>
                </a:cubicBezTo>
                <a:close/>
                <a:moveTo>
                  <a:pt x="4511409" y="2747020"/>
                </a:moveTo>
                <a:cubicBezTo>
                  <a:pt x="4436447" y="2747020"/>
                  <a:pt x="4365967" y="2759913"/>
                  <a:pt x="4301926" y="2785341"/>
                </a:cubicBezTo>
                <a:cubicBezTo>
                  <a:pt x="4237731" y="2810827"/>
                  <a:pt x="4181271" y="2847417"/>
                  <a:pt x="4134098" y="2894076"/>
                </a:cubicBezTo>
                <a:cubicBezTo>
                  <a:pt x="4087006" y="2940692"/>
                  <a:pt x="4049433" y="2997069"/>
                  <a:pt x="4022546" y="3061683"/>
                </a:cubicBezTo>
                <a:cubicBezTo>
                  <a:pt x="3995587" y="3126282"/>
                  <a:pt x="3981982" y="3198053"/>
                  <a:pt x="3981982" y="3275098"/>
                </a:cubicBezTo>
                <a:cubicBezTo>
                  <a:pt x="3981982" y="3353162"/>
                  <a:pt x="3995638" y="3425183"/>
                  <a:pt x="4022590" y="3489225"/>
                </a:cubicBezTo>
                <a:cubicBezTo>
                  <a:pt x="4049433" y="3553398"/>
                  <a:pt x="4087013" y="3609519"/>
                  <a:pt x="4134106" y="3656105"/>
                </a:cubicBezTo>
                <a:cubicBezTo>
                  <a:pt x="4181315" y="3702809"/>
                  <a:pt x="4237780" y="3739413"/>
                  <a:pt x="4301934" y="3764855"/>
                </a:cubicBezTo>
                <a:cubicBezTo>
                  <a:pt x="4365973" y="3790246"/>
                  <a:pt x="4436454" y="3803154"/>
                  <a:pt x="4511425" y="3803154"/>
                </a:cubicBezTo>
                <a:cubicBezTo>
                  <a:pt x="4586430" y="3803154"/>
                  <a:pt x="4656918" y="3790246"/>
                  <a:pt x="4720895" y="3764855"/>
                </a:cubicBezTo>
                <a:cubicBezTo>
                  <a:pt x="4785125" y="3739369"/>
                  <a:pt x="4841591" y="3702765"/>
                  <a:pt x="4888764" y="3656105"/>
                </a:cubicBezTo>
                <a:cubicBezTo>
                  <a:pt x="4935828" y="3609570"/>
                  <a:pt x="4973348" y="3553428"/>
                  <a:pt x="5000338" y="3489225"/>
                </a:cubicBezTo>
                <a:cubicBezTo>
                  <a:pt x="5027225" y="3425117"/>
                  <a:pt x="5040895" y="3353067"/>
                  <a:pt x="5040895" y="3275098"/>
                </a:cubicBezTo>
                <a:cubicBezTo>
                  <a:pt x="5040895" y="3198141"/>
                  <a:pt x="5027262" y="3126362"/>
                  <a:pt x="5000338" y="3061683"/>
                </a:cubicBezTo>
                <a:cubicBezTo>
                  <a:pt x="4973372" y="2997077"/>
                  <a:pt x="4935856" y="2940655"/>
                  <a:pt x="4888756" y="2894084"/>
                </a:cubicBezTo>
                <a:cubicBezTo>
                  <a:pt x="4841628" y="2847461"/>
                  <a:pt x="4785119" y="2810834"/>
                  <a:pt x="4720880" y="2785348"/>
                </a:cubicBezTo>
                <a:cubicBezTo>
                  <a:pt x="4656859" y="2759913"/>
                  <a:pt x="4586379" y="2747020"/>
                  <a:pt x="4511409" y="2747020"/>
                </a:cubicBezTo>
                <a:close/>
                <a:moveTo>
                  <a:pt x="2544686" y="2747020"/>
                </a:moveTo>
                <a:cubicBezTo>
                  <a:pt x="2492965" y="2747020"/>
                  <a:pt x="2444303" y="2753503"/>
                  <a:pt x="2400013" y="2766265"/>
                </a:cubicBezTo>
                <a:cubicBezTo>
                  <a:pt x="2355004" y="2779305"/>
                  <a:pt x="2315524" y="2798953"/>
                  <a:pt x="2282726" y="2824659"/>
                </a:cubicBezTo>
                <a:cubicBezTo>
                  <a:pt x="2249510" y="2850739"/>
                  <a:pt x="2223298" y="2883178"/>
                  <a:pt x="2204816" y="2921095"/>
                </a:cubicBezTo>
                <a:cubicBezTo>
                  <a:pt x="2186437" y="2958925"/>
                  <a:pt x="2177078" y="3002262"/>
                  <a:pt x="2177078" y="3049926"/>
                </a:cubicBezTo>
                <a:cubicBezTo>
                  <a:pt x="2177078" y="3097561"/>
                  <a:pt x="2185974" y="3139718"/>
                  <a:pt x="2203495" y="3175303"/>
                </a:cubicBezTo>
                <a:cubicBezTo>
                  <a:pt x="2221119" y="3211020"/>
                  <a:pt x="2247434" y="3242094"/>
                  <a:pt x="2281795" y="3267713"/>
                </a:cubicBezTo>
                <a:cubicBezTo>
                  <a:pt x="2315062" y="3292546"/>
                  <a:pt x="2356338" y="3313639"/>
                  <a:pt x="2404443" y="3330302"/>
                </a:cubicBezTo>
                <a:cubicBezTo>
                  <a:pt x="2451213" y="3346562"/>
                  <a:pt x="2505918" y="3360614"/>
                  <a:pt x="2566996" y="3372055"/>
                </a:cubicBezTo>
                <a:lnTo>
                  <a:pt x="2612093" y="3380482"/>
                </a:lnTo>
                <a:cubicBezTo>
                  <a:pt x="2663674" y="3389987"/>
                  <a:pt x="2700192" y="3404127"/>
                  <a:pt x="2720594" y="3422543"/>
                </a:cubicBezTo>
                <a:cubicBezTo>
                  <a:pt x="2739333" y="3439507"/>
                  <a:pt x="2748516" y="3459852"/>
                  <a:pt x="2748516" y="3484765"/>
                </a:cubicBezTo>
                <a:cubicBezTo>
                  <a:pt x="2748516" y="3509965"/>
                  <a:pt x="2738996" y="3531132"/>
                  <a:pt x="2719517" y="3549526"/>
                </a:cubicBezTo>
                <a:cubicBezTo>
                  <a:pt x="2699868" y="3568030"/>
                  <a:pt x="2667092" y="3577395"/>
                  <a:pt x="2622090" y="3577395"/>
                </a:cubicBezTo>
                <a:cubicBezTo>
                  <a:pt x="2565903" y="3577395"/>
                  <a:pt x="2519236" y="3563468"/>
                  <a:pt x="2483416" y="3535958"/>
                </a:cubicBezTo>
                <a:cubicBezTo>
                  <a:pt x="2447003" y="3508007"/>
                  <a:pt x="2420409" y="3470603"/>
                  <a:pt x="2404230" y="3424677"/>
                </a:cubicBezTo>
                <a:lnTo>
                  <a:pt x="2396955" y="3403863"/>
                </a:lnTo>
                <a:lnTo>
                  <a:pt x="2135559" y="3469247"/>
                </a:lnTo>
                <a:lnTo>
                  <a:pt x="2144727" y="3494469"/>
                </a:lnTo>
                <a:cubicBezTo>
                  <a:pt x="2160474" y="3537725"/>
                  <a:pt x="2182688" y="3578686"/>
                  <a:pt x="2210756" y="3616112"/>
                </a:cubicBezTo>
                <a:cubicBezTo>
                  <a:pt x="2238963" y="3653736"/>
                  <a:pt x="2273492" y="3686769"/>
                  <a:pt x="2313434" y="3714418"/>
                </a:cubicBezTo>
                <a:cubicBezTo>
                  <a:pt x="2353339" y="3741980"/>
                  <a:pt x="2399397" y="3763938"/>
                  <a:pt x="2450274" y="3779538"/>
                </a:cubicBezTo>
                <a:cubicBezTo>
                  <a:pt x="2501194" y="3795182"/>
                  <a:pt x="2558988" y="3803117"/>
                  <a:pt x="2622083" y="3803117"/>
                </a:cubicBezTo>
                <a:cubicBezTo>
                  <a:pt x="2678739" y="3803117"/>
                  <a:pt x="2731691" y="3795387"/>
                  <a:pt x="2779363" y="3780147"/>
                </a:cubicBezTo>
                <a:cubicBezTo>
                  <a:pt x="2827416" y="3764818"/>
                  <a:pt x="2869551" y="3742794"/>
                  <a:pt x="2904615" y="3714792"/>
                </a:cubicBezTo>
                <a:cubicBezTo>
                  <a:pt x="2940120" y="3686380"/>
                  <a:pt x="2968150" y="3651382"/>
                  <a:pt x="2987967" y="3610817"/>
                </a:cubicBezTo>
                <a:cubicBezTo>
                  <a:pt x="3007783" y="3570171"/>
                  <a:pt x="3017861" y="3523974"/>
                  <a:pt x="3017861" y="3473522"/>
                </a:cubicBezTo>
                <a:cubicBezTo>
                  <a:pt x="3017868" y="3373111"/>
                  <a:pt x="2982408" y="3295325"/>
                  <a:pt x="2912558" y="3242417"/>
                </a:cubicBezTo>
                <a:cubicBezTo>
                  <a:pt x="2846022" y="3192047"/>
                  <a:pt x="2749813" y="3154782"/>
                  <a:pt x="2626534" y="3131687"/>
                </a:cubicBezTo>
                <a:lnTo>
                  <a:pt x="2581393" y="3123201"/>
                </a:lnTo>
                <a:cubicBezTo>
                  <a:pt x="2528954" y="3113608"/>
                  <a:pt x="2491822" y="3101038"/>
                  <a:pt x="2470942" y="3085915"/>
                </a:cubicBezTo>
                <a:cubicBezTo>
                  <a:pt x="2453471" y="3073256"/>
                  <a:pt x="2445000" y="3057796"/>
                  <a:pt x="2445000" y="3038639"/>
                </a:cubicBezTo>
                <a:cubicBezTo>
                  <a:pt x="2445000" y="3019035"/>
                  <a:pt x="2452159" y="3003787"/>
                  <a:pt x="2466878" y="2992119"/>
                </a:cubicBezTo>
                <a:cubicBezTo>
                  <a:pt x="2483014" y="2979277"/>
                  <a:pt x="2509196" y="2972749"/>
                  <a:pt x="2544686" y="2972749"/>
                </a:cubicBezTo>
                <a:cubicBezTo>
                  <a:pt x="2589108" y="2972749"/>
                  <a:pt x="2625368" y="2982401"/>
                  <a:pt x="2652512" y="3001411"/>
                </a:cubicBezTo>
                <a:cubicBezTo>
                  <a:pt x="2680139" y="3020824"/>
                  <a:pt x="2699179" y="3044976"/>
                  <a:pt x="2710642" y="3075324"/>
                </a:cubicBezTo>
                <a:lnTo>
                  <a:pt x="2718240" y="3095434"/>
                </a:lnTo>
                <a:lnTo>
                  <a:pt x="2981784" y="3029999"/>
                </a:lnTo>
                <a:lnTo>
                  <a:pt x="2970967" y="3004000"/>
                </a:lnTo>
                <a:cubicBezTo>
                  <a:pt x="2956079" y="2968305"/>
                  <a:pt x="2935975" y="2934597"/>
                  <a:pt x="2911164" y="2903794"/>
                </a:cubicBezTo>
                <a:cubicBezTo>
                  <a:pt x="2886242" y="2872903"/>
                  <a:pt x="2855733" y="2845466"/>
                  <a:pt x="2820507" y="2822114"/>
                </a:cubicBezTo>
                <a:cubicBezTo>
                  <a:pt x="2785260" y="2798806"/>
                  <a:pt x="2744181" y="2780258"/>
                  <a:pt x="2698519" y="2766962"/>
                </a:cubicBezTo>
                <a:cubicBezTo>
                  <a:pt x="2652886" y="2753738"/>
                  <a:pt x="2601100" y="2747020"/>
                  <a:pt x="2544686" y="2747020"/>
                </a:cubicBezTo>
                <a:close/>
                <a:moveTo>
                  <a:pt x="0" y="0"/>
                </a:moveTo>
                <a:lnTo>
                  <a:pt x="12191999" y="0"/>
                </a:lnTo>
                <a:lnTo>
                  <a:pt x="12191999"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
        <p:nvSpPr>
          <p:cNvPr id="2" name="Rechteck 1">
            <a:extLst>
              <a:ext uri="{FF2B5EF4-FFF2-40B4-BE49-F238E27FC236}">
                <a16:creationId xmlns:a16="http://schemas.microsoft.com/office/drawing/2014/main" id="{4FFFC3A3-290F-9576-0C92-8AF80E825B23}"/>
              </a:ext>
            </a:extLst>
          </p:cNvPr>
          <p:cNvSpPr/>
          <p:nvPr userDrawn="1"/>
        </p:nvSpPr>
        <p:spPr>
          <a:xfrm>
            <a:off x="8182101" y="3453493"/>
            <a:ext cx="1007849" cy="450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57600" tIns="257600" rIns="257600" bIns="257600" rtlCol="0" anchor="ctr"/>
          <a:lstStyle/>
          <a:p>
            <a:pPr algn="ctr" rtl="0" eaLnBrk="1" fontAlgn="auto" hangingPunct="1">
              <a:lnSpc>
                <a:spcPct val="110000"/>
              </a:lnSpc>
              <a:spcBef>
                <a:spcPts val="0"/>
              </a:spcBef>
              <a:spcAft>
                <a:spcPts val="0"/>
              </a:spcAft>
            </a:pPr>
            <a:endParaRPr lang="de-DE" sz="1252" b="0" i="0" u="none" baseline="0" err="1">
              <a:solidFill>
                <a:srgbClr val="FFFFFF"/>
              </a:solidFill>
              <a:latin typeface="Arial" panose="020B0604020202020204" pitchFamily="34" charset="0"/>
            </a:endParaRPr>
          </a:p>
        </p:txBody>
      </p:sp>
    </p:spTree>
    <p:extLst>
      <p:ext uri="{BB962C8B-B14F-4D97-AF65-F5344CB8AC3E}">
        <p14:creationId xmlns:p14="http://schemas.microsoft.com/office/powerpoint/2010/main" val="152181524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slide | picture">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A435972B-A22C-49C4-B6CB-828A781ADE58}"/>
              </a:ext>
            </a:extLst>
          </p:cNvPr>
          <p:cNvSpPr>
            <a:spLocks noGrp="1"/>
          </p:cNvSpPr>
          <p:nvPr>
            <p:ph type="pic" sz="quarter" idx="13" hasCustomPrompt="1"/>
          </p:nvPr>
        </p:nvSpPr>
        <p:spPr bwMode="gray">
          <a:xfrm>
            <a:off x="0" y="0"/>
            <a:ext cx="12188825" cy="6134100"/>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4" name="Textplatzhalter 3">
            <a:extLst>
              <a:ext uri="{FF2B5EF4-FFF2-40B4-BE49-F238E27FC236}">
                <a16:creationId xmlns:a16="http://schemas.microsoft.com/office/drawing/2014/main" id="{15BBCA0F-B749-4874-9106-A69BB3A2803D}"/>
              </a:ext>
            </a:extLst>
          </p:cNvPr>
          <p:cNvSpPr>
            <a:spLocks noGrp="1"/>
          </p:cNvSpPr>
          <p:nvPr>
            <p:ph type="body" sz="quarter" idx="17" hasCustomPrompt="1"/>
          </p:nvPr>
        </p:nvSpPr>
        <p:spPr>
          <a:xfrm>
            <a:off x="0" y="0"/>
            <a:ext cx="12188825" cy="6134100"/>
          </a:xfr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8" name="Textplatzhalter 3">
            <a:extLst>
              <a:ext uri="{FF2B5EF4-FFF2-40B4-BE49-F238E27FC236}">
                <a16:creationId xmlns:a16="http://schemas.microsoft.com/office/drawing/2014/main" id="{098A6F93-D52E-4D91-BD00-B536DB2F61DC}"/>
              </a:ext>
            </a:extLst>
          </p:cNvPr>
          <p:cNvSpPr>
            <a:spLocks noGrp="1" noChangeAspect="1"/>
          </p:cNvSpPr>
          <p:nvPr>
            <p:ph type="body" sz="quarter" idx="16" hasCustomPrompt="1"/>
          </p:nvPr>
        </p:nvSpPr>
        <p:spPr bwMode="gray">
          <a:xfrm>
            <a:off x="9081778" y="5401829"/>
            <a:ext cx="1079719" cy="128653"/>
          </a:xfrm>
          <a:blipFill>
            <a:blip r:embed="rId2"/>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7678177" y="2487386"/>
            <a:ext cx="3886924" cy="1674586"/>
          </a:xfrm>
        </p:spPr>
        <p:txBody>
          <a:bodyPr anchor="b"/>
          <a:lstStyle>
            <a:lvl1pPr algn="ctr">
              <a:defRPr sz="2862" baseline="0">
                <a:solidFill>
                  <a:schemeClr val="bg1"/>
                </a:solidFill>
                <a:latin typeface="+mj-lt"/>
              </a:defRPr>
            </a:lvl1pPr>
          </a:lstStyle>
          <a:p>
            <a:r>
              <a:rPr lang="en-US"/>
              <a:t>Title </a:t>
            </a:r>
            <a:br>
              <a:rPr lang="en-US"/>
            </a:br>
            <a:r>
              <a:rPr lang="en-US"/>
              <a:t>Arial Bold </a:t>
            </a:r>
            <a:br>
              <a:rPr lang="en-US"/>
            </a:br>
            <a:r>
              <a:rPr lang="en-US"/>
              <a:t>32 </a:t>
            </a:r>
            <a:r>
              <a:rPr lang="en-US" err="1"/>
              <a:t>pt</a:t>
            </a:r>
            <a:r>
              <a:rPr lang="en-US"/>
              <a:t> </a:t>
            </a:r>
            <a:br>
              <a:rPr lang="en-US"/>
            </a:br>
            <a:r>
              <a:rPr lang="en-US"/>
              <a:t>max 4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7678176" y="4226379"/>
            <a:ext cx="3886925" cy="257600"/>
          </a:xfrm>
        </p:spPr>
        <p:txBody>
          <a:bodyPr tIns="36000"/>
          <a:lstStyle>
            <a:lvl1pPr marL="0" indent="0" algn="ctr">
              <a:lnSpc>
                <a:spcPct val="100000"/>
              </a:lnSpc>
              <a:spcAft>
                <a:spcPts val="0"/>
              </a:spcAft>
              <a:buFont typeface="Arial" panose="020B0604020202020204" pitchFamily="34" charset="0"/>
              <a:buNone/>
              <a:defRPr sz="1073"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073" b="1" cap="all" baseline="0">
                <a:solidFill>
                  <a:schemeClr val="bg2"/>
                </a:solidFill>
                <a:latin typeface="+mn-lt"/>
              </a:defRPr>
            </a:lvl2pPr>
            <a:lvl3pPr marL="0" indent="0" algn="ctr">
              <a:lnSpc>
                <a:spcPct val="100000"/>
              </a:lnSpc>
              <a:spcAft>
                <a:spcPts val="0"/>
              </a:spcAft>
              <a:buNone/>
              <a:defRPr sz="1073" b="1" cap="all">
                <a:solidFill>
                  <a:schemeClr val="bg2"/>
                </a:solidFill>
              </a:defRPr>
            </a:lvl3pPr>
            <a:lvl4pPr marL="0" indent="0" algn="ctr">
              <a:lnSpc>
                <a:spcPct val="100000"/>
              </a:lnSpc>
              <a:spcAft>
                <a:spcPts val="0"/>
              </a:spcAft>
              <a:buNone/>
              <a:defRPr sz="1073" b="1" cap="all">
                <a:solidFill>
                  <a:schemeClr val="bg2"/>
                </a:solidFill>
              </a:defRPr>
            </a:lvl4pPr>
            <a:lvl5pPr marL="0" indent="0" algn="ctr">
              <a:lnSpc>
                <a:spcPct val="100000"/>
              </a:lnSpc>
              <a:spcAft>
                <a:spcPts val="0"/>
              </a:spcAft>
              <a:buNone/>
              <a:defRPr sz="1073" b="1" cap="all">
                <a:solidFill>
                  <a:schemeClr val="bg2"/>
                </a:solidFill>
              </a:defRPr>
            </a:lvl5pPr>
            <a:lvl6pPr marL="0" indent="0" algn="ctr">
              <a:lnSpc>
                <a:spcPct val="100000"/>
              </a:lnSpc>
              <a:spcAft>
                <a:spcPts val="0"/>
              </a:spcAft>
              <a:buNone/>
              <a:defRPr sz="1073" b="1" cap="all">
                <a:solidFill>
                  <a:schemeClr val="bg2"/>
                </a:solidFill>
              </a:defRPr>
            </a:lvl6pPr>
            <a:lvl7pPr marL="0" indent="0" algn="ctr">
              <a:lnSpc>
                <a:spcPct val="100000"/>
              </a:lnSpc>
              <a:spcAft>
                <a:spcPts val="0"/>
              </a:spcAft>
              <a:buNone/>
              <a:defRPr sz="1073" b="1" cap="all">
                <a:solidFill>
                  <a:schemeClr val="bg2"/>
                </a:solidFill>
              </a:defRPr>
            </a:lvl7pPr>
            <a:lvl8pPr marL="0" indent="0" algn="ctr">
              <a:lnSpc>
                <a:spcPct val="100000"/>
              </a:lnSpc>
              <a:spcAft>
                <a:spcPts val="0"/>
              </a:spcAft>
              <a:buNone/>
              <a:defRPr sz="1073" b="1" cap="all">
                <a:solidFill>
                  <a:schemeClr val="bg2"/>
                </a:solidFill>
              </a:defRPr>
            </a:lvl8pPr>
            <a:lvl9pPr marL="0" indent="0" algn="ctr">
              <a:lnSpc>
                <a:spcPct val="100000"/>
              </a:lnSpc>
              <a:spcAft>
                <a:spcPts val="0"/>
              </a:spcAft>
              <a:buNone/>
              <a:defRPr sz="1073" b="1" cap="all">
                <a:solidFill>
                  <a:schemeClr val="bg2"/>
                </a:solidFill>
              </a:defRPr>
            </a:lvl9pPr>
          </a:lstStyle>
          <a:p>
            <a:pPr lvl="0"/>
            <a:r>
              <a:rPr lang="en-US"/>
              <a:t>Date / Month / Year, Arial, 12 </a:t>
            </a:r>
            <a:r>
              <a:rPr lang="en-US" err="1"/>
              <a:t>pt</a:t>
            </a:r>
            <a:endParaRPr lang="en-US"/>
          </a:p>
          <a:p>
            <a:pPr lvl="1"/>
            <a:endParaRPr lang="en-US"/>
          </a:p>
        </p:txBody>
      </p:sp>
      <p:sp>
        <p:nvSpPr>
          <p:cNvPr id="23" name="Textplatzhalter 33">
            <a:extLst>
              <a:ext uri="{FF2B5EF4-FFF2-40B4-BE49-F238E27FC236}">
                <a16:creationId xmlns:a16="http://schemas.microsoft.com/office/drawing/2014/main" id="{812841DD-202A-472D-9F4E-C34299C19B8F}"/>
              </a:ext>
            </a:extLst>
          </p:cNvPr>
          <p:cNvSpPr>
            <a:spLocks noGrp="1"/>
          </p:cNvSpPr>
          <p:nvPr>
            <p:ph type="body" sz="quarter" idx="15" hasCustomPrompt="1"/>
          </p:nvPr>
        </p:nvSpPr>
        <p:spPr bwMode="gray">
          <a:xfrm>
            <a:off x="9921425" y="5545517"/>
            <a:ext cx="107972" cy="322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17003807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Title slide | plain">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983176" y="1714500"/>
            <a:ext cx="5039247" cy="2189843"/>
          </a:xfrm>
        </p:spPr>
        <p:txBody>
          <a:bodyPr anchor="b"/>
          <a:lstStyle>
            <a:lvl1pPr algn="ctr">
              <a:defRPr sz="3578" baseline="0">
                <a:solidFill>
                  <a:schemeClr val="bg1"/>
                </a:solidFill>
                <a:latin typeface="+mj-lt"/>
              </a:defRPr>
            </a:lvl1pPr>
          </a:lstStyle>
          <a:p>
            <a:r>
              <a:rPr lang="en-US"/>
              <a:t>Title </a:t>
            </a:r>
            <a:br>
              <a:rPr lang="en-US"/>
            </a:br>
            <a:r>
              <a:rPr lang="en-US"/>
              <a:t>Arial Bold </a:t>
            </a:r>
            <a:br>
              <a:rPr lang="en-US"/>
            </a:br>
            <a:r>
              <a:rPr lang="en-US"/>
              <a:t>40 </a:t>
            </a:r>
            <a:r>
              <a:rPr lang="en-US" err="1"/>
              <a:t>pt</a:t>
            </a:r>
            <a:r>
              <a:rPr lang="en-US"/>
              <a:t> </a:t>
            </a:r>
            <a:br>
              <a:rPr lang="en-US"/>
            </a:br>
            <a:r>
              <a:rPr lang="en-US"/>
              <a:t>max 4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983176" y="3968750"/>
            <a:ext cx="5039248" cy="257600"/>
          </a:xfrm>
        </p:spPr>
        <p:txBody>
          <a:bodyPr tIns="36000"/>
          <a:lstStyle>
            <a:lvl1pPr marL="0" indent="0" algn="ctr">
              <a:lnSpc>
                <a:spcPct val="100000"/>
              </a:lnSpc>
              <a:spcAft>
                <a:spcPts val="0"/>
              </a:spcAft>
              <a:buFont typeface="Arial" panose="020B0604020202020204" pitchFamily="34" charset="0"/>
              <a:buNone/>
              <a:defRPr sz="1073"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073" b="1" cap="all" baseline="0">
                <a:solidFill>
                  <a:schemeClr val="bg2"/>
                </a:solidFill>
                <a:latin typeface="+mn-lt"/>
              </a:defRPr>
            </a:lvl2pPr>
            <a:lvl3pPr marL="0" indent="0" algn="ctr">
              <a:lnSpc>
                <a:spcPct val="100000"/>
              </a:lnSpc>
              <a:spcAft>
                <a:spcPts val="0"/>
              </a:spcAft>
              <a:buNone/>
              <a:defRPr sz="1073" b="1" cap="all">
                <a:solidFill>
                  <a:schemeClr val="bg2"/>
                </a:solidFill>
              </a:defRPr>
            </a:lvl3pPr>
            <a:lvl4pPr marL="0" indent="0" algn="ctr">
              <a:lnSpc>
                <a:spcPct val="100000"/>
              </a:lnSpc>
              <a:spcAft>
                <a:spcPts val="0"/>
              </a:spcAft>
              <a:buNone/>
              <a:defRPr sz="1073" b="1" cap="all">
                <a:solidFill>
                  <a:schemeClr val="bg2"/>
                </a:solidFill>
              </a:defRPr>
            </a:lvl4pPr>
            <a:lvl5pPr marL="0" indent="0" algn="ctr">
              <a:lnSpc>
                <a:spcPct val="100000"/>
              </a:lnSpc>
              <a:spcAft>
                <a:spcPts val="0"/>
              </a:spcAft>
              <a:buNone/>
              <a:defRPr sz="1073" b="1" cap="all">
                <a:solidFill>
                  <a:schemeClr val="bg2"/>
                </a:solidFill>
              </a:defRPr>
            </a:lvl5pPr>
            <a:lvl6pPr marL="0" indent="0" algn="ctr">
              <a:lnSpc>
                <a:spcPct val="100000"/>
              </a:lnSpc>
              <a:spcAft>
                <a:spcPts val="0"/>
              </a:spcAft>
              <a:buNone/>
              <a:defRPr sz="1073" b="1" cap="all">
                <a:solidFill>
                  <a:schemeClr val="bg2"/>
                </a:solidFill>
              </a:defRPr>
            </a:lvl6pPr>
            <a:lvl7pPr marL="0" indent="0" algn="ctr">
              <a:lnSpc>
                <a:spcPct val="100000"/>
              </a:lnSpc>
              <a:spcAft>
                <a:spcPts val="0"/>
              </a:spcAft>
              <a:buNone/>
              <a:defRPr sz="1073" b="1" cap="all">
                <a:solidFill>
                  <a:schemeClr val="bg2"/>
                </a:solidFill>
              </a:defRPr>
            </a:lvl7pPr>
            <a:lvl8pPr marL="0" indent="0" algn="ctr">
              <a:lnSpc>
                <a:spcPct val="100000"/>
              </a:lnSpc>
              <a:spcAft>
                <a:spcPts val="0"/>
              </a:spcAft>
              <a:buNone/>
              <a:defRPr sz="1073" b="1" cap="all">
                <a:solidFill>
                  <a:schemeClr val="bg2"/>
                </a:solidFill>
              </a:defRPr>
            </a:lvl8pPr>
            <a:lvl9pPr marL="0" indent="0" algn="ctr">
              <a:lnSpc>
                <a:spcPct val="100000"/>
              </a:lnSpc>
              <a:spcAft>
                <a:spcPts val="0"/>
              </a:spcAft>
              <a:buNone/>
              <a:defRPr sz="1073" b="1" cap="all">
                <a:solidFill>
                  <a:schemeClr val="bg2"/>
                </a:solidFill>
              </a:defRPr>
            </a:lvl9pPr>
          </a:lstStyle>
          <a:p>
            <a:pPr lvl="0"/>
            <a:r>
              <a:rPr lang="en-US"/>
              <a:t>Date / Month / Year, Arial, 12 </a:t>
            </a:r>
            <a:r>
              <a:rPr lang="en-US" err="1"/>
              <a:t>pt</a:t>
            </a:r>
            <a:endParaRPr lang="en-US"/>
          </a:p>
          <a:p>
            <a:pPr lvl="1"/>
            <a:endParaRPr lang="en-US"/>
          </a:p>
        </p:txBody>
      </p:sp>
      <p:grpSp>
        <p:nvGrpSpPr>
          <p:cNvPr id="3" name="Grafik 9">
            <a:extLst>
              <a:ext uri="{FF2B5EF4-FFF2-40B4-BE49-F238E27FC236}">
                <a16:creationId xmlns:a16="http://schemas.microsoft.com/office/drawing/2014/main" id="{30F0B351-CD69-43BF-B573-6B27B4BF9533}"/>
              </a:ext>
            </a:extLst>
          </p:cNvPr>
          <p:cNvGrpSpPr/>
          <p:nvPr/>
        </p:nvGrpSpPr>
        <p:grpSpPr bwMode="gray">
          <a:xfrm>
            <a:off x="7397341" y="0"/>
            <a:ext cx="4791484" cy="6134100"/>
            <a:chOff x="-456728" y="3068960"/>
            <a:chExt cx="144000" cy="206052"/>
          </a:xfrm>
        </p:grpSpPr>
        <p:sp>
          <p:nvSpPr>
            <p:cNvPr id="5" name="Freihandform: Form 4">
              <a:extLst>
                <a:ext uri="{FF2B5EF4-FFF2-40B4-BE49-F238E27FC236}">
                  <a16:creationId xmlns:a16="http://schemas.microsoft.com/office/drawing/2014/main" id="{59605CEB-BF08-497B-92AD-75B4F7ED2FB2}"/>
                </a:ext>
              </a:extLst>
            </p:cNvPr>
            <p:cNvSpPr/>
            <p:nvPr/>
          </p:nvSpPr>
          <p:spPr bwMode="gray">
            <a:xfrm>
              <a:off x="-456728" y="3068960"/>
              <a:ext cx="143999" cy="147022"/>
            </a:xfrm>
            <a:custGeom>
              <a:avLst/>
              <a:gdLst>
                <a:gd name="connsiteX0" fmla="*/ 72001 w 143999"/>
                <a:gd name="connsiteY0" fmla="*/ 103086 h 147022"/>
                <a:gd name="connsiteX1" fmla="*/ 42224 w 143999"/>
                <a:gd name="connsiteY1" fmla="*/ 0 h 147022"/>
                <a:gd name="connsiteX2" fmla="*/ 0 w 143999"/>
                <a:gd name="connsiteY2" fmla="*/ 0 h 147022"/>
                <a:gd name="connsiteX3" fmla="*/ 48443 w 143999"/>
                <a:gd name="connsiteY3" fmla="*/ 147022 h 147022"/>
                <a:gd name="connsiteX4" fmla="*/ 95559 w 143999"/>
                <a:gd name="connsiteY4" fmla="*/ 147022 h 147022"/>
                <a:gd name="connsiteX5" fmla="*/ 143608 w 143999"/>
                <a:gd name="connsiteY5" fmla="*/ 1191 h 147022"/>
                <a:gd name="connsiteX6" fmla="*/ 143999 w 143999"/>
                <a:gd name="connsiteY6" fmla="*/ 0 h 147022"/>
                <a:gd name="connsiteX7" fmla="*/ 101775 w 143999"/>
                <a:gd name="connsiteY7" fmla="*/ 0 h 147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999" h="147022">
                  <a:moveTo>
                    <a:pt x="72001" y="103086"/>
                  </a:moveTo>
                  <a:lnTo>
                    <a:pt x="42224" y="0"/>
                  </a:lnTo>
                  <a:lnTo>
                    <a:pt x="0" y="0"/>
                  </a:lnTo>
                  <a:lnTo>
                    <a:pt x="48443" y="147022"/>
                  </a:lnTo>
                  <a:lnTo>
                    <a:pt x="95559" y="147022"/>
                  </a:lnTo>
                  <a:lnTo>
                    <a:pt x="143608" y="1191"/>
                  </a:lnTo>
                  <a:lnTo>
                    <a:pt x="143999" y="0"/>
                  </a:lnTo>
                  <a:lnTo>
                    <a:pt x="101775" y="0"/>
                  </a:lnTo>
                  <a:close/>
                </a:path>
              </a:pathLst>
            </a:custGeom>
            <a:solidFill>
              <a:schemeClr val="bg1"/>
            </a:solidFill>
            <a:ln w="28" cap="flat">
              <a:noFill/>
              <a:prstDash val="solid"/>
              <a:miter/>
            </a:ln>
          </p:spPr>
          <p:txBody>
            <a:bodyPr rtlCol="0" anchor="ctr"/>
            <a:lstStyle/>
            <a:p>
              <a:endParaRPr lang="en-US" sz="1610"/>
            </a:p>
          </p:txBody>
        </p:sp>
        <p:sp>
          <p:nvSpPr>
            <p:cNvPr id="11" name="Freihandform: Form 10">
              <a:extLst>
                <a:ext uri="{FF2B5EF4-FFF2-40B4-BE49-F238E27FC236}">
                  <a16:creationId xmlns:a16="http://schemas.microsoft.com/office/drawing/2014/main" id="{0D93C221-CD1D-4AC6-8902-86F46EB65036}"/>
                </a:ext>
              </a:extLst>
            </p:cNvPr>
            <p:cNvSpPr/>
            <p:nvPr/>
          </p:nvSpPr>
          <p:spPr bwMode="gray">
            <a:xfrm>
              <a:off x="-441255" y="3235666"/>
              <a:ext cx="113057" cy="39354"/>
            </a:xfrm>
            <a:custGeom>
              <a:avLst/>
              <a:gdLst>
                <a:gd name="connsiteX0" fmla="*/ 0 w 113057"/>
                <a:gd name="connsiteY0" fmla="*/ 0 h 39354"/>
                <a:gd name="connsiteX1" fmla="*/ 113058 w 113057"/>
                <a:gd name="connsiteY1" fmla="*/ 0 h 39354"/>
                <a:gd name="connsiteX2" fmla="*/ 113058 w 113057"/>
                <a:gd name="connsiteY2" fmla="*/ 39354 h 39354"/>
                <a:gd name="connsiteX3" fmla="*/ 0 w 113057"/>
                <a:gd name="connsiteY3" fmla="*/ 39354 h 39354"/>
              </a:gdLst>
              <a:ahLst/>
              <a:cxnLst>
                <a:cxn ang="0">
                  <a:pos x="connsiteX0" y="connsiteY0"/>
                </a:cxn>
                <a:cxn ang="0">
                  <a:pos x="connsiteX1" y="connsiteY1"/>
                </a:cxn>
                <a:cxn ang="0">
                  <a:pos x="connsiteX2" y="connsiteY2"/>
                </a:cxn>
                <a:cxn ang="0">
                  <a:pos x="connsiteX3" y="connsiteY3"/>
                </a:cxn>
              </a:cxnLst>
              <a:rect l="l" t="t" r="r" b="b"/>
              <a:pathLst>
                <a:path w="113057" h="39354">
                  <a:moveTo>
                    <a:pt x="0" y="0"/>
                  </a:moveTo>
                  <a:lnTo>
                    <a:pt x="113058" y="0"/>
                  </a:lnTo>
                  <a:lnTo>
                    <a:pt x="113058" y="39354"/>
                  </a:lnTo>
                  <a:lnTo>
                    <a:pt x="0" y="39354"/>
                  </a:lnTo>
                  <a:close/>
                </a:path>
              </a:pathLst>
            </a:custGeom>
            <a:solidFill>
              <a:schemeClr val="bg2"/>
            </a:solidFill>
            <a:ln w="28" cap="flat">
              <a:noFill/>
              <a:prstDash val="solid"/>
              <a:miter/>
            </a:ln>
          </p:spPr>
          <p:txBody>
            <a:bodyPr rtlCol="0" anchor="ctr"/>
            <a:lstStyle/>
            <a:p>
              <a:endParaRPr lang="en-US" sz="1610"/>
            </a:p>
          </p:txBody>
        </p:sp>
      </p:grpSp>
      <p:grpSp>
        <p:nvGrpSpPr>
          <p:cNvPr id="4" name="Grafik 11">
            <a:extLst>
              <a:ext uri="{FF2B5EF4-FFF2-40B4-BE49-F238E27FC236}">
                <a16:creationId xmlns:a16="http://schemas.microsoft.com/office/drawing/2014/main" id="{71AB8666-A1F4-4F84-B790-06844A73EC62}"/>
              </a:ext>
            </a:extLst>
          </p:cNvPr>
          <p:cNvGrpSpPr/>
          <p:nvPr/>
        </p:nvGrpSpPr>
        <p:grpSpPr bwMode="gray">
          <a:xfrm>
            <a:off x="2962940" y="5402085"/>
            <a:ext cx="1079724" cy="176805"/>
            <a:chOff x="2963711" y="6039598"/>
            <a:chExt cx="1080005" cy="197670"/>
          </a:xfrm>
        </p:grpSpPr>
        <p:grpSp>
          <p:nvGrpSpPr>
            <p:cNvPr id="7" name="Grafik 11">
              <a:extLst>
                <a:ext uri="{FF2B5EF4-FFF2-40B4-BE49-F238E27FC236}">
                  <a16:creationId xmlns:a16="http://schemas.microsoft.com/office/drawing/2014/main" id="{71AB8666-A1F4-4F84-B790-06844A73EC62}"/>
                </a:ext>
              </a:extLst>
            </p:cNvPr>
            <p:cNvGrpSpPr/>
            <p:nvPr/>
          </p:nvGrpSpPr>
          <p:grpSpPr bwMode="gray">
            <a:xfrm>
              <a:off x="2963711" y="6039598"/>
              <a:ext cx="1080005" cy="144003"/>
              <a:chOff x="2963711" y="6039598"/>
              <a:chExt cx="1080005" cy="144003"/>
            </a:xfrm>
            <a:solidFill>
              <a:srgbClr val="FFFFFF"/>
            </a:solidFill>
          </p:grpSpPr>
          <p:sp>
            <p:nvSpPr>
              <p:cNvPr id="8" name="Freihandform: Form 7">
                <a:extLst>
                  <a:ext uri="{FF2B5EF4-FFF2-40B4-BE49-F238E27FC236}">
                    <a16:creationId xmlns:a16="http://schemas.microsoft.com/office/drawing/2014/main" id="{085B0C3C-8916-4E8A-B78C-F2E925F54BAB}"/>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sz="1610"/>
              </a:p>
            </p:txBody>
          </p:sp>
          <p:sp>
            <p:nvSpPr>
              <p:cNvPr id="13" name="Freihandform: Form 12">
                <a:extLst>
                  <a:ext uri="{FF2B5EF4-FFF2-40B4-BE49-F238E27FC236}">
                    <a16:creationId xmlns:a16="http://schemas.microsoft.com/office/drawing/2014/main" id="{FC8699BB-8168-4E67-90D4-317C545DA81B}"/>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sz="1610"/>
              </a:p>
            </p:txBody>
          </p:sp>
          <p:sp>
            <p:nvSpPr>
              <p:cNvPr id="14" name="Freihandform: Form 13">
                <a:extLst>
                  <a:ext uri="{FF2B5EF4-FFF2-40B4-BE49-F238E27FC236}">
                    <a16:creationId xmlns:a16="http://schemas.microsoft.com/office/drawing/2014/main" id="{D8F7A2AA-FBD1-4EF5-BDB8-F452459D4D07}"/>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sz="1610"/>
              </a:p>
            </p:txBody>
          </p:sp>
          <p:sp>
            <p:nvSpPr>
              <p:cNvPr id="15" name="Freihandform: Form 14">
                <a:extLst>
                  <a:ext uri="{FF2B5EF4-FFF2-40B4-BE49-F238E27FC236}">
                    <a16:creationId xmlns:a16="http://schemas.microsoft.com/office/drawing/2014/main" id="{124C991F-7F4D-4078-B427-11F744FAAFE1}"/>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sz="1610"/>
              </a:p>
            </p:txBody>
          </p:sp>
          <p:sp>
            <p:nvSpPr>
              <p:cNvPr id="16" name="Freihandform: Form 15">
                <a:extLst>
                  <a:ext uri="{FF2B5EF4-FFF2-40B4-BE49-F238E27FC236}">
                    <a16:creationId xmlns:a16="http://schemas.microsoft.com/office/drawing/2014/main" id="{EA955BFC-E23E-4E50-ADBF-72B9529710B2}"/>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sz="1610"/>
              </a:p>
            </p:txBody>
          </p:sp>
          <p:sp>
            <p:nvSpPr>
              <p:cNvPr id="17" name="Freihandform: Form 16">
                <a:extLst>
                  <a:ext uri="{FF2B5EF4-FFF2-40B4-BE49-F238E27FC236}">
                    <a16:creationId xmlns:a16="http://schemas.microsoft.com/office/drawing/2014/main" id="{033C4339-7BCE-426F-B626-958BA519CB2C}"/>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sz="1610"/>
              </a:p>
            </p:txBody>
          </p:sp>
          <p:sp>
            <p:nvSpPr>
              <p:cNvPr id="18" name="Freihandform: Form 17">
                <a:extLst>
                  <a:ext uri="{FF2B5EF4-FFF2-40B4-BE49-F238E27FC236}">
                    <a16:creationId xmlns:a16="http://schemas.microsoft.com/office/drawing/2014/main" id="{32B24250-F74D-4913-8EE3-517497019738}"/>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sz="1610"/>
              </a:p>
            </p:txBody>
          </p:sp>
          <p:sp>
            <p:nvSpPr>
              <p:cNvPr id="19" name="Freihandform: Form 18">
                <a:extLst>
                  <a:ext uri="{FF2B5EF4-FFF2-40B4-BE49-F238E27FC236}">
                    <a16:creationId xmlns:a16="http://schemas.microsoft.com/office/drawing/2014/main" id="{25F05C8F-200B-4A6A-98AB-575BF5A2176E}"/>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sz="1610"/>
              </a:p>
            </p:txBody>
          </p:sp>
          <p:sp>
            <p:nvSpPr>
              <p:cNvPr id="21" name="Freihandform: Form 20">
                <a:extLst>
                  <a:ext uri="{FF2B5EF4-FFF2-40B4-BE49-F238E27FC236}">
                    <a16:creationId xmlns:a16="http://schemas.microsoft.com/office/drawing/2014/main" id="{DCC2FEC3-F5B1-4929-8E55-5C97146AE3B1}"/>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sz="1610"/>
              </a:p>
            </p:txBody>
          </p:sp>
        </p:grpSp>
        <p:sp>
          <p:nvSpPr>
            <p:cNvPr id="22" name="Freihandform: Form 21">
              <a:extLst>
                <a:ext uri="{FF2B5EF4-FFF2-40B4-BE49-F238E27FC236}">
                  <a16:creationId xmlns:a16="http://schemas.microsoft.com/office/drawing/2014/main" id="{87B0D1FC-B040-4572-AD08-AC091C755A9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sz="1610"/>
            </a:p>
          </p:txBody>
        </p:sp>
      </p:grpSp>
      <p:cxnSp>
        <p:nvCxnSpPr>
          <p:cNvPr id="20" name="Gerader Verbinder 19">
            <a:extLst>
              <a:ext uri="{FF2B5EF4-FFF2-40B4-BE49-F238E27FC236}">
                <a16:creationId xmlns:a16="http://schemas.microsoft.com/office/drawing/2014/main" id="{2E8F8A74-8AA8-4449-8DA5-8DC7FD3554A4}"/>
              </a:ext>
            </a:extLst>
          </p:cNvPr>
          <p:cNvCxnSpPr/>
          <p:nvPr/>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ECCD0665-532C-4A90-8E10-3C0BDE554E68}"/>
              </a:ext>
            </a:extLst>
          </p:cNvPr>
          <p:cNvCxnSpPr/>
          <p:nvPr/>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3B6666C1-4D18-4383-98A8-F9EC76DEFCE7}"/>
              </a:ext>
            </a:extLst>
          </p:cNvPr>
          <p:cNvCxnSpPr/>
          <p:nvPr/>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61A4D759-67FE-4C73-A8E8-588244A28726}"/>
              </a:ext>
            </a:extLst>
          </p:cNvPr>
          <p:cNvCxnSpPr/>
          <p:nvPr/>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63790212-3851-458D-AB96-601CA7918C6C}"/>
              </a:ext>
            </a:extLst>
          </p:cNvPr>
          <p:cNvCxnSpPr/>
          <p:nvPr/>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81518DA9-76DA-456E-8530-CAC9F36699FE}"/>
              </a:ext>
            </a:extLst>
          </p:cNvPr>
          <p:cNvCxnSpPr/>
          <p:nvPr/>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4760F65B-828F-4D6F-9638-9E5D9E56CA87}"/>
              </a:ext>
            </a:extLst>
          </p:cNvPr>
          <p:cNvCxnSpPr/>
          <p:nvPr/>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9A80DE74-87C3-4CDD-A0DF-AD8C14E83EE2}"/>
              </a:ext>
            </a:extLst>
          </p:cNvPr>
          <p:cNvCxnSpPr/>
          <p:nvPr/>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CC5E303B-3614-4C8A-A915-AEBCDA18D7D3}"/>
              </a:ext>
            </a:extLst>
          </p:cNvPr>
          <p:cNvCxnSpPr/>
          <p:nvPr/>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467F19E2-FD99-4208-B88F-16B511427F74}"/>
              </a:ext>
            </a:extLst>
          </p:cNvPr>
          <p:cNvCxnSpPr/>
          <p:nvPr/>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E148304A-E773-4078-9C22-D0F8A20108CC}"/>
              </a:ext>
            </a:extLst>
          </p:cNvPr>
          <p:cNvCxnSpPr/>
          <p:nvPr/>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F9E80DDC-16BE-412E-89F8-B11239BE8609}"/>
              </a:ext>
            </a:extLst>
          </p:cNvPr>
          <p:cNvCxnSpPr/>
          <p:nvPr/>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955ADD40-42ED-42E4-9F06-CB9B59CE25FC}"/>
              </a:ext>
            </a:extLst>
          </p:cNvPr>
          <p:cNvCxnSpPr/>
          <p:nvPr/>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3F836378-5D14-42C8-8838-7FE48631D05B}"/>
              </a:ext>
            </a:extLst>
          </p:cNvPr>
          <p:cNvCxnSpPr/>
          <p:nvPr/>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264C96FD-CB7C-4AC2-8785-51DB30BC2004}"/>
              </a:ext>
            </a:extLst>
          </p:cNvPr>
          <p:cNvCxnSpPr/>
          <p:nvPr/>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8CEF2A6F-CE01-4035-A645-5AC216971985}"/>
              </a:ext>
            </a:extLst>
          </p:cNvPr>
          <p:cNvCxnSpPr/>
          <p:nvPr/>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827BEB24-F3B7-4AA6-8962-D78689C64271}"/>
              </a:ext>
            </a:extLst>
          </p:cNvPr>
          <p:cNvCxnSpPr/>
          <p:nvPr/>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F49E5D04-4585-4FF9-B036-43CA1ADCAF2B}"/>
              </a:ext>
            </a:extLst>
          </p:cNvPr>
          <p:cNvCxnSpPr/>
          <p:nvPr/>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grpSp>
        <p:nvGrpSpPr>
          <p:cNvPr id="6" name="Grafik 11">
            <a:extLst>
              <a:ext uri="{FF2B5EF4-FFF2-40B4-BE49-F238E27FC236}">
                <a16:creationId xmlns:a16="http://schemas.microsoft.com/office/drawing/2014/main" id="{94EBF135-2CC5-215F-A34F-4A5CEB189919}"/>
              </a:ext>
            </a:extLst>
          </p:cNvPr>
          <p:cNvGrpSpPr/>
          <p:nvPr userDrawn="1"/>
        </p:nvGrpSpPr>
        <p:grpSpPr bwMode="gray">
          <a:xfrm>
            <a:off x="2962940" y="5402085"/>
            <a:ext cx="1079724" cy="176805"/>
            <a:chOff x="2963711" y="6039598"/>
            <a:chExt cx="1080005" cy="197670"/>
          </a:xfrm>
        </p:grpSpPr>
        <p:grpSp>
          <p:nvGrpSpPr>
            <p:cNvPr id="10" name="Grafik 11">
              <a:extLst>
                <a:ext uri="{FF2B5EF4-FFF2-40B4-BE49-F238E27FC236}">
                  <a16:creationId xmlns:a16="http://schemas.microsoft.com/office/drawing/2014/main" id="{B9432D6F-4FFF-A82A-C60B-47710E58A053}"/>
                </a:ext>
              </a:extLst>
            </p:cNvPr>
            <p:cNvGrpSpPr/>
            <p:nvPr/>
          </p:nvGrpSpPr>
          <p:grpSpPr bwMode="gray">
            <a:xfrm>
              <a:off x="2963711" y="6039598"/>
              <a:ext cx="1080005" cy="144003"/>
              <a:chOff x="2963711" y="6039598"/>
              <a:chExt cx="1080005" cy="144003"/>
            </a:xfrm>
            <a:solidFill>
              <a:srgbClr val="FFFFFF"/>
            </a:solidFill>
          </p:grpSpPr>
          <p:sp>
            <p:nvSpPr>
              <p:cNvPr id="40" name="Freihandform: Form 39">
                <a:extLst>
                  <a:ext uri="{FF2B5EF4-FFF2-40B4-BE49-F238E27FC236}">
                    <a16:creationId xmlns:a16="http://schemas.microsoft.com/office/drawing/2014/main" id="{1005B56A-032F-48F1-5749-D27FBFC925FA}"/>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sz="1610"/>
              </a:p>
            </p:txBody>
          </p:sp>
          <p:sp>
            <p:nvSpPr>
              <p:cNvPr id="41" name="Freihandform: Form 40">
                <a:extLst>
                  <a:ext uri="{FF2B5EF4-FFF2-40B4-BE49-F238E27FC236}">
                    <a16:creationId xmlns:a16="http://schemas.microsoft.com/office/drawing/2014/main" id="{97F48644-FCAD-8B7B-F1EE-3422F06E8108}"/>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sz="1610"/>
              </a:p>
            </p:txBody>
          </p:sp>
          <p:sp>
            <p:nvSpPr>
              <p:cNvPr id="42" name="Freihandform: Form 41">
                <a:extLst>
                  <a:ext uri="{FF2B5EF4-FFF2-40B4-BE49-F238E27FC236}">
                    <a16:creationId xmlns:a16="http://schemas.microsoft.com/office/drawing/2014/main" id="{249CED8B-E504-F52E-23FE-15F9D286D5A6}"/>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sz="1610"/>
              </a:p>
            </p:txBody>
          </p:sp>
          <p:sp>
            <p:nvSpPr>
              <p:cNvPr id="43" name="Freihandform: Form 42">
                <a:extLst>
                  <a:ext uri="{FF2B5EF4-FFF2-40B4-BE49-F238E27FC236}">
                    <a16:creationId xmlns:a16="http://schemas.microsoft.com/office/drawing/2014/main" id="{1B22F22D-8B71-89A6-5F2B-68EA2772F45E}"/>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sz="1610"/>
              </a:p>
            </p:txBody>
          </p:sp>
          <p:sp>
            <p:nvSpPr>
              <p:cNvPr id="44" name="Freihandform: Form 43">
                <a:extLst>
                  <a:ext uri="{FF2B5EF4-FFF2-40B4-BE49-F238E27FC236}">
                    <a16:creationId xmlns:a16="http://schemas.microsoft.com/office/drawing/2014/main" id="{92ED7DCD-2F9E-FBE2-8229-D5E32E0A5621}"/>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sz="1610"/>
              </a:p>
            </p:txBody>
          </p:sp>
          <p:sp>
            <p:nvSpPr>
              <p:cNvPr id="45" name="Freihandform: Form 44">
                <a:extLst>
                  <a:ext uri="{FF2B5EF4-FFF2-40B4-BE49-F238E27FC236}">
                    <a16:creationId xmlns:a16="http://schemas.microsoft.com/office/drawing/2014/main" id="{4C10A248-D6F2-1DA0-6446-A78A258BD792}"/>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sz="1610"/>
              </a:p>
            </p:txBody>
          </p:sp>
          <p:sp>
            <p:nvSpPr>
              <p:cNvPr id="46" name="Freihandform: Form 45">
                <a:extLst>
                  <a:ext uri="{FF2B5EF4-FFF2-40B4-BE49-F238E27FC236}">
                    <a16:creationId xmlns:a16="http://schemas.microsoft.com/office/drawing/2014/main" id="{78F7E00C-DAB3-0B93-D510-315DB1CD980D}"/>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sz="1610"/>
              </a:p>
            </p:txBody>
          </p:sp>
          <p:sp>
            <p:nvSpPr>
              <p:cNvPr id="47" name="Freihandform: Form 46">
                <a:extLst>
                  <a:ext uri="{FF2B5EF4-FFF2-40B4-BE49-F238E27FC236}">
                    <a16:creationId xmlns:a16="http://schemas.microsoft.com/office/drawing/2014/main" id="{E02F968C-0041-B8E3-AF44-76959868B10E}"/>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sz="1610"/>
              </a:p>
            </p:txBody>
          </p:sp>
          <p:sp>
            <p:nvSpPr>
              <p:cNvPr id="48" name="Freihandform: Form 47">
                <a:extLst>
                  <a:ext uri="{FF2B5EF4-FFF2-40B4-BE49-F238E27FC236}">
                    <a16:creationId xmlns:a16="http://schemas.microsoft.com/office/drawing/2014/main" id="{866F4CD8-FD15-C9A3-06C6-B3BD81B55255}"/>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sz="1610"/>
              </a:p>
            </p:txBody>
          </p:sp>
        </p:grpSp>
        <p:sp>
          <p:nvSpPr>
            <p:cNvPr id="12" name="Freihandform: Form 11">
              <a:extLst>
                <a:ext uri="{FF2B5EF4-FFF2-40B4-BE49-F238E27FC236}">
                  <a16:creationId xmlns:a16="http://schemas.microsoft.com/office/drawing/2014/main" id="{7F2E267B-D5EA-7501-C767-A977BF835A8C}"/>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sz="1610"/>
            </a:p>
          </p:txBody>
        </p:sp>
      </p:grpSp>
      <p:cxnSp>
        <p:nvCxnSpPr>
          <p:cNvPr id="49" name="Gerader Verbinder 48">
            <a:extLst>
              <a:ext uri="{FF2B5EF4-FFF2-40B4-BE49-F238E27FC236}">
                <a16:creationId xmlns:a16="http://schemas.microsoft.com/office/drawing/2014/main" id="{B8CD8F42-C837-74C4-4E66-A88FBE01070F}"/>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0" name="Gerader Verbinder 49">
            <a:extLst>
              <a:ext uri="{FF2B5EF4-FFF2-40B4-BE49-F238E27FC236}">
                <a16:creationId xmlns:a16="http://schemas.microsoft.com/office/drawing/2014/main" id="{FBD06751-5AE1-3E1B-494E-4637767B7B43}"/>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0408AF1B-2442-7DBE-F99C-FA9B213A582F}"/>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2" name="Gerader Verbinder 51">
            <a:extLst>
              <a:ext uri="{FF2B5EF4-FFF2-40B4-BE49-F238E27FC236}">
                <a16:creationId xmlns:a16="http://schemas.microsoft.com/office/drawing/2014/main" id="{16258D03-D677-3D18-5B66-20CD8D4991E9}"/>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46C7BBEF-91BF-8B1E-6C06-7B1FF27FE36C}"/>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4" name="Gerader Verbinder 53">
            <a:extLst>
              <a:ext uri="{FF2B5EF4-FFF2-40B4-BE49-F238E27FC236}">
                <a16:creationId xmlns:a16="http://schemas.microsoft.com/office/drawing/2014/main" id="{7E434D6C-1861-F32C-50D5-A004DDF567F4}"/>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E683C247-C52B-7019-3FD2-846D5D4572D1}"/>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6" name="Gerader Verbinder 55">
            <a:extLst>
              <a:ext uri="{FF2B5EF4-FFF2-40B4-BE49-F238E27FC236}">
                <a16:creationId xmlns:a16="http://schemas.microsoft.com/office/drawing/2014/main" id="{8AFAD2F4-195C-FA4C-1C73-826B9C79DA83}"/>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7" name="Gerader Verbinder 56">
            <a:extLst>
              <a:ext uri="{FF2B5EF4-FFF2-40B4-BE49-F238E27FC236}">
                <a16:creationId xmlns:a16="http://schemas.microsoft.com/office/drawing/2014/main" id="{941FE445-C03B-E48E-75AF-69CBD32903A8}"/>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8" name="Gerader Verbinder 57">
            <a:extLst>
              <a:ext uri="{FF2B5EF4-FFF2-40B4-BE49-F238E27FC236}">
                <a16:creationId xmlns:a16="http://schemas.microsoft.com/office/drawing/2014/main" id="{00F0BF56-08B7-95EC-EF69-EAA6C356BE57}"/>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9" name="Gerader Verbinder 58">
            <a:extLst>
              <a:ext uri="{FF2B5EF4-FFF2-40B4-BE49-F238E27FC236}">
                <a16:creationId xmlns:a16="http://schemas.microsoft.com/office/drawing/2014/main" id="{DB0E363C-801E-CCA8-8025-9F103489F07A}"/>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32DEBCBC-8667-FFA5-7A29-C6915C7914C6}"/>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498156A9-4E1E-CC10-8B53-6056BC3878DB}"/>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2" name="Gerader Verbinder 61">
            <a:extLst>
              <a:ext uri="{FF2B5EF4-FFF2-40B4-BE49-F238E27FC236}">
                <a16:creationId xmlns:a16="http://schemas.microsoft.com/office/drawing/2014/main" id="{A4E4A175-42EB-6623-3F69-BD3ED6A4621B}"/>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6C8E09DF-371F-64E8-1D8B-2D090776E136}"/>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80F53458-55AD-880A-596B-BFC4101A0C7B}"/>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F574865C-DBD6-2733-E9CD-A69CB7A0EDD8}"/>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Gerader Verbinder 65">
            <a:extLst>
              <a:ext uri="{FF2B5EF4-FFF2-40B4-BE49-F238E27FC236}">
                <a16:creationId xmlns:a16="http://schemas.microsoft.com/office/drawing/2014/main" id="{B2646DF6-B8B5-3733-6E66-8AF3494BEC2D}"/>
              </a:ext>
            </a:extLst>
          </p:cNvPr>
          <p:cNvCxnSpPr/>
          <p:nvPr userDrawn="1"/>
        </p:nvCxnSpPr>
        <p:spPr bwMode="gray">
          <a:xfrm>
            <a:off x="-204635" y="1714500"/>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13384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slide | partner | black">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1559090" y="3324679"/>
            <a:ext cx="9286613" cy="901700"/>
          </a:xfrm>
        </p:spPr>
        <p:txBody>
          <a:bodyPr anchor="b"/>
          <a:lstStyle>
            <a:lvl1pPr algn="ctr">
              <a:defRPr sz="2862" baseline="0">
                <a:solidFill>
                  <a:schemeClr val="bg1"/>
                </a:solidFill>
                <a:latin typeface="+mj-lt"/>
              </a:defRPr>
            </a:lvl1pPr>
          </a:lstStyle>
          <a:p>
            <a:r>
              <a:rPr lang="en-US"/>
              <a:t>Title Arial Bold 32 </a:t>
            </a:r>
            <a:r>
              <a:rPr lang="en-US" err="1"/>
              <a:t>pt</a:t>
            </a:r>
            <a:r>
              <a:rPr lang="en-US"/>
              <a:t> </a:t>
            </a:r>
            <a:br>
              <a:rPr lang="en-US"/>
            </a:br>
            <a:r>
              <a:rPr lang="en-US"/>
              <a:t>max 2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1559089" y="4290786"/>
            <a:ext cx="9286614" cy="257600"/>
          </a:xfrm>
        </p:spPr>
        <p:txBody>
          <a:bodyPr tIns="36000"/>
          <a:lstStyle>
            <a:lvl1pPr marL="0" indent="0" algn="ctr">
              <a:lnSpc>
                <a:spcPct val="100000"/>
              </a:lnSpc>
              <a:spcAft>
                <a:spcPts val="0"/>
              </a:spcAft>
              <a:buFont typeface="Arial" panose="020B0604020202020204" pitchFamily="34" charset="0"/>
              <a:buNone/>
              <a:defRPr sz="1073"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073" b="1" cap="all" baseline="0">
                <a:solidFill>
                  <a:schemeClr val="bg2"/>
                </a:solidFill>
                <a:latin typeface="+mn-lt"/>
              </a:defRPr>
            </a:lvl2pPr>
            <a:lvl3pPr marL="0" indent="0" algn="ctr">
              <a:lnSpc>
                <a:spcPct val="100000"/>
              </a:lnSpc>
              <a:spcAft>
                <a:spcPts val="0"/>
              </a:spcAft>
              <a:buNone/>
              <a:defRPr sz="1073" b="1" cap="all">
                <a:solidFill>
                  <a:schemeClr val="bg2"/>
                </a:solidFill>
              </a:defRPr>
            </a:lvl3pPr>
            <a:lvl4pPr marL="0" indent="0" algn="ctr">
              <a:lnSpc>
                <a:spcPct val="100000"/>
              </a:lnSpc>
              <a:spcAft>
                <a:spcPts val="0"/>
              </a:spcAft>
              <a:buNone/>
              <a:defRPr sz="1073" b="1" cap="all">
                <a:solidFill>
                  <a:schemeClr val="bg2"/>
                </a:solidFill>
              </a:defRPr>
            </a:lvl4pPr>
            <a:lvl5pPr marL="0" indent="0" algn="ctr">
              <a:lnSpc>
                <a:spcPct val="100000"/>
              </a:lnSpc>
              <a:spcAft>
                <a:spcPts val="0"/>
              </a:spcAft>
              <a:buNone/>
              <a:defRPr sz="1073" b="1" cap="all">
                <a:solidFill>
                  <a:schemeClr val="bg2"/>
                </a:solidFill>
              </a:defRPr>
            </a:lvl5pPr>
            <a:lvl6pPr marL="0" indent="0" algn="ctr">
              <a:lnSpc>
                <a:spcPct val="100000"/>
              </a:lnSpc>
              <a:spcAft>
                <a:spcPts val="0"/>
              </a:spcAft>
              <a:buNone/>
              <a:defRPr sz="1073" b="1" cap="all">
                <a:solidFill>
                  <a:schemeClr val="bg2"/>
                </a:solidFill>
              </a:defRPr>
            </a:lvl6pPr>
            <a:lvl7pPr marL="0" indent="0" algn="ctr">
              <a:lnSpc>
                <a:spcPct val="100000"/>
              </a:lnSpc>
              <a:spcAft>
                <a:spcPts val="0"/>
              </a:spcAft>
              <a:buNone/>
              <a:defRPr sz="1073" b="1" cap="all">
                <a:solidFill>
                  <a:schemeClr val="bg2"/>
                </a:solidFill>
              </a:defRPr>
            </a:lvl7pPr>
            <a:lvl8pPr marL="0" indent="0" algn="ctr">
              <a:lnSpc>
                <a:spcPct val="100000"/>
              </a:lnSpc>
              <a:spcAft>
                <a:spcPts val="0"/>
              </a:spcAft>
              <a:buNone/>
              <a:defRPr sz="1073" b="1" cap="all">
                <a:solidFill>
                  <a:schemeClr val="bg2"/>
                </a:solidFill>
              </a:defRPr>
            </a:lvl8pPr>
            <a:lvl9pPr marL="0" indent="0" algn="ctr">
              <a:lnSpc>
                <a:spcPct val="100000"/>
              </a:lnSpc>
              <a:spcAft>
                <a:spcPts val="0"/>
              </a:spcAft>
              <a:buNone/>
              <a:defRPr sz="1073" b="1" cap="all">
                <a:solidFill>
                  <a:schemeClr val="bg2"/>
                </a:solidFill>
              </a:defRPr>
            </a:lvl9pPr>
          </a:lstStyle>
          <a:p>
            <a:pPr lvl="0"/>
            <a:r>
              <a:rPr lang="en-US"/>
              <a:t>Date / Month / Year, Arial, 12 </a:t>
            </a:r>
            <a:r>
              <a:rPr lang="en-US" err="1"/>
              <a:t>pt</a:t>
            </a:r>
            <a:endParaRPr lang="en-US"/>
          </a:p>
          <a:p>
            <a:pPr lvl="1"/>
            <a:endParaRPr lang="en-US"/>
          </a:p>
        </p:txBody>
      </p:sp>
      <p:grpSp>
        <p:nvGrpSpPr>
          <p:cNvPr id="25" name="Grafik 3">
            <a:extLst>
              <a:ext uri="{FF2B5EF4-FFF2-40B4-BE49-F238E27FC236}">
                <a16:creationId xmlns:a16="http://schemas.microsoft.com/office/drawing/2014/main" id="{A9A0538F-DE29-4F2D-B1EB-DEEF9167B23E}"/>
              </a:ext>
            </a:extLst>
          </p:cNvPr>
          <p:cNvGrpSpPr>
            <a:grpSpLocks noChangeAspect="1"/>
          </p:cNvGrpSpPr>
          <p:nvPr/>
        </p:nvGrpSpPr>
        <p:grpSpPr bwMode="white">
          <a:xfrm>
            <a:off x="5850894" y="1432177"/>
            <a:ext cx="2159438" cy="1278759"/>
            <a:chOff x="8406938" y="1412776"/>
            <a:chExt cx="3126953" cy="2069679"/>
          </a:xfrm>
        </p:grpSpPr>
        <p:sp>
          <p:nvSpPr>
            <p:cNvPr id="26" name="Freihandform: Form 25">
              <a:extLst>
                <a:ext uri="{FF2B5EF4-FFF2-40B4-BE49-F238E27FC236}">
                  <a16:creationId xmlns:a16="http://schemas.microsoft.com/office/drawing/2014/main" id="{6BCD3887-D3AE-45EC-B6D2-7020D4FBDEA7}"/>
                </a:ext>
              </a:extLst>
            </p:cNvPr>
            <p:cNvSpPr/>
            <p:nvPr/>
          </p:nvSpPr>
          <p:spPr bwMode="white">
            <a:xfrm>
              <a:off x="9668543" y="2530120"/>
              <a:ext cx="363368" cy="487527"/>
            </a:xfrm>
            <a:custGeom>
              <a:avLst/>
              <a:gdLst>
                <a:gd name="connsiteX0" fmla="*/ 0 w 363368"/>
                <a:gd name="connsiteY0" fmla="*/ 487528 h 487527"/>
                <a:gd name="connsiteX1" fmla="*/ 130459 w 363368"/>
                <a:gd name="connsiteY1" fmla="*/ 487528 h 487527"/>
                <a:gd name="connsiteX2" fmla="*/ 130459 w 363368"/>
                <a:gd name="connsiteY2" fmla="*/ 291527 h 487527"/>
                <a:gd name="connsiteX3" fmla="*/ 331147 w 363368"/>
                <a:gd name="connsiteY3" fmla="*/ 291527 h 487527"/>
                <a:gd name="connsiteX4" fmla="*/ 331147 w 363368"/>
                <a:gd name="connsiteY4" fmla="*/ 178535 h 487527"/>
                <a:gd name="connsiteX5" fmla="*/ 130459 w 363368"/>
                <a:gd name="connsiteY5" fmla="*/ 178535 h 487527"/>
                <a:gd name="connsiteX6" fmla="*/ 130459 w 363368"/>
                <a:gd name="connsiteY6" fmla="*/ 113025 h 487527"/>
                <a:gd name="connsiteX7" fmla="*/ 363369 w 363368"/>
                <a:gd name="connsiteY7" fmla="*/ 113025 h 487527"/>
                <a:gd name="connsiteX8" fmla="*/ 363369 w 363368"/>
                <a:gd name="connsiteY8" fmla="*/ 0 h 487527"/>
                <a:gd name="connsiteX9" fmla="*/ 0 w 363368"/>
                <a:gd name="connsiteY9"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368" h="487527">
                  <a:moveTo>
                    <a:pt x="0" y="487528"/>
                  </a:moveTo>
                  <a:lnTo>
                    <a:pt x="130459" y="487528"/>
                  </a:lnTo>
                  <a:lnTo>
                    <a:pt x="130459" y="291527"/>
                  </a:lnTo>
                  <a:lnTo>
                    <a:pt x="331147" y="291527"/>
                  </a:lnTo>
                  <a:lnTo>
                    <a:pt x="331147" y="178535"/>
                  </a:lnTo>
                  <a:lnTo>
                    <a:pt x="130459" y="178535"/>
                  </a:lnTo>
                  <a:lnTo>
                    <a:pt x="130459" y="113025"/>
                  </a:lnTo>
                  <a:lnTo>
                    <a:pt x="363369" y="113025"/>
                  </a:lnTo>
                  <a:lnTo>
                    <a:pt x="363369" y="0"/>
                  </a:lnTo>
                  <a:lnTo>
                    <a:pt x="0" y="0"/>
                  </a:lnTo>
                  <a:close/>
                </a:path>
              </a:pathLst>
            </a:custGeom>
            <a:solidFill>
              <a:schemeClr val="bg1"/>
            </a:solidFill>
            <a:ln w="544" cap="flat">
              <a:noFill/>
              <a:prstDash val="solid"/>
              <a:miter/>
            </a:ln>
          </p:spPr>
          <p:txBody>
            <a:bodyPr rtlCol="0" anchor="ctr"/>
            <a:lstStyle/>
            <a:p>
              <a:endParaRPr lang="en-US" sz="1610"/>
            </a:p>
          </p:txBody>
        </p:sp>
        <p:sp>
          <p:nvSpPr>
            <p:cNvPr id="27" name="Freihandform: Form 26">
              <a:extLst>
                <a:ext uri="{FF2B5EF4-FFF2-40B4-BE49-F238E27FC236}">
                  <a16:creationId xmlns:a16="http://schemas.microsoft.com/office/drawing/2014/main" id="{D7B56079-CD08-428A-9A81-EE80B09A8E36}"/>
                </a:ext>
              </a:extLst>
            </p:cNvPr>
            <p:cNvSpPr/>
            <p:nvPr/>
          </p:nvSpPr>
          <p:spPr bwMode="white">
            <a:xfrm>
              <a:off x="10074663" y="2530120"/>
              <a:ext cx="130453" cy="487527"/>
            </a:xfrm>
            <a:custGeom>
              <a:avLst/>
              <a:gdLst>
                <a:gd name="connsiteX0" fmla="*/ 0 w 130453"/>
                <a:gd name="connsiteY0" fmla="*/ 0 h 487527"/>
                <a:gd name="connsiteX1" fmla="*/ 130453 w 130453"/>
                <a:gd name="connsiteY1" fmla="*/ 0 h 487527"/>
                <a:gd name="connsiteX2" fmla="*/ 130453 w 130453"/>
                <a:gd name="connsiteY2" fmla="*/ 487528 h 487527"/>
                <a:gd name="connsiteX3" fmla="*/ 0 w 130453"/>
                <a:gd name="connsiteY3" fmla="*/ 487528 h 487527"/>
              </a:gdLst>
              <a:ahLst/>
              <a:cxnLst>
                <a:cxn ang="0">
                  <a:pos x="connsiteX0" y="connsiteY0"/>
                </a:cxn>
                <a:cxn ang="0">
                  <a:pos x="connsiteX1" y="connsiteY1"/>
                </a:cxn>
                <a:cxn ang="0">
                  <a:pos x="connsiteX2" y="connsiteY2"/>
                </a:cxn>
                <a:cxn ang="0">
                  <a:pos x="connsiteX3" y="connsiteY3"/>
                </a:cxn>
              </a:cxnLst>
              <a:rect l="l" t="t" r="r" b="b"/>
              <a:pathLst>
                <a:path w="130453" h="487527">
                  <a:moveTo>
                    <a:pt x="0" y="0"/>
                  </a:moveTo>
                  <a:lnTo>
                    <a:pt x="130453" y="0"/>
                  </a:lnTo>
                  <a:lnTo>
                    <a:pt x="130453" y="487528"/>
                  </a:lnTo>
                  <a:lnTo>
                    <a:pt x="0" y="487528"/>
                  </a:lnTo>
                  <a:close/>
                </a:path>
              </a:pathLst>
            </a:custGeom>
            <a:solidFill>
              <a:schemeClr val="bg1"/>
            </a:solidFill>
            <a:ln w="544" cap="flat">
              <a:noFill/>
              <a:prstDash val="solid"/>
              <a:miter/>
            </a:ln>
          </p:spPr>
          <p:txBody>
            <a:bodyPr rtlCol="0" anchor="ctr"/>
            <a:lstStyle/>
            <a:p>
              <a:endParaRPr lang="en-US" sz="1610"/>
            </a:p>
          </p:txBody>
        </p:sp>
        <p:sp>
          <p:nvSpPr>
            <p:cNvPr id="28" name="Freihandform: Form 27">
              <a:extLst>
                <a:ext uri="{FF2B5EF4-FFF2-40B4-BE49-F238E27FC236}">
                  <a16:creationId xmlns:a16="http://schemas.microsoft.com/office/drawing/2014/main" id="{1B416D1C-AD7B-47DE-B753-6C1D13C1B978}"/>
                </a:ext>
              </a:extLst>
            </p:cNvPr>
            <p:cNvSpPr/>
            <p:nvPr/>
          </p:nvSpPr>
          <p:spPr bwMode="white">
            <a:xfrm>
              <a:off x="10242117" y="2530120"/>
              <a:ext cx="477498" cy="487527"/>
            </a:xfrm>
            <a:custGeom>
              <a:avLst/>
              <a:gdLst>
                <a:gd name="connsiteX0" fmla="*/ 238752 w 477498"/>
                <a:gd name="connsiteY0" fmla="*/ 341830 h 487527"/>
                <a:gd name="connsiteX1" fmla="*/ 140019 w 477498"/>
                <a:gd name="connsiteY1" fmla="*/ 0 h 487527"/>
                <a:gd name="connsiteX2" fmla="*/ 0 w 477498"/>
                <a:gd name="connsiteY2" fmla="*/ 0 h 487527"/>
                <a:gd name="connsiteX3" fmla="*/ 160627 w 477498"/>
                <a:gd name="connsiteY3" fmla="*/ 487528 h 487527"/>
                <a:gd name="connsiteX4" fmla="*/ 316861 w 477498"/>
                <a:gd name="connsiteY4" fmla="*/ 487528 h 487527"/>
                <a:gd name="connsiteX5" fmla="*/ 476208 w 477498"/>
                <a:gd name="connsiteY5" fmla="*/ 3953 h 487527"/>
                <a:gd name="connsiteX6" fmla="*/ 477499 w 477498"/>
                <a:gd name="connsiteY6" fmla="*/ 0 h 487527"/>
                <a:gd name="connsiteX7" fmla="*/ 337485 w 477498"/>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498" h="487527">
                  <a:moveTo>
                    <a:pt x="238752" y="341830"/>
                  </a:moveTo>
                  <a:lnTo>
                    <a:pt x="140019" y="0"/>
                  </a:lnTo>
                  <a:lnTo>
                    <a:pt x="0" y="0"/>
                  </a:lnTo>
                  <a:lnTo>
                    <a:pt x="160627" y="487528"/>
                  </a:lnTo>
                  <a:lnTo>
                    <a:pt x="316861" y="487528"/>
                  </a:lnTo>
                  <a:lnTo>
                    <a:pt x="476208" y="3953"/>
                  </a:lnTo>
                  <a:lnTo>
                    <a:pt x="477499" y="0"/>
                  </a:lnTo>
                  <a:lnTo>
                    <a:pt x="337485" y="0"/>
                  </a:lnTo>
                  <a:close/>
                </a:path>
              </a:pathLst>
            </a:custGeom>
            <a:solidFill>
              <a:schemeClr val="bg1"/>
            </a:solidFill>
            <a:ln w="544" cap="flat">
              <a:noFill/>
              <a:prstDash val="solid"/>
              <a:miter/>
            </a:ln>
          </p:spPr>
          <p:txBody>
            <a:bodyPr rtlCol="0" anchor="ctr"/>
            <a:lstStyle/>
            <a:p>
              <a:endParaRPr lang="en-US" sz="1610"/>
            </a:p>
          </p:txBody>
        </p:sp>
        <p:sp>
          <p:nvSpPr>
            <p:cNvPr id="29" name="Freihandform: Form 28">
              <a:extLst>
                <a:ext uri="{FF2B5EF4-FFF2-40B4-BE49-F238E27FC236}">
                  <a16:creationId xmlns:a16="http://schemas.microsoft.com/office/drawing/2014/main" id="{691F28A4-8E04-4BD6-8341-02835D4879D1}"/>
                </a:ext>
              </a:extLst>
            </p:cNvPr>
            <p:cNvSpPr/>
            <p:nvPr/>
          </p:nvSpPr>
          <p:spPr bwMode="white">
            <a:xfrm>
              <a:off x="10756394" y="2530120"/>
              <a:ext cx="374099" cy="487549"/>
            </a:xfrm>
            <a:custGeom>
              <a:avLst/>
              <a:gdLst>
                <a:gd name="connsiteX0" fmla="*/ 130453 w 374099"/>
                <a:gd name="connsiteY0" fmla="*/ 374525 h 487549"/>
                <a:gd name="connsiteX1" fmla="*/ 130453 w 374099"/>
                <a:gd name="connsiteY1" fmla="*/ 286866 h 487549"/>
                <a:gd name="connsiteX2" fmla="*/ 339194 w 374099"/>
                <a:gd name="connsiteY2" fmla="*/ 286866 h 487549"/>
                <a:gd name="connsiteX3" fmla="*/ 339194 w 374099"/>
                <a:gd name="connsiteY3" fmla="*/ 173847 h 487549"/>
                <a:gd name="connsiteX4" fmla="*/ 130453 w 374099"/>
                <a:gd name="connsiteY4" fmla="*/ 173847 h 487549"/>
                <a:gd name="connsiteX5" fmla="*/ 130453 w 374099"/>
                <a:gd name="connsiteY5" fmla="*/ 113014 h 487549"/>
                <a:gd name="connsiteX6" fmla="*/ 360657 w 374099"/>
                <a:gd name="connsiteY6" fmla="*/ 113014 h 487549"/>
                <a:gd name="connsiteX7" fmla="*/ 360657 w 374099"/>
                <a:gd name="connsiteY7" fmla="*/ 0 h 487549"/>
                <a:gd name="connsiteX8" fmla="*/ 0 w 374099"/>
                <a:gd name="connsiteY8" fmla="*/ 0 h 487549"/>
                <a:gd name="connsiteX9" fmla="*/ 0 w 374099"/>
                <a:gd name="connsiteY9" fmla="*/ 487549 h 487549"/>
                <a:gd name="connsiteX10" fmla="*/ 374100 w 374099"/>
                <a:gd name="connsiteY10" fmla="*/ 487549 h 487549"/>
                <a:gd name="connsiteX11" fmla="*/ 374100 w 374099"/>
                <a:gd name="connsiteY11" fmla="*/ 374525 h 48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99" h="487549">
                  <a:moveTo>
                    <a:pt x="130453" y="374525"/>
                  </a:moveTo>
                  <a:lnTo>
                    <a:pt x="130453" y="286866"/>
                  </a:lnTo>
                  <a:lnTo>
                    <a:pt x="339194" y="286866"/>
                  </a:lnTo>
                  <a:lnTo>
                    <a:pt x="339194" y="173847"/>
                  </a:lnTo>
                  <a:lnTo>
                    <a:pt x="130453" y="173847"/>
                  </a:lnTo>
                  <a:lnTo>
                    <a:pt x="130453" y="113014"/>
                  </a:lnTo>
                  <a:lnTo>
                    <a:pt x="360657" y="113014"/>
                  </a:lnTo>
                  <a:lnTo>
                    <a:pt x="360657" y="0"/>
                  </a:lnTo>
                  <a:lnTo>
                    <a:pt x="0" y="0"/>
                  </a:lnTo>
                  <a:lnTo>
                    <a:pt x="0" y="487549"/>
                  </a:lnTo>
                  <a:lnTo>
                    <a:pt x="374100" y="487549"/>
                  </a:lnTo>
                  <a:lnTo>
                    <a:pt x="374100" y="374525"/>
                  </a:lnTo>
                  <a:close/>
                </a:path>
              </a:pathLst>
            </a:custGeom>
            <a:solidFill>
              <a:schemeClr val="bg1"/>
            </a:solidFill>
            <a:ln w="544" cap="flat">
              <a:noFill/>
              <a:prstDash val="solid"/>
              <a:miter/>
            </a:ln>
          </p:spPr>
          <p:txBody>
            <a:bodyPr rtlCol="0" anchor="ctr"/>
            <a:lstStyle/>
            <a:p>
              <a:endParaRPr lang="en-US" sz="1610"/>
            </a:p>
          </p:txBody>
        </p:sp>
        <p:grpSp>
          <p:nvGrpSpPr>
            <p:cNvPr id="30" name="Grafik 3">
              <a:extLst>
                <a:ext uri="{FF2B5EF4-FFF2-40B4-BE49-F238E27FC236}">
                  <a16:creationId xmlns:a16="http://schemas.microsoft.com/office/drawing/2014/main" id="{E9D0B31B-3EF7-4281-BC44-371C27C5A0FC}"/>
                </a:ext>
              </a:extLst>
            </p:cNvPr>
            <p:cNvGrpSpPr/>
            <p:nvPr/>
          </p:nvGrpSpPr>
          <p:grpSpPr bwMode="white">
            <a:xfrm>
              <a:off x="8406938" y="1412776"/>
              <a:ext cx="3126953" cy="2069679"/>
              <a:chOff x="8406938" y="1412776"/>
              <a:chExt cx="3126953" cy="2069679"/>
            </a:xfrm>
            <a:solidFill>
              <a:srgbClr val="020203"/>
            </a:solidFill>
          </p:grpSpPr>
          <p:sp>
            <p:nvSpPr>
              <p:cNvPr id="32" name="Freihandform: Form 31">
                <a:extLst>
                  <a:ext uri="{FF2B5EF4-FFF2-40B4-BE49-F238E27FC236}">
                    <a16:creationId xmlns:a16="http://schemas.microsoft.com/office/drawing/2014/main" id="{67CFEF71-0F75-4606-A9FE-7D2AE6767E96}"/>
                  </a:ext>
                </a:extLst>
              </p:cNvPr>
              <p:cNvSpPr/>
              <p:nvPr/>
            </p:nvSpPr>
            <p:spPr bwMode="white">
              <a:xfrm>
                <a:off x="9260583" y="1897439"/>
                <a:ext cx="420754" cy="503670"/>
              </a:xfrm>
              <a:custGeom>
                <a:avLst/>
                <a:gdLst>
                  <a:gd name="connsiteX0" fmla="*/ 370539 w 420754"/>
                  <a:gd name="connsiteY0" fmla="*/ 236258 h 503670"/>
                  <a:gd name="connsiteX1" fmla="*/ 234140 w 420754"/>
                  <a:gd name="connsiteY1" fmla="*/ 183446 h 503670"/>
                  <a:gd name="connsiteX2" fmla="*/ 212602 w 420754"/>
                  <a:gd name="connsiteY2" fmla="*/ 179411 h 503670"/>
                  <a:gd name="connsiteX3" fmla="*/ 159941 w 420754"/>
                  <a:gd name="connsiteY3" fmla="*/ 161607 h 503670"/>
                  <a:gd name="connsiteX4" fmla="*/ 147582 w 420754"/>
                  <a:gd name="connsiteY4" fmla="*/ 139083 h 503670"/>
                  <a:gd name="connsiteX5" fmla="*/ 157997 w 420754"/>
                  <a:gd name="connsiteY5" fmla="*/ 116891 h 503670"/>
                  <a:gd name="connsiteX6" fmla="*/ 195108 w 420754"/>
                  <a:gd name="connsiteY6" fmla="*/ 107656 h 503670"/>
                  <a:gd name="connsiteX7" fmla="*/ 246522 w 420754"/>
                  <a:gd name="connsiteY7" fmla="*/ 121328 h 503670"/>
                  <a:gd name="connsiteX8" fmla="*/ 274246 w 420754"/>
                  <a:gd name="connsiteY8" fmla="*/ 156582 h 503670"/>
                  <a:gd name="connsiteX9" fmla="*/ 277883 w 420754"/>
                  <a:gd name="connsiteY9" fmla="*/ 166175 h 503670"/>
                  <a:gd name="connsiteX10" fmla="*/ 403550 w 420754"/>
                  <a:gd name="connsiteY10" fmla="*/ 134956 h 503670"/>
                  <a:gd name="connsiteX11" fmla="*/ 398394 w 420754"/>
                  <a:gd name="connsiteY11" fmla="*/ 122553 h 503670"/>
                  <a:gd name="connsiteX12" fmla="*/ 369864 w 420754"/>
                  <a:gd name="connsiteY12" fmla="*/ 74776 h 503670"/>
                  <a:gd name="connsiteX13" fmla="*/ 326634 w 420754"/>
                  <a:gd name="connsiteY13" fmla="*/ 35831 h 503670"/>
                  <a:gd name="connsiteX14" fmla="*/ 268463 w 420754"/>
                  <a:gd name="connsiteY14" fmla="*/ 9539 h 503670"/>
                  <a:gd name="connsiteX15" fmla="*/ 195108 w 420754"/>
                  <a:gd name="connsiteY15" fmla="*/ 0 h 503670"/>
                  <a:gd name="connsiteX16" fmla="*/ 126130 w 420754"/>
                  <a:gd name="connsiteY16" fmla="*/ 9201 h 503670"/>
                  <a:gd name="connsiteX17" fmla="*/ 70192 w 420754"/>
                  <a:gd name="connsiteY17" fmla="*/ 37034 h 503670"/>
                  <a:gd name="connsiteX18" fmla="*/ 33049 w 420754"/>
                  <a:gd name="connsiteY18" fmla="*/ 83020 h 503670"/>
                  <a:gd name="connsiteX19" fmla="*/ 19802 w 420754"/>
                  <a:gd name="connsiteY19" fmla="*/ 144457 h 503670"/>
                  <a:gd name="connsiteX20" fmla="*/ 32401 w 420754"/>
                  <a:gd name="connsiteY20" fmla="*/ 204266 h 503670"/>
                  <a:gd name="connsiteX21" fmla="*/ 69740 w 420754"/>
                  <a:gd name="connsiteY21" fmla="*/ 248329 h 503670"/>
                  <a:gd name="connsiteX22" fmla="*/ 128215 w 420754"/>
                  <a:gd name="connsiteY22" fmla="*/ 278171 h 503670"/>
                  <a:gd name="connsiteX23" fmla="*/ 205736 w 420754"/>
                  <a:gd name="connsiteY23" fmla="*/ 298082 h 503670"/>
                  <a:gd name="connsiteX24" fmla="*/ 227253 w 420754"/>
                  <a:gd name="connsiteY24" fmla="*/ 302117 h 503670"/>
                  <a:gd name="connsiteX25" fmla="*/ 278982 w 420754"/>
                  <a:gd name="connsiteY25" fmla="*/ 322147 h 503670"/>
                  <a:gd name="connsiteX26" fmla="*/ 292294 w 420754"/>
                  <a:gd name="connsiteY26" fmla="*/ 351848 h 503670"/>
                  <a:gd name="connsiteX27" fmla="*/ 278471 w 420754"/>
                  <a:gd name="connsiteY27" fmla="*/ 382719 h 503670"/>
                  <a:gd name="connsiteX28" fmla="*/ 232017 w 420754"/>
                  <a:gd name="connsiteY28" fmla="*/ 396020 h 503670"/>
                  <a:gd name="connsiteX29" fmla="*/ 165870 w 420754"/>
                  <a:gd name="connsiteY29" fmla="*/ 376261 h 503670"/>
                  <a:gd name="connsiteX30" fmla="*/ 128128 w 420754"/>
                  <a:gd name="connsiteY30" fmla="*/ 323187 h 503670"/>
                  <a:gd name="connsiteX31" fmla="*/ 124644 w 420754"/>
                  <a:gd name="connsiteY31" fmla="*/ 313256 h 503670"/>
                  <a:gd name="connsiteX32" fmla="*/ 0 w 420754"/>
                  <a:gd name="connsiteY32" fmla="*/ 344432 h 503670"/>
                  <a:gd name="connsiteX33" fmla="*/ 4372 w 420754"/>
                  <a:gd name="connsiteY33" fmla="*/ 356454 h 503670"/>
                  <a:gd name="connsiteX34" fmla="*/ 35864 w 420754"/>
                  <a:gd name="connsiteY34" fmla="*/ 414493 h 503670"/>
                  <a:gd name="connsiteX35" fmla="*/ 84843 w 420754"/>
                  <a:gd name="connsiteY35" fmla="*/ 461339 h 503670"/>
                  <a:gd name="connsiteX36" fmla="*/ 150092 w 420754"/>
                  <a:gd name="connsiteY36" fmla="*/ 492406 h 503670"/>
                  <a:gd name="connsiteX37" fmla="*/ 232017 w 420754"/>
                  <a:gd name="connsiteY37" fmla="*/ 503671 h 503670"/>
                  <a:gd name="connsiteX38" fmla="*/ 307017 w 420754"/>
                  <a:gd name="connsiteY38" fmla="*/ 492722 h 503670"/>
                  <a:gd name="connsiteX39" fmla="*/ 366750 w 420754"/>
                  <a:gd name="connsiteY39" fmla="*/ 461535 h 503670"/>
                  <a:gd name="connsiteX40" fmla="*/ 406484 w 420754"/>
                  <a:gd name="connsiteY40" fmla="*/ 411956 h 503670"/>
                  <a:gd name="connsiteX41" fmla="*/ 420755 w 420754"/>
                  <a:gd name="connsiteY41" fmla="*/ 346479 h 503670"/>
                  <a:gd name="connsiteX42" fmla="*/ 370539 w 420754"/>
                  <a:gd name="connsiteY42" fmla="*/ 236258 h 5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54" h="503670">
                    <a:moveTo>
                      <a:pt x="370539" y="236258"/>
                    </a:moveTo>
                    <a:cubicBezTo>
                      <a:pt x="338792" y="212226"/>
                      <a:pt x="292910" y="194460"/>
                      <a:pt x="234140" y="183446"/>
                    </a:cubicBezTo>
                    <a:lnTo>
                      <a:pt x="212602" y="179411"/>
                    </a:lnTo>
                    <a:cubicBezTo>
                      <a:pt x="187611" y="174821"/>
                      <a:pt x="169894" y="168843"/>
                      <a:pt x="159941" y="161607"/>
                    </a:cubicBezTo>
                    <a:cubicBezTo>
                      <a:pt x="151616" y="155586"/>
                      <a:pt x="147582" y="148208"/>
                      <a:pt x="147582" y="139083"/>
                    </a:cubicBezTo>
                    <a:cubicBezTo>
                      <a:pt x="147582" y="129718"/>
                      <a:pt x="150979" y="122471"/>
                      <a:pt x="157997" y="116891"/>
                    </a:cubicBezTo>
                    <a:cubicBezTo>
                      <a:pt x="165691" y="110760"/>
                      <a:pt x="178181" y="107656"/>
                      <a:pt x="195108" y="107656"/>
                    </a:cubicBezTo>
                    <a:cubicBezTo>
                      <a:pt x="216288" y="107656"/>
                      <a:pt x="233596" y="112268"/>
                      <a:pt x="246522" y="121328"/>
                    </a:cubicBezTo>
                    <a:cubicBezTo>
                      <a:pt x="259692" y="130584"/>
                      <a:pt x="268757" y="142099"/>
                      <a:pt x="274246" y="156582"/>
                    </a:cubicBezTo>
                    <a:lnTo>
                      <a:pt x="277883" y="166175"/>
                    </a:lnTo>
                    <a:lnTo>
                      <a:pt x="403550" y="134956"/>
                    </a:lnTo>
                    <a:lnTo>
                      <a:pt x="398394" y="122553"/>
                    </a:lnTo>
                    <a:cubicBezTo>
                      <a:pt x="391278" y="105549"/>
                      <a:pt x="381695" y="89466"/>
                      <a:pt x="369864" y="74776"/>
                    </a:cubicBezTo>
                    <a:cubicBezTo>
                      <a:pt x="357984" y="60043"/>
                      <a:pt x="343452" y="46944"/>
                      <a:pt x="326634" y="35831"/>
                    </a:cubicBezTo>
                    <a:cubicBezTo>
                      <a:pt x="309815" y="24708"/>
                      <a:pt x="290242" y="15855"/>
                      <a:pt x="268463" y="9539"/>
                    </a:cubicBezTo>
                    <a:cubicBezTo>
                      <a:pt x="246718" y="3212"/>
                      <a:pt x="222032" y="0"/>
                      <a:pt x="195108" y="0"/>
                    </a:cubicBezTo>
                    <a:cubicBezTo>
                      <a:pt x="170444" y="0"/>
                      <a:pt x="147233" y="3093"/>
                      <a:pt x="126130" y="9201"/>
                    </a:cubicBezTo>
                    <a:cubicBezTo>
                      <a:pt x="104635" y="15419"/>
                      <a:pt x="85818" y="24773"/>
                      <a:pt x="70192" y="37034"/>
                    </a:cubicBezTo>
                    <a:cubicBezTo>
                      <a:pt x="54337" y="49481"/>
                      <a:pt x="41847" y="64954"/>
                      <a:pt x="33049" y="83020"/>
                    </a:cubicBezTo>
                    <a:cubicBezTo>
                      <a:pt x="24272" y="101085"/>
                      <a:pt x="19802" y="121758"/>
                      <a:pt x="19802" y="144457"/>
                    </a:cubicBezTo>
                    <a:cubicBezTo>
                      <a:pt x="19802" y="167177"/>
                      <a:pt x="24033" y="187295"/>
                      <a:pt x="32401" y="204266"/>
                    </a:cubicBezTo>
                    <a:cubicBezTo>
                      <a:pt x="40780" y="221280"/>
                      <a:pt x="53352" y="236111"/>
                      <a:pt x="69740" y="248329"/>
                    </a:cubicBezTo>
                    <a:cubicBezTo>
                      <a:pt x="85617" y="260188"/>
                      <a:pt x="105288" y="270227"/>
                      <a:pt x="128215" y="278171"/>
                    </a:cubicBezTo>
                    <a:cubicBezTo>
                      <a:pt x="150527" y="285919"/>
                      <a:pt x="176613" y="292627"/>
                      <a:pt x="205736" y="298082"/>
                    </a:cubicBezTo>
                    <a:lnTo>
                      <a:pt x="227253" y="302117"/>
                    </a:lnTo>
                    <a:cubicBezTo>
                      <a:pt x="251852" y="306619"/>
                      <a:pt x="269237" y="313381"/>
                      <a:pt x="278982" y="322147"/>
                    </a:cubicBezTo>
                    <a:cubicBezTo>
                      <a:pt x="287933" y="330222"/>
                      <a:pt x="292294" y="339951"/>
                      <a:pt x="292294" y="351848"/>
                    </a:cubicBezTo>
                    <a:cubicBezTo>
                      <a:pt x="292294" y="363848"/>
                      <a:pt x="287781" y="373953"/>
                      <a:pt x="278471" y="382719"/>
                    </a:cubicBezTo>
                    <a:cubicBezTo>
                      <a:pt x="269095" y="391528"/>
                      <a:pt x="253480" y="396020"/>
                      <a:pt x="232017" y="396020"/>
                    </a:cubicBezTo>
                    <a:cubicBezTo>
                      <a:pt x="205224" y="396020"/>
                      <a:pt x="182972" y="389356"/>
                      <a:pt x="165870" y="376261"/>
                    </a:cubicBezTo>
                    <a:cubicBezTo>
                      <a:pt x="148529" y="362938"/>
                      <a:pt x="135821" y="345085"/>
                      <a:pt x="128128" y="323187"/>
                    </a:cubicBezTo>
                    <a:lnTo>
                      <a:pt x="124644" y="313256"/>
                    </a:lnTo>
                    <a:lnTo>
                      <a:pt x="0" y="344432"/>
                    </a:lnTo>
                    <a:lnTo>
                      <a:pt x="4372" y="356454"/>
                    </a:lnTo>
                    <a:cubicBezTo>
                      <a:pt x="11880" y="377105"/>
                      <a:pt x="22459" y="396635"/>
                      <a:pt x="35864" y="414493"/>
                    </a:cubicBezTo>
                    <a:cubicBezTo>
                      <a:pt x="49307" y="432417"/>
                      <a:pt x="65782" y="448185"/>
                      <a:pt x="84843" y="461339"/>
                    </a:cubicBezTo>
                    <a:cubicBezTo>
                      <a:pt x="103878" y="474510"/>
                      <a:pt x="125825" y="484941"/>
                      <a:pt x="150092" y="492406"/>
                    </a:cubicBezTo>
                    <a:cubicBezTo>
                      <a:pt x="174353" y="499871"/>
                      <a:pt x="201903" y="503671"/>
                      <a:pt x="232017" y="503671"/>
                    </a:cubicBezTo>
                    <a:cubicBezTo>
                      <a:pt x="259033" y="503671"/>
                      <a:pt x="284264" y="499969"/>
                      <a:pt x="307017" y="492722"/>
                    </a:cubicBezTo>
                    <a:cubicBezTo>
                      <a:pt x="329933" y="485388"/>
                      <a:pt x="350040" y="474907"/>
                      <a:pt x="366750" y="461535"/>
                    </a:cubicBezTo>
                    <a:cubicBezTo>
                      <a:pt x="383677" y="448005"/>
                      <a:pt x="397065" y="431306"/>
                      <a:pt x="406484" y="411956"/>
                    </a:cubicBezTo>
                    <a:cubicBezTo>
                      <a:pt x="415947" y="392568"/>
                      <a:pt x="420755" y="370528"/>
                      <a:pt x="420755" y="346479"/>
                    </a:cubicBezTo>
                    <a:cubicBezTo>
                      <a:pt x="420749" y="298578"/>
                      <a:pt x="403866" y="261489"/>
                      <a:pt x="370539" y="236258"/>
                    </a:cubicBezTo>
                  </a:path>
                </a:pathLst>
              </a:custGeom>
              <a:solidFill>
                <a:schemeClr val="bg1"/>
              </a:solidFill>
              <a:ln w="544" cap="flat">
                <a:noFill/>
                <a:prstDash val="solid"/>
                <a:miter/>
              </a:ln>
            </p:spPr>
            <p:txBody>
              <a:bodyPr rtlCol="0" anchor="ctr"/>
              <a:lstStyle/>
              <a:p>
                <a:endParaRPr lang="en-US" sz="1610"/>
              </a:p>
            </p:txBody>
          </p:sp>
          <p:sp>
            <p:nvSpPr>
              <p:cNvPr id="33" name="Freihandform: Form 32">
                <a:extLst>
                  <a:ext uri="{FF2B5EF4-FFF2-40B4-BE49-F238E27FC236}">
                    <a16:creationId xmlns:a16="http://schemas.microsoft.com/office/drawing/2014/main" id="{1DE59BBB-1282-4119-BA49-DB444D2E5148}"/>
                  </a:ext>
                </a:extLst>
              </p:cNvPr>
              <p:cNvSpPr/>
              <p:nvPr/>
            </p:nvSpPr>
            <p:spPr bwMode="white">
              <a:xfrm>
                <a:off x="10141082" y="1897461"/>
                <a:ext cx="504993" cy="503638"/>
              </a:xfrm>
              <a:custGeom>
                <a:avLst/>
                <a:gdLst>
                  <a:gd name="connsiteX0" fmla="*/ 202170 w 504993"/>
                  <a:gd name="connsiteY0" fmla="*/ 123081 h 503638"/>
                  <a:gd name="connsiteX1" fmla="*/ 252516 w 504993"/>
                  <a:gd name="connsiteY1" fmla="*/ 113030 h 503638"/>
                  <a:gd name="connsiteX2" fmla="*/ 302841 w 504993"/>
                  <a:gd name="connsiteY2" fmla="*/ 123081 h 503638"/>
                  <a:gd name="connsiteX3" fmla="*/ 341111 w 504993"/>
                  <a:gd name="connsiteY3" fmla="*/ 151317 h 503638"/>
                  <a:gd name="connsiteX4" fmla="*/ 365742 w 504993"/>
                  <a:gd name="connsiteY4" fmla="*/ 195146 h 503638"/>
                  <a:gd name="connsiteX5" fmla="*/ 374541 w 504993"/>
                  <a:gd name="connsiteY5" fmla="*/ 251830 h 503638"/>
                  <a:gd name="connsiteX6" fmla="*/ 365742 w 504993"/>
                  <a:gd name="connsiteY6" fmla="*/ 308514 h 503638"/>
                  <a:gd name="connsiteX7" fmla="*/ 341111 w 504993"/>
                  <a:gd name="connsiteY7" fmla="*/ 352321 h 503638"/>
                  <a:gd name="connsiteX8" fmla="*/ 302841 w 504993"/>
                  <a:gd name="connsiteY8" fmla="*/ 380557 h 503638"/>
                  <a:gd name="connsiteX9" fmla="*/ 252516 w 504993"/>
                  <a:gd name="connsiteY9" fmla="*/ 390635 h 503638"/>
                  <a:gd name="connsiteX10" fmla="*/ 202170 w 504993"/>
                  <a:gd name="connsiteY10" fmla="*/ 380557 h 503638"/>
                  <a:gd name="connsiteX11" fmla="*/ 163899 w 504993"/>
                  <a:gd name="connsiteY11" fmla="*/ 352321 h 503638"/>
                  <a:gd name="connsiteX12" fmla="*/ 139257 w 504993"/>
                  <a:gd name="connsiteY12" fmla="*/ 308514 h 503638"/>
                  <a:gd name="connsiteX13" fmla="*/ 130480 w 504993"/>
                  <a:gd name="connsiteY13" fmla="*/ 251830 h 503638"/>
                  <a:gd name="connsiteX14" fmla="*/ 139257 w 504993"/>
                  <a:gd name="connsiteY14" fmla="*/ 195146 h 503638"/>
                  <a:gd name="connsiteX15" fmla="*/ 163899 w 504993"/>
                  <a:gd name="connsiteY15" fmla="*/ 151317 h 503638"/>
                  <a:gd name="connsiteX16" fmla="*/ 202170 w 504993"/>
                  <a:gd name="connsiteY16" fmla="*/ 123081 h 503638"/>
                  <a:gd name="connsiteX17" fmla="*/ 432439 w 504993"/>
                  <a:gd name="connsiteY17" fmla="*/ 70127 h 503638"/>
                  <a:gd name="connsiteX18" fmla="*/ 352414 w 504993"/>
                  <a:gd name="connsiteY18" fmla="*/ 18261 h 503638"/>
                  <a:gd name="connsiteX19" fmla="*/ 252511 w 504993"/>
                  <a:gd name="connsiteY19" fmla="*/ 0 h 503638"/>
                  <a:gd name="connsiteX20" fmla="*/ 152585 w 504993"/>
                  <a:gd name="connsiteY20" fmla="*/ 18261 h 503638"/>
                  <a:gd name="connsiteX21" fmla="*/ 72550 w 504993"/>
                  <a:gd name="connsiteY21" fmla="*/ 70127 h 503638"/>
                  <a:gd name="connsiteX22" fmla="*/ 19334 w 504993"/>
                  <a:gd name="connsiteY22" fmla="*/ 150054 h 503638"/>
                  <a:gd name="connsiteX23" fmla="*/ 0 w 504993"/>
                  <a:gd name="connsiteY23" fmla="*/ 251835 h 503638"/>
                  <a:gd name="connsiteX24" fmla="*/ 19356 w 504993"/>
                  <a:gd name="connsiteY24" fmla="*/ 353955 h 503638"/>
                  <a:gd name="connsiteX25" fmla="*/ 72550 w 504993"/>
                  <a:gd name="connsiteY25" fmla="*/ 433544 h 503638"/>
                  <a:gd name="connsiteX26" fmla="*/ 152585 w 504993"/>
                  <a:gd name="connsiteY26" fmla="*/ 485388 h 503638"/>
                  <a:gd name="connsiteX27" fmla="*/ 252511 w 504993"/>
                  <a:gd name="connsiteY27" fmla="*/ 503638 h 503638"/>
                  <a:gd name="connsiteX28" fmla="*/ 352414 w 504993"/>
                  <a:gd name="connsiteY28" fmla="*/ 485388 h 503638"/>
                  <a:gd name="connsiteX29" fmla="*/ 432439 w 504993"/>
                  <a:gd name="connsiteY29" fmla="*/ 433544 h 503638"/>
                  <a:gd name="connsiteX30" fmla="*/ 485633 w 504993"/>
                  <a:gd name="connsiteY30" fmla="*/ 353955 h 503638"/>
                  <a:gd name="connsiteX31" fmla="*/ 504994 w 504993"/>
                  <a:gd name="connsiteY31" fmla="*/ 251835 h 503638"/>
                  <a:gd name="connsiteX32" fmla="*/ 485655 w 504993"/>
                  <a:gd name="connsiteY32" fmla="*/ 150054 h 503638"/>
                  <a:gd name="connsiteX33" fmla="*/ 432439 w 504993"/>
                  <a:gd name="connsiteY33" fmla="*/ 70127 h 5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93" h="503638">
                    <a:moveTo>
                      <a:pt x="202170" y="123081"/>
                    </a:moveTo>
                    <a:cubicBezTo>
                      <a:pt x="217153" y="116406"/>
                      <a:pt x="234091" y="113030"/>
                      <a:pt x="252516" y="113030"/>
                    </a:cubicBezTo>
                    <a:cubicBezTo>
                      <a:pt x="270897" y="113030"/>
                      <a:pt x="287857" y="116406"/>
                      <a:pt x="302841" y="123081"/>
                    </a:cubicBezTo>
                    <a:cubicBezTo>
                      <a:pt x="317759" y="129767"/>
                      <a:pt x="330652" y="139252"/>
                      <a:pt x="341111" y="151317"/>
                    </a:cubicBezTo>
                    <a:cubicBezTo>
                      <a:pt x="351690" y="163556"/>
                      <a:pt x="360004" y="178306"/>
                      <a:pt x="365742" y="195146"/>
                    </a:cubicBezTo>
                    <a:cubicBezTo>
                      <a:pt x="371590" y="212226"/>
                      <a:pt x="374541" y="231282"/>
                      <a:pt x="374541" y="251830"/>
                    </a:cubicBezTo>
                    <a:cubicBezTo>
                      <a:pt x="374541" y="272351"/>
                      <a:pt x="371590" y="291434"/>
                      <a:pt x="365742" y="308514"/>
                    </a:cubicBezTo>
                    <a:cubicBezTo>
                      <a:pt x="360004" y="325332"/>
                      <a:pt x="351690" y="340082"/>
                      <a:pt x="341111" y="352321"/>
                    </a:cubicBezTo>
                    <a:cubicBezTo>
                      <a:pt x="330630" y="364408"/>
                      <a:pt x="317759" y="373893"/>
                      <a:pt x="302841" y="380557"/>
                    </a:cubicBezTo>
                    <a:cubicBezTo>
                      <a:pt x="287857" y="387232"/>
                      <a:pt x="270897" y="390635"/>
                      <a:pt x="252516" y="390635"/>
                    </a:cubicBezTo>
                    <a:cubicBezTo>
                      <a:pt x="234091" y="390635"/>
                      <a:pt x="217153" y="387238"/>
                      <a:pt x="202170" y="380557"/>
                    </a:cubicBezTo>
                    <a:cubicBezTo>
                      <a:pt x="187230" y="373893"/>
                      <a:pt x="174358" y="364387"/>
                      <a:pt x="163899" y="352321"/>
                    </a:cubicBezTo>
                    <a:cubicBezTo>
                      <a:pt x="153288" y="340082"/>
                      <a:pt x="145006" y="325354"/>
                      <a:pt x="139257" y="308514"/>
                    </a:cubicBezTo>
                    <a:cubicBezTo>
                      <a:pt x="133420" y="291456"/>
                      <a:pt x="130480" y="272400"/>
                      <a:pt x="130480" y="251830"/>
                    </a:cubicBezTo>
                    <a:cubicBezTo>
                      <a:pt x="130480" y="231266"/>
                      <a:pt x="133420" y="212182"/>
                      <a:pt x="139257" y="195146"/>
                    </a:cubicBezTo>
                    <a:cubicBezTo>
                      <a:pt x="145006" y="178306"/>
                      <a:pt x="153288" y="163556"/>
                      <a:pt x="163899" y="151317"/>
                    </a:cubicBezTo>
                    <a:cubicBezTo>
                      <a:pt x="174358" y="139257"/>
                      <a:pt x="187230" y="129773"/>
                      <a:pt x="202170" y="123081"/>
                    </a:cubicBezTo>
                    <a:moveTo>
                      <a:pt x="432439" y="70127"/>
                    </a:moveTo>
                    <a:cubicBezTo>
                      <a:pt x="409947" y="47869"/>
                      <a:pt x="383034" y="30435"/>
                      <a:pt x="352414" y="18261"/>
                    </a:cubicBezTo>
                    <a:cubicBezTo>
                      <a:pt x="321848" y="6152"/>
                      <a:pt x="288249" y="0"/>
                      <a:pt x="252511" y="0"/>
                    </a:cubicBezTo>
                    <a:cubicBezTo>
                      <a:pt x="216756" y="0"/>
                      <a:pt x="183130" y="6152"/>
                      <a:pt x="152585" y="18261"/>
                    </a:cubicBezTo>
                    <a:cubicBezTo>
                      <a:pt x="121965" y="30435"/>
                      <a:pt x="95041" y="47864"/>
                      <a:pt x="72550" y="70127"/>
                    </a:cubicBezTo>
                    <a:cubicBezTo>
                      <a:pt x="50096" y="92352"/>
                      <a:pt x="32183" y="119248"/>
                      <a:pt x="19334" y="150054"/>
                    </a:cubicBezTo>
                    <a:cubicBezTo>
                      <a:pt x="6506" y="180870"/>
                      <a:pt x="0" y="215106"/>
                      <a:pt x="0" y="251835"/>
                    </a:cubicBezTo>
                    <a:cubicBezTo>
                      <a:pt x="0" y="289055"/>
                      <a:pt x="6523" y="323389"/>
                      <a:pt x="19356" y="353955"/>
                    </a:cubicBezTo>
                    <a:cubicBezTo>
                      <a:pt x="32183" y="384532"/>
                      <a:pt x="50096" y="411303"/>
                      <a:pt x="72550" y="433544"/>
                    </a:cubicBezTo>
                    <a:cubicBezTo>
                      <a:pt x="95063" y="455791"/>
                      <a:pt x="121987" y="473257"/>
                      <a:pt x="152585" y="485388"/>
                    </a:cubicBezTo>
                    <a:cubicBezTo>
                      <a:pt x="183130" y="497497"/>
                      <a:pt x="216729" y="503638"/>
                      <a:pt x="252511" y="503638"/>
                    </a:cubicBezTo>
                    <a:cubicBezTo>
                      <a:pt x="288244" y="503638"/>
                      <a:pt x="321870" y="497497"/>
                      <a:pt x="352414" y="485388"/>
                    </a:cubicBezTo>
                    <a:cubicBezTo>
                      <a:pt x="383013" y="473235"/>
                      <a:pt x="409947" y="455796"/>
                      <a:pt x="432439" y="433544"/>
                    </a:cubicBezTo>
                    <a:cubicBezTo>
                      <a:pt x="454882" y="411330"/>
                      <a:pt x="472783" y="384554"/>
                      <a:pt x="485633" y="353955"/>
                    </a:cubicBezTo>
                    <a:cubicBezTo>
                      <a:pt x="498482" y="323345"/>
                      <a:pt x="504994" y="289011"/>
                      <a:pt x="504994" y="251835"/>
                    </a:cubicBezTo>
                    <a:cubicBezTo>
                      <a:pt x="504994" y="215128"/>
                      <a:pt x="498482" y="180892"/>
                      <a:pt x="485655" y="150054"/>
                    </a:cubicBezTo>
                    <a:cubicBezTo>
                      <a:pt x="472783" y="119248"/>
                      <a:pt x="454882" y="92341"/>
                      <a:pt x="432439" y="70127"/>
                    </a:cubicBezTo>
                  </a:path>
                </a:pathLst>
              </a:custGeom>
              <a:solidFill>
                <a:schemeClr val="bg1"/>
              </a:solidFill>
              <a:ln w="544" cap="flat">
                <a:noFill/>
                <a:prstDash val="solid"/>
                <a:miter/>
              </a:ln>
            </p:spPr>
            <p:txBody>
              <a:bodyPr rtlCol="0" anchor="ctr"/>
              <a:lstStyle/>
              <a:p>
                <a:endParaRPr lang="en-US" sz="1610"/>
              </a:p>
            </p:txBody>
          </p:sp>
          <p:sp>
            <p:nvSpPr>
              <p:cNvPr id="34" name="Freihandform: Form 33">
                <a:extLst>
                  <a:ext uri="{FF2B5EF4-FFF2-40B4-BE49-F238E27FC236}">
                    <a16:creationId xmlns:a16="http://schemas.microsoft.com/office/drawing/2014/main" id="{FB63A3CF-9426-4C31-B612-3D07924A3EBE}"/>
                  </a:ext>
                </a:extLst>
              </p:cNvPr>
              <p:cNvSpPr/>
              <p:nvPr/>
            </p:nvSpPr>
            <p:spPr bwMode="white">
              <a:xfrm>
                <a:off x="10688396" y="1905514"/>
                <a:ext cx="423313" cy="487527"/>
              </a:xfrm>
              <a:custGeom>
                <a:avLst/>
                <a:gdLst>
                  <a:gd name="connsiteX0" fmla="*/ 267130 w 423313"/>
                  <a:gd name="connsiteY0" fmla="*/ 152509 h 487527"/>
                  <a:gd name="connsiteX1" fmla="*/ 255734 w 423313"/>
                  <a:gd name="connsiteY1" fmla="*/ 180571 h 487527"/>
                  <a:gd name="connsiteX2" fmla="*/ 218928 w 423313"/>
                  <a:gd name="connsiteY2" fmla="*/ 191956 h 487527"/>
                  <a:gd name="connsiteX3" fmla="*/ 130470 w 423313"/>
                  <a:gd name="connsiteY3" fmla="*/ 191956 h 487527"/>
                  <a:gd name="connsiteX4" fmla="*/ 130470 w 423313"/>
                  <a:gd name="connsiteY4" fmla="*/ 113025 h 487527"/>
                  <a:gd name="connsiteX5" fmla="*/ 218928 w 423313"/>
                  <a:gd name="connsiteY5" fmla="*/ 113025 h 487527"/>
                  <a:gd name="connsiteX6" fmla="*/ 255734 w 423313"/>
                  <a:gd name="connsiteY6" fmla="*/ 124410 h 487527"/>
                  <a:gd name="connsiteX7" fmla="*/ 267130 w 423313"/>
                  <a:gd name="connsiteY7" fmla="*/ 152509 h 487527"/>
                  <a:gd name="connsiteX8" fmla="*/ 372058 w 423313"/>
                  <a:gd name="connsiteY8" fmla="*/ 230650 h 487527"/>
                  <a:gd name="connsiteX9" fmla="*/ 397588 w 423313"/>
                  <a:gd name="connsiteY9" fmla="*/ 147783 h 487527"/>
                  <a:gd name="connsiteX10" fmla="*/ 385523 w 423313"/>
                  <a:gd name="connsiteY10" fmla="*/ 88039 h 487527"/>
                  <a:gd name="connsiteX11" fmla="*/ 349877 w 423313"/>
                  <a:gd name="connsiteY11" fmla="*/ 40976 h 487527"/>
                  <a:gd name="connsiteX12" fmla="*/ 293291 w 423313"/>
                  <a:gd name="connsiteY12" fmla="*/ 10628 h 487527"/>
                  <a:gd name="connsiteX13" fmla="*/ 218928 w 423313"/>
                  <a:gd name="connsiteY13" fmla="*/ 0 h 487527"/>
                  <a:gd name="connsiteX14" fmla="*/ 0 w 423313"/>
                  <a:gd name="connsiteY14" fmla="*/ 0 h 487527"/>
                  <a:gd name="connsiteX15" fmla="*/ 0 w 423313"/>
                  <a:gd name="connsiteY15" fmla="*/ 487528 h 487527"/>
                  <a:gd name="connsiteX16" fmla="*/ 130464 w 423313"/>
                  <a:gd name="connsiteY16" fmla="*/ 487528 h 487527"/>
                  <a:gd name="connsiteX17" fmla="*/ 130464 w 423313"/>
                  <a:gd name="connsiteY17" fmla="*/ 304980 h 487527"/>
                  <a:gd name="connsiteX18" fmla="*/ 192870 w 423313"/>
                  <a:gd name="connsiteY18" fmla="*/ 304980 h 487527"/>
                  <a:gd name="connsiteX19" fmla="*/ 280126 w 423313"/>
                  <a:gd name="connsiteY19" fmla="*/ 487528 h 487527"/>
                  <a:gd name="connsiteX20" fmla="*/ 423314 w 423313"/>
                  <a:gd name="connsiteY20" fmla="*/ 487528 h 487527"/>
                  <a:gd name="connsiteX21" fmla="*/ 320079 w 423313"/>
                  <a:gd name="connsiteY21" fmla="*/ 276173 h 487527"/>
                  <a:gd name="connsiteX22" fmla="*/ 372058 w 423313"/>
                  <a:gd name="connsiteY22" fmla="*/ 23065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3313" h="487527">
                    <a:moveTo>
                      <a:pt x="267130" y="152509"/>
                    </a:moveTo>
                    <a:cubicBezTo>
                      <a:pt x="267130" y="163720"/>
                      <a:pt x="263416" y="172921"/>
                      <a:pt x="255734" y="180571"/>
                    </a:cubicBezTo>
                    <a:cubicBezTo>
                      <a:pt x="248193" y="188133"/>
                      <a:pt x="235790" y="191956"/>
                      <a:pt x="218928" y="191956"/>
                    </a:cubicBezTo>
                    <a:lnTo>
                      <a:pt x="130470" y="191956"/>
                    </a:lnTo>
                    <a:lnTo>
                      <a:pt x="130470" y="113025"/>
                    </a:lnTo>
                    <a:lnTo>
                      <a:pt x="218928" y="113025"/>
                    </a:lnTo>
                    <a:cubicBezTo>
                      <a:pt x="235790" y="113025"/>
                      <a:pt x="248193" y="116847"/>
                      <a:pt x="255734" y="124410"/>
                    </a:cubicBezTo>
                    <a:cubicBezTo>
                      <a:pt x="263416" y="132076"/>
                      <a:pt x="267130" y="141266"/>
                      <a:pt x="267130" y="152509"/>
                    </a:cubicBezTo>
                    <a:moveTo>
                      <a:pt x="372058" y="230650"/>
                    </a:moveTo>
                    <a:cubicBezTo>
                      <a:pt x="389007" y="208545"/>
                      <a:pt x="397588" y="180669"/>
                      <a:pt x="397588" y="147783"/>
                    </a:cubicBezTo>
                    <a:cubicBezTo>
                      <a:pt x="397588" y="126125"/>
                      <a:pt x="393532" y="106029"/>
                      <a:pt x="385523" y="88039"/>
                    </a:cubicBezTo>
                    <a:cubicBezTo>
                      <a:pt x="377448" y="69963"/>
                      <a:pt x="365459" y="54141"/>
                      <a:pt x="349877" y="40976"/>
                    </a:cubicBezTo>
                    <a:cubicBezTo>
                      <a:pt x="334468" y="27985"/>
                      <a:pt x="315423" y="17777"/>
                      <a:pt x="293291" y="10628"/>
                    </a:cubicBezTo>
                    <a:cubicBezTo>
                      <a:pt x="271447" y="3577"/>
                      <a:pt x="246424" y="0"/>
                      <a:pt x="218928" y="0"/>
                    </a:cubicBezTo>
                    <a:lnTo>
                      <a:pt x="0" y="0"/>
                    </a:lnTo>
                    <a:lnTo>
                      <a:pt x="0" y="487528"/>
                    </a:lnTo>
                    <a:lnTo>
                      <a:pt x="130464" y="487528"/>
                    </a:lnTo>
                    <a:lnTo>
                      <a:pt x="130464" y="304980"/>
                    </a:lnTo>
                    <a:lnTo>
                      <a:pt x="192870" y="304980"/>
                    </a:lnTo>
                    <a:lnTo>
                      <a:pt x="280126" y="487528"/>
                    </a:lnTo>
                    <a:lnTo>
                      <a:pt x="423314" y="487528"/>
                    </a:lnTo>
                    <a:lnTo>
                      <a:pt x="320079" y="276173"/>
                    </a:lnTo>
                    <a:cubicBezTo>
                      <a:pt x="340447" y="264407"/>
                      <a:pt x="357940" y="249086"/>
                      <a:pt x="372058" y="230650"/>
                    </a:cubicBezTo>
                  </a:path>
                </a:pathLst>
              </a:custGeom>
              <a:solidFill>
                <a:schemeClr val="bg1"/>
              </a:solidFill>
              <a:ln w="544" cap="flat">
                <a:noFill/>
                <a:prstDash val="solid"/>
                <a:miter/>
              </a:ln>
            </p:spPr>
            <p:txBody>
              <a:bodyPr rtlCol="0" anchor="ctr"/>
              <a:lstStyle/>
              <a:p>
                <a:endParaRPr lang="en-US" sz="1610"/>
              </a:p>
            </p:txBody>
          </p:sp>
          <p:sp>
            <p:nvSpPr>
              <p:cNvPr id="35" name="Freihandform: Form 34">
                <a:extLst>
                  <a:ext uri="{FF2B5EF4-FFF2-40B4-BE49-F238E27FC236}">
                    <a16:creationId xmlns:a16="http://schemas.microsoft.com/office/drawing/2014/main" id="{7BCD273E-EDF3-4E45-863E-80BDD795FD5E}"/>
                  </a:ext>
                </a:extLst>
              </p:cNvPr>
              <p:cNvSpPr/>
              <p:nvPr/>
            </p:nvSpPr>
            <p:spPr bwMode="white">
              <a:xfrm>
                <a:off x="11116845" y="1905514"/>
                <a:ext cx="417046" cy="487527"/>
              </a:xfrm>
              <a:custGeom>
                <a:avLst/>
                <a:gdLst>
                  <a:gd name="connsiteX0" fmla="*/ 0 w 417046"/>
                  <a:gd name="connsiteY0" fmla="*/ 113025 h 487527"/>
                  <a:gd name="connsiteX1" fmla="*/ 142965 w 417046"/>
                  <a:gd name="connsiteY1" fmla="*/ 113025 h 487527"/>
                  <a:gd name="connsiteX2" fmla="*/ 142965 w 417046"/>
                  <a:gd name="connsiteY2" fmla="*/ 487528 h 487527"/>
                  <a:gd name="connsiteX3" fmla="*/ 273423 w 417046"/>
                  <a:gd name="connsiteY3" fmla="*/ 487528 h 487527"/>
                  <a:gd name="connsiteX4" fmla="*/ 273423 w 417046"/>
                  <a:gd name="connsiteY4" fmla="*/ 113025 h 487527"/>
                  <a:gd name="connsiteX5" fmla="*/ 417047 w 417046"/>
                  <a:gd name="connsiteY5" fmla="*/ 113025 h 487527"/>
                  <a:gd name="connsiteX6" fmla="*/ 417047 w 417046"/>
                  <a:gd name="connsiteY6" fmla="*/ 0 h 487527"/>
                  <a:gd name="connsiteX7" fmla="*/ 0 w 417046"/>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46" h="487527">
                    <a:moveTo>
                      <a:pt x="0" y="113025"/>
                    </a:moveTo>
                    <a:lnTo>
                      <a:pt x="142965" y="113025"/>
                    </a:lnTo>
                    <a:lnTo>
                      <a:pt x="142965" y="487528"/>
                    </a:lnTo>
                    <a:lnTo>
                      <a:pt x="273423" y="487528"/>
                    </a:lnTo>
                    <a:lnTo>
                      <a:pt x="273423" y="113025"/>
                    </a:lnTo>
                    <a:lnTo>
                      <a:pt x="417047" y="113025"/>
                    </a:lnTo>
                    <a:lnTo>
                      <a:pt x="417047" y="0"/>
                    </a:lnTo>
                    <a:lnTo>
                      <a:pt x="0" y="0"/>
                    </a:lnTo>
                    <a:close/>
                  </a:path>
                </a:pathLst>
              </a:custGeom>
              <a:solidFill>
                <a:schemeClr val="bg1"/>
              </a:solidFill>
              <a:ln w="544" cap="flat">
                <a:noFill/>
                <a:prstDash val="solid"/>
                <a:miter/>
              </a:ln>
            </p:spPr>
            <p:txBody>
              <a:bodyPr rtlCol="0" anchor="ctr"/>
              <a:lstStyle/>
              <a:p>
                <a:endParaRPr lang="en-US" sz="1610"/>
              </a:p>
            </p:txBody>
          </p:sp>
          <p:sp>
            <p:nvSpPr>
              <p:cNvPr id="36" name="Freihandform: Form 35">
                <a:extLst>
                  <a:ext uri="{FF2B5EF4-FFF2-40B4-BE49-F238E27FC236}">
                    <a16:creationId xmlns:a16="http://schemas.microsoft.com/office/drawing/2014/main" id="{04D18A19-1ED2-4DC8-B030-CC093E91C475}"/>
                  </a:ext>
                </a:extLst>
              </p:cNvPr>
              <p:cNvSpPr/>
              <p:nvPr/>
            </p:nvSpPr>
            <p:spPr bwMode="white">
              <a:xfrm>
                <a:off x="9724182" y="1905519"/>
                <a:ext cx="386851" cy="487527"/>
              </a:xfrm>
              <a:custGeom>
                <a:avLst/>
                <a:gdLst>
                  <a:gd name="connsiteX0" fmla="*/ 253687 w 386851"/>
                  <a:gd name="connsiteY0" fmla="*/ 154502 h 487527"/>
                  <a:gd name="connsiteX1" fmla="*/ 241730 w 386851"/>
                  <a:gd name="connsiteY1" fmla="*/ 184839 h 487527"/>
                  <a:gd name="connsiteX2" fmla="*/ 206182 w 386851"/>
                  <a:gd name="connsiteY2" fmla="*/ 196676 h 487527"/>
                  <a:gd name="connsiteX3" fmla="*/ 130464 w 386851"/>
                  <a:gd name="connsiteY3" fmla="*/ 196676 h 487527"/>
                  <a:gd name="connsiteX4" fmla="*/ 130464 w 386851"/>
                  <a:gd name="connsiteY4" fmla="*/ 113025 h 487527"/>
                  <a:gd name="connsiteX5" fmla="*/ 206182 w 386851"/>
                  <a:gd name="connsiteY5" fmla="*/ 113025 h 487527"/>
                  <a:gd name="connsiteX6" fmla="*/ 241806 w 386851"/>
                  <a:gd name="connsiteY6" fmla="*/ 124584 h 487527"/>
                  <a:gd name="connsiteX7" fmla="*/ 253687 w 386851"/>
                  <a:gd name="connsiteY7" fmla="*/ 154502 h 487527"/>
                  <a:gd name="connsiteX8" fmla="*/ 338966 w 386851"/>
                  <a:gd name="connsiteY8" fmla="*/ 43470 h 487527"/>
                  <a:gd name="connsiteX9" fmla="*/ 281715 w 386851"/>
                  <a:gd name="connsiteY9" fmla="*/ 11352 h 487527"/>
                  <a:gd name="connsiteX10" fmla="*/ 206182 w 386851"/>
                  <a:gd name="connsiteY10" fmla="*/ 0 h 487527"/>
                  <a:gd name="connsiteX11" fmla="*/ 0 w 386851"/>
                  <a:gd name="connsiteY11" fmla="*/ 0 h 487527"/>
                  <a:gd name="connsiteX12" fmla="*/ 0 w 386851"/>
                  <a:gd name="connsiteY12" fmla="*/ 487528 h 487527"/>
                  <a:gd name="connsiteX13" fmla="*/ 130464 w 386851"/>
                  <a:gd name="connsiteY13" fmla="*/ 487528 h 487527"/>
                  <a:gd name="connsiteX14" fmla="*/ 130464 w 386851"/>
                  <a:gd name="connsiteY14" fmla="*/ 309668 h 487527"/>
                  <a:gd name="connsiteX15" fmla="*/ 206182 w 386851"/>
                  <a:gd name="connsiteY15" fmla="*/ 309668 h 487527"/>
                  <a:gd name="connsiteX16" fmla="*/ 281715 w 386851"/>
                  <a:gd name="connsiteY16" fmla="*/ 298316 h 487527"/>
                  <a:gd name="connsiteX17" fmla="*/ 338966 w 386851"/>
                  <a:gd name="connsiteY17" fmla="*/ 266198 h 487527"/>
                  <a:gd name="connsiteX18" fmla="*/ 374884 w 386851"/>
                  <a:gd name="connsiteY18" fmla="*/ 216347 h 487527"/>
                  <a:gd name="connsiteX19" fmla="*/ 386851 w 386851"/>
                  <a:gd name="connsiteY19" fmla="*/ 154507 h 487527"/>
                  <a:gd name="connsiteX20" fmla="*/ 374862 w 386851"/>
                  <a:gd name="connsiteY20" fmla="*/ 92961 h 487527"/>
                  <a:gd name="connsiteX21" fmla="*/ 338966 w 386851"/>
                  <a:gd name="connsiteY21" fmla="*/ 4347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6851" h="487527">
                    <a:moveTo>
                      <a:pt x="253687" y="154502"/>
                    </a:moveTo>
                    <a:cubicBezTo>
                      <a:pt x="253687" y="167036"/>
                      <a:pt x="249783" y="176950"/>
                      <a:pt x="241730" y="184839"/>
                    </a:cubicBezTo>
                    <a:cubicBezTo>
                      <a:pt x="233590" y="192805"/>
                      <a:pt x="221972" y="196676"/>
                      <a:pt x="206182" y="196676"/>
                    </a:cubicBezTo>
                    <a:lnTo>
                      <a:pt x="130464" y="196676"/>
                    </a:lnTo>
                    <a:lnTo>
                      <a:pt x="130464" y="113025"/>
                    </a:lnTo>
                    <a:lnTo>
                      <a:pt x="206182" y="113025"/>
                    </a:lnTo>
                    <a:cubicBezTo>
                      <a:pt x="221797" y="113025"/>
                      <a:pt x="233808" y="116918"/>
                      <a:pt x="241806" y="124584"/>
                    </a:cubicBezTo>
                    <a:cubicBezTo>
                      <a:pt x="249832" y="132233"/>
                      <a:pt x="253687" y="142012"/>
                      <a:pt x="253687" y="154502"/>
                    </a:cubicBezTo>
                    <a:moveTo>
                      <a:pt x="338966" y="43470"/>
                    </a:moveTo>
                    <a:cubicBezTo>
                      <a:pt x="323361" y="29798"/>
                      <a:pt x="304093" y="18980"/>
                      <a:pt x="281715" y="11352"/>
                    </a:cubicBezTo>
                    <a:cubicBezTo>
                      <a:pt x="259523" y="3822"/>
                      <a:pt x="234113" y="0"/>
                      <a:pt x="206182" y="0"/>
                    </a:cubicBezTo>
                    <a:lnTo>
                      <a:pt x="0" y="0"/>
                    </a:lnTo>
                    <a:lnTo>
                      <a:pt x="0" y="487528"/>
                    </a:lnTo>
                    <a:lnTo>
                      <a:pt x="130464" y="487528"/>
                    </a:lnTo>
                    <a:lnTo>
                      <a:pt x="130464" y="309668"/>
                    </a:lnTo>
                    <a:lnTo>
                      <a:pt x="206182" y="309668"/>
                    </a:lnTo>
                    <a:cubicBezTo>
                      <a:pt x="234157" y="309668"/>
                      <a:pt x="259588" y="305846"/>
                      <a:pt x="281715" y="298316"/>
                    </a:cubicBezTo>
                    <a:cubicBezTo>
                      <a:pt x="304071" y="290710"/>
                      <a:pt x="323318" y="279913"/>
                      <a:pt x="338966" y="266198"/>
                    </a:cubicBezTo>
                    <a:cubicBezTo>
                      <a:pt x="354766" y="252331"/>
                      <a:pt x="366864" y="235556"/>
                      <a:pt x="374884" y="216347"/>
                    </a:cubicBezTo>
                    <a:cubicBezTo>
                      <a:pt x="382817" y="197324"/>
                      <a:pt x="386851" y="176525"/>
                      <a:pt x="386851" y="154507"/>
                    </a:cubicBezTo>
                    <a:cubicBezTo>
                      <a:pt x="386851" y="132468"/>
                      <a:pt x="382817" y="111756"/>
                      <a:pt x="374862" y="92961"/>
                    </a:cubicBezTo>
                    <a:cubicBezTo>
                      <a:pt x="366842" y="73987"/>
                      <a:pt x="354766" y="57337"/>
                      <a:pt x="338966" y="43470"/>
                    </a:cubicBezTo>
                  </a:path>
                </a:pathLst>
              </a:custGeom>
              <a:solidFill>
                <a:schemeClr val="bg1"/>
              </a:solidFill>
              <a:ln w="544" cap="flat">
                <a:noFill/>
                <a:prstDash val="solid"/>
                <a:miter/>
              </a:ln>
            </p:spPr>
            <p:txBody>
              <a:bodyPr rtlCol="0" anchor="ctr"/>
              <a:lstStyle/>
              <a:p>
                <a:endParaRPr lang="en-US" sz="1610"/>
              </a:p>
            </p:txBody>
          </p:sp>
          <p:sp>
            <p:nvSpPr>
              <p:cNvPr id="37" name="Freihandform: Form 36">
                <a:extLst>
                  <a:ext uri="{FF2B5EF4-FFF2-40B4-BE49-F238E27FC236}">
                    <a16:creationId xmlns:a16="http://schemas.microsoft.com/office/drawing/2014/main" id="{75448FC4-5C7A-43E1-81F4-DF9C4BEAE117}"/>
                  </a:ext>
                </a:extLst>
              </p:cNvPr>
              <p:cNvSpPr/>
              <p:nvPr/>
            </p:nvSpPr>
            <p:spPr bwMode="white">
              <a:xfrm>
                <a:off x="8406938" y="1412776"/>
                <a:ext cx="700292" cy="2069679"/>
              </a:xfrm>
              <a:custGeom>
                <a:avLst/>
                <a:gdLst>
                  <a:gd name="connsiteX0" fmla="*/ 671038 w 700292"/>
                  <a:gd name="connsiteY0" fmla="*/ 0 h 2069679"/>
                  <a:gd name="connsiteX1" fmla="*/ 0 w 700292"/>
                  <a:gd name="connsiteY1" fmla="*/ 2069680 h 2069679"/>
                  <a:gd name="connsiteX2" fmla="*/ 29243 w 700292"/>
                  <a:gd name="connsiteY2" fmla="*/ 2069680 h 2069679"/>
                  <a:gd name="connsiteX3" fmla="*/ 700292 w 700292"/>
                  <a:gd name="connsiteY3" fmla="*/ 0 h 2069679"/>
                </a:gdLst>
                <a:ahLst/>
                <a:cxnLst>
                  <a:cxn ang="0">
                    <a:pos x="connsiteX0" y="connsiteY0"/>
                  </a:cxn>
                  <a:cxn ang="0">
                    <a:pos x="connsiteX1" y="connsiteY1"/>
                  </a:cxn>
                  <a:cxn ang="0">
                    <a:pos x="connsiteX2" y="connsiteY2"/>
                  </a:cxn>
                  <a:cxn ang="0">
                    <a:pos x="connsiteX3" y="connsiteY3"/>
                  </a:cxn>
                </a:cxnLst>
                <a:rect l="l" t="t" r="r" b="b"/>
                <a:pathLst>
                  <a:path w="700292" h="2069679">
                    <a:moveTo>
                      <a:pt x="671038" y="0"/>
                    </a:moveTo>
                    <a:lnTo>
                      <a:pt x="0" y="2069680"/>
                    </a:lnTo>
                    <a:lnTo>
                      <a:pt x="29243" y="2069680"/>
                    </a:lnTo>
                    <a:lnTo>
                      <a:pt x="700292" y="0"/>
                    </a:lnTo>
                    <a:close/>
                  </a:path>
                </a:pathLst>
              </a:custGeom>
              <a:solidFill>
                <a:schemeClr val="bg1"/>
              </a:solidFill>
              <a:ln w="544" cap="flat">
                <a:noFill/>
                <a:prstDash val="solid"/>
                <a:miter/>
              </a:ln>
            </p:spPr>
            <p:txBody>
              <a:bodyPr rtlCol="0" anchor="ctr"/>
              <a:lstStyle/>
              <a:p>
                <a:endParaRPr lang="en-US" sz="1610"/>
              </a:p>
            </p:txBody>
          </p:sp>
        </p:grpSp>
        <p:sp>
          <p:nvSpPr>
            <p:cNvPr id="31" name="Freihandform: Form 30">
              <a:extLst>
                <a:ext uri="{FF2B5EF4-FFF2-40B4-BE49-F238E27FC236}">
                  <a16:creationId xmlns:a16="http://schemas.microsoft.com/office/drawing/2014/main" id="{F1C8C8CD-014C-4780-A48D-3CD803EFA48B}"/>
                </a:ext>
              </a:extLst>
            </p:cNvPr>
            <p:cNvSpPr/>
            <p:nvPr/>
          </p:nvSpPr>
          <p:spPr bwMode="white">
            <a:xfrm>
              <a:off x="10293417" y="3082929"/>
              <a:ext cx="374911" cy="130496"/>
            </a:xfrm>
            <a:custGeom>
              <a:avLst/>
              <a:gdLst>
                <a:gd name="connsiteX0" fmla="*/ 0 w 374911"/>
                <a:gd name="connsiteY0" fmla="*/ 0 h 130496"/>
                <a:gd name="connsiteX1" fmla="*/ 374911 w 374911"/>
                <a:gd name="connsiteY1" fmla="*/ 0 h 130496"/>
                <a:gd name="connsiteX2" fmla="*/ 374911 w 374911"/>
                <a:gd name="connsiteY2" fmla="*/ 130497 h 130496"/>
                <a:gd name="connsiteX3" fmla="*/ 0 w 374911"/>
                <a:gd name="connsiteY3" fmla="*/ 130497 h 130496"/>
              </a:gdLst>
              <a:ahLst/>
              <a:cxnLst>
                <a:cxn ang="0">
                  <a:pos x="connsiteX0" y="connsiteY0"/>
                </a:cxn>
                <a:cxn ang="0">
                  <a:pos x="connsiteX1" y="connsiteY1"/>
                </a:cxn>
                <a:cxn ang="0">
                  <a:pos x="connsiteX2" y="connsiteY2"/>
                </a:cxn>
                <a:cxn ang="0">
                  <a:pos x="connsiteX3" y="connsiteY3"/>
                </a:cxn>
              </a:cxnLst>
              <a:rect l="l" t="t" r="r" b="b"/>
              <a:pathLst>
                <a:path w="374911" h="130496">
                  <a:moveTo>
                    <a:pt x="0" y="0"/>
                  </a:moveTo>
                  <a:lnTo>
                    <a:pt x="374911" y="0"/>
                  </a:lnTo>
                  <a:lnTo>
                    <a:pt x="374911" y="130497"/>
                  </a:lnTo>
                  <a:lnTo>
                    <a:pt x="0" y="130497"/>
                  </a:lnTo>
                  <a:close/>
                </a:path>
              </a:pathLst>
            </a:custGeom>
            <a:solidFill>
              <a:schemeClr val="bg2"/>
            </a:solidFill>
            <a:ln w="544" cap="flat">
              <a:noFill/>
              <a:prstDash val="solid"/>
              <a:miter/>
            </a:ln>
          </p:spPr>
          <p:txBody>
            <a:bodyPr rtlCol="0" anchor="ctr"/>
            <a:lstStyle/>
            <a:p>
              <a:endParaRPr lang="en-US" sz="1610"/>
            </a:p>
          </p:txBody>
        </p:sp>
      </p:grpSp>
      <p:sp>
        <p:nvSpPr>
          <p:cNvPr id="23" name="Textfeld 22">
            <a:extLst>
              <a:ext uri="{FF2B5EF4-FFF2-40B4-BE49-F238E27FC236}">
                <a16:creationId xmlns:a16="http://schemas.microsoft.com/office/drawing/2014/main" id="{BB7C1CD7-FFE2-4D3E-B8D5-03B95F0E4CF6}"/>
              </a:ext>
            </a:extLst>
          </p:cNvPr>
          <p:cNvSpPr txBox="1"/>
          <p:nvPr/>
        </p:nvSpPr>
        <p:spPr>
          <a:xfrm>
            <a:off x="3142431" y="-410936"/>
            <a:ext cx="2520294" cy="386400"/>
          </a:xfrm>
          <a:prstGeom prst="rect">
            <a:avLst/>
          </a:prstGeom>
          <a:solidFill>
            <a:schemeClr val="accent5"/>
          </a:solidFill>
        </p:spPr>
        <p:txBody>
          <a:bodyPr vert="horz" wrap="square" lIns="64400" tIns="0" rIns="644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626" b="0" i="0" u="none" baseline="0">
                <a:solidFill>
                  <a:schemeClr val="bg1"/>
                </a:solidFill>
                <a:latin typeface="Arial" panose="020B0604020202020204" pitchFamily="34" charset="0"/>
              </a:rPr>
              <a:t>To insert a partner logo, please use the area marked by guidelines to the left of the SPORTFI</a:t>
            </a:r>
            <a:r>
              <a:rPr lang="en-US" sz="626" b="0" i="0" u="sng" baseline="0">
                <a:solidFill>
                  <a:schemeClr val="bg1"/>
                </a:solidFill>
                <a:latin typeface="Arial" panose="020B0604020202020204" pitchFamily="34" charset="0"/>
              </a:rPr>
              <a:t>V</a:t>
            </a:r>
            <a:r>
              <a:rPr lang="en-US" sz="626" b="0" i="0" u="none" baseline="0">
                <a:solidFill>
                  <a:schemeClr val="bg1"/>
                </a:solidFill>
                <a:latin typeface="Arial" panose="020B0604020202020204" pitchFamily="34" charset="0"/>
              </a:rPr>
              <a:t>E logo. This area shows the maximum height/width for positioning.</a:t>
            </a:r>
          </a:p>
        </p:txBody>
      </p:sp>
      <p:grpSp>
        <p:nvGrpSpPr>
          <p:cNvPr id="3" name="Grafik 3">
            <a:extLst>
              <a:ext uri="{FF2B5EF4-FFF2-40B4-BE49-F238E27FC236}">
                <a16:creationId xmlns:a16="http://schemas.microsoft.com/office/drawing/2014/main" id="{36F50057-06B0-8F67-43A3-C9DA17F28CFD}"/>
              </a:ext>
            </a:extLst>
          </p:cNvPr>
          <p:cNvGrpSpPr>
            <a:grpSpLocks noChangeAspect="1"/>
          </p:cNvGrpSpPr>
          <p:nvPr userDrawn="1"/>
        </p:nvGrpSpPr>
        <p:grpSpPr bwMode="white">
          <a:xfrm>
            <a:off x="5850894" y="1432177"/>
            <a:ext cx="2159438" cy="1278759"/>
            <a:chOff x="8406938" y="1412776"/>
            <a:chExt cx="3126953" cy="2069679"/>
          </a:xfrm>
        </p:grpSpPr>
        <p:sp>
          <p:nvSpPr>
            <p:cNvPr id="4" name="Freihandform: Form 3">
              <a:extLst>
                <a:ext uri="{FF2B5EF4-FFF2-40B4-BE49-F238E27FC236}">
                  <a16:creationId xmlns:a16="http://schemas.microsoft.com/office/drawing/2014/main" id="{A266B036-DB35-72F6-0AB7-0F2E9552B099}"/>
                </a:ext>
              </a:extLst>
            </p:cNvPr>
            <p:cNvSpPr/>
            <p:nvPr/>
          </p:nvSpPr>
          <p:spPr bwMode="white">
            <a:xfrm>
              <a:off x="9668543" y="2530120"/>
              <a:ext cx="363368" cy="487527"/>
            </a:xfrm>
            <a:custGeom>
              <a:avLst/>
              <a:gdLst>
                <a:gd name="connsiteX0" fmla="*/ 0 w 363368"/>
                <a:gd name="connsiteY0" fmla="*/ 487528 h 487527"/>
                <a:gd name="connsiteX1" fmla="*/ 130459 w 363368"/>
                <a:gd name="connsiteY1" fmla="*/ 487528 h 487527"/>
                <a:gd name="connsiteX2" fmla="*/ 130459 w 363368"/>
                <a:gd name="connsiteY2" fmla="*/ 291527 h 487527"/>
                <a:gd name="connsiteX3" fmla="*/ 331147 w 363368"/>
                <a:gd name="connsiteY3" fmla="*/ 291527 h 487527"/>
                <a:gd name="connsiteX4" fmla="*/ 331147 w 363368"/>
                <a:gd name="connsiteY4" fmla="*/ 178535 h 487527"/>
                <a:gd name="connsiteX5" fmla="*/ 130459 w 363368"/>
                <a:gd name="connsiteY5" fmla="*/ 178535 h 487527"/>
                <a:gd name="connsiteX6" fmla="*/ 130459 w 363368"/>
                <a:gd name="connsiteY6" fmla="*/ 113025 h 487527"/>
                <a:gd name="connsiteX7" fmla="*/ 363369 w 363368"/>
                <a:gd name="connsiteY7" fmla="*/ 113025 h 487527"/>
                <a:gd name="connsiteX8" fmla="*/ 363369 w 363368"/>
                <a:gd name="connsiteY8" fmla="*/ 0 h 487527"/>
                <a:gd name="connsiteX9" fmla="*/ 0 w 363368"/>
                <a:gd name="connsiteY9"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368" h="487527">
                  <a:moveTo>
                    <a:pt x="0" y="487528"/>
                  </a:moveTo>
                  <a:lnTo>
                    <a:pt x="130459" y="487528"/>
                  </a:lnTo>
                  <a:lnTo>
                    <a:pt x="130459" y="291527"/>
                  </a:lnTo>
                  <a:lnTo>
                    <a:pt x="331147" y="291527"/>
                  </a:lnTo>
                  <a:lnTo>
                    <a:pt x="331147" y="178535"/>
                  </a:lnTo>
                  <a:lnTo>
                    <a:pt x="130459" y="178535"/>
                  </a:lnTo>
                  <a:lnTo>
                    <a:pt x="130459" y="113025"/>
                  </a:lnTo>
                  <a:lnTo>
                    <a:pt x="363369" y="113025"/>
                  </a:lnTo>
                  <a:lnTo>
                    <a:pt x="363369" y="0"/>
                  </a:lnTo>
                  <a:lnTo>
                    <a:pt x="0" y="0"/>
                  </a:lnTo>
                  <a:close/>
                </a:path>
              </a:pathLst>
            </a:custGeom>
            <a:solidFill>
              <a:schemeClr val="bg1"/>
            </a:solidFill>
            <a:ln w="544" cap="flat">
              <a:noFill/>
              <a:prstDash val="solid"/>
              <a:miter/>
            </a:ln>
          </p:spPr>
          <p:txBody>
            <a:bodyPr rtlCol="0" anchor="ctr"/>
            <a:lstStyle/>
            <a:p>
              <a:endParaRPr lang="en-US" sz="1610"/>
            </a:p>
          </p:txBody>
        </p:sp>
        <p:sp>
          <p:nvSpPr>
            <p:cNvPr id="5" name="Freihandform: Form 4">
              <a:extLst>
                <a:ext uri="{FF2B5EF4-FFF2-40B4-BE49-F238E27FC236}">
                  <a16:creationId xmlns:a16="http://schemas.microsoft.com/office/drawing/2014/main" id="{72237DC3-32EB-2FEE-8018-DB43BAC42FE4}"/>
                </a:ext>
              </a:extLst>
            </p:cNvPr>
            <p:cNvSpPr/>
            <p:nvPr/>
          </p:nvSpPr>
          <p:spPr bwMode="white">
            <a:xfrm>
              <a:off x="10074663" y="2530120"/>
              <a:ext cx="130453" cy="487527"/>
            </a:xfrm>
            <a:custGeom>
              <a:avLst/>
              <a:gdLst>
                <a:gd name="connsiteX0" fmla="*/ 0 w 130453"/>
                <a:gd name="connsiteY0" fmla="*/ 0 h 487527"/>
                <a:gd name="connsiteX1" fmla="*/ 130453 w 130453"/>
                <a:gd name="connsiteY1" fmla="*/ 0 h 487527"/>
                <a:gd name="connsiteX2" fmla="*/ 130453 w 130453"/>
                <a:gd name="connsiteY2" fmla="*/ 487528 h 487527"/>
                <a:gd name="connsiteX3" fmla="*/ 0 w 130453"/>
                <a:gd name="connsiteY3" fmla="*/ 487528 h 487527"/>
              </a:gdLst>
              <a:ahLst/>
              <a:cxnLst>
                <a:cxn ang="0">
                  <a:pos x="connsiteX0" y="connsiteY0"/>
                </a:cxn>
                <a:cxn ang="0">
                  <a:pos x="connsiteX1" y="connsiteY1"/>
                </a:cxn>
                <a:cxn ang="0">
                  <a:pos x="connsiteX2" y="connsiteY2"/>
                </a:cxn>
                <a:cxn ang="0">
                  <a:pos x="connsiteX3" y="connsiteY3"/>
                </a:cxn>
              </a:cxnLst>
              <a:rect l="l" t="t" r="r" b="b"/>
              <a:pathLst>
                <a:path w="130453" h="487527">
                  <a:moveTo>
                    <a:pt x="0" y="0"/>
                  </a:moveTo>
                  <a:lnTo>
                    <a:pt x="130453" y="0"/>
                  </a:lnTo>
                  <a:lnTo>
                    <a:pt x="130453" y="487528"/>
                  </a:lnTo>
                  <a:lnTo>
                    <a:pt x="0" y="487528"/>
                  </a:lnTo>
                  <a:close/>
                </a:path>
              </a:pathLst>
            </a:custGeom>
            <a:solidFill>
              <a:schemeClr val="bg1"/>
            </a:solidFill>
            <a:ln w="544" cap="flat">
              <a:noFill/>
              <a:prstDash val="solid"/>
              <a:miter/>
            </a:ln>
          </p:spPr>
          <p:txBody>
            <a:bodyPr rtlCol="0" anchor="ctr"/>
            <a:lstStyle/>
            <a:p>
              <a:endParaRPr lang="en-US" sz="1610"/>
            </a:p>
          </p:txBody>
        </p:sp>
        <p:sp>
          <p:nvSpPr>
            <p:cNvPr id="6" name="Freihandform: Form 5">
              <a:extLst>
                <a:ext uri="{FF2B5EF4-FFF2-40B4-BE49-F238E27FC236}">
                  <a16:creationId xmlns:a16="http://schemas.microsoft.com/office/drawing/2014/main" id="{6084A3F9-B7B1-9740-447A-344058475DD4}"/>
                </a:ext>
              </a:extLst>
            </p:cNvPr>
            <p:cNvSpPr/>
            <p:nvPr/>
          </p:nvSpPr>
          <p:spPr bwMode="white">
            <a:xfrm>
              <a:off x="10242117" y="2530120"/>
              <a:ext cx="477498" cy="487527"/>
            </a:xfrm>
            <a:custGeom>
              <a:avLst/>
              <a:gdLst>
                <a:gd name="connsiteX0" fmla="*/ 238752 w 477498"/>
                <a:gd name="connsiteY0" fmla="*/ 341830 h 487527"/>
                <a:gd name="connsiteX1" fmla="*/ 140019 w 477498"/>
                <a:gd name="connsiteY1" fmla="*/ 0 h 487527"/>
                <a:gd name="connsiteX2" fmla="*/ 0 w 477498"/>
                <a:gd name="connsiteY2" fmla="*/ 0 h 487527"/>
                <a:gd name="connsiteX3" fmla="*/ 160627 w 477498"/>
                <a:gd name="connsiteY3" fmla="*/ 487528 h 487527"/>
                <a:gd name="connsiteX4" fmla="*/ 316861 w 477498"/>
                <a:gd name="connsiteY4" fmla="*/ 487528 h 487527"/>
                <a:gd name="connsiteX5" fmla="*/ 476208 w 477498"/>
                <a:gd name="connsiteY5" fmla="*/ 3953 h 487527"/>
                <a:gd name="connsiteX6" fmla="*/ 477499 w 477498"/>
                <a:gd name="connsiteY6" fmla="*/ 0 h 487527"/>
                <a:gd name="connsiteX7" fmla="*/ 337485 w 477498"/>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498" h="487527">
                  <a:moveTo>
                    <a:pt x="238752" y="341830"/>
                  </a:moveTo>
                  <a:lnTo>
                    <a:pt x="140019" y="0"/>
                  </a:lnTo>
                  <a:lnTo>
                    <a:pt x="0" y="0"/>
                  </a:lnTo>
                  <a:lnTo>
                    <a:pt x="160627" y="487528"/>
                  </a:lnTo>
                  <a:lnTo>
                    <a:pt x="316861" y="487528"/>
                  </a:lnTo>
                  <a:lnTo>
                    <a:pt x="476208" y="3953"/>
                  </a:lnTo>
                  <a:lnTo>
                    <a:pt x="477499" y="0"/>
                  </a:lnTo>
                  <a:lnTo>
                    <a:pt x="337485" y="0"/>
                  </a:lnTo>
                  <a:close/>
                </a:path>
              </a:pathLst>
            </a:custGeom>
            <a:solidFill>
              <a:schemeClr val="bg1"/>
            </a:solidFill>
            <a:ln w="544" cap="flat">
              <a:noFill/>
              <a:prstDash val="solid"/>
              <a:miter/>
            </a:ln>
          </p:spPr>
          <p:txBody>
            <a:bodyPr rtlCol="0" anchor="ctr"/>
            <a:lstStyle/>
            <a:p>
              <a:endParaRPr lang="en-US" sz="1610"/>
            </a:p>
          </p:txBody>
        </p:sp>
        <p:sp>
          <p:nvSpPr>
            <p:cNvPr id="7" name="Freihandform: Form 6">
              <a:extLst>
                <a:ext uri="{FF2B5EF4-FFF2-40B4-BE49-F238E27FC236}">
                  <a16:creationId xmlns:a16="http://schemas.microsoft.com/office/drawing/2014/main" id="{68A5B021-D174-189D-B1E4-0CFD02935003}"/>
                </a:ext>
              </a:extLst>
            </p:cNvPr>
            <p:cNvSpPr/>
            <p:nvPr/>
          </p:nvSpPr>
          <p:spPr bwMode="white">
            <a:xfrm>
              <a:off x="10756394" y="2530120"/>
              <a:ext cx="374099" cy="487549"/>
            </a:xfrm>
            <a:custGeom>
              <a:avLst/>
              <a:gdLst>
                <a:gd name="connsiteX0" fmla="*/ 130453 w 374099"/>
                <a:gd name="connsiteY0" fmla="*/ 374525 h 487549"/>
                <a:gd name="connsiteX1" fmla="*/ 130453 w 374099"/>
                <a:gd name="connsiteY1" fmla="*/ 286866 h 487549"/>
                <a:gd name="connsiteX2" fmla="*/ 339194 w 374099"/>
                <a:gd name="connsiteY2" fmla="*/ 286866 h 487549"/>
                <a:gd name="connsiteX3" fmla="*/ 339194 w 374099"/>
                <a:gd name="connsiteY3" fmla="*/ 173847 h 487549"/>
                <a:gd name="connsiteX4" fmla="*/ 130453 w 374099"/>
                <a:gd name="connsiteY4" fmla="*/ 173847 h 487549"/>
                <a:gd name="connsiteX5" fmla="*/ 130453 w 374099"/>
                <a:gd name="connsiteY5" fmla="*/ 113014 h 487549"/>
                <a:gd name="connsiteX6" fmla="*/ 360657 w 374099"/>
                <a:gd name="connsiteY6" fmla="*/ 113014 h 487549"/>
                <a:gd name="connsiteX7" fmla="*/ 360657 w 374099"/>
                <a:gd name="connsiteY7" fmla="*/ 0 h 487549"/>
                <a:gd name="connsiteX8" fmla="*/ 0 w 374099"/>
                <a:gd name="connsiteY8" fmla="*/ 0 h 487549"/>
                <a:gd name="connsiteX9" fmla="*/ 0 w 374099"/>
                <a:gd name="connsiteY9" fmla="*/ 487549 h 487549"/>
                <a:gd name="connsiteX10" fmla="*/ 374100 w 374099"/>
                <a:gd name="connsiteY10" fmla="*/ 487549 h 487549"/>
                <a:gd name="connsiteX11" fmla="*/ 374100 w 374099"/>
                <a:gd name="connsiteY11" fmla="*/ 374525 h 48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99" h="487549">
                  <a:moveTo>
                    <a:pt x="130453" y="374525"/>
                  </a:moveTo>
                  <a:lnTo>
                    <a:pt x="130453" y="286866"/>
                  </a:lnTo>
                  <a:lnTo>
                    <a:pt x="339194" y="286866"/>
                  </a:lnTo>
                  <a:lnTo>
                    <a:pt x="339194" y="173847"/>
                  </a:lnTo>
                  <a:lnTo>
                    <a:pt x="130453" y="173847"/>
                  </a:lnTo>
                  <a:lnTo>
                    <a:pt x="130453" y="113014"/>
                  </a:lnTo>
                  <a:lnTo>
                    <a:pt x="360657" y="113014"/>
                  </a:lnTo>
                  <a:lnTo>
                    <a:pt x="360657" y="0"/>
                  </a:lnTo>
                  <a:lnTo>
                    <a:pt x="0" y="0"/>
                  </a:lnTo>
                  <a:lnTo>
                    <a:pt x="0" y="487549"/>
                  </a:lnTo>
                  <a:lnTo>
                    <a:pt x="374100" y="487549"/>
                  </a:lnTo>
                  <a:lnTo>
                    <a:pt x="374100" y="374525"/>
                  </a:lnTo>
                  <a:close/>
                </a:path>
              </a:pathLst>
            </a:custGeom>
            <a:solidFill>
              <a:schemeClr val="bg1"/>
            </a:solidFill>
            <a:ln w="544" cap="flat">
              <a:noFill/>
              <a:prstDash val="solid"/>
              <a:miter/>
            </a:ln>
          </p:spPr>
          <p:txBody>
            <a:bodyPr rtlCol="0" anchor="ctr"/>
            <a:lstStyle/>
            <a:p>
              <a:endParaRPr lang="en-US" sz="1610"/>
            </a:p>
          </p:txBody>
        </p:sp>
        <p:grpSp>
          <p:nvGrpSpPr>
            <p:cNvPr id="8" name="Grafik 3">
              <a:extLst>
                <a:ext uri="{FF2B5EF4-FFF2-40B4-BE49-F238E27FC236}">
                  <a16:creationId xmlns:a16="http://schemas.microsoft.com/office/drawing/2014/main" id="{786F8801-3ED5-AAE5-DDC0-EECB47FD737D}"/>
                </a:ext>
              </a:extLst>
            </p:cNvPr>
            <p:cNvGrpSpPr/>
            <p:nvPr/>
          </p:nvGrpSpPr>
          <p:grpSpPr bwMode="white">
            <a:xfrm>
              <a:off x="8406938" y="1412776"/>
              <a:ext cx="3126953" cy="2069679"/>
              <a:chOff x="8406938" y="1412776"/>
              <a:chExt cx="3126953" cy="2069679"/>
            </a:xfrm>
            <a:solidFill>
              <a:srgbClr val="020203"/>
            </a:solidFill>
          </p:grpSpPr>
          <p:sp>
            <p:nvSpPr>
              <p:cNvPr id="11" name="Freihandform: Form 10">
                <a:extLst>
                  <a:ext uri="{FF2B5EF4-FFF2-40B4-BE49-F238E27FC236}">
                    <a16:creationId xmlns:a16="http://schemas.microsoft.com/office/drawing/2014/main" id="{9D26C9A5-C406-A351-12E0-BE3BF31CB911}"/>
                  </a:ext>
                </a:extLst>
              </p:cNvPr>
              <p:cNvSpPr/>
              <p:nvPr/>
            </p:nvSpPr>
            <p:spPr bwMode="white">
              <a:xfrm>
                <a:off x="9260583" y="1897439"/>
                <a:ext cx="420754" cy="503670"/>
              </a:xfrm>
              <a:custGeom>
                <a:avLst/>
                <a:gdLst>
                  <a:gd name="connsiteX0" fmla="*/ 370539 w 420754"/>
                  <a:gd name="connsiteY0" fmla="*/ 236258 h 503670"/>
                  <a:gd name="connsiteX1" fmla="*/ 234140 w 420754"/>
                  <a:gd name="connsiteY1" fmla="*/ 183446 h 503670"/>
                  <a:gd name="connsiteX2" fmla="*/ 212602 w 420754"/>
                  <a:gd name="connsiteY2" fmla="*/ 179411 h 503670"/>
                  <a:gd name="connsiteX3" fmla="*/ 159941 w 420754"/>
                  <a:gd name="connsiteY3" fmla="*/ 161607 h 503670"/>
                  <a:gd name="connsiteX4" fmla="*/ 147582 w 420754"/>
                  <a:gd name="connsiteY4" fmla="*/ 139083 h 503670"/>
                  <a:gd name="connsiteX5" fmla="*/ 157997 w 420754"/>
                  <a:gd name="connsiteY5" fmla="*/ 116891 h 503670"/>
                  <a:gd name="connsiteX6" fmla="*/ 195108 w 420754"/>
                  <a:gd name="connsiteY6" fmla="*/ 107656 h 503670"/>
                  <a:gd name="connsiteX7" fmla="*/ 246522 w 420754"/>
                  <a:gd name="connsiteY7" fmla="*/ 121328 h 503670"/>
                  <a:gd name="connsiteX8" fmla="*/ 274246 w 420754"/>
                  <a:gd name="connsiteY8" fmla="*/ 156582 h 503670"/>
                  <a:gd name="connsiteX9" fmla="*/ 277883 w 420754"/>
                  <a:gd name="connsiteY9" fmla="*/ 166175 h 503670"/>
                  <a:gd name="connsiteX10" fmla="*/ 403550 w 420754"/>
                  <a:gd name="connsiteY10" fmla="*/ 134956 h 503670"/>
                  <a:gd name="connsiteX11" fmla="*/ 398394 w 420754"/>
                  <a:gd name="connsiteY11" fmla="*/ 122553 h 503670"/>
                  <a:gd name="connsiteX12" fmla="*/ 369864 w 420754"/>
                  <a:gd name="connsiteY12" fmla="*/ 74776 h 503670"/>
                  <a:gd name="connsiteX13" fmla="*/ 326634 w 420754"/>
                  <a:gd name="connsiteY13" fmla="*/ 35831 h 503670"/>
                  <a:gd name="connsiteX14" fmla="*/ 268463 w 420754"/>
                  <a:gd name="connsiteY14" fmla="*/ 9539 h 503670"/>
                  <a:gd name="connsiteX15" fmla="*/ 195108 w 420754"/>
                  <a:gd name="connsiteY15" fmla="*/ 0 h 503670"/>
                  <a:gd name="connsiteX16" fmla="*/ 126130 w 420754"/>
                  <a:gd name="connsiteY16" fmla="*/ 9201 h 503670"/>
                  <a:gd name="connsiteX17" fmla="*/ 70192 w 420754"/>
                  <a:gd name="connsiteY17" fmla="*/ 37034 h 503670"/>
                  <a:gd name="connsiteX18" fmla="*/ 33049 w 420754"/>
                  <a:gd name="connsiteY18" fmla="*/ 83020 h 503670"/>
                  <a:gd name="connsiteX19" fmla="*/ 19802 w 420754"/>
                  <a:gd name="connsiteY19" fmla="*/ 144457 h 503670"/>
                  <a:gd name="connsiteX20" fmla="*/ 32401 w 420754"/>
                  <a:gd name="connsiteY20" fmla="*/ 204266 h 503670"/>
                  <a:gd name="connsiteX21" fmla="*/ 69740 w 420754"/>
                  <a:gd name="connsiteY21" fmla="*/ 248329 h 503670"/>
                  <a:gd name="connsiteX22" fmla="*/ 128215 w 420754"/>
                  <a:gd name="connsiteY22" fmla="*/ 278171 h 503670"/>
                  <a:gd name="connsiteX23" fmla="*/ 205736 w 420754"/>
                  <a:gd name="connsiteY23" fmla="*/ 298082 h 503670"/>
                  <a:gd name="connsiteX24" fmla="*/ 227253 w 420754"/>
                  <a:gd name="connsiteY24" fmla="*/ 302117 h 503670"/>
                  <a:gd name="connsiteX25" fmla="*/ 278982 w 420754"/>
                  <a:gd name="connsiteY25" fmla="*/ 322147 h 503670"/>
                  <a:gd name="connsiteX26" fmla="*/ 292294 w 420754"/>
                  <a:gd name="connsiteY26" fmla="*/ 351848 h 503670"/>
                  <a:gd name="connsiteX27" fmla="*/ 278471 w 420754"/>
                  <a:gd name="connsiteY27" fmla="*/ 382719 h 503670"/>
                  <a:gd name="connsiteX28" fmla="*/ 232017 w 420754"/>
                  <a:gd name="connsiteY28" fmla="*/ 396020 h 503670"/>
                  <a:gd name="connsiteX29" fmla="*/ 165870 w 420754"/>
                  <a:gd name="connsiteY29" fmla="*/ 376261 h 503670"/>
                  <a:gd name="connsiteX30" fmla="*/ 128128 w 420754"/>
                  <a:gd name="connsiteY30" fmla="*/ 323187 h 503670"/>
                  <a:gd name="connsiteX31" fmla="*/ 124644 w 420754"/>
                  <a:gd name="connsiteY31" fmla="*/ 313256 h 503670"/>
                  <a:gd name="connsiteX32" fmla="*/ 0 w 420754"/>
                  <a:gd name="connsiteY32" fmla="*/ 344432 h 503670"/>
                  <a:gd name="connsiteX33" fmla="*/ 4372 w 420754"/>
                  <a:gd name="connsiteY33" fmla="*/ 356454 h 503670"/>
                  <a:gd name="connsiteX34" fmla="*/ 35864 w 420754"/>
                  <a:gd name="connsiteY34" fmla="*/ 414493 h 503670"/>
                  <a:gd name="connsiteX35" fmla="*/ 84843 w 420754"/>
                  <a:gd name="connsiteY35" fmla="*/ 461339 h 503670"/>
                  <a:gd name="connsiteX36" fmla="*/ 150092 w 420754"/>
                  <a:gd name="connsiteY36" fmla="*/ 492406 h 503670"/>
                  <a:gd name="connsiteX37" fmla="*/ 232017 w 420754"/>
                  <a:gd name="connsiteY37" fmla="*/ 503671 h 503670"/>
                  <a:gd name="connsiteX38" fmla="*/ 307017 w 420754"/>
                  <a:gd name="connsiteY38" fmla="*/ 492722 h 503670"/>
                  <a:gd name="connsiteX39" fmla="*/ 366750 w 420754"/>
                  <a:gd name="connsiteY39" fmla="*/ 461535 h 503670"/>
                  <a:gd name="connsiteX40" fmla="*/ 406484 w 420754"/>
                  <a:gd name="connsiteY40" fmla="*/ 411956 h 503670"/>
                  <a:gd name="connsiteX41" fmla="*/ 420755 w 420754"/>
                  <a:gd name="connsiteY41" fmla="*/ 346479 h 503670"/>
                  <a:gd name="connsiteX42" fmla="*/ 370539 w 420754"/>
                  <a:gd name="connsiteY42" fmla="*/ 236258 h 5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54" h="503670">
                    <a:moveTo>
                      <a:pt x="370539" y="236258"/>
                    </a:moveTo>
                    <a:cubicBezTo>
                      <a:pt x="338792" y="212226"/>
                      <a:pt x="292910" y="194460"/>
                      <a:pt x="234140" y="183446"/>
                    </a:cubicBezTo>
                    <a:lnTo>
                      <a:pt x="212602" y="179411"/>
                    </a:lnTo>
                    <a:cubicBezTo>
                      <a:pt x="187611" y="174821"/>
                      <a:pt x="169894" y="168843"/>
                      <a:pt x="159941" y="161607"/>
                    </a:cubicBezTo>
                    <a:cubicBezTo>
                      <a:pt x="151616" y="155586"/>
                      <a:pt x="147582" y="148208"/>
                      <a:pt x="147582" y="139083"/>
                    </a:cubicBezTo>
                    <a:cubicBezTo>
                      <a:pt x="147582" y="129718"/>
                      <a:pt x="150979" y="122471"/>
                      <a:pt x="157997" y="116891"/>
                    </a:cubicBezTo>
                    <a:cubicBezTo>
                      <a:pt x="165691" y="110760"/>
                      <a:pt x="178181" y="107656"/>
                      <a:pt x="195108" y="107656"/>
                    </a:cubicBezTo>
                    <a:cubicBezTo>
                      <a:pt x="216288" y="107656"/>
                      <a:pt x="233596" y="112268"/>
                      <a:pt x="246522" y="121328"/>
                    </a:cubicBezTo>
                    <a:cubicBezTo>
                      <a:pt x="259692" y="130584"/>
                      <a:pt x="268757" y="142099"/>
                      <a:pt x="274246" y="156582"/>
                    </a:cubicBezTo>
                    <a:lnTo>
                      <a:pt x="277883" y="166175"/>
                    </a:lnTo>
                    <a:lnTo>
                      <a:pt x="403550" y="134956"/>
                    </a:lnTo>
                    <a:lnTo>
                      <a:pt x="398394" y="122553"/>
                    </a:lnTo>
                    <a:cubicBezTo>
                      <a:pt x="391278" y="105549"/>
                      <a:pt x="381695" y="89466"/>
                      <a:pt x="369864" y="74776"/>
                    </a:cubicBezTo>
                    <a:cubicBezTo>
                      <a:pt x="357984" y="60043"/>
                      <a:pt x="343452" y="46944"/>
                      <a:pt x="326634" y="35831"/>
                    </a:cubicBezTo>
                    <a:cubicBezTo>
                      <a:pt x="309815" y="24708"/>
                      <a:pt x="290242" y="15855"/>
                      <a:pt x="268463" y="9539"/>
                    </a:cubicBezTo>
                    <a:cubicBezTo>
                      <a:pt x="246718" y="3212"/>
                      <a:pt x="222032" y="0"/>
                      <a:pt x="195108" y="0"/>
                    </a:cubicBezTo>
                    <a:cubicBezTo>
                      <a:pt x="170444" y="0"/>
                      <a:pt x="147233" y="3093"/>
                      <a:pt x="126130" y="9201"/>
                    </a:cubicBezTo>
                    <a:cubicBezTo>
                      <a:pt x="104635" y="15419"/>
                      <a:pt x="85818" y="24773"/>
                      <a:pt x="70192" y="37034"/>
                    </a:cubicBezTo>
                    <a:cubicBezTo>
                      <a:pt x="54337" y="49481"/>
                      <a:pt x="41847" y="64954"/>
                      <a:pt x="33049" y="83020"/>
                    </a:cubicBezTo>
                    <a:cubicBezTo>
                      <a:pt x="24272" y="101085"/>
                      <a:pt x="19802" y="121758"/>
                      <a:pt x="19802" y="144457"/>
                    </a:cubicBezTo>
                    <a:cubicBezTo>
                      <a:pt x="19802" y="167177"/>
                      <a:pt x="24033" y="187295"/>
                      <a:pt x="32401" y="204266"/>
                    </a:cubicBezTo>
                    <a:cubicBezTo>
                      <a:pt x="40780" y="221280"/>
                      <a:pt x="53352" y="236111"/>
                      <a:pt x="69740" y="248329"/>
                    </a:cubicBezTo>
                    <a:cubicBezTo>
                      <a:pt x="85617" y="260188"/>
                      <a:pt x="105288" y="270227"/>
                      <a:pt x="128215" y="278171"/>
                    </a:cubicBezTo>
                    <a:cubicBezTo>
                      <a:pt x="150527" y="285919"/>
                      <a:pt x="176613" y="292627"/>
                      <a:pt x="205736" y="298082"/>
                    </a:cubicBezTo>
                    <a:lnTo>
                      <a:pt x="227253" y="302117"/>
                    </a:lnTo>
                    <a:cubicBezTo>
                      <a:pt x="251852" y="306619"/>
                      <a:pt x="269237" y="313381"/>
                      <a:pt x="278982" y="322147"/>
                    </a:cubicBezTo>
                    <a:cubicBezTo>
                      <a:pt x="287933" y="330222"/>
                      <a:pt x="292294" y="339951"/>
                      <a:pt x="292294" y="351848"/>
                    </a:cubicBezTo>
                    <a:cubicBezTo>
                      <a:pt x="292294" y="363848"/>
                      <a:pt x="287781" y="373953"/>
                      <a:pt x="278471" y="382719"/>
                    </a:cubicBezTo>
                    <a:cubicBezTo>
                      <a:pt x="269095" y="391528"/>
                      <a:pt x="253480" y="396020"/>
                      <a:pt x="232017" y="396020"/>
                    </a:cubicBezTo>
                    <a:cubicBezTo>
                      <a:pt x="205224" y="396020"/>
                      <a:pt x="182972" y="389356"/>
                      <a:pt x="165870" y="376261"/>
                    </a:cubicBezTo>
                    <a:cubicBezTo>
                      <a:pt x="148529" y="362938"/>
                      <a:pt x="135821" y="345085"/>
                      <a:pt x="128128" y="323187"/>
                    </a:cubicBezTo>
                    <a:lnTo>
                      <a:pt x="124644" y="313256"/>
                    </a:lnTo>
                    <a:lnTo>
                      <a:pt x="0" y="344432"/>
                    </a:lnTo>
                    <a:lnTo>
                      <a:pt x="4372" y="356454"/>
                    </a:lnTo>
                    <a:cubicBezTo>
                      <a:pt x="11880" y="377105"/>
                      <a:pt x="22459" y="396635"/>
                      <a:pt x="35864" y="414493"/>
                    </a:cubicBezTo>
                    <a:cubicBezTo>
                      <a:pt x="49307" y="432417"/>
                      <a:pt x="65782" y="448185"/>
                      <a:pt x="84843" y="461339"/>
                    </a:cubicBezTo>
                    <a:cubicBezTo>
                      <a:pt x="103878" y="474510"/>
                      <a:pt x="125825" y="484941"/>
                      <a:pt x="150092" y="492406"/>
                    </a:cubicBezTo>
                    <a:cubicBezTo>
                      <a:pt x="174353" y="499871"/>
                      <a:pt x="201903" y="503671"/>
                      <a:pt x="232017" y="503671"/>
                    </a:cubicBezTo>
                    <a:cubicBezTo>
                      <a:pt x="259033" y="503671"/>
                      <a:pt x="284264" y="499969"/>
                      <a:pt x="307017" y="492722"/>
                    </a:cubicBezTo>
                    <a:cubicBezTo>
                      <a:pt x="329933" y="485388"/>
                      <a:pt x="350040" y="474907"/>
                      <a:pt x="366750" y="461535"/>
                    </a:cubicBezTo>
                    <a:cubicBezTo>
                      <a:pt x="383677" y="448005"/>
                      <a:pt x="397065" y="431306"/>
                      <a:pt x="406484" y="411956"/>
                    </a:cubicBezTo>
                    <a:cubicBezTo>
                      <a:pt x="415947" y="392568"/>
                      <a:pt x="420755" y="370528"/>
                      <a:pt x="420755" y="346479"/>
                    </a:cubicBezTo>
                    <a:cubicBezTo>
                      <a:pt x="420749" y="298578"/>
                      <a:pt x="403866" y="261489"/>
                      <a:pt x="370539" y="236258"/>
                    </a:cubicBezTo>
                  </a:path>
                </a:pathLst>
              </a:custGeom>
              <a:solidFill>
                <a:schemeClr val="bg1"/>
              </a:solidFill>
              <a:ln w="544" cap="flat">
                <a:noFill/>
                <a:prstDash val="solid"/>
                <a:miter/>
              </a:ln>
            </p:spPr>
            <p:txBody>
              <a:bodyPr rtlCol="0" anchor="ctr"/>
              <a:lstStyle/>
              <a:p>
                <a:endParaRPr lang="en-US" sz="1610"/>
              </a:p>
            </p:txBody>
          </p:sp>
          <p:sp>
            <p:nvSpPr>
              <p:cNvPr id="12" name="Freihandform: Form 11">
                <a:extLst>
                  <a:ext uri="{FF2B5EF4-FFF2-40B4-BE49-F238E27FC236}">
                    <a16:creationId xmlns:a16="http://schemas.microsoft.com/office/drawing/2014/main" id="{BE236966-818C-B8CA-C439-B7B0D310C945}"/>
                  </a:ext>
                </a:extLst>
              </p:cNvPr>
              <p:cNvSpPr/>
              <p:nvPr/>
            </p:nvSpPr>
            <p:spPr bwMode="white">
              <a:xfrm>
                <a:off x="10141082" y="1897461"/>
                <a:ext cx="504993" cy="503638"/>
              </a:xfrm>
              <a:custGeom>
                <a:avLst/>
                <a:gdLst>
                  <a:gd name="connsiteX0" fmla="*/ 202170 w 504993"/>
                  <a:gd name="connsiteY0" fmla="*/ 123081 h 503638"/>
                  <a:gd name="connsiteX1" fmla="*/ 252516 w 504993"/>
                  <a:gd name="connsiteY1" fmla="*/ 113030 h 503638"/>
                  <a:gd name="connsiteX2" fmla="*/ 302841 w 504993"/>
                  <a:gd name="connsiteY2" fmla="*/ 123081 h 503638"/>
                  <a:gd name="connsiteX3" fmla="*/ 341111 w 504993"/>
                  <a:gd name="connsiteY3" fmla="*/ 151317 h 503638"/>
                  <a:gd name="connsiteX4" fmla="*/ 365742 w 504993"/>
                  <a:gd name="connsiteY4" fmla="*/ 195146 h 503638"/>
                  <a:gd name="connsiteX5" fmla="*/ 374541 w 504993"/>
                  <a:gd name="connsiteY5" fmla="*/ 251830 h 503638"/>
                  <a:gd name="connsiteX6" fmla="*/ 365742 w 504993"/>
                  <a:gd name="connsiteY6" fmla="*/ 308514 h 503638"/>
                  <a:gd name="connsiteX7" fmla="*/ 341111 w 504993"/>
                  <a:gd name="connsiteY7" fmla="*/ 352321 h 503638"/>
                  <a:gd name="connsiteX8" fmla="*/ 302841 w 504993"/>
                  <a:gd name="connsiteY8" fmla="*/ 380557 h 503638"/>
                  <a:gd name="connsiteX9" fmla="*/ 252516 w 504993"/>
                  <a:gd name="connsiteY9" fmla="*/ 390635 h 503638"/>
                  <a:gd name="connsiteX10" fmla="*/ 202170 w 504993"/>
                  <a:gd name="connsiteY10" fmla="*/ 380557 h 503638"/>
                  <a:gd name="connsiteX11" fmla="*/ 163899 w 504993"/>
                  <a:gd name="connsiteY11" fmla="*/ 352321 h 503638"/>
                  <a:gd name="connsiteX12" fmla="*/ 139257 w 504993"/>
                  <a:gd name="connsiteY12" fmla="*/ 308514 h 503638"/>
                  <a:gd name="connsiteX13" fmla="*/ 130480 w 504993"/>
                  <a:gd name="connsiteY13" fmla="*/ 251830 h 503638"/>
                  <a:gd name="connsiteX14" fmla="*/ 139257 w 504993"/>
                  <a:gd name="connsiteY14" fmla="*/ 195146 h 503638"/>
                  <a:gd name="connsiteX15" fmla="*/ 163899 w 504993"/>
                  <a:gd name="connsiteY15" fmla="*/ 151317 h 503638"/>
                  <a:gd name="connsiteX16" fmla="*/ 202170 w 504993"/>
                  <a:gd name="connsiteY16" fmla="*/ 123081 h 503638"/>
                  <a:gd name="connsiteX17" fmla="*/ 432439 w 504993"/>
                  <a:gd name="connsiteY17" fmla="*/ 70127 h 503638"/>
                  <a:gd name="connsiteX18" fmla="*/ 352414 w 504993"/>
                  <a:gd name="connsiteY18" fmla="*/ 18261 h 503638"/>
                  <a:gd name="connsiteX19" fmla="*/ 252511 w 504993"/>
                  <a:gd name="connsiteY19" fmla="*/ 0 h 503638"/>
                  <a:gd name="connsiteX20" fmla="*/ 152585 w 504993"/>
                  <a:gd name="connsiteY20" fmla="*/ 18261 h 503638"/>
                  <a:gd name="connsiteX21" fmla="*/ 72550 w 504993"/>
                  <a:gd name="connsiteY21" fmla="*/ 70127 h 503638"/>
                  <a:gd name="connsiteX22" fmla="*/ 19334 w 504993"/>
                  <a:gd name="connsiteY22" fmla="*/ 150054 h 503638"/>
                  <a:gd name="connsiteX23" fmla="*/ 0 w 504993"/>
                  <a:gd name="connsiteY23" fmla="*/ 251835 h 503638"/>
                  <a:gd name="connsiteX24" fmla="*/ 19356 w 504993"/>
                  <a:gd name="connsiteY24" fmla="*/ 353955 h 503638"/>
                  <a:gd name="connsiteX25" fmla="*/ 72550 w 504993"/>
                  <a:gd name="connsiteY25" fmla="*/ 433544 h 503638"/>
                  <a:gd name="connsiteX26" fmla="*/ 152585 w 504993"/>
                  <a:gd name="connsiteY26" fmla="*/ 485388 h 503638"/>
                  <a:gd name="connsiteX27" fmla="*/ 252511 w 504993"/>
                  <a:gd name="connsiteY27" fmla="*/ 503638 h 503638"/>
                  <a:gd name="connsiteX28" fmla="*/ 352414 w 504993"/>
                  <a:gd name="connsiteY28" fmla="*/ 485388 h 503638"/>
                  <a:gd name="connsiteX29" fmla="*/ 432439 w 504993"/>
                  <a:gd name="connsiteY29" fmla="*/ 433544 h 503638"/>
                  <a:gd name="connsiteX30" fmla="*/ 485633 w 504993"/>
                  <a:gd name="connsiteY30" fmla="*/ 353955 h 503638"/>
                  <a:gd name="connsiteX31" fmla="*/ 504994 w 504993"/>
                  <a:gd name="connsiteY31" fmla="*/ 251835 h 503638"/>
                  <a:gd name="connsiteX32" fmla="*/ 485655 w 504993"/>
                  <a:gd name="connsiteY32" fmla="*/ 150054 h 503638"/>
                  <a:gd name="connsiteX33" fmla="*/ 432439 w 504993"/>
                  <a:gd name="connsiteY33" fmla="*/ 70127 h 5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93" h="503638">
                    <a:moveTo>
                      <a:pt x="202170" y="123081"/>
                    </a:moveTo>
                    <a:cubicBezTo>
                      <a:pt x="217153" y="116406"/>
                      <a:pt x="234091" y="113030"/>
                      <a:pt x="252516" y="113030"/>
                    </a:cubicBezTo>
                    <a:cubicBezTo>
                      <a:pt x="270897" y="113030"/>
                      <a:pt x="287857" y="116406"/>
                      <a:pt x="302841" y="123081"/>
                    </a:cubicBezTo>
                    <a:cubicBezTo>
                      <a:pt x="317759" y="129767"/>
                      <a:pt x="330652" y="139252"/>
                      <a:pt x="341111" y="151317"/>
                    </a:cubicBezTo>
                    <a:cubicBezTo>
                      <a:pt x="351690" y="163556"/>
                      <a:pt x="360004" y="178306"/>
                      <a:pt x="365742" y="195146"/>
                    </a:cubicBezTo>
                    <a:cubicBezTo>
                      <a:pt x="371590" y="212226"/>
                      <a:pt x="374541" y="231282"/>
                      <a:pt x="374541" y="251830"/>
                    </a:cubicBezTo>
                    <a:cubicBezTo>
                      <a:pt x="374541" y="272351"/>
                      <a:pt x="371590" y="291434"/>
                      <a:pt x="365742" y="308514"/>
                    </a:cubicBezTo>
                    <a:cubicBezTo>
                      <a:pt x="360004" y="325332"/>
                      <a:pt x="351690" y="340082"/>
                      <a:pt x="341111" y="352321"/>
                    </a:cubicBezTo>
                    <a:cubicBezTo>
                      <a:pt x="330630" y="364408"/>
                      <a:pt x="317759" y="373893"/>
                      <a:pt x="302841" y="380557"/>
                    </a:cubicBezTo>
                    <a:cubicBezTo>
                      <a:pt x="287857" y="387232"/>
                      <a:pt x="270897" y="390635"/>
                      <a:pt x="252516" y="390635"/>
                    </a:cubicBezTo>
                    <a:cubicBezTo>
                      <a:pt x="234091" y="390635"/>
                      <a:pt x="217153" y="387238"/>
                      <a:pt x="202170" y="380557"/>
                    </a:cubicBezTo>
                    <a:cubicBezTo>
                      <a:pt x="187230" y="373893"/>
                      <a:pt x="174358" y="364387"/>
                      <a:pt x="163899" y="352321"/>
                    </a:cubicBezTo>
                    <a:cubicBezTo>
                      <a:pt x="153288" y="340082"/>
                      <a:pt x="145006" y="325354"/>
                      <a:pt x="139257" y="308514"/>
                    </a:cubicBezTo>
                    <a:cubicBezTo>
                      <a:pt x="133420" y="291456"/>
                      <a:pt x="130480" y="272400"/>
                      <a:pt x="130480" y="251830"/>
                    </a:cubicBezTo>
                    <a:cubicBezTo>
                      <a:pt x="130480" y="231266"/>
                      <a:pt x="133420" y="212182"/>
                      <a:pt x="139257" y="195146"/>
                    </a:cubicBezTo>
                    <a:cubicBezTo>
                      <a:pt x="145006" y="178306"/>
                      <a:pt x="153288" y="163556"/>
                      <a:pt x="163899" y="151317"/>
                    </a:cubicBezTo>
                    <a:cubicBezTo>
                      <a:pt x="174358" y="139257"/>
                      <a:pt x="187230" y="129773"/>
                      <a:pt x="202170" y="123081"/>
                    </a:cubicBezTo>
                    <a:moveTo>
                      <a:pt x="432439" y="70127"/>
                    </a:moveTo>
                    <a:cubicBezTo>
                      <a:pt x="409947" y="47869"/>
                      <a:pt x="383034" y="30435"/>
                      <a:pt x="352414" y="18261"/>
                    </a:cubicBezTo>
                    <a:cubicBezTo>
                      <a:pt x="321848" y="6152"/>
                      <a:pt x="288249" y="0"/>
                      <a:pt x="252511" y="0"/>
                    </a:cubicBezTo>
                    <a:cubicBezTo>
                      <a:pt x="216756" y="0"/>
                      <a:pt x="183130" y="6152"/>
                      <a:pt x="152585" y="18261"/>
                    </a:cubicBezTo>
                    <a:cubicBezTo>
                      <a:pt x="121965" y="30435"/>
                      <a:pt x="95041" y="47864"/>
                      <a:pt x="72550" y="70127"/>
                    </a:cubicBezTo>
                    <a:cubicBezTo>
                      <a:pt x="50096" y="92352"/>
                      <a:pt x="32183" y="119248"/>
                      <a:pt x="19334" y="150054"/>
                    </a:cubicBezTo>
                    <a:cubicBezTo>
                      <a:pt x="6506" y="180870"/>
                      <a:pt x="0" y="215106"/>
                      <a:pt x="0" y="251835"/>
                    </a:cubicBezTo>
                    <a:cubicBezTo>
                      <a:pt x="0" y="289055"/>
                      <a:pt x="6523" y="323389"/>
                      <a:pt x="19356" y="353955"/>
                    </a:cubicBezTo>
                    <a:cubicBezTo>
                      <a:pt x="32183" y="384532"/>
                      <a:pt x="50096" y="411303"/>
                      <a:pt x="72550" y="433544"/>
                    </a:cubicBezTo>
                    <a:cubicBezTo>
                      <a:pt x="95063" y="455791"/>
                      <a:pt x="121987" y="473257"/>
                      <a:pt x="152585" y="485388"/>
                    </a:cubicBezTo>
                    <a:cubicBezTo>
                      <a:pt x="183130" y="497497"/>
                      <a:pt x="216729" y="503638"/>
                      <a:pt x="252511" y="503638"/>
                    </a:cubicBezTo>
                    <a:cubicBezTo>
                      <a:pt x="288244" y="503638"/>
                      <a:pt x="321870" y="497497"/>
                      <a:pt x="352414" y="485388"/>
                    </a:cubicBezTo>
                    <a:cubicBezTo>
                      <a:pt x="383013" y="473235"/>
                      <a:pt x="409947" y="455796"/>
                      <a:pt x="432439" y="433544"/>
                    </a:cubicBezTo>
                    <a:cubicBezTo>
                      <a:pt x="454882" y="411330"/>
                      <a:pt x="472783" y="384554"/>
                      <a:pt x="485633" y="353955"/>
                    </a:cubicBezTo>
                    <a:cubicBezTo>
                      <a:pt x="498482" y="323345"/>
                      <a:pt x="504994" y="289011"/>
                      <a:pt x="504994" y="251835"/>
                    </a:cubicBezTo>
                    <a:cubicBezTo>
                      <a:pt x="504994" y="215128"/>
                      <a:pt x="498482" y="180892"/>
                      <a:pt x="485655" y="150054"/>
                    </a:cubicBezTo>
                    <a:cubicBezTo>
                      <a:pt x="472783" y="119248"/>
                      <a:pt x="454882" y="92341"/>
                      <a:pt x="432439" y="70127"/>
                    </a:cubicBezTo>
                  </a:path>
                </a:pathLst>
              </a:custGeom>
              <a:solidFill>
                <a:schemeClr val="bg1"/>
              </a:solidFill>
              <a:ln w="544" cap="flat">
                <a:noFill/>
                <a:prstDash val="solid"/>
                <a:miter/>
              </a:ln>
            </p:spPr>
            <p:txBody>
              <a:bodyPr rtlCol="0" anchor="ctr"/>
              <a:lstStyle/>
              <a:p>
                <a:endParaRPr lang="en-US" sz="1610"/>
              </a:p>
            </p:txBody>
          </p:sp>
          <p:sp>
            <p:nvSpPr>
              <p:cNvPr id="13" name="Freihandform: Form 12">
                <a:extLst>
                  <a:ext uri="{FF2B5EF4-FFF2-40B4-BE49-F238E27FC236}">
                    <a16:creationId xmlns:a16="http://schemas.microsoft.com/office/drawing/2014/main" id="{D295C014-70F5-0E75-146B-605E993DD2CC}"/>
                  </a:ext>
                </a:extLst>
              </p:cNvPr>
              <p:cNvSpPr/>
              <p:nvPr/>
            </p:nvSpPr>
            <p:spPr bwMode="white">
              <a:xfrm>
                <a:off x="10688396" y="1905514"/>
                <a:ext cx="423313" cy="487527"/>
              </a:xfrm>
              <a:custGeom>
                <a:avLst/>
                <a:gdLst>
                  <a:gd name="connsiteX0" fmla="*/ 267130 w 423313"/>
                  <a:gd name="connsiteY0" fmla="*/ 152509 h 487527"/>
                  <a:gd name="connsiteX1" fmla="*/ 255734 w 423313"/>
                  <a:gd name="connsiteY1" fmla="*/ 180571 h 487527"/>
                  <a:gd name="connsiteX2" fmla="*/ 218928 w 423313"/>
                  <a:gd name="connsiteY2" fmla="*/ 191956 h 487527"/>
                  <a:gd name="connsiteX3" fmla="*/ 130470 w 423313"/>
                  <a:gd name="connsiteY3" fmla="*/ 191956 h 487527"/>
                  <a:gd name="connsiteX4" fmla="*/ 130470 w 423313"/>
                  <a:gd name="connsiteY4" fmla="*/ 113025 h 487527"/>
                  <a:gd name="connsiteX5" fmla="*/ 218928 w 423313"/>
                  <a:gd name="connsiteY5" fmla="*/ 113025 h 487527"/>
                  <a:gd name="connsiteX6" fmla="*/ 255734 w 423313"/>
                  <a:gd name="connsiteY6" fmla="*/ 124410 h 487527"/>
                  <a:gd name="connsiteX7" fmla="*/ 267130 w 423313"/>
                  <a:gd name="connsiteY7" fmla="*/ 152509 h 487527"/>
                  <a:gd name="connsiteX8" fmla="*/ 372058 w 423313"/>
                  <a:gd name="connsiteY8" fmla="*/ 230650 h 487527"/>
                  <a:gd name="connsiteX9" fmla="*/ 397588 w 423313"/>
                  <a:gd name="connsiteY9" fmla="*/ 147783 h 487527"/>
                  <a:gd name="connsiteX10" fmla="*/ 385523 w 423313"/>
                  <a:gd name="connsiteY10" fmla="*/ 88039 h 487527"/>
                  <a:gd name="connsiteX11" fmla="*/ 349877 w 423313"/>
                  <a:gd name="connsiteY11" fmla="*/ 40976 h 487527"/>
                  <a:gd name="connsiteX12" fmla="*/ 293291 w 423313"/>
                  <a:gd name="connsiteY12" fmla="*/ 10628 h 487527"/>
                  <a:gd name="connsiteX13" fmla="*/ 218928 w 423313"/>
                  <a:gd name="connsiteY13" fmla="*/ 0 h 487527"/>
                  <a:gd name="connsiteX14" fmla="*/ 0 w 423313"/>
                  <a:gd name="connsiteY14" fmla="*/ 0 h 487527"/>
                  <a:gd name="connsiteX15" fmla="*/ 0 w 423313"/>
                  <a:gd name="connsiteY15" fmla="*/ 487528 h 487527"/>
                  <a:gd name="connsiteX16" fmla="*/ 130464 w 423313"/>
                  <a:gd name="connsiteY16" fmla="*/ 487528 h 487527"/>
                  <a:gd name="connsiteX17" fmla="*/ 130464 w 423313"/>
                  <a:gd name="connsiteY17" fmla="*/ 304980 h 487527"/>
                  <a:gd name="connsiteX18" fmla="*/ 192870 w 423313"/>
                  <a:gd name="connsiteY18" fmla="*/ 304980 h 487527"/>
                  <a:gd name="connsiteX19" fmla="*/ 280126 w 423313"/>
                  <a:gd name="connsiteY19" fmla="*/ 487528 h 487527"/>
                  <a:gd name="connsiteX20" fmla="*/ 423314 w 423313"/>
                  <a:gd name="connsiteY20" fmla="*/ 487528 h 487527"/>
                  <a:gd name="connsiteX21" fmla="*/ 320079 w 423313"/>
                  <a:gd name="connsiteY21" fmla="*/ 276173 h 487527"/>
                  <a:gd name="connsiteX22" fmla="*/ 372058 w 423313"/>
                  <a:gd name="connsiteY22" fmla="*/ 23065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3313" h="487527">
                    <a:moveTo>
                      <a:pt x="267130" y="152509"/>
                    </a:moveTo>
                    <a:cubicBezTo>
                      <a:pt x="267130" y="163720"/>
                      <a:pt x="263416" y="172921"/>
                      <a:pt x="255734" y="180571"/>
                    </a:cubicBezTo>
                    <a:cubicBezTo>
                      <a:pt x="248193" y="188133"/>
                      <a:pt x="235790" y="191956"/>
                      <a:pt x="218928" y="191956"/>
                    </a:cubicBezTo>
                    <a:lnTo>
                      <a:pt x="130470" y="191956"/>
                    </a:lnTo>
                    <a:lnTo>
                      <a:pt x="130470" y="113025"/>
                    </a:lnTo>
                    <a:lnTo>
                      <a:pt x="218928" y="113025"/>
                    </a:lnTo>
                    <a:cubicBezTo>
                      <a:pt x="235790" y="113025"/>
                      <a:pt x="248193" y="116847"/>
                      <a:pt x="255734" y="124410"/>
                    </a:cubicBezTo>
                    <a:cubicBezTo>
                      <a:pt x="263416" y="132076"/>
                      <a:pt x="267130" y="141266"/>
                      <a:pt x="267130" y="152509"/>
                    </a:cubicBezTo>
                    <a:moveTo>
                      <a:pt x="372058" y="230650"/>
                    </a:moveTo>
                    <a:cubicBezTo>
                      <a:pt x="389007" y="208545"/>
                      <a:pt x="397588" y="180669"/>
                      <a:pt x="397588" y="147783"/>
                    </a:cubicBezTo>
                    <a:cubicBezTo>
                      <a:pt x="397588" y="126125"/>
                      <a:pt x="393532" y="106029"/>
                      <a:pt x="385523" y="88039"/>
                    </a:cubicBezTo>
                    <a:cubicBezTo>
                      <a:pt x="377448" y="69963"/>
                      <a:pt x="365459" y="54141"/>
                      <a:pt x="349877" y="40976"/>
                    </a:cubicBezTo>
                    <a:cubicBezTo>
                      <a:pt x="334468" y="27985"/>
                      <a:pt x="315423" y="17777"/>
                      <a:pt x="293291" y="10628"/>
                    </a:cubicBezTo>
                    <a:cubicBezTo>
                      <a:pt x="271447" y="3577"/>
                      <a:pt x="246424" y="0"/>
                      <a:pt x="218928" y="0"/>
                    </a:cubicBezTo>
                    <a:lnTo>
                      <a:pt x="0" y="0"/>
                    </a:lnTo>
                    <a:lnTo>
                      <a:pt x="0" y="487528"/>
                    </a:lnTo>
                    <a:lnTo>
                      <a:pt x="130464" y="487528"/>
                    </a:lnTo>
                    <a:lnTo>
                      <a:pt x="130464" y="304980"/>
                    </a:lnTo>
                    <a:lnTo>
                      <a:pt x="192870" y="304980"/>
                    </a:lnTo>
                    <a:lnTo>
                      <a:pt x="280126" y="487528"/>
                    </a:lnTo>
                    <a:lnTo>
                      <a:pt x="423314" y="487528"/>
                    </a:lnTo>
                    <a:lnTo>
                      <a:pt x="320079" y="276173"/>
                    </a:lnTo>
                    <a:cubicBezTo>
                      <a:pt x="340447" y="264407"/>
                      <a:pt x="357940" y="249086"/>
                      <a:pt x="372058" y="230650"/>
                    </a:cubicBezTo>
                  </a:path>
                </a:pathLst>
              </a:custGeom>
              <a:solidFill>
                <a:schemeClr val="bg1"/>
              </a:solidFill>
              <a:ln w="544" cap="flat">
                <a:noFill/>
                <a:prstDash val="solid"/>
                <a:miter/>
              </a:ln>
            </p:spPr>
            <p:txBody>
              <a:bodyPr rtlCol="0" anchor="ctr"/>
              <a:lstStyle/>
              <a:p>
                <a:endParaRPr lang="en-US" sz="1610"/>
              </a:p>
            </p:txBody>
          </p:sp>
          <p:sp>
            <p:nvSpPr>
              <p:cNvPr id="14" name="Freihandform: Form 13">
                <a:extLst>
                  <a:ext uri="{FF2B5EF4-FFF2-40B4-BE49-F238E27FC236}">
                    <a16:creationId xmlns:a16="http://schemas.microsoft.com/office/drawing/2014/main" id="{4E0FDEA2-6981-D656-DECC-86AA7418545F}"/>
                  </a:ext>
                </a:extLst>
              </p:cNvPr>
              <p:cNvSpPr/>
              <p:nvPr/>
            </p:nvSpPr>
            <p:spPr bwMode="white">
              <a:xfrm>
                <a:off x="11116845" y="1905514"/>
                <a:ext cx="417046" cy="487527"/>
              </a:xfrm>
              <a:custGeom>
                <a:avLst/>
                <a:gdLst>
                  <a:gd name="connsiteX0" fmla="*/ 0 w 417046"/>
                  <a:gd name="connsiteY0" fmla="*/ 113025 h 487527"/>
                  <a:gd name="connsiteX1" fmla="*/ 142965 w 417046"/>
                  <a:gd name="connsiteY1" fmla="*/ 113025 h 487527"/>
                  <a:gd name="connsiteX2" fmla="*/ 142965 w 417046"/>
                  <a:gd name="connsiteY2" fmla="*/ 487528 h 487527"/>
                  <a:gd name="connsiteX3" fmla="*/ 273423 w 417046"/>
                  <a:gd name="connsiteY3" fmla="*/ 487528 h 487527"/>
                  <a:gd name="connsiteX4" fmla="*/ 273423 w 417046"/>
                  <a:gd name="connsiteY4" fmla="*/ 113025 h 487527"/>
                  <a:gd name="connsiteX5" fmla="*/ 417047 w 417046"/>
                  <a:gd name="connsiteY5" fmla="*/ 113025 h 487527"/>
                  <a:gd name="connsiteX6" fmla="*/ 417047 w 417046"/>
                  <a:gd name="connsiteY6" fmla="*/ 0 h 487527"/>
                  <a:gd name="connsiteX7" fmla="*/ 0 w 417046"/>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46" h="487527">
                    <a:moveTo>
                      <a:pt x="0" y="113025"/>
                    </a:moveTo>
                    <a:lnTo>
                      <a:pt x="142965" y="113025"/>
                    </a:lnTo>
                    <a:lnTo>
                      <a:pt x="142965" y="487528"/>
                    </a:lnTo>
                    <a:lnTo>
                      <a:pt x="273423" y="487528"/>
                    </a:lnTo>
                    <a:lnTo>
                      <a:pt x="273423" y="113025"/>
                    </a:lnTo>
                    <a:lnTo>
                      <a:pt x="417047" y="113025"/>
                    </a:lnTo>
                    <a:lnTo>
                      <a:pt x="417047" y="0"/>
                    </a:lnTo>
                    <a:lnTo>
                      <a:pt x="0" y="0"/>
                    </a:lnTo>
                    <a:close/>
                  </a:path>
                </a:pathLst>
              </a:custGeom>
              <a:solidFill>
                <a:schemeClr val="bg1"/>
              </a:solidFill>
              <a:ln w="544" cap="flat">
                <a:noFill/>
                <a:prstDash val="solid"/>
                <a:miter/>
              </a:ln>
            </p:spPr>
            <p:txBody>
              <a:bodyPr rtlCol="0" anchor="ctr"/>
              <a:lstStyle/>
              <a:p>
                <a:endParaRPr lang="en-US" sz="1610"/>
              </a:p>
            </p:txBody>
          </p:sp>
          <p:sp>
            <p:nvSpPr>
              <p:cNvPr id="15" name="Freihandform: Form 14">
                <a:extLst>
                  <a:ext uri="{FF2B5EF4-FFF2-40B4-BE49-F238E27FC236}">
                    <a16:creationId xmlns:a16="http://schemas.microsoft.com/office/drawing/2014/main" id="{371989E0-84E1-E638-9512-210592531E4B}"/>
                  </a:ext>
                </a:extLst>
              </p:cNvPr>
              <p:cNvSpPr/>
              <p:nvPr/>
            </p:nvSpPr>
            <p:spPr bwMode="white">
              <a:xfrm>
                <a:off x="9724182" y="1905519"/>
                <a:ext cx="386851" cy="487527"/>
              </a:xfrm>
              <a:custGeom>
                <a:avLst/>
                <a:gdLst>
                  <a:gd name="connsiteX0" fmla="*/ 253687 w 386851"/>
                  <a:gd name="connsiteY0" fmla="*/ 154502 h 487527"/>
                  <a:gd name="connsiteX1" fmla="*/ 241730 w 386851"/>
                  <a:gd name="connsiteY1" fmla="*/ 184839 h 487527"/>
                  <a:gd name="connsiteX2" fmla="*/ 206182 w 386851"/>
                  <a:gd name="connsiteY2" fmla="*/ 196676 h 487527"/>
                  <a:gd name="connsiteX3" fmla="*/ 130464 w 386851"/>
                  <a:gd name="connsiteY3" fmla="*/ 196676 h 487527"/>
                  <a:gd name="connsiteX4" fmla="*/ 130464 w 386851"/>
                  <a:gd name="connsiteY4" fmla="*/ 113025 h 487527"/>
                  <a:gd name="connsiteX5" fmla="*/ 206182 w 386851"/>
                  <a:gd name="connsiteY5" fmla="*/ 113025 h 487527"/>
                  <a:gd name="connsiteX6" fmla="*/ 241806 w 386851"/>
                  <a:gd name="connsiteY6" fmla="*/ 124584 h 487527"/>
                  <a:gd name="connsiteX7" fmla="*/ 253687 w 386851"/>
                  <a:gd name="connsiteY7" fmla="*/ 154502 h 487527"/>
                  <a:gd name="connsiteX8" fmla="*/ 338966 w 386851"/>
                  <a:gd name="connsiteY8" fmla="*/ 43470 h 487527"/>
                  <a:gd name="connsiteX9" fmla="*/ 281715 w 386851"/>
                  <a:gd name="connsiteY9" fmla="*/ 11352 h 487527"/>
                  <a:gd name="connsiteX10" fmla="*/ 206182 w 386851"/>
                  <a:gd name="connsiteY10" fmla="*/ 0 h 487527"/>
                  <a:gd name="connsiteX11" fmla="*/ 0 w 386851"/>
                  <a:gd name="connsiteY11" fmla="*/ 0 h 487527"/>
                  <a:gd name="connsiteX12" fmla="*/ 0 w 386851"/>
                  <a:gd name="connsiteY12" fmla="*/ 487528 h 487527"/>
                  <a:gd name="connsiteX13" fmla="*/ 130464 w 386851"/>
                  <a:gd name="connsiteY13" fmla="*/ 487528 h 487527"/>
                  <a:gd name="connsiteX14" fmla="*/ 130464 w 386851"/>
                  <a:gd name="connsiteY14" fmla="*/ 309668 h 487527"/>
                  <a:gd name="connsiteX15" fmla="*/ 206182 w 386851"/>
                  <a:gd name="connsiteY15" fmla="*/ 309668 h 487527"/>
                  <a:gd name="connsiteX16" fmla="*/ 281715 w 386851"/>
                  <a:gd name="connsiteY16" fmla="*/ 298316 h 487527"/>
                  <a:gd name="connsiteX17" fmla="*/ 338966 w 386851"/>
                  <a:gd name="connsiteY17" fmla="*/ 266198 h 487527"/>
                  <a:gd name="connsiteX18" fmla="*/ 374884 w 386851"/>
                  <a:gd name="connsiteY18" fmla="*/ 216347 h 487527"/>
                  <a:gd name="connsiteX19" fmla="*/ 386851 w 386851"/>
                  <a:gd name="connsiteY19" fmla="*/ 154507 h 487527"/>
                  <a:gd name="connsiteX20" fmla="*/ 374862 w 386851"/>
                  <a:gd name="connsiteY20" fmla="*/ 92961 h 487527"/>
                  <a:gd name="connsiteX21" fmla="*/ 338966 w 386851"/>
                  <a:gd name="connsiteY21" fmla="*/ 4347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6851" h="487527">
                    <a:moveTo>
                      <a:pt x="253687" y="154502"/>
                    </a:moveTo>
                    <a:cubicBezTo>
                      <a:pt x="253687" y="167036"/>
                      <a:pt x="249783" y="176950"/>
                      <a:pt x="241730" y="184839"/>
                    </a:cubicBezTo>
                    <a:cubicBezTo>
                      <a:pt x="233590" y="192805"/>
                      <a:pt x="221972" y="196676"/>
                      <a:pt x="206182" y="196676"/>
                    </a:cubicBezTo>
                    <a:lnTo>
                      <a:pt x="130464" y="196676"/>
                    </a:lnTo>
                    <a:lnTo>
                      <a:pt x="130464" y="113025"/>
                    </a:lnTo>
                    <a:lnTo>
                      <a:pt x="206182" y="113025"/>
                    </a:lnTo>
                    <a:cubicBezTo>
                      <a:pt x="221797" y="113025"/>
                      <a:pt x="233808" y="116918"/>
                      <a:pt x="241806" y="124584"/>
                    </a:cubicBezTo>
                    <a:cubicBezTo>
                      <a:pt x="249832" y="132233"/>
                      <a:pt x="253687" y="142012"/>
                      <a:pt x="253687" y="154502"/>
                    </a:cubicBezTo>
                    <a:moveTo>
                      <a:pt x="338966" y="43470"/>
                    </a:moveTo>
                    <a:cubicBezTo>
                      <a:pt x="323361" y="29798"/>
                      <a:pt x="304093" y="18980"/>
                      <a:pt x="281715" y="11352"/>
                    </a:cubicBezTo>
                    <a:cubicBezTo>
                      <a:pt x="259523" y="3822"/>
                      <a:pt x="234113" y="0"/>
                      <a:pt x="206182" y="0"/>
                    </a:cubicBezTo>
                    <a:lnTo>
                      <a:pt x="0" y="0"/>
                    </a:lnTo>
                    <a:lnTo>
                      <a:pt x="0" y="487528"/>
                    </a:lnTo>
                    <a:lnTo>
                      <a:pt x="130464" y="487528"/>
                    </a:lnTo>
                    <a:lnTo>
                      <a:pt x="130464" y="309668"/>
                    </a:lnTo>
                    <a:lnTo>
                      <a:pt x="206182" y="309668"/>
                    </a:lnTo>
                    <a:cubicBezTo>
                      <a:pt x="234157" y="309668"/>
                      <a:pt x="259588" y="305846"/>
                      <a:pt x="281715" y="298316"/>
                    </a:cubicBezTo>
                    <a:cubicBezTo>
                      <a:pt x="304071" y="290710"/>
                      <a:pt x="323318" y="279913"/>
                      <a:pt x="338966" y="266198"/>
                    </a:cubicBezTo>
                    <a:cubicBezTo>
                      <a:pt x="354766" y="252331"/>
                      <a:pt x="366864" y="235556"/>
                      <a:pt x="374884" y="216347"/>
                    </a:cubicBezTo>
                    <a:cubicBezTo>
                      <a:pt x="382817" y="197324"/>
                      <a:pt x="386851" y="176525"/>
                      <a:pt x="386851" y="154507"/>
                    </a:cubicBezTo>
                    <a:cubicBezTo>
                      <a:pt x="386851" y="132468"/>
                      <a:pt x="382817" y="111756"/>
                      <a:pt x="374862" y="92961"/>
                    </a:cubicBezTo>
                    <a:cubicBezTo>
                      <a:pt x="366842" y="73987"/>
                      <a:pt x="354766" y="57337"/>
                      <a:pt x="338966" y="43470"/>
                    </a:cubicBezTo>
                  </a:path>
                </a:pathLst>
              </a:custGeom>
              <a:solidFill>
                <a:schemeClr val="bg1"/>
              </a:solidFill>
              <a:ln w="544" cap="flat">
                <a:noFill/>
                <a:prstDash val="solid"/>
                <a:miter/>
              </a:ln>
            </p:spPr>
            <p:txBody>
              <a:bodyPr rtlCol="0" anchor="ctr"/>
              <a:lstStyle/>
              <a:p>
                <a:endParaRPr lang="en-US" sz="1610"/>
              </a:p>
            </p:txBody>
          </p:sp>
          <p:sp>
            <p:nvSpPr>
              <p:cNvPr id="16" name="Freihandform: Form 15">
                <a:extLst>
                  <a:ext uri="{FF2B5EF4-FFF2-40B4-BE49-F238E27FC236}">
                    <a16:creationId xmlns:a16="http://schemas.microsoft.com/office/drawing/2014/main" id="{D83636A3-C42B-7741-3D2B-42D1724FFF6F}"/>
                  </a:ext>
                </a:extLst>
              </p:cNvPr>
              <p:cNvSpPr/>
              <p:nvPr/>
            </p:nvSpPr>
            <p:spPr bwMode="white">
              <a:xfrm>
                <a:off x="8406938" y="1412776"/>
                <a:ext cx="700292" cy="2069679"/>
              </a:xfrm>
              <a:custGeom>
                <a:avLst/>
                <a:gdLst>
                  <a:gd name="connsiteX0" fmla="*/ 671038 w 700292"/>
                  <a:gd name="connsiteY0" fmla="*/ 0 h 2069679"/>
                  <a:gd name="connsiteX1" fmla="*/ 0 w 700292"/>
                  <a:gd name="connsiteY1" fmla="*/ 2069680 h 2069679"/>
                  <a:gd name="connsiteX2" fmla="*/ 29243 w 700292"/>
                  <a:gd name="connsiteY2" fmla="*/ 2069680 h 2069679"/>
                  <a:gd name="connsiteX3" fmla="*/ 700292 w 700292"/>
                  <a:gd name="connsiteY3" fmla="*/ 0 h 2069679"/>
                </a:gdLst>
                <a:ahLst/>
                <a:cxnLst>
                  <a:cxn ang="0">
                    <a:pos x="connsiteX0" y="connsiteY0"/>
                  </a:cxn>
                  <a:cxn ang="0">
                    <a:pos x="connsiteX1" y="connsiteY1"/>
                  </a:cxn>
                  <a:cxn ang="0">
                    <a:pos x="connsiteX2" y="connsiteY2"/>
                  </a:cxn>
                  <a:cxn ang="0">
                    <a:pos x="connsiteX3" y="connsiteY3"/>
                  </a:cxn>
                </a:cxnLst>
                <a:rect l="l" t="t" r="r" b="b"/>
                <a:pathLst>
                  <a:path w="700292" h="2069679">
                    <a:moveTo>
                      <a:pt x="671038" y="0"/>
                    </a:moveTo>
                    <a:lnTo>
                      <a:pt x="0" y="2069680"/>
                    </a:lnTo>
                    <a:lnTo>
                      <a:pt x="29243" y="2069680"/>
                    </a:lnTo>
                    <a:lnTo>
                      <a:pt x="700292" y="0"/>
                    </a:lnTo>
                    <a:close/>
                  </a:path>
                </a:pathLst>
              </a:custGeom>
              <a:solidFill>
                <a:schemeClr val="bg1"/>
              </a:solidFill>
              <a:ln w="544" cap="flat">
                <a:noFill/>
                <a:prstDash val="solid"/>
                <a:miter/>
              </a:ln>
            </p:spPr>
            <p:txBody>
              <a:bodyPr rtlCol="0" anchor="ctr"/>
              <a:lstStyle/>
              <a:p>
                <a:endParaRPr lang="en-US" sz="1610"/>
              </a:p>
            </p:txBody>
          </p:sp>
        </p:grpSp>
        <p:sp>
          <p:nvSpPr>
            <p:cNvPr id="10" name="Freihandform: Form 9">
              <a:extLst>
                <a:ext uri="{FF2B5EF4-FFF2-40B4-BE49-F238E27FC236}">
                  <a16:creationId xmlns:a16="http://schemas.microsoft.com/office/drawing/2014/main" id="{BC080FAF-0EF1-C620-A69B-AA48B670C50E}"/>
                </a:ext>
              </a:extLst>
            </p:cNvPr>
            <p:cNvSpPr/>
            <p:nvPr/>
          </p:nvSpPr>
          <p:spPr bwMode="white">
            <a:xfrm>
              <a:off x="10293417" y="3082929"/>
              <a:ext cx="374911" cy="130496"/>
            </a:xfrm>
            <a:custGeom>
              <a:avLst/>
              <a:gdLst>
                <a:gd name="connsiteX0" fmla="*/ 0 w 374911"/>
                <a:gd name="connsiteY0" fmla="*/ 0 h 130496"/>
                <a:gd name="connsiteX1" fmla="*/ 374911 w 374911"/>
                <a:gd name="connsiteY1" fmla="*/ 0 h 130496"/>
                <a:gd name="connsiteX2" fmla="*/ 374911 w 374911"/>
                <a:gd name="connsiteY2" fmla="*/ 130497 h 130496"/>
                <a:gd name="connsiteX3" fmla="*/ 0 w 374911"/>
                <a:gd name="connsiteY3" fmla="*/ 130497 h 130496"/>
              </a:gdLst>
              <a:ahLst/>
              <a:cxnLst>
                <a:cxn ang="0">
                  <a:pos x="connsiteX0" y="connsiteY0"/>
                </a:cxn>
                <a:cxn ang="0">
                  <a:pos x="connsiteX1" y="connsiteY1"/>
                </a:cxn>
                <a:cxn ang="0">
                  <a:pos x="connsiteX2" y="connsiteY2"/>
                </a:cxn>
                <a:cxn ang="0">
                  <a:pos x="connsiteX3" y="connsiteY3"/>
                </a:cxn>
              </a:cxnLst>
              <a:rect l="l" t="t" r="r" b="b"/>
              <a:pathLst>
                <a:path w="374911" h="130496">
                  <a:moveTo>
                    <a:pt x="0" y="0"/>
                  </a:moveTo>
                  <a:lnTo>
                    <a:pt x="374911" y="0"/>
                  </a:lnTo>
                  <a:lnTo>
                    <a:pt x="374911" y="130497"/>
                  </a:lnTo>
                  <a:lnTo>
                    <a:pt x="0" y="130497"/>
                  </a:lnTo>
                  <a:close/>
                </a:path>
              </a:pathLst>
            </a:custGeom>
            <a:solidFill>
              <a:schemeClr val="bg2"/>
            </a:solidFill>
            <a:ln w="544" cap="flat">
              <a:noFill/>
              <a:prstDash val="solid"/>
              <a:miter/>
            </a:ln>
          </p:spPr>
          <p:txBody>
            <a:bodyPr rtlCol="0" anchor="ctr"/>
            <a:lstStyle/>
            <a:p>
              <a:endParaRPr lang="en-US" sz="1610"/>
            </a:p>
          </p:txBody>
        </p:sp>
      </p:grpSp>
      <p:sp>
        <p:nvSpPr>
          <p:cNvPr id="17" name="Textfeld 16">
            <a:extLst>
              <a:ext uri="{FF2B5EF4-FFF2-40B4-BE49-F238E27FC236}">
                <a16:creationId xmlns:a16="http://schemas.microsoft.com/office/drawing/2014/main" id="{5A8EAC09-8BBB-22CB-A15B-6F84CCEB0E2B}"/>
              </a:ext>
            </a:extLst>
          </p:cNvPr>
          <p:cNvSpPr txBox="1"/>
          <p:nvPr userDrawn="1"/>
        </p:nvSpPr>
        <p:spPr>
          <a:xfrm>
            <a:off x="3142431" y="-410936"/>
            <a:ext cx="2520294" cy="386400"/>
          </a:xfrm>
          <a:prstGeom prst="rect">
            <a:avLst/>
          </a:prstGeom>
          <a:solidFill>
            <a:schemeClr val="accent5"/>
          </a:solidFill>
        </p:spPr>
        <p:txBody>
          <a:bodyPr vert="horz" wrap="square" lIns="64400" tIns="0" rIns="644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626" b="0" i="0" u="none" baseline="0">
                <a:solidFill>
                  <a:schemeClr val="bg1"/>
                </a:solidFill>
                <a:latin typeface="Arial" panose="020B0604020202020204" pitchFamily="34" charset="0"/>
              </a:rPr>
              <a:t>To insert a partner logo, please use the area marked by guidelines to the left of the SPORTFI</a:t>
            </a:r>
            <a:r>
              <a:rPr lang="en-US" sz="626" b="0" i="0" u="sng" baseline="0">
                <a:solidFill>
                  <a:schemeClr val="bg1"/>
                </a:solidFill>
                <a:latin typeface="Arial" panose="020B0604020202020204" pitchFamily="34" charset="0"/>
              </a:rPr>
              <a:t>V</a:t>
            </a:r>
            <a:r>
              <a:rPr lang="en-US" sz="626" b="0" i="0" u="none" baseline="0">
                <a:solidFill>
                  <a:schemeClr val="bg1"/>
                </a:solidFill>
                <a:latin typeface="Arial" panose="020B0604020202020204" pitchFamily="34" charset="0"/>
              </a:rPr>
              <a:t>E logo. This area shows the maximum height/width for positioning.</a:t>
            </a:r>
          </a:p>
        </p:txBody>
      </p:sp>
    </p:spTree>
    <p:extLst>
      <p:ext uri="{BB962C8B-B14F-4D97-AF65-F5344CB8AC3E}">
        <p14:creationId xmlns:p14="http://schemas.microsoft.com/office/powerpoint/2010/main" val="2432381413"/>
      </p:ext>
    </p:extLst>
  </p:cSld>
  <p:clrMapOvr>
    <a:masterClrMapping/>
  </p:clrMapOvr>
  <p:extLst>
    <p:ext uri="{DCECCB84-F9BA-43D5-87BE-67443E8EF086}">
      <p15:sldGuideLst xmlns:p15="http://schemas.microsoft.com/office/powerpoint/2012/main">
        <p15:guide id="1" pos="3568">
          <p15:clr>
            <a:srgbClr val="A4A3A4"/>
          </p15:clr>
        </p15:guide>
        <p15:guide id="2" pos="1980">
          <p15:clr>
            <a:srgbClr val="A4A3A4"/>
          </p15:clr>
        </p15:guide>
        <p15:guide id="3" orient="horz" pos="1207">
          <p15:clr>
            <a:srgbClr val="A4A3A4"/>
          </p15:clr>
        </p15:guide>
        <p15:guide id="4" orient="horz" pos="1797">
          <p15:clr>
            <a:srgbClr val="A4A3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slide | partner | white">
    <p:spTree>
      <p:nvGrpSpPr>
        <p:cNvPr id="1" name=""/>
        <p:cNvGrpSpPr/>
        <p:nvPr/>
      </p:nvGrpSpPr>
      <p:grpSpPr>
        <a:xfrm>
          <a:off x="0" y="0"/>
          <a:ext cx="0" cy="0"/>
          <a:chOff x="0" y="0"/>
          <a:chExt cx="0" cy="0"/>
        </a:xfrm>
      </p:grpSpPr>
      <p:grpSp>
        <p:nvGrpSpPr>
          <p:cNvPr id="5" name="Grafik 3">
            <a:extLst>
              <a:ext uri="{FF2B5EF4-FFF2-40B4-BE49-F238E27FC236}">
                <a16:creationId xmlns:a16="http://schemas.microsoft.com/office/drawing/2014/main" id="{ABACB422-81E3-4CAA-BA55-C6BF2827B5CE}"/>
              </a:ext>
            </a:extLst>
          </p:cNvPr>
          <p:cNvGrpSpPr>
            <a:grpSpLocks noChangeAspect="1"/>
          </p:cNvGrpSpPr>
          <p:nvPr/>
        </p:nvGrpSpPr>
        <p:grpSpPr bwMode="black">
          <a:xfrm>
            <a:off x="5850894" y="1432177"/>
            <a:ext cx="2159438" cy="1278759"/>
            <a:chOff x="8406938" y="1412776"/>
            <a:chExt cx="3126953" cy="2069679"/>
          </a:xfrm>
        </p:grpSpPr>
        <p:sp>
          <p:nvSpPr>
            <p:cNvPr id="6" name="Freihandform: Form 5">
              <a:extLst>
                <a:ext uri="{FF2B5EF4-FFF2-40B4-BE49-F238E27FC236}">
                  <a16:creationId xmlns:a16="http://schemas.microsoft.com/office/drawing/2014/main" id="{44CE8B2F-2260-421B-A021-37A714FFE9EC}"/>
                </a:ext>
              </a:extLst>
            </p:cNvPr>
            <p:cNvSpPr/>
            <p:nvPr/>
          </p:nvSpPr>
          <p:spPr bwMode="black">
            <a:xfrm>
              <a:off x="9668543" y="2530120"/>
              <a:ext cx="363368" cy="487527"/>
            </a:xfrm>
            <a:custGeom>
              <a:avLst/>
              <a:gdLst>
                <a:gd name="connsiteX0" fmla="*/ 0 w 363368"/>
                <a:gd name="connsiteY0" fmla="*/ 487528 h 487527"/>
                <a:gd name="connsiteX1" fmla="*/ 130459 w 363368"/>
                <a:gd name="connsiteY1" fmla="*/ 487528 h 487527"/>
                <a:gd name="connsiteX2" fmla="*/ 130459 w 363368"/>
                <a:gd name="connsiteY2" fmla="*/ 291527 h 487527"/>
                <a:gd name="connsiteX3" fmla="*/ 331147 w 363368"/>
                <a:gd name="connsiteY3" fmla="*/ 291527 h 487527"/>
                <a:gd name="connsiteX4" fmla="*/ 331147 w 363368"/>
                <a:gd name="connsiteY4" fmla="*/ 178535 h 487527"/>
                <a:gd name="connsiteX5" fmla="*/ 130459 w 363368"/>
                <a:gd name="connsiteY5" fmla="*/ 178535 h 487527"/>
                <a:gd name="connsiteX6" fmla="*/ 130459 w 363368"/>
                <a:gd name="connsiteY6" fmla="*/ 113025 h 487527"/>
                <a:gd name="connsiteX7" fmla="*/ 363369 w 363368"/>
                <a:gd name="connsiteY7" fmla="*/ 113025 h 487527"/>
                <a:gd name="connsiteX8" fmla="*/ 363369 w 363368"/>
                <a:gd name="connsiteY8" fmla="*/ 0 h 487527"/>
                <a:gd name="connsiteX9" fmla="*/ 0 w 363368"/>
                <a:gd name="connsiteY9"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368" h="487527">
                  <a:moveTo>
                    <a:pt x="0" y="487528"/>
                  </a:moveTo>
                  <a:lnTo>
                    <a:pt x="130459" y="487528"/>
                  </a:lnTo>
                  <a:lnTo>
                    <a:pt x="130459" y="291527"/>
                  </a:lnTo>
                  <a:lnTo>
                    <a:pt x="331147" y="291527"/>
                  </a:lnTo>
                  <a:lnTo>
                    <a:pt x="331147" y="178535"/>
                  </a:lnTo>
                  <a:lnTo>
                    <a:pt x="130459" y="178535"/>
                  </a:lnTo>
                  <a:lnTo>
                    <a:pt x="130459" y="113025"/>
                  </a:lnTo>
                  <a:lnTo>
                    <a:pt x="363369" y="113025"/>
                  </a:lnTo>
                  <a:lnTo>
                    <a:pt x="363369" y="0"/>
                  </a:lnTo>
                  <a:lnTo>
                    <a:pt x="0" y="0"/>
                  </a:lnTo>
                  <a:close/>
                </a:path>
              </a:pathLst>
            </a:custGeom>
            <a:solidFill>
              <a:srgbClr val="020203"/>
            </a:solidFill>
            <a:ln w="544" cap="flat">
              <a:noFill/>
              <a:prstDash val="solid"/>
              <a:miter/>
            </a:ln>
          </p:spPr>
          <p:txBody>
            <a:bodyPr rtlCol="0" anchor="ctr"/>
            <a:lstStyle/>
            <a:p>
              <a:endParaRPr lang="en-US" sz="1610"/>
            </a:p>
          </p:txBody>
        </p:sp>
        <p:sp>
          <p:nvSpPr>
            <p:cNvPr id="10" name="Freihandform: Form 9">
              <a:extLst>
                <a:ext uri="{FF2B5EF4-FFF2-40B4-BE49-F238E27FC236}">
                  <a16:creationId xmlns:a16="http://schemas.microsoft.com/office/drawing/2014/main" id="{69D2A442-B77D-44E3-A911-9B730E689972}"/>
                </a:ext>
              </a:extLst>
            </p:cNvPr>
            <p:cNvSpPr/>
            <p:nvPr/>
          </p:nvSpPr>
          <p:spPr bwMode="black">
            <a:xfrm>
              <a:off x="10074663" y="2530120"/>
              <a:ext cx="130453" cy="487527"/>
            </a:xfrm>
            <a:custGeom>
              <a:avLst/>
              <a:gdLst>
                <a:gd name="connsiteX0" fmla="*/ 0 w 130453"/>
                <a:gd name="connsiteY0" fmla="*/ 0 h 487527"/>
                <a:gd name="connsiteX1" fmla="*/ 130453 w 130453"/>
                <a:gd name="connsiteY1" fmla="*/ 0 h 487527"/>
                <a:gd name="connsiteX2" fmla="*/ 130453 w 130453"/>
                <a:gd name="connsiteY2" fmla="*/ 487528 h 487527"/>
                <a:gd name="connsiteX3" fmla="*/ 0 w 130453"/>
                <a:gd name="connsiteY3" fmla="*/ 487528 h 487527"/>
              </a:gdLst>
              <a:ahLst/>
              <a:cxnLst>
                <a:cxn ang="0">
                  <a:pos x="connsiteX0" y="connsiteY0"/>
                </a:cxn>
                <a:cxn ang="0">
                  <a:pos x="connsiteX1" y="connsiteY1"/>
                </a:cxn>
                <a:cxn ang="0">
                  <a:pos x="connsiteX2" y="connsiteY2"/>
                </a:cxn>
                <a:cxn ang="0">
                  <a:pos x="connsiteX3" y="connsiteY3"/>
                </a:cxn>
              </a:cxnLst>
              <a:rect l="l" t="t" r="r" b="b"/>
              <a:pathLst>
                <a:path w="130453" h="487527">
                  <a:moveTo>
                    <a:pt x="0" y="0"/>
                  </a:moveTo>
                  <a:lnTo>
                    <a:pt x="130453" y="0"/>
                  </a:lnTo>
                  <a:lnTo>
                    <a:pt x="130453" y="487528"/>
                  </a:lnTo>
                  <a:lnTo>
                    <a:pt x="0" y="487528"/>
                  </a:lnTo>
                  <a:close/>
                </a:path>
              </a:pathLst>
            </a:custGeom>
            <a:solidFill>
              <a:srgbClr val="020203"/>
            </a:solidFill>
            <a:ln w="544" cap="flat">
              <a:noFill/>
              <a:prstDash val="solid"/>
              <a:miter/>
            </a:ln>
          </p:spPr>
          <p:txBody>
            <a:bodyPr rtlCol="0" anchor="ctr"/>
            <a:lstStyle/>
            <a:p>
              <a:endParaRPr lang="en-US" sz="1610"/>
            </a:p>
          </p:txBody>
        </p:sp>
        <p:sp>
          <p:nvSpPr>
            <p:cNvPr id="14" name="Freihandform: Form 13">
              <a:extLst>
                <a:ext uri="{FF2B5EF4-FFF2-40B4-BE49-F238E27FC236}">
                  <a16:creationId xmlns:a16="http://schemas.microsoft.com/office/drawing/2014/main" id="{0E63A576-795F-4334-B7DA-49729FB3DDF5}"/>
                </a:ext>
              </a:extLst>
            </p:cNvPr>
            <p:cNvSpPr/>
            <p:nvPr/>
          </p:nvSpPr>
          <p:spPr bwMode="black">
            <a:xfrm>
              <a:off x="10242117" y="2530120"/>
              <a:ext cx="477498" cy="487527"/>
            </a:xfrm>
            <a:custGeom>
              <a:avLst/>
              <a:gdLst>
                <a:gd name="connsiteX0" fmla="*/ 238752 w 477498"/>
                <a:gd name="connsiteY0" fmla="*/ 341830 h 487527"/>
                <a:gd name="connsiteX1" fmla="*/ 140019 w 477498"/>
                <a:gd name="connsiteY1" fmla="*/ 0 h 487527"/>
                <a:gd name="connsiteX2" fmla="*/ 0 w 477498"/>
                <a:gd name="connsiteY2" fmla="*/ 0 h 487527"/>
                <a:gd name="connsiteX3" fmla="*/ 160627 w 477498"/>
                <a:gd name="connsiteY3" fmla="*/ 487528 h 487527"/>
                <a:gd name="connsiteX4" fmla="*/ 316861 w 477498"/>
                <a:gd name="connsiteY4" fmla="*/ 487528 h 487527"/>
                <a:gd name="connsiteX5" fmla="*/ 476208 w 477498"/>
                <a:gd name="connsiteY5" fmla="*/ 3953 h 487527"/>
                <a:gd name="connsiteX6" fmla="*/ 477499 w 477498"/>
                <a:gd name="connsiteY6" fmla="*/ 0 h 487527"/>
                <a:gd name="connsiteX7" fmla="*/ 337485 w 477498"/>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498" h="487527">
                  <a:moveTo>
                    <a:pt x="238752" y="341830"/>
                  </a:moveTo>
                  <a:lnTo>
                    <a:pt x="140019" y="0"/>
                  </a:lnTo>
                  <a:lnTo>
                    <a:pt x="0" y="0"/>
                  </a:lnTo>
                  <a:lnTo>
                    <a:pt x="160627" y="487528"/>
                  </a:lnTo>
                  <a:lnTo>
                    <a:pt x="316861" y="487528"/>
                  </a:lnTo>
                  <a:lnTo>
                    <a:pt x="476208" y="3953"/>
                  </a:lnTo>
                  <a:lnTo>
                    <a:pt x="477499" y="0"/>
                  </a:lnTo>
                  <a:lnTo>
                    <a:pt x="337485" y="0"/>
                  </a:lnTo>
                  <a:close/>
                </a:path>
              </a:pathLst>
            </a:custGeom>
            <a:solidFill>
              <a:srgbClr val="020203"/>
            </a:solidFill>
            <a:ln w="544" cap="flat">
              <a:noFill/>
              <a:prstDash val="solid"/>
              <a:miter/>
            </a:ln>
          </p:spPr>
          <p:txBody>
            <a:bodyPr rtlCol="0" anchor="ctr"/>
            <a:lstStyle/>
            <a:p>
              <a:endParaRPr lang="en-US" sz="1610"/>
            </a:p>
          </p:txBody>
        </p:sp>
        <p:sp>
          <p:nvSpPr>
            <p:cNvPr id="15" name="Freihandform: Form 14">
              <a:extLst>
                <a:ext uri="{FF2B5EF4-FFF2-40B4-BE49-F238E27FC236}">
                  <a16:creationId xmlns:a16="http://schemas.microsoft.com/office/drawing/2014/main" id="{8D168BB0-8396-4367-9999-53BF98AE3393}"/>
                </a:ext>
              </a:extLst>
            </p:cNvPr>
            <p:cNvSpPr/>
            <p:nvPr/>
          </p:nvSpPr>
          <p:spPr bwMode="black">
            <a:xfrm>
              <a:off x="10756394" y="2530120"/>
              <a:ext cx="374099" cy="487549"/>
            </a:xfrm>
            <a:custGeom>
              <a:avLst/>
              <a:gdLst>
                <a:gd name="connsiteX0" fmla="*/ 130453 w 374099"/>
                <a:gd name="connsiteY0" fmla="*/ 374525 h 487549"/>
                <a:gd name="connsiteX1" fmla="*/ 130453 w 374099"/>
                <a:gd name="connsiteY1" fmla="*/ 286866 h 487549"/>
                <a:gd name="connsiteX2" fmla="*/ 339194 w 374099"/>
                <a:gd name="connsiteY2" fmla="*/ 286866 h 487549"/>
                <a:gd name="connsiteX3" fmla="*/ 339194 w 374099"/>
                <a:gd name="connsiteY3" fmla="*/ 173847 h 487549"/>
                <a:gd name="connsiteX4" fmla="*/ 130453 w 374099"/>
                <a:gd name="connsiteY4" fmla="*/ 173847 h 487549"/>
                <a:gd name="connsiteX5" fmla="*/ 130453 w 374099"/>
                <a:gd name="connsiteY5" fmla="*/ 113014 h 487549"/>
                <a:gd name="connsiteX6" fmla="*/ 360657 w 374099"/>
                <a:gd name="connsiteY6" fmla="*/ 113014 h 487549"/>
                <a:gd name="connsiteX7" fmla="*/ 360657 w 374099"/>
                <a:gd name="connsiteY7" fmla="*/ 0 h 487549"/>
                <a:gd name="connsiteX8" fmla="*/ 0 w 374099"/>
                <a:gd name="connsiteY8" fmla="*/ 0 h 487549"/>
                <a:gd name="connsiteX9" fmla="*/ 0 w 374099"/>
                <a:gd name="connsiteY9" fmla="*/ 487549 h 487549"/>
                <a:gd name="connsiteX10" fmla="*/ 374100 w 374099"/>
                <a:gd name="connsiteY10" fmla="*/ 487549 h 487549"/>
                <a:gd name="connsiteX11" fmla="*/ 374100 w 374099"/>
                <a:gd name="connsiteY11" fmla="*/ 374525 h 48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99" h="487549">
                  <a:moveTo>
                    <a:pt x="130453" y="374525"/>
                  </a:moveTo>
                  <a:lnTo>
                    <a:pt x="130453" y="286866"/>
                  </a:lnTo>
                  <a:lnTo>
                    <a:pt x="339194" y="286866"/>
                  </a:lnTo>
                  <a:lnTo>
                    <a:pt x="339194" y="173847"/>
                  </a:lnTo>
                  <a:lnTo>
                    <a:pt x="130453" y="173847"/>
                  </a:lnTo>
                  <a:lnTo>
                    <a:pt x="130453" y="113014"/>
                  </a:lnTo>
                  <a:lnTo>
                    <a:pt x="360657" y="113014"/>
                  </a:lnTo>
                  <a:lnTo>
                    <a:pt x="360657" y="0"/>
                  </a:lnTo>
                  <a:lnTo>
                    <a:pt x="0" y="0"/>
                  </a:lnTo>
                  <a:lnTo>
                    <a:pt x="0" y="487549"/>
                  </a:lnTo>
                  <a:lnTo>
                    <a:pt x="374100" y="487549"/>
                  </a:lnTo>
                  <a:lnTo>
                    <a:pt x="374100" y="374525"/>
                  </a:lnTo>
                  <a:close/>
                </a:path>
              </a:pathLst>
            </a:custGeom>
            <a:solidFill>
              <a:srgbClr val="020203"/>
            </a:solidFill>
            <a:ln w="544" cap="flat">
              <a:noFill/>
              <a:prstDash val="solid"/>
              <a:miter/>
            </a:ln>
          </p:spPr>
          <p:txBody>
            <a:bodyPr rtlCol="0" anchor="ctr"/>
            <a:lstStyle/>
            <a:p>
              <a:endParaRPr lang="en-US" sz="1610"/>
            </a:p>
          </p:txBody>
        </p:sp>
        <p:grpSp>
          <p:nvGrpSpPr>
            <p:cNvPr id="16" name="Grafik 3">
              <a:extLst>
                <a:ext uri="{FF2B5EF4-FFF2-40B4-BE49-F238E27FC236}">
                  <a16:creationId xmlns:a16="http://schemas.microsoft.com/office/drawing/2014/main" id="{ABACB422-81E3-4CAA-BA55-C6BF2827B5CE}"/>
                </a:ext>
              </a:extLst>
            </p:cNvPr>
            <p:cNvGrpSpPr/>
            <p:nvPr/>
          </p:nvGrpSpPr>
          <p:grpSpPr bwMode="black">
            <a:xfrm>
              <a:off x="8406938" y="1412776"/>
              <a:ext cx="3126953" cy="2069679"/>
              <a:chOff x="8406938" y="1412776"/>
              <a:chExt cx="3126953" cy="2069679"/>
            </a:xfrm>
            <a:solidFill>
              <a:srgbClr val="020203"/>
            </a:solidFill>
          </p:grpSpPr>
          <p:sp>
            <p:nvSpPr>
              <p:cNvPr id="17" name="Freihandform: Form 16">
                <a:extLst>
                  <a:ext uri="{FF2B5EF4-FFF2-40B4-BE49-F238E27FC236}">
                    <a16:creationId xmlns:a16="http://schemas.microsoft.com/office/drawing/2014/main" id="{B979E074-D278-4C4E-9947-CEAC083E9DAF}"/>
                  </a:ext>
                </a:extLst>
              </p:cNvPr>
              <p:cNvSpPr/>
              <p:nvPr/>
            </p:nvSpPr>
            <p:spPr bwMode="black">
              <a:xfrm>
                <a:off x="9260583" y="1897439"/>
                <a:ext cx="420754" cy="503670"/>
              </a:xfrm>
              <a:custGeom>
                <a:avLst/>
                <a:gdLst>
                  <a:gd name="connsiteX0" fmla="*/ 370539 w 420754"/>
                  <a:gd name="connsiteY0" fmla="*/ 236258 h 503670"/>
                  <a:gd name="connsiteX1" fmla="*/ 234140 w 420754"/>
                  <a:gd name="connsiteY1" fmla="*/ 183446 h 503670"/>
                  <a:gd name="connsiteX2" fmla="*/ 212602 w 420754"/>
                  <a:gd name="connsiteY2" fmla="*/ 179411 h 503670"/>
                  <a:gd name="connsiteX3" fmla="*/ 159941 w 420754"/>
                  <a:gd name="connsiteY3" fmla="*/ 161607 h 503670"/>
                  <a:gd name="connsiteX4" fmla="*/ 147582 w 420754"/>
                  <a:gd name="connsiteY4" fmla="*/ 139083 h 503670"/>
                  <a:gd name="connsiteX5" fmla="*/ 157997 w 420754"/>
                  <a:gd name="connsiteY5" fmla="*/ 116891 h 503670"/>
                  <a:gd name="connsiteX6" fmla="*/ 195108 w 420754"/>
                  <a:gd name="connsiteY6" fmla="*/ 107656 h 503670"/>
                  <a:gd name="connsiteX7" fmla="*/ 246522 w 420754"/>
                  <a:gd name="connsiteY7" fmla="*/ 121328 h 503670"/>
                  <a:gd name="connsiteX8" fmla="*/ 274246 w 420754"/>
                  <a:gd name="connsiteY8" fmla="*/ 156582 h 503670"/>
                  <a:gd name="connsiteX9" fmla="*/ 277883 w 420754"/>
                  <a:gd name="connsiteY9" fmla="*/ 166175 h 503670"/>
                  <a:gd name="connsiteX10" fmla="*/ 403550 w 420754"/>
                  <a:gd name="connsiteY10" fmla="*/ 134956 h 503670"/>
                  <a:gd name="connsiteX11" fmla="*/ 398394 w 420754"/>
                  <a:gd name="connsiteY11" fmla="*/ 122553 h 503670"/>
                  <a:gd name="connsiteX12" fmla="*/ 369864 w 420754"/>
                  <a:gd name="connsiteY12" fmla="*/ 74776 h 503670"/>
                  <a:gd name="connsiteX13" fmla="*/ 326634 w 420754"/>
                  <a:gd name="connsiteY13" fmla="*/ 35831 h 503670"/>
                  <a:gd name="connsiteX14" fmla="*/ 268463 w 420754"/>
                  <a:gd name="connsiteY14" fmla="*/ 9539 h 503670"/>
                  <a:gd name="connsiteX15" fmla="*/ 195108 w 420754"/>
                  <a:gd name="connsiteY15" fmla="*/ 0 h 503670"/>
                  <a:gd name="connsiteX16" fmla="*/ 126130 w 420754"/>
                  <a:gd name="connsiteY16" fmla="*/ 9201 h 503670"/>
                  <a:gd name="connsiteX17" fmla="*/ 70192 w 420754"/>
                  <a:gd name="connsiteY17" fmla="*/ 37034 h 503670"/>
                  <a:gd name="connsiteX18" fmla="*/ 33049 w 420754"/>
                  <a:gd name="connsiteY18" fmla="*/ 83020 h 503670"/>
                  <a:gd name="connsiteX19" fmla="*/ 19802 w 420754"/>
                  <a:gd name="connsiteY19" fmla="*/ 144457 h 503670"/>
                  <a:gd name="connsiteX20" fmla="*/ 32401 w 420754"/>
                  <a:gd name="connsiteY20" fmla="*/ 204266 h 503670"/>
                  <a:gd name="connsiteX21" fmla="*/ 69740 w 420754"/>
                  <a:gd name="connsiteY21" fmla="*/ 248329 h 503670"/>
                  <a:gd name="connsiteX22" fmla="*/ 128215 w 420754"/>
                  <a:gd name="connsiteY22" fmla="*/ 278171 h 503670"/>
                  <a:gd name="connsiteX23" fmla="*/ 205736 w 420754"/>
                  <a:gd name="connsiteY23" fmla="*/ 298082 h 503670"/>
                  <a:gd name="connsiteX24" fmla="*/ 227253 w 420754"/>
                  <a:gd name="connsiteY24" fmla="*/ 302117 h 503670"/>
                  <a:gd name="connsiteX25" fmla="*/ 278982 w 420754"/>
                  <a:gd name="connsiteY25" fmla="*/ 322147 h 503670"/>
                  <a:gd name="connsiteX26" fmla="*/ 292294 w 420754"/>
                  <a:gd name="connsiteY26" fmla="*/ 351848 h 503670"/>
                  <a:gd name="connsiteX27" fmla="*/ 278471 w 420754"/>
                  <a:gd name="connsiteY27" fmla="*/ 382719 h 503670"/>
                  <a:gd name="connsiteX28" fmla="*/ 232017 w 420754"/>
                  <a:gd name="connsiteY28" fmla="*/ 396020 h 503670"/>
                  <a:gd name="connsiteX29" fmla="*/ 165870 w 420754"/>
                  <a:gd name="connsiteY29" fmla="*/ 376261 h 503670"/>
                  <a:gd name="connsiteX30" fmla="*/ 128128 w 420754"/>
                  <a:gd name="connsiteY30" fmla="*/ 323187 h 503670"/>
                  <a:gd name="connsiteX31" fmla="*/ 124644 w 420754"/>
                  <a:gd name="connsiteY31" fmla="*/ 313256 h 503670"/>
                  <a:gd name="connsiteX32" fmla="*/ 0 w 420754"/>
                  <a:gd name="connsiteY32" fmla="*/ 344432 h 503670"/>
                  <a:gd name="connsiteX33" fmla="*/ 4372 w 420754"/>
                  <a:gd name="connsiteY33" fmla="*/ 356454 h 503670"/>
                  <a:gd name="connsiteX34" fmla="*/ 35864 w 420754"/>
                  <a:gd name="connsiteY34" fmla="*/ 414493 h 503670"/>
                  <a:gd name="connsiteX35" fmla="*/ 84843 w 420754"/>
                  <a:gd name="connsiteY35" fmla="*/ 461339 h 503670"/>
                  <a:gd name="connsiteX36" fmla="*/ 150092 w 420754"/>
                  <a:gd name="connsiteY36" fmla="*/ 492406 h 503670"/>
                  <a:gd name="connsiteX37" fmla="*/ 232017 w 420754"/>
                  <a:gd name="connsiteY37" fmla="*/ 503671 h 503670"/>
                  <a:gd name="connsiteX38" fmla="*/ 307017 w 420754"/>
                  <a:gd name="connsiteY38" fmla="*/ 492722 h 503670"/>
                  <a:gd name="connsiteX39" fmla="*/ 366750 w 420754"/>
                  <a:gd name="connsiteY39" fmla="*/ 461535 h 503670"/>
                  <a:gd name="connsiteX40" fmla="*/ 406484 w 420754"/>
                  <a:gd name="connsiteY40" fmla="*/ 411956 h 503670"/>
                  <a:gd name="connsiteX41" fmla="*/ 420755 w 420754"/>
                  <a:gd name="connsiteY41" fmla="*/ 346479 h 503670"/>
                  <a:gd name="connsiteX42" fmla="*/ 370539 w 420754"/>
                  <a:gd name="connsiteY42" fmla="*/ 236258 h 5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54" h="503670">
                    <a:moveTo>
                      <a:pt x="370539" y="236258"/>
                    </a:moveTo>
                    <a:cubicBezTo>
                      <a:pt x="338792" y="212226"/>
                      <a:pt x="292910" y="194460"/>
                      <a:pt x="234140" y="183446"/>
                    </a:cubicBezTo>
                    <a:lnTo>
                      <a:pt x="212602" y="179411"/>
                    </a:lnTo>
                    <a:cubicBezTo>
                      <a:pt x="187611" y="174821"/>
                      <a:pt x="169894" y="168843"/>
                      <a:pt x="159941" y="161607"/>
                    </a:cubicBezTo>
                    <a:cubicBezTo>
                      <a:pt x="151616" y="155586"/>
                      <a:pt x="147582" y="148208"/>
                      <a:pt x="147582" y="139083"/>
                    </a:cubicBezTo>
                    <a:cubicBezTo>
                      <a:pt x="147582" y="129718"/>
                      <a:pt x="150979" y="122471"/>
                      <a:pt x="157997" y="116891"/>
                    </a:cubicBezTo>
                    <a:cubicBezTo>
                      <a:pt x="165691" y="110760"/>
                      <a:pt x="178181" y="107656"/>
                      <a:pt x="195108" y="107656"/>
                    </a:cubicBezTo>
                    <a:cubicBezTo>
                      <a:pt x="216288" y="107656"/>
                      <a:pt x="233596" y="112268"/>
                      <a:pt x="246522" y="121328"/>
                    </a:cubicBezTo>
                    <a:cubicBezTo>
                      <a:pt x="259692" y="130584"/>
                      <a:pt x="268757" y="142099"/>
                      <a:pt x="274246" y="156582"/>
                    </a:cubicBezTo>
                    <a:lnTo>
                      <a:pt x="277883" y="166175"/>
                    </a:lnTo>
                    <a:lnTo>
                      <a:pt x="403550" y="134956"/>
                    </a:lnTo>
                    <a:lnTo>
                      <a:pt x="398394" y="122553"/>
                    </a:lnTo>
                    <a:cubicBezTo>
                      <a:pt x="391278" y="105549"/>
                      <a:pt x="381695" y="89466"/>
                      <a:pt x="369864" y="74776"/>
                    </a:cubicBezTo>
                    <a:cubicBezTo>
                      <a:pt x="357984" y="60043"/>
                      <a:pt x="343452" y="46944"/>
                      <a:pt x="326634" y="35831"/>
                    </a:cubicBezTo>
                    <a:cubicBezTo>
                      <a:pt x="309815" y="24708"/>
                      <a:pt x="290242" y="15855"/>
                      <a:pt x="268463" y="9539"/>
                    </a:cubicBezTo>
                    <a:cubicBezTo>
                      <a:pt x="246718" y="3212"/>
                      <a:pt x="222032" y="0"/>
                      <a:pt x="195108" y="0"/>
                    </a:cubicBezTo>
                    <a:cubicBezTo>
                      <a:pt x="170444" y="0"/>
                      <a:pt x="147233" y="3093"/>
                      <a:pt x="126130" y="9201"/>
                    </a:cubicBezTo>
                    <a:cubicBezTo>
                      <a:pt x="104635" y="15419"/>
                      <a:pt x="85818" y="24773"/>
                      <a:pt x="70192" y="37034"/>
                    </a:cubicBezTo>
                    <a:cubicBezTo>
                      <a:pt x="54337" y="49481"/>
                      <a:pt x="41847" y="64954"/>
                      <a:pt x="33049" y="83020"/>
                    </a:cubicBezTo>
                    <a:cubicBezTo>
                      <a:pt x="24272" y="101085"/>
                      <a:pt x="19802" y="121758"/>
                      <a:pt x="19802" y="144457"/>
                    </a:cubicBezTo>
                    <a:cubicBezTo>
                      <a:pt x="19802" y="167177"/>
                      <a:pt x="24033" y="187295"/>
                      <a:pt x="32401" y="204266"/>
                    </a:cubicBezTo>
                    <a:cubicBezTo>
                      <a:pt x="40780" y="221280"/>
                      <a:pt x="53352" y="236111"/>
                      <a:pt x="69740" y="248329"/>
                    </a:cubicBezTo>
                    <a:cubicBezTo>
                      <a:pt x="85617" y="260188"/>
                      <a:pt x="105288" y="270227"/>
                      <a:pt x="128215" y="278171"/>
                    </a:cubicBezTo>
                    <a:cubicBezTo>
                      <a:pt x="150527" y="285919"/>
                      <a:pt x="176613" y="292627"/>
                      <a:pt x="205736" y="298082"/>
                    </a:cubicBezTo>
                    <a:lnTo>
                      <a:pt x="227253" y="302117"/>
                    </a:lnTo>
                    <a:cubicBezTo>
                      <a:pt x="251852" y="306619"/>
                      <a:pt x="269237" y="313381"/>
                      <a:pt x="278982" y="322147"/>
                    </a:cubicBezTo>
                    <a:cubicBezTo>
                      <a:pt x="287933" y="330222"/>
                      <a:pt x="292294" y="339951"/>
                      <a:pt x="292294" y="351848"/>
                    </a:cubicBezTo>
                    <a:cubicBezTo>
                      <a:pt x="292294" y="363848"/>
                      <a:pt x="287781" y="373953"/>
                      <a:pt x="278471" y="382719"/>
                    </a:cubicBezTo>
                    <a:cubicBezTo>
                      <a:pt x="269095" y="391528"/>
                      <a:pt x="253480" y="396020"/>
                      <a:pt x="232017" y="396020"/>
                    </a:cubicBezTo>
                    <a:cubicBezTo>
                      <a:pt x="205224" y="396020"/>
                      <a:pt x="182972" y="389356"/>
                      <a:pt x="165870" y="376261"/>
                    </a:cubicBezTo>
                    <a:cubicBezTo>
                      <a:pt x="148529" y="362938"/>
                      <a:pt x="135821" y="345085"/>
                      <a:pt x="128128" y="323187"/>
                    </a:cubicBezTo>
                    <a:lnTo>
                      <a:pt x="124644" y="313256"/>
                    </a:lnTo>
                    <a:lnTo>
                      <a:pt x="0" y="344432"/>
                    </a:lnTo>
                    <a:lnTo>
                      <a:pt x="4372" y="356454"/>
                    </a:lnTo>
                    <a:cubicBezTo>
                      <a:pt x="11880" y="377105"/>
                      <a:pt x="22459" y="396635"/>
                      <a:pt x="35864" y="414493"/>
                    </a:cubicBezTo>
                    <a:cubicBezTo>
                      <a:pt x="49307" y="432417"/>
                      <a:pt x="65782" y="448185"/>
                      <a:pt x="84843" y="461339"/>
                    </a:cubicBezTo>
                    <a:cubicBezTo>
                      <a:pt x="103878" y="474510"/>
                      <a:pt x="125825" y="484941"/>
                      <a:pt x="150092" y="492406"/>
                    </a:cubicBezTo>
                    <a:cubicBezTo>
                      <a:pt x="174353" y="499871"/>
                      <a:pt x="201903" y="503671"/>
                      <a:pt x="232017" y="503671"/>
                    </a:cubicBezTo>
                    <a:cubicBezTo>
                      <a:pt x="259033" y="503671"/>
                      <a:pt x="284264" y="499969"/>
                      <a:pt x="307017" y="492722"/>
                    </a:cubicBezTo>
                    <a:cubicBezTo>
                      <a:pt x="329933" y="485388"/>
                      <a:pt x="350040" y="474907"/>
                      <a:pt x="366750" y="461535"/>
                    </a:cubicBezTo>
                    <a:cubicBezTo>
                      <a:pt x="383677" y="448005"/>
                      <a:pt x="397065" y="431306"/>
                      <a:pt x="406484" y="411956"/>
                    </a:cubicBezTo>
                    <a:cubicBezTo>
                      <a:pt x="415947" y="392568"/>
                      <a:pt x="420755" y="370528"/>
                      <a:pt x="420755" y="346479"/>
                    </a:cubicBezTo>
                    <a:cubicBezTo>
                      <a:pt x="420749" y="298578"/>
                      <a:pt x="403866" y="261489"/>
                      <a:pt x="370539" y="236258"/>
                    </a:cubicBezTo>
                  </a:path>
                </a:pathLst>
              </a:custGeom>
              <a:solidFill>
                <a:srgbClr val="020203"/>
              </a:solidFill>
              <a:ln w="544" cap="flat">
                <a:noFill/>
                <a:prstDash val="solid"/>
                <a:miter/>
              </a:ln>
            </p:spPr>
            <p:txBody>
              <a:bodyPr rtlCol="0" anchor="ctr"/>
              <a:lstStyle/>
              <a:p>
                <a:endParaRPr lang="en-US" sz="1610"/>
              </a:p>
            </p:txBody>
          </p:sp>
          <p:sp>
            <p:nvSpPr>
              <p:cNvPr id="18" name="Freihandform: Form 17">
                <a:extLst>
                  <a:ext uri="{FF2B5EF4-FFF2-40B4-BE49-F238E27FC236}">
                    <a16:creationId xmlns:a16="http://schemas.microsoft.com/office/drawing/2014/main" id="{1130F08E-2A7B-40BC-B58B-D5683F8D2CA4}"/>
                  </a:ext>
                </a:extLst>
              </p:cNvPr>
              <p:cNvSpPr/>
              <p:nvPr/>
            </p:nvSpPr>
            <p:spPr bwMode="black">
              <a:xfrm>
                <a:off x="10141082" y="1897461"/>
                <a:ext cx="504993" cy="503638"/>
              </a:xfrm>
              <a:custGeom>
                <a:avLst/>
                <a:gdLst>
                  <a:gd name="connsiteX0" fmla="*/ 202170 w 504993"/>
                  <a:gd name="connsiteY0" fmla="*/ 123081 h 503638"/>
                  <a:gd name="connsiteX1" fmla="*/ 252516 w 504993"/>
                  <a:gd name="connsiteY1" fmla="*/ 113030 h 503638"/>
                  <a:gd name="connsiteX2" fmla="*/ 302841 w 504993"/>
                  <a:gd name="connsiteY2" fmla="*/ 123081 h 503638"/>
                  <a:gd name="connsiteX3" fmla="*/ 341111 w 504993"/>
                  <a:gd name="connsiteY3" fmla="*/ 151317 h 503638"/>
                  <a:gd name="connsiteX4" fmla="*/ 365742 w 504993"/>
                  <a:gd name="connsiteY4" fmla="*/ 195146 h 503638"/>
                  <a:gd name="connsiteX5" fmla="*/ 374541 w 504993"/>
                  <a:gd name="connsiteY5" fmla="*/ 251830 h 503638"/>
                  <a:gd name="connsiteX6" fmla="*/ 365742 w 504993"/>
                  <a:gd name="connsiteY6" fmla="*/ 308514 h 503638"/>
                  <a:gd name="connsiteX7" fmla="*/ 341111 w 504993"/>
                  <a:gd name="connsiteY7" fmla="*/ 352321 h 503638"/>
                  <a:gd name="connsiteX8" fmla="*/ 302841 w 504993"/>
                  <a:gd name="connsiteY8" fmla="*/ 380557 h 503638"/>
                  <a:gd name="connsiteX9" fmla="*/ 252516 w 504993"/>
                  <a:gd name="connsiteY9" fmla="*/ 390635 h 503638"/>
                  <a:gd name="connsiteX10" fmla="*/ 202170 w 504993"/>
                  <a:gd name="connsiteY10" fmla="*/ 380557 h 503638"/>
                  <a:gd name="connsiteX11" fmla="*/ 163899 w 504993"/>
                  <a:gd name="connsiteY11" fmla="*/ 352321 h 503638"/>
                  <a:gd name="connsiteX12" fmla="*/ 139257 w 504993"/>
                  <a:gd name="connsiteY12" fmla="*/ 308514 h 503638"/>
                  <a:gd name="connsiteX13" fmla="*/ 130480 w 504993"/>
                  <a:gd name="connsiteY13" fmla="*/ 251830 h 503638"/>
                  <a:gd name="connsiteX14" fmla="*/ 139257 w 504993"/>
                  <a:gd name="connsiteY14" fmla="*/ 195146 h 503638"/>
                  <a:gd name="connsiteX15" fmla="*/ 163899 w 504993"/>
                  <a:gd name="connsiteY15" fmla="*/ 151317 h 503638"/>
                  <a:gd name="connsiteX16" fmla="*/ 202170 w 504993"/>
                  <a:gd name="connsiteY16" fmla="*/ 123081 h 503638"/>
                  <a:gd name="connsiteX17" fmla="*/ 432439 w 504993"/>
                  <a:gd name="connsiteY17" fmla="*/ 70127 h 503638"/>
                  <a:gd name="connsiteX18" fmla="*/ 352414 w 504993"/>
                  <a:gd name="connsiteY18" fmla="*/ 18261 h 503638"/>
                  <a:gd name="connsiteX19" fmla="*/ 252511 w 504993"/>
                  <a:gd name="connsiteY19" fmla="*/ 0 h 503638"/>
                  <a:gd name="connsiteX20" fmla="*/ 152585 w 504993"/>
                  <a:gd name="connsiteY20" fmla="*/ 18261 h 503638"/>
                  <a:gd name="connsiteX21" fmla="*/ 72550 w 504993"/>
                  <a:gd name="connsiteY21" fmla="*/ 70127 h 503638"/>
                  <a:gd name="connsiteX22" fmla="*/ 19334 w 504993"/>
                  <a:gd name="connsiteY22" fmla="*/ 150054 h 503638"/>
                  <a:gd name="connsiteX23" fmla="*/ 0 w 504993"/>
                  <a:gd name="connsiteY23" fmla="*/ 251835 h 503638"/>
                  <a:gd name="connsiteX24" fmla="*/ 19356 w 504993"/>
                  <a:gd name="connsiteY24" fmla="*/ 353955 h 503638"/>
                  <a:gd name="connsiteX25" fmla="*/ 72550 w 504993"/>
                  <a:gd name="connsiteY25" fmla="*/ 433544 h 503638"/>
                  <a:gd name="connsiteX26" fmla="*/ 152585 w 504993"/>
                  <a:gd name="connsiteY26" fmla="*/ 485388 h 503638"/>
                  <a:gd name="connsiteX27" fmla="*/ 252511 w 504993"/>
                  <a:gd name="connsiteY27" fmla="*/ 503638 h 503638"/>
                  <a:gd name="connsiteX28" fmla="*/ 352414 w 504993"/>
                  <a:gd name="connsiteY28" fmla="*/ 485388 h 503638"/>
                  <a:gd name="connsiteX29" fmla="*/ 432439 w 504993"/>
                  <a:gd name="connsiteY29" fmla="*/ 433544 h 503638"/>
                  <a:gd name="connsiteX30" fmla="*/ 485633 w 504993"/>
                  <a:gd name="connsiteY30" fmla="*/ 353955 h 503638"/>
                  <a:gd name="connsiteX31" fmla="*/ 504994 w 504993"/>
                  <a:gd name="connsiteY31" fmla="*/ 251835 h 503638"/>
                  <a:gd name="connsiteX32" fmla="*/ 485655 w 504993"/>
                  <a:gd name="connsiteY32" fmla="*/ 150054 h 503638"/>
                  <a:gd name="connsiteX33" fmla="*/ 432439 w 504993"/>
                  <a:gd name="connsiteY33" fmla="*/ 70127 h 5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93" h="503638">
                    <a:moveTo>
                      <a:pt x="202170" y="123081"/>
                    </a:moveTo>
                    <a:cubicBezTo>
                      <a:pt x="217153" y="116406"/>
                      <a:pt x="234091" y="113030"/>
                      <a:pt x="252516" y="113030"/>
                    </a:cubicBezTo>
                    <a:cubicBezTo>
                      <a:pt x="270897" y="113030"/>
                      <a:pt x="287857" y="116406"/>
                      <a:pt x="302841" y="123081"/>
                    </a:cubicBezTo>
                    <a:cubicBezTo>
                      <a:pt x="317759" y="129767"/>
                      <a:pt x="330652" y="139252"/>
                      <a:pt x="341111" y="151317"/>
                    </a:cubicBezTo>
                    <a:cubicBezTo>
                      <a:pt x="351690" y="163556"/>
                      <a:pt x="360004" y="178306"/>
                      <a:pt x="365742" y="195146"/>
                    </a:cubicBezTo>
                    <a:cubicBezTo>
                      <a:pt x="371590" y="212226"/>
                      <a:pt x="374541" y="231282"/>
                      <a:pt x="374541" y="251830"/>
                    </a:cubicBezTo>
                    <a:cubicBezTo>
                      <a:pt x="374541" y="272351"/>
                      <a:pt x="371590" y="291434"/>
                      <a:pt x="365742" y="308514"/>
                    </a:cubicBezTo>
                    <a:cubicBezTo>
                      <a:pt x="360004" y="325332"/>
                      <a:pt x="351690" y="340082"/>
                      <a:pt x="341111" y="352321"/>
                    </a:cubicBezTo>
                    <a:cubicBezTo>
                      <a:pt x="330630" y="364408"/>
                      <a:pt x="317759" y="373893"/>
                      <a:pt x="302841" y="380557"/>
                    </a:cubicBezTo>
                    <a:cubicBezTo>
                      <a:pt x="287857" y="387232"/>
                      <a:pt x="270897" y="390635"/>
                      <a:pt x="252516" y="390635"/>
                    </a:cubicBezTo>
                    <a:cubicBezTo>
                      <a:pt x="234091" y="390635"/>
                      <a:pt x="217153" y="387238"/>
                      <a:pt x="202170" y="380557"/>
                    </a:cubicBezTo>
                    <a:cubicBezTo>
                      <a:pt x="187230" y="373893"/>
                      <a:pt x="174358" y="364387"/>
                      <a:pt x="163899" y="352321"/>
                    </a:cubicBezTo>
                    <a:cubicBezTo>
                      <a:pt x="153288" y="340082"/>
                      <a:pt x="145006" y="325354"/>
                      <a:pt x="139257" y="308514"/>
                    </a:cubicBezTo>
                    <a:cubicBezTo>
                      <a:pt x="133420" y="291456"/>
                      <a:pt x="130480" y="272400"/>
                      <a:pt x="130480" y="251830"/>
                    </a:cubicBezTo>
                    <a:cubicBezTo>
                      <a:pt x="130480" y="231266"/>
                      <a:pt x="133420" y="212182"/>
                      <a:pt x="139257" y="195146"/>
                    </a:cubicBezTo>
                    <a:cubicBezTo>
                      <a:pt x="145006" y="178306"/>
                      <a:pt x="153288" y="163556"/>
                      <a:pt x="163899" y="151317"/>
                    </a:cubicBezTo>
                    <a:cubicBezTo>
                      <a:pt x="174358" y="139257"/>
                      <a:pt x="187230" y="129773"/>
                      <a:pt x="202170" y="123081"/>
                    </a:cubicBezTo>
                    <a:moveTo>
                      <a:pt x="432439" y="70127"/>
                    </a:moveTo>
                    <a:cubicBezTo>
                      <a:pt x="409947" y="47869"/>
                      <a:pt x="383034" y="30435"/>
                      <a:pt x="352414" y="18261"/>
                    </a:cubicBezTo>
                    <a:cubicBezTo>
                      <a:pt x="321848" y="6152"/>
                      <a:pt x="288249" y="0"/>
                      <a:pt x="252511" y="0"/>
                    </a:cubicBezTo>
                    <a:cubicBezTo>
                      <a:pt x="216756" y="0"/>
                      <a:pt x="183130" y="6152"/>
                      <a:pt x="152585" y="18261"/>
                    </a:cubicBezTo>
                    <a:cubicBezTo>
                      <a:pt x="121965" y="30435"/>
                      <a:pt x="95041" y="47864"/>
                      <a:pt x="72550" y="70127"/>
                    </a:cubicBezTo>
                    <a:cubicBezTo>
                      <a:pt x="50096" y="92352"/>
                      <a:pt x="32183" y="119248"/>
                      <a:pt x="19334" y="150054"/>
                    </a:cubicBezTo>
                    <a:cubicBezTo>
                      <a:pt x="6506" y="180870"/>
                      <a:pt x="0" y="215106"/>
                      <a:pt x="0" y="251835"/>
                    </a:cubicBezTo>
                    <a:cubicBezTo>
                      <a:pt x="0" y="289055"/>
                      <a:pt x="6523" y="323389"/>
                      <a:pt x="19356" y="353955"/>
                    </a:cubicBezTo>
                    <a:cubicBezTo>
                      <a:pt x="32183" y="384532"/>
                      <a:pt x="50096" y="411303"/>
                      <a:pt x="72550" y="433544"/>
                    </a:cubicBezTo>
                    <a:cubicBezTo>
                      <a:pt x="95063" y="455791"/>
                      <a:pt x="121987" y="473257"/>
                      <a:pt x="152585" y="485388"/>
                    </a:cubicBezTo>
                    <a:cubicBezTo>
                      <a:pt x="183130" y="497497"/>
                      <a:pt x="216729" y="503638"/>
                      <a:pt x="252511" y="503638"/>
                    </a:cubicBezTo>
                    <a:cubicBezTo>
                      <a:pt x="288244" y="503638"/>
                      <a:pt x="321870" y="497497"/>
                      <a:pt x="352414" y="485388"/>
                    </a:cubicBezTo>
                    <a:cubicBezTo>
                      <a:pt x="383013" y="473235"/>
                      <a:pt x="409947" y="455796"/>
                      <a:pt x="432439" y="433544"/>
                    </a:cubicBezTo>
                    <a:cubicBezTo>
                      <a:pt x="454882" y="411330"/>
                      <a:pt x="472783" y="384554"/>
                      <a:pt x="485633" y="353955"/>
                    </a:cubicBezTo>
                    <a:cubicBezTo>
                      <a:pt x="498482" y="323345"/>
                      <a:pt x="504994" y="289011"/>
                      <a:pt x="504994" y="251835"/>
                    </a:cubicBezTo>
                    <a:cubicBezTo>
                      <a:pt x="504994" y="215128"/>
                      <a:pt x="498482" y="180892"/>
                      <a:pt x="485655" y="150054"/>
                    </a:cubicBezTo>
                    <a:cubicBezTo>
                      <a:pt x="472783" y="119248"/>
                      <a:pt x="454882" y="92341"/>
                      <a:pt x="432439" y="70127"/>
                    </a:cubicBezTo>
                  </a:path>
                </a:pathLst>
              </a:custGeom>
              <a:solidFill>
                <a:srgbClr val="020203"/>
              </a:solidFill>
              <a:ln w="544" cap="flat">
                <a:noFill/>
                <a:prstDash val="solid"/>
                <a:miter/>
              </a:ln>
            </p:spPr>
            <p:txBody>
              <a:bodyPr rtlCol="0" anchor="ctr"/>
              <a:lstStyle/>
              <a:p>
                <a:endParaRPr lang="en-US" sz="1610"/>
              </a:p>
            </p:txBody>
          </p:sp>
          <p:sp>
            <p:nvSpPr>
              <p:cNvPr id="19" name="Freihandform: Form 18">
                <a:extLst>
                  <a:ext uri="{FF2B5EF4-FFF2-40B4-BE49-F238E27FC236}">
                    <a16:creationId xmlns:a16="http://schemas.microsoft.com/office/drawing/2014/main" id="{95F5BDA4-1C10-4772-8B98-A686A1052CA6}"/>
                  </a:ext>
                </a:extLst>
              </p:cNvPr>
              <p:cNvSpPr/>
              <p:nvPr/>
            </p:nvSpPr>
            <p:spPr bwMode="black">
              <a:xfrm>
                <a:off x="10688396" y="1905514"/>
                <a:ext cx="423313" cy="487527"/>
              </a:xfrm>
              <a:custGeom>
                <a:avLst/>
                <a:gdLst>
                  <a:gd name="connsiteX0" fmla="*/ 267130 w 423313"/>
                  <a:gd name="connsiteY0" fmla="*/ 152509 h 487527"/>
                  <a:gd name="connsiteX1" fmla="*/ 255734 w 423313"/>
                  <a:gd name="connsiteY1" fmla="*/ 180571 h 487527"/>
                  <a:gd name="connsiteX2" fmla="*/ 218928 w 423313"/>
                  <a:gd name="connsiteY2" fmla="*/ 191956 h 487527"/>
                  <a:gd name="connsiteX3" fmla="*/ 130470 w 423313"/>
                  <a:gd name="connsiteY3" fmla="*/ 191956 h 487527"/>
                  <a:gd name="connsiteX4" fmla="*/ 130470 w 423313"/>
                  <a:gd name="connsiteY4" fmla="*/ 113025 h 487527"/>
                  <a:gd name="connsiteX5" fmla="*/ 218928 w 423313"/>
                  <a:gd name="connsiteY5" fmla="*/ 113025 h 487527"/>
                  <a:gd name="connsiteX6" fmla="*/ 255734 w 423313"/>
                  <a:gd name="connsiteY6" fmla="*/ 124410 h 487527"/>
                  <a:gd name="connsiteX7" fmla="*/ 267130 w 423313"/>
                  <a:gd name="connsiteY7" fmla="*/ 152509 h 487527"/>
                  <a:gd name="connsiteX8" fmla="*/ 372058 w 423313"/>
                  <a:gd name="connsiteY8" fmla="*/ 230650 h 487527"/>
                  <a:gd name="connsiteX9" fmla="*/ 397588 w 423313"/>
                  <a:gd name="connsiteY9" fmla="*/ 147783 h 487527"/>
                  <a:gd name="connsiteX10" fmla="*/ 385523 w 423313"/>
                  <a:gd name="connsiteY10" fmla="*/ 88039 h 487527"/>
                  <a:gd name="connsiteX11" fmla="*/ 349877 w 423313"/>
                  <a:gd name="connsiteY11" fmla="*/ 40976 h 487527"/>
                  <a:gd name="connsiteX12" fmla="*/ 293291 w 423313"/>
                  <a:gd name="connsiteY12" fmla="*/ 10628 h 487527"/>
                  <a:gd name="connsiteX13" fmla="*/ 218928 w 423313"/>
                  <a:gd name="connsiteY13" fmla="*/ 0 h 487527"/>
                  <a:gd name="connsiteX14" fmla="*/ 0 w 423313"/>
                  <a:gd name="connsiteY14" fmla="*/ 0 h 487527"/>
                  <a:gd name="connsiteX15" fmla="*/ 0 w 423313"/>
                  <a:gd name="connsiteY15" fmla="*/ 487528 h 487527"/>
                  <a:gd name="connsiteX16" fmla="*/ 130464 w 423313"/>
                  <a:gd name="connsiteY16" fmla="*/ 487528 h 487527"/>
                  <a:gd name="connsiteX17" fmla="*/ 130464 w 423313"/>
                  <a:gd name="connsiteY17" fmla="*/ 304980 h 487527"/>
                  <a:gd name="connsiteX18" fmla="*/ 192870 w 423313"/>
                  <a:gd name="connsiteY18" fmla="*/ 304980 h 487527"/>
                  <a:gd name="connsiteX19" fmla="*/ 280126 w 423313"/>
                  <a:gd name="connsiteY19" fmla="*/ 487528 h 487527"/>
                  <a:gd name="connsiteX20" fmla="*/ 423314 w 423313"/>
                  <a:gd name="connsiteY20" fmla="*/ 487528 h 487527"/>
                  <a:gd name="connsiteX21" fmla="*/ 320079 w 423313"/>
                  <a:gd name="connsiteY21" fmla="*/ 276173 h 487527"/>
                  <a:gd name="connsiteX22" fmla="*/ 372058 w 423313"/>
                  <a:gd name="connsiteY22" fmla="*/ 23065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3313" h="487527">
                    <a:moveTo>
                      <a:pt x="267130" y="152509"/>
                    </a:moveTo>
                    <a:cubicBezTo>
                      <a:pt x="267130" y="163720"/>
                      <a:pt x="263416" y="172921"/>
                      <a:pt x="255734" y="180571"/>
                    </a:cubicBezTo>
                    <a:cubicBezTo>
                      <a:pt x="248193" y="188133"/>
                      <a:pt x="235790" y="191956"/>
                      <a:pt x="218928" y="191956"/>
                    </a:cubicBezTo>
                    <a:lnTo>
                      <a:pt x="130470" y="191956"/>
                    </a:lnTo>
                    <a:lnTo>
                      <a:pt x="130470" y="113025"/>
                    </a:lnTo>
                    <a:lnTo>
                      <a:pt x="218928" y="113025"/>
                    </a:lnTo>
                    <a:cubicBezTo>
                      <a:pt x="235790" y="113025"/>
                      <a:pt x="248193" y="116847"/>
                      <a:pt x="255734" y="124410"/>
                    </a:cubicBezTo>
                    <a:cubicBezTo>
                      <a:pt x="263416" y="132076"/>
                      <a:pt x="267130" y="141266"/>
                      <a:pt x="267130" y="152509"/>
                    </a:cubicBezTo>
                    <a:moveTo>
                      <a:pt x="372058" y="230650"/>
                    </a:moveTo>
                    <a:cubicBezTo>
                      <a:pt x="389007" y="208545"/>
                      <a:pt x="397588" y="180669"/>
                      <a:pt x="397588" y="147783"/>
                    </a:cubicBezTo>
                    <a:cubicBezTo>
                      <a:pt x="397588" y="126125"/>
                      <a:pt x="393532" y="106029"/>
                      <a:pt x="385523" y="88039"/>
                    </a:cubicBezTo>
                    <a:cubicBezTo>
                      <a:pt x="377448" y="69963"/>
                      <a:pt x="365459" y="54141"/>
                      <a:pt x="349877" y="40976"/>
                    </a:cubicBezTo>
                    <a:cubicBezTo>
                      <a:pt x="334468" y="27985"/>
                      <a:pt x="315423" y="17777"/>
                      <a:pt x="293291" y="10628"/>
                    </a:cubicBezTo>
                    <a:cubicBezTo>
                      <a:pt x="271447" y="3577"/>
                      <a:pt x="246424" y="0"/>
                      <a:pt x="218928" y="0"/>
                    </a:cubicBezTo>
                    <a:lnTo>
                      <a:pt x="0" y="0"/>
                    </a:lnTo>
                    <a:lnTo>
                      <a:pt x="0" y="487528"/>
                    </a:lnTo>
                    <a:lnTo>
                      <a:pt x="130464" y="487528"/>
                    </a:lnTo>
                    <a:lnTo>
                      <a:pt x="130464" y="304980"/>
                    </a:lnTo>
                    <a:lnTo>
                      <a:pt x="192870" y="304980"/>
                    </a:lnTo>
                    <a:lnTo>
                      <a:pt x="280126" y="487528"/>
                    </a:lnTo>
                    <a:lnTo>
                      <a:pt x="423314" y="487528"/>
                    </a:lnTo>
                    <a:lnTo>
                      <a:pt x="320079" y="276173"/>
                    </a:lnTo>
                    <a:cubicBezTo>
                      <a:pt x="340447" y="264407"/>
                      <a:pt x="357940" y="249086"/>
                      <a:pt x="372058" y="230650"/>
                    </a:cubicBezTo>
                  </a:path>
                </a:pathLst>
              </a:custGeom>
              <a:solidFill>
                <a:srgbClr val="020203"/>
              </a:solidFill>
              <a:ln w="544" cap="flat">
                <a:noFill/>
                <a:prstDash val="solid"/>
                <a:miter/>
              </a:ln>
            </p:spPr>
            <p:txBody>
              <a:bodyPr rtlCol="0" anchor="ctr"/>
              <a:lstStyle/>
              <a:p>
                <a:endParaRPr lang="en-US" sz="1610"/>
              </a:p>
            </p:txBody>
          </p:sp>
          <p:sp>
            <p:nvSpPr>
              <p:cNvPr id="20" name="Freihandform: Form 19">
                <a:extLst>
                  <a:ext uri="{FF2B5EF4-FFF2-40B4-BE49-F238E27FC236}">
                    <a16:creationId xmlns:a16="http://schemas.microsoft.com/office/drawing/2014/main" id="{0D7DAD39-6282-4458-BF0A-3B03B701EC08}"/>
                  </a:ext>
                </a:extLst>
              </p:cNvPr>
              <p:cNvSpPr/>
              <p:nvPr/>
            </p:nvSpPr>
            <p:spPr bwMode="black">
              <a:xfrm>
                <a:off x="11116845" y="1905514"/>
                <a:ext cx="417046" cy="487527"/>
              </a:xfrm>
              <a:custGeom>
                <a:avLst/>
                <a:gdLst>
                  <a:gd name="connsiteX0" fmla="*/ 0 w 417046"/>
                  <a:gd name="connsiteY0" fmla="*/ 113025 h 487527"/>
                  <a:gd name="connsiteX1" fmla="*/ 142965 w 417046"/>
                  <a:gd name="connsiteY1" fmla="*/ 113025 h 487527"/>
                  <a:gd name="connsiteX2" fmla="*/ 142965 w 417046"/>
                  <a:gd name="connsiteY2" fmla="*/ 487528 h 487527"/>
                  <a:gd name="connsiteX3" fmla="*/ 273423 w 417046"/>
                  <a:gd name="connsiteY3" fmla="*/ 487528 h 487527"/>
                  <a:gd name="connsiteX4" fmla="*/ 273423 w 417046"/>
                  <a:gd name="connsiteY4" fmla="*/ 113025 h 487527"/>
                  <a:gd name="connsiteX5" fmla="*/ 417047 w 417046"/>
                  <a:gd name="connsiteY5" fmla="*/ 113025 h 487527"/>
                  <a:gd name="connsiteX6" fmla="*/ 417047 w 417046"/>
                  <a:gd name="connsiteY6" fmla="*/ 0 h 487527"/>
                  <a:gd name="connsiteX7" fmla="*/ 0 w 417046"/>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46" h="487527">
                    <a:moveTo>
                      <a:pt x="0" y="113025"/>
                    </a:moveTo>
                    <a:lnTo>
                      <a:pt x="142965" y="113025"/>
                    </a:lnTo>
                    <a:lnTo>
                      <a:pt x="142965" y="487528"/>
                    </a:lnTo>
                    <a:lnTo>
                      <a:pt x="273423" y="487528"/>
                    </a:lnTo>
                    <a:lnTo>
                      <a:pt x="273423" y="113025"/>
                    </a:lnTo>
                    <a:lnTo>
                      <a:pt x="417047" y="113025"/>
                    </a:lnTo>
                    <a:lnTo>
                      <a:pt x="417047" y="0"/>
                    </a:lnTo>
                    <a:lnTo>
                      <a:pt x="0" y="0"/>
                    </a:lnTo>
                    <a:close/>
                  </a:path>
                </a:pathLst>
              </a:custGeom>
              <a:solidFill>
                <a:srgbClr val="020203"/>
              </a:solidFill>
              <a:ln w="544" cap="flat">
                <a:noFill/>
                <a:prstDash val="solid"/>
                <a:miter/>
              </a:ln>
            </p:spPr>
            <p:txBody>
              <a:bodyPr rtlCol="0" anchor="ctr"/>
              <a:lstStyle/>
              <a:p>
                <a:endParaRPr lang="en-US" sz="1610"/>
              </a:p>
            </p:txBody>
          </p:sp>
          <p:sp>
            <p:nvSpPr>
              <p:cNvPr id="21" name="Freihandform: Form 20">
                <a:extLst>
                  <a:ext uri="{FF2B5EF4-FFF2-40B4-BE49-F238E27FC236}">
                    <a16:creationId xmlns:a16="http://schemas.microsoft.com/office/drawing/2014/main" id="{A289F4F2-BF6D-4CA5-A582-869B5C80B9A1}"/>
                  </a:ext>
                </a:extLst>
              </p:cNvPr>
              <p:cNvSpPr/>
              <p:nvPr/>
            </p:nvSpPr>
            <p:spPr bwMode="black">
              <a:xfrm>
                <a:off x="9724182" y="1905519"/>
                <a:ext cx="386851" cy="487527"/>
              </a:xfrm>
              <a:custGeom>
                <a:avLst/>
                <a:gdLst>
                  <a:gd name="connsiteX0" fmla="*/ 253687 w 386851"/>
                  <a:gd name="connsiteY0" fmla="*/ 154502 h 487527"/>
                  <a:gd name="connsiteX1" fmla="*/ 241730 w 386851"/>
                  <a:gd name="connsiteY1" fmla="*/ 184839 h 487527"/>
                  <a:gd name="connsiteX2" fmla="*/ 206182 w 386851"/>
                  <a:gd name="connsiteY2" fmla="*/ 196676 h 487527"/>
                  <a:gd name="connsiteX3" fmla="*/ 130464 w 386851"/>
                  <a:gd name="connsiteY3" fmla="*/ 196676 h 487527"/>
                  <a:gd name="connsiteX4" fmla="*/ 130464 w 386851"/>
                  <a:gd name="connsiteY4" fmla="*/ 113025 h 487527"/>
                  <a:gd name="connsiteX5" fmla="*/ 206182 w 386851"/>
                  <a:gd name="connsiteY5" fmla="*/ 113025 h 487527"/>
                  <a:gd name="connsiteX6" fmla="*/ 241806 w 386851"/>
                  <a:gd name="connsiteY6" fmla="*/ 124584 h 487527"/>
                  <a:gd name="connsiteX7" fmla="*/ 253687 w 386851"/>
                  <a:gd name="connsiteY7" fmla="*/ 154502 h 487527"/>
                  <a:gd name="connsiteX8" fmla="*/ 338966 w 386851"/>
                  <a:gd name="connsiteY8" fmla="*/ 43470 h 487527"/>
                  <a:gd name="connsiteX9" fmla="*/ 281715 w 386851"/>
                  <a:gd name="connsiteY9" fmla="*/ 11352 h 487527"/>
                  <a:gd name="connsiteX10" fmla="*/ 206182 w 386851"/>
                  <a:gd name="connsiteY10" fmla="*/ 0 h 487527"/>
                  <a:gd name="connsiteX11" fmla="*/ 0 w 386851"/>
                  <a:gd name="connsiteY11" fmla="*/ 0 h 487527"/>
                  <a:gd name="connsiteX12" fmla="*/ 0 w 386851"/>
                  <a:gd name="connsiteY12" fmla="*/ 487528 h 487527"/>
                  <a:gd name="connsiteX13" fmla="*/ 130464 w 386851"/>
                  <a:gd name="connsiteY13" fmla="*/ 487528 h 487527"/>
                  <a:gd name="connsiteX14" fmla="*/ 130464 w 386851"/>
                  <a:gd name="connsiteY14" fmla="*/ 309668 h 487527"/>
                  <a:gd name="connsiteX15" fmla="*/ 206182 w 386851"/>
                  <a:gd name="connsiteY15" fmla="*/ 309668 h 487527"/>
                  <a:gd name="connsiteX16" fmla="*/ 281715 w 386851"/>
                  <a:gd name="connsiteY16" fmla="*/ 298316 h 487527"/>
                  <a:gd name="connsiteX17" fmla="*/ 338966 w 386851"/>
                  <a:gd name="connsiteY17" fmla="*/ 266198 h 487527"/>
                  <a:gd name="connsiteX18" fmla="*/ 374884 w 386851"/>
                  <a:gd name="connsiteY18" fmla="*/ 216347 h 487527"/>
                  <a:gd name="connsiteX19" fmla="*/ 386851 w 386851"/>
                  <a:gd name="connsiteY19" fmla="*/ 154507 h 487527"/>
                  <a:gd name="connsiteX20" fmla="*/ 374862 w 386851"/>
                  <a:gd name="connsiteY20" fmla="*/ 92961 h 487527"/>
                  <a:gd name="connsiteX21" fmla="*/ 338966 w 386851"/>
                  <a:gd name="connsiteY21" fmla="*/ 4347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6851" h="487527">
                    <a:moveTo>
                      <a:pt x="253687" y="154502"/>
                    </a:moveTo>
                    <a:cubicBezTo>
                      <a:pt x="253687" y="167036"/>
                      <a:pt x="249783" y="176950"/>
                      <a:pt x="241730" y="184839"/>
                    </a:cubicBezTo>
                    <a:cubicBezTo>
                      <a:pt x="233590" y="192805"/>
                      <a:pt x="221972" y="196676"/>
                      <a:pt x="206182" y="196676"/>
                    </a:cubicBezTo>
                    <a:lnTo>
                      <a:pt x="130464" y="196676"/>
                    </a:lnTo>
                    <a:lnTo>
                      <a:pt x="130464" y="113025"/>
                    </a:lnTo>
                    <a:lnTo>
                      <a:pt x="206182" y="113025"/>
                    </a:lnTo>
                    <a:cubicBezTo>
                      <a:pt x="221797" y="113025"/>
                      <a:pt x="233808" y="116918"/>
                      <a:pt x="241806" y="124584"/>
                    </a:cubicBezTo>
                    <a:cubicBezTo>
                      <a:pt x="249832" y="132233"/>
                      <a:pt x="253687" y="142012"/>
                      <a:pt x="253687" y="154502"/>
                    </a:cubicBezTo>
                    <a:moveTo>
                      <a:pt x="338966" y="43470"/>
                    </a:moveTo>
                    <a:cubicBezTo>
                      <a:pt x="323361" y="29798"/>
                      <a:pt x="304093" y="18980"/>
                      <a:pt x="281715" y="11352"/>
                    </a:cubicBezTo>
                    <a:cubicBezTo>
                      <a:pt x="259523" y="3822"/>
                      <a:pt x="234113" y="0"/>
                      <a:pt x="206182" y="0"/>
                    </a:cubicBezTo>
                    <a:lnTo>
                      <a:pt x="0" y="0"/>
                    </a:lnTo>
                    <a:lnTo>
                      <a:pt x="0" y="487528"/>
                    </a:lnTo>
                    <a:lnTo>
                      <a:pt x="130464" y="487528"/>
                    </a:lnTo>
                    <a:lnTo>
                      <a:pt x="130464" y="309668"/>
                    </a:lnTo>
                    <a:lnTo>
                      <a:pt x="206182" y="309668"/>
                    </a:lnTo>
                    <a:cubicBezTo>
                      <a:pt x="234157" y="309668"/>
                      <a:pt x="259588" y="305846"/>
                      <a:pt x="281715" y="298316"/>
                    </a:cubicBezTo>
                    <a:cubicBezTo>
                      <a:pt x="304071" y="290710"/>
                      <a:pt x="323318" y="279913"/>
                      <a:pt x="338966" y="266198"/>
                    </a:cubicBezTo>
                    <a:cubicBezTo>
                      <a:pt x="354766" y="252331"/>
                      <a:pt x="366864" y="235556"/>
                      <a:pt x="374884" y="216347"/>
                    </a:cubicBezTo>
                    <a:cubicBezTo>
                      <a:pt x="382817" y="197324"/>
                      <a:pt x="386851" y="176525"/>
                      <a:pt x="386851" y="154507"/>
                    </a:cubicBezTo>
                    <a:cubicBezTo>
                      <a:pt x="386851" y="132468"/>
                      <a:pt x="382817" y="111756"/>
                      <a:pt x="374862" y="92961"/>
                    </a:cubicBezTo>
                    <a:cubicBezTo>
                      <a:pt x="366842" y="73987"/>
                      <a:pt x="354766" y="57337"/>
                      <a:pt x="338966" y="43470"/>
                    </a:cubicBezTo>
                  </a:path>
                </a:pathLst>
              </a:custGeom>
              <a:solidFill>
                <a:srgbClr val="020203"/>
              </a:solidFill>
              <a:ln w="544" cap="flat">
                <a:noFill/>
                <a:prstDash val="solid"/>
                <a:miter/>
              </a:ln>
            </p:spPr>
            <p:txBody>
              <a:bodyPr rtlCol="0" anchor="ctr"/>
              <a:lstStyle/>
              <a:p>
                <a:endParaRPr lang="en-US" sz="1610"/>
              </a:p>
            </p:txBody>
          </p:sp>
          <p:sp>
            <p:nvSpPr>
              <p:cNvPr id="22" name="Freihandform: Form 21">
                <a:extLst>
                  <a:ext uri="{FF2B5EF4-FFF2-40B4-BE49-F238E27FC236}">
                    <a16:creationId xmlns:a16="http://schemas.microsoft.com/office/drawing/2014/main" id="{665DAFDF-7457-4F7E-A3A3-445946AD75A8}"/>
                  </a:ext>
                </a:extLst>
              </p:cNvPr>
              <p:cNvSpPr/>
              <p:nvPr/>
            </p:nvSpPr>
            <p:spPr bwMode="black">
              <a:xfrm>
                <a:off x="8406938" y="1412776"/>
                <a:ext cx="700292" cy="2069679"/>
              </a:xfrm>
              <a:custGeom>
                <a:avLst/>
                <a:gdLst>
                  <a:gd name="connsiteX0" fmla="*/ 671038 w 700292"/>
                  <a:gd name="connsiteY0" fmla="*/ 0 h 2069679"/>
                  <a:gd name="connsiteX1" fmla="*/ 0 w 700292"/>
                  <a:gd name="connsiteY1" fmla="*/ 2069680 h 2069679"/>
                  <a:gd name="connsiteX2" fmla="*/ 29243 w 700292"/>
                  <a:gd name="connsiteY2" fmla="*/ 2069680 h 2069679"/>
                  <a:gd name="connsiteX3" fmla="*/ 700292 w 700292"/>
                  <a:gd name="connsiteY3" fmla="*/ 0 h 2069679"/>
                </a:gdLst>
                <a:ahLst/>
                <a:cxnLst>
                  <a:cxn ang="0">
                    <a:pos x="connsiteX0" y="connsiteY0"/>
                  </a:cxn>
                  <a:cxn ang="0">
                    <a:pos x="connsiteX1" y="connsiteY1"/>
                  </a:cxn>
                  <a:cxn ang="0">
                    <a:pos x="connsiteX2" y="connsiteY2"/>
                  </a:cxn>
                  <a:cxn ang="0">
                    <a:pos x="connsiteX3" y="connsiteY3"/>
                  </a:cxn>
                </a:cxnLst>
                <a:rect l="l" t="t" r="r" b="b"/>
                <a:pathLst>
                  <a:path w="700292" h="2069679">
                    <a:moveTo>
                      <a:pt x="671038" y="0"/>
                    </a:moveTo>
                    <a:lnTo>
                      <a:pt x="0" y="2069680"/>
                    </a:lnTo>
                    <a:lnTo>
                      <a:pt x="29243" y="2069680"/>
                    </a:lnTo>
                    <a:lnTo>
                      <a:pt x="700292" y="0"/>
                    </a:lnTo>
                    <a:close/>
                  </a:path>
                </a:pathLst>
              </a:custGeom>
              <a:solidFill>
                <a:srgbClr val="020203"/>
              </a:solidFill>
              <a:ln w="544" cap="flat">
                <a:noFill/>
                <a:prstDash val="solid"/>
                <a:miter/>
              </a:ln>
            </p:spPr>
            <p:txBody>
              <a:bodyPr rtlCol="0" anchor="ctr"/>
              <a:lstStyle/>
              <a:p>
                <a:endParaRPr lang="en-US" sz="1610"/>
              </a:p>
            </p:txBody>
          </p:sp>
        </p:grpSp>
        <p:sp>
          <p:nvSpPr>
            <p:cNvPr id="23" name="Freihandform: Form 22">
              <a:extLst>
                <a:ext uri="{FF2B5EF4-FFF2-40B4-BE49-F238E27FC236}">
                  <a16:creationId xmlns:a16="http://schemas.microsoft.com/office/drawing/2014/main" id="{E04A5F4A-7289-42E8-B639-FEF076A7CE28}"/>
                </a:ext>
              </a:extLst>
            </p:cNvPr>
            <p:cNvSpPr/>
            <p:nvPr/>
          </p:nvSpPr>
          <p:spPr bwMode="black">
            <a:xfrm>
              <a:off x="10293417" y="3082929"/>
              <a:ext cx="374911" cy="130496"/>
            </a:xfrm>
            <a:custGeom>
              <a:avLst/>
              <a:gdLst>
                <a:gd name="connsiteX0" fmla="*/ 0 w 374911"/>
                <a:gd name="connsiteY0" fmla="*/ 0 h 130496"/>
                <a:gd name="connsiteX1" fmla="*/ 374911 w 374911"/>
                <a:gd name="connsiteY1" fmla="*/ 0 h 130496"/>
                <a:gd name="connsiteX2" fmla="*/ 374911 w 374911"/>
                <a:gd name="connsiteY2" fmla="*/ 130497 h 130496"/>
                <a:gd name="connsiteX3" fmla="*/ 0 w 374911"/>
                <a:gd name="connsiteY3" fmla="*/ 130497 h 130496"/>
              </a:gdLst>
              <a:ahLst/>
              <a:cxnLst>
                <a:cxn ang="0">
                  <a:pos x="connsiteX0" y="connsiteY0"/>
                </a:cxn>
                <a:cxn ang="0">
                  <a:pos x="connsiteX1" y="connsiteY1"/>
                </a:cxn>
                <a:cxn ang="0">
                  <a:pos x="connsiteX2" y="connsiteY2"/>
                </a:cxn>
                <a:cxn ang="0">
                  <a:pos x="connsiteX3" y="connsiteY3"/>
                </a:cxn>
              </a:cxnLst>
              <a:rect l="l" t="t" r="r" b="b"/>
              <a:pathLst>
                <a:path w="374911" h="130496">
                  <a:moveTo>
                    <a:pt x="0" y="0"/>
                  </a:moveTo>
                  <a:lnTo>
                    <a:pt x="374911" y="0"/>
                  </a:lnTo>
                  <a:lnTo>
                    <a:pt x="374911" y="130497"/>
                  </a:lnTo>
                  <a:lnTo>
                    <a:pt x="0" y="130497"/>
                  </a:lnTo>
                  <a:close/>
                </a:path>
              </a:pathLst>
            </a:custGeom>
            <a:solidFill>
              <a:schemeClr val="bg2"/>
            </a:solidFill>
            <a:ln w="544" cap="flat">
              <a:noFill/>
              <a:prstDash val="solid"/>
              <a:miter/>
            </a:ln>
          </p:spPr>
          <p:txBody>
            <a:bodyPr rtlCol="0" anchor="ctr"/>
            <a:lstStyle/>
            <a:p>
              <a:endParaRPr lang="en-US" sz="1610"/>
            </a:p>
          </p:txBody>
        </p:sp>
      </p:gr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1559090" y="3324679"/>
            <a:ext cx="9286613" cy="901700"/>
          </a:xfrm>
        </p:spPr>
        <p:txBody>
          <a:bodyPr anchor="b"/>
          <a:lstStyle>
            <a:lvl1pPr algn="ctr">
              <a:defRPr sz="2862" baseline="0">
                <a:solidFill>
                  <a:schemeClr val="tx1"/>
                </a:solidFill>
                <a:latin typeface="+mj-lt"/>
              </a:defRPr>
            </a:lvl1pPr>
          </a:lstStyle>
          <a:p>
            <a:r>
              <a:rPr lang="en-US"/>
              <a:t>Title Arial Bold 32 </a:t>
            </a:r>
            <a:r>
              <a:rPr lang="en-US" err="1"/>
              <a:t>pt</a:t>
            </a:r>
            <a:r>
              <a:rPr lang="en-US"/>
              <a:t> </a:t>
            </a:r>
            <a:br>
              <a:rPr lang="en-US"/>
            </a:br>
            <a:r>
              <a:rPr lang="en-US"/>
              <a:t>max 2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gray">
          <a:xfrm>
            <a:off x="1559089" y="4290786"/>
            <a:ext cx="9286614" cy="257600"/>
          </a:xfrm>
        </p:spPr>
        <p:txBody>
          <a:bodyPr tIns="36000"/>
          <a:lstStyle>
            <a:lvl1pPr marL="0" indent="0" algn="ctr">
              <a:lnSpc>
                <a:spcPct val="100000"/>
              </a:lnSpc>
              <a:spcAft>
                <a:spcPts val="0"/>
              </a:spcAft>
              <a:buFont typeface="Arial" panose="020B0604020202020204" pitchFamily="34" charset="0"/>
              <a:buNone/>
              <a:defRPr sz="1073"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073" b="1" cap="all" baseline="0">
                <a:solidFill>
                  <a:schemeClr val="bg2"/>
                </a:solidFill>
                <a:latin typeface="+mn-lt"/>
              </a:defRPr>
            </a:lvl2pPr>
            <a:lvl3pPr marL="0" indent="0" algn="ctr">
              <a:lnSpc>
                <a:spcPct val="100000"/>
              </a:lnSpc>
              <a:spcAft>
                <a:spcPts val="0"/>
              </a:spcAft>
              <a:buNone/>
              <a:defRPr sz="1073" b="1" cap="all">
                <a:solidFill>
                  <a:schemeClr val="bg2"/>
                </a:solidFill>
              </a:defRPr>
            </a:lvl3pPr>
            <a:lvl4pPr marL="0" indent="0" algn="ctr">
              <a:lnSpc>
                <a:spcPct val="100000"/>
              </a:lnSpc>
              <a:spcAft>
                <a:spcPts val="0"/>
              </a:spcAft>
              <a:buNone/>
              <a:defRPr sz="1073" b="1" cap="all">
                <a:solidFill>
                  <a:schemeClr val="bg2"/>
                </a:solidFill>
              </a:defRPr>
            </a:lvl4pPr>
            <a:lvl5pPr marL="0" indent="0" algn="ctr">
              <a:lnSpc>
                <a:spcPct val="100000"/>
              </a:lnSpc>
              <a:spcAft>
                <a:spcPts val="0"/>
              </a:spcAft>
              <a:buNone/>
              <a:defRPr sz="1073" b="1" cap="all">
                <a:solidFill>
                  <a:schemeClr val="bg2"/>
                </a:solidFill>
              </a:defRPr>
            </a:lvl5pPr>
            <a:lvl6pPr marL="0" indent="0" algn="ctr">
              <a:lnSpc>
                <a:spcPct val="100000"/>
              </a:lnSpc>
              <a:spcAft>
                <a:spcPts val="0"/>
              </a:spcAft>
              <a:buNone/>
              <a:defRPr sz="1073" b="1" cap="all">
                <a:solidFill>
                  <a:schemeClr val="bg2"/>
                </a:solidFill>
              </a:defRPr>
            </a:lvl6pPr>
            <a:lvl7pPr marL="0" indent="0" algn="ctr">
              <a:lnSpc>
                <a:spcPct val="100000"/>
              </a:lnSpc>
              <a:spcAft>
                <a:spcPts val="0"/>
              </a:spcAft>
              <a:buNone/>
              <a:defRPr sz="1073" b="1" cap="all">
                <a:solidFill>
                  <a:schemeClr val="bg2"/>
                </a:solidFill>
              </a:defRPr>
            </a:lvl7pPr>
            <a:lvl8pPr marL="0" indent="0" algn="ctr">
              <a:lnSpc>
                <a:spcPct val="100000"/>
              </a:lnSpc>
              <a:spcAft>
                <a:spcPts val="0"/>
              </a:spcAft>
              <a:buNone/>
              <a:defRPr sz="1073" b="1" cap="all">
                <a:solidFill>
                  <a:schemeClr val="bg2"/>
                </a:solidFill>
              </a:defRPr>
            </a:lvl8pPr>
            <a:lvl9pPr marL="0" indent="0" algn="ctr">
              <a:lnSpc>
                <a:spcPct val="100000"/>
              </a:lnSpc>
              <a:spcAft>
                <a:spcPts val="0"/>
              </a:spcAft>
              <a:buNone/>
              <a:defRPr sz="1073" b="1" cap="all">
                <a:solidFill>
                  <a:schemeClr val="bg2"/>
                </a:solidFill>
              </a:defRPr>
            </a:lvl9pPr>
          </a:lstStyle>
          <a:p>
            <a:pPr lvl="0"/>
            <a:r>
              <a:rPr lang="en-US"/>
              <a:t>Date / Month / Year, Arial, 12 </a:t>
            </a:r>
            <a:r>
              <a:rPr lang="en-US" err="1"/>
              <a:t>pt</a:t>
            </a:r>
            <a:endParaRPr lang="en-US"/>
          </a:p>
          <a:p>
            <a:pPr lvl="1"/>
            <a:endParaRPr lang="en-US"/>
          </a:p>
        </p:txBody>
      </p:sp>
      <p:sp>
        <p:nvSpPr>
          <p:cNvPr id="25" name="Textfeld 24">
            <a:extLst>
              <a:ext uri="{FF2B5EF4-FFF2-40B4-BE49-F238E27FC236}">
                <a16:creationId xmlns:a16="http://schemas.microsoft.com/office/drawing/2014/main" id="{1A3531AF-9623-44F5-B29D-93C066A6F8DF}"/>
              </a:ext>
            </a:extLst>
          </p:cNvPr>
          <p:cNvSpPr txBox="1"/>
          <p:nvPr/>
        </p:nvSpPr>
        <p:spPr>
          <a:xfrm>
            <a:off x="3142431" y="-410936"/>
            <a:ext cx="2520294" cy="386400"/>
          </a:xfrm>
          <a:prstGeom prst="rect">
            <a:avLst/>
          </a:prstGeom>
          <a:solidFill>
            <a:schemeClr val="accent5"/>
          </a:solidFill>
        </p:spPr>
        <p:txBody>
          <a:bodyPr vert="horz" wrap="square" lIns="64400" tIns="0" rIns="644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626" b="0" i="0" u="none" baseline="0">
                <a:solidFill>
                  <a:schemeClr val="bg1"/>
                </a:solidFill>
                <a:latin typeface="Arial" panose="020B0604020202020204" pitchFamily="34" charset="0"/>
              </a:rPr>
              <a:t>To insert a partner logo, please use the area marked by guidelines to the left of the SPORTFI</a:t>
            </a:r>
            <a:r>
              <a:rPr lang="en-US" sz="626" b="0" i="0" u="sng" baseline="0">
                <a:solidFill>
                  <a:schemeClr val="bg1"/>
                </a:solidFill>
                <a:latin typeface="Arial" panose="020B0604020202020204" pitchFamily="34" charset="0"/>
              </a:rPr>
              <a:t>V</a:t>
            </a:r>
            <a:r>
              <a:rPr lang="en-US" sz="626" b="0" i="0" u="none" baseline="0">
                <a:solidFill>
                  <a:schemeClr val="bg1"/>
                </a:solidFill>
                <a:latin typeface="Arial" panose="020B0604020202020204" pitchFamily="34" charset="0"/>
              </a:rPr>
              <a:t>E logo. This area shows the maximum height/width for positioning.</a:t>
            </a:r>
          </a:p>
        </p:txBody>
      </p:sp>
      <p:sp>
        <p:nvSpPr>
          <p:cNvPr id="3" name="Textfeld 2">
            <a:extLst>
              <a:ext uri="{FF2B5EF4-FFF2-40B4-BE49-F238E27FC236}">
                <a16:creationId xmlns:a16="http://schemas.microsoft.com/office/drawing/2014/main" id="{9D7567A0-4007-C97E-39A5-E459AA0C47DE}"/>
              </a:ext>
            </a:extLst>
          </p:cNvPr>
          <p:cNvSpPr txBox="1"/>
          <p:nvPr userDrawn="1"/>
        </p:nvSpPr>
        <p:spPr>
          <a:xfrm>
            <a:off x="3142431" y="-410936"/>
            <a:ext cx="2520294" cy="386400"/>
          </a:xfrm>
          <a:prstGeom prst="rect">
            <a:avLst/>
          </a:prstGeom>
          <a:solidFill>
            <a:schemeClr val="accent5"/>
          </a:solidFill>
        </p:spPr>
        <p:txBody>
          <a:bodyPr vert="horz" wrap="square" lIns="64400" tIns="0" rIns="644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626" b="0" i="0" u="none" baseline="0">
                <a:solidFill>
                  <a:schemeClr val="bg1"/>
                </a:solidFill>
                <a:latin typeface="Arial" panose="020B0604020202020204" pitchFamily="34" charset="0"/>
              </a:rPr>
              <a:t>To insert a partner logo, please use the area marked by guidelines to the left of the SPORTFI</a:t>
            </a:r>
            <a:r>
              <a:rPr lang="en-US" sz="626" b="0" i="0" u="sng" baseline="0">
                <a:solidFill>
                  <a:schemeClr val="bg1"/>
                </a:solidFill>
                <a:latin typeface="Arial" panose="020B0604020202020204" pitchFamily="34" charset="0"/>
              </a:rPr>
              <a:t>V</a:t>
            </a:r>
            <a:r>
              <a:rPr lang="en-US" sz="626" b="0" i="0" u="none" baseline="0">
                <a:solidFill>
                  <a:schemeClr val="bg1"/>
                </a:solidFill>
                <a:latin typeface="Arial" panose="020B0604020202020204" pitchFamily="34" charset="0"/>
              </a:rPr>
              <a:t>E logo. This area shows the maximum height/width for positioning.</a:t>
            </a:r>
          </a:p>
        </p:txBody>
      </p:sp>
    </p:spTree>
    <p:extLst>
      <p:ext uri="{BB962C8B-B14F-4D97-AF65-F5344CB8AC3E}">
        <p14:creationId xmlns:p14="http://schemas.microsoft.com/office/powerpoint/2010/main" val="522705877"/>
      </p:ext>
    </p:extLst>
  </p:cSld>
  <p:clrMapOvr>
    <a:masterClrMapping/>
  </p:clrMapOvr>
  <p:extLst>
    <p:ext uri="{DCECCB84-F9BA-43D5-87BE-67443E8EF086}">
      <p15:sldGuideLst xmlns:p15="http://schemas.microsoft.com/office/powerpoint/2012/main">
        <p15:guide id="1" pos="3568">
          <p15:clr>
            <a:srgbClr val="000000"/>
          </p15:clr>
        </p15:guide>
        <p15:guide id="2" pos="1980">
          <p15:clr>
            <a:srgbClr val="000000"/>
          </p15:clr>
        </p15:guide>
        <p15:guide id="3" orient="horz" pos="1207">
          <p15:clr>
            <a:srgbClr val="000000"/>
          </p15:clr>
        </p15:guide>
        <p15:guide id="4" orient="horz" pos="1797">
          <p15:clr>
            <a:srgbClr val="00000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ivider | picture">
    <p:bg>
      <p:bgPr>
        <a:solidFill>
          <a:schemeClr val="bg2"/>
        </a:solidFill>
        <a:effectLst/>
      </p:bgPr>
    </p:bg>
    <p:spTree>
      <p:nvGrpSpPr>
        <p:cNvPr id="1" name=""/>
        <p:cNvGrpSpPr/>
        <p:nvPr/>
      </p:nvGrpSpPr>
      <p:grpSpPr>
        <a:xfrm>
          <a:off x="0" y="0"/>
          <a:ext cx="0" cy="0"/>
          <a:chOff x="0" y="0"/>
          <a:chExt cx="0" cy="0"/>
        </a:xfrm>
      </p:grpSpPr>
      <p:sp>
        <p:nvSpPr>
          <p:cNvPr id="34" name="Bildplatzhalter 33">
            <a:extLst>
              <a:ext uri="{FF2B5EF4-FFF2-40B4-BE49-F238E27FC236}">
                <a16:creationId xmlns:a16="http://schemas.microsoft.com/office/drawing/2014/main" id="{4AE6AD9E-A42C-4097-BA1A-CF086631D339}"/>
              </a:ext>
            </a:extLst>
          </p:cNvPr>
          <p:cNvSpPr>
            <a:spLocks noGrp="1"/>
          </p:cNvSpPr>
          <p:nvPr>
            <p:ph type="pic" sz="quarter" idx="17" hasCustomPrompt="1"/>
          </p:nvPr>
        </p:nvSpPr>
        <p:spPr bwMode="ltGray">
          <a:xfrm>
            <a:off x="2" y="0"/>
            <a:ext cx="12188824" cy="6134100"/>
          </a:xfrm>
          <a:custGeom>
            <a:avLst/>
            <a:gdLst>
              <a:gd name="connsiteX0" fmla="*/ 0 w 12191999"/>
              <a:gd name="connsiteY0" fmla="*/ 0 h 6858000"/>
              <a:gd name="connsiteX1" fmla="*/ 610009 w 12191999"/>
              <a:gd name="connsiteY1" fmla="*/ 0 h 6858000"/>
              <a:gd name="connsiteX2" fmla="*/ 11581986 w 12191999"/>
              <a:gd name="connsiteY2" fmla="*/ 0 h 6858000"/>
              <a:gd name="connsiteX3" fmla="*/ 12191999 w 12191999"/>
              <a:gd name="connsiteY3" fmla="*/ 0 h 6858000"/>
              <a:gd name="connsiteX4" fmla="*/ 12191999 w 12191999"/>
              <a:gd name="connsiteY4" fmla="*/ 6858000 h 6858000"/>
              <a:gd name="connsiteX5" fmla="*/ 11581986 w 12191999"/>
              <a:gd name="connsiteY5" fmla="*/ 6858000 h 6858000"/>
              <a:gd name="connsiteX6" fmla="*/ 6623719 w 12191999"/>
              <a:gd name="connsiteY6" fmla="*/ 6858000 h 6858000"/>
              <a:gd name="connsiteX7" fmla="*/ 5568279 w 12191999"/>
              <a:gd name="connsiteY7" fmla="*/ 6858000 h 6858000"/>
              <a:gd name="connsiteX8" fmla="*/ 610009 w 12191999"/>
              <a:gd name="connsiteY8" fmla="*/ 6858000 h 6858000"/>
              <a:gd name="connsiteX9" fmla="*/ 0 w 12191999"/>
              <a:gd name="connsiteY9" fmla="*/ 6858000 h 6858000"/>
              <a:gd name="connsiteX10" fmla="*/ 0 w 12191999"/>
              <a:gd name="connsiteY10" fmla="*/ 6237312 h 6858000"/>
              <a:gd name="connsiteX11" fmla="*/ 367435 w 12191999"/>
              <a:gd name="connsiteY11" fmla="*/ 6237312 h 6858000"/>
              <a:gd name="connsiteX12" fmla="*/ 367435 w 12191999"/>
              <a:gd name="connsiteY12" fmla="*/ 5181872 h 6858000"/>
              <a:gd name="connsiteX13" fmla="*/ 0 w 12191999"/>
              <a:gd name="connsiteY13" fmla="*/ 51818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6858000">
                <a:moveTo>
                  <a:pt x="0" y="0"/>
                </a:moveTo>
                <a:lnTo>
                  <a:pt x="610009" y="0"/>
                </a:lnTo>
                <a:lnTo>
                  <a:pt x="11581986" y="0"/>
                </a:lnTo>
                <a:lnTo>
                  <a:pt x="12191999" y="0"/>
                </a:lnTo>
                <a:lnTo>
                  <a:pt x="12191999" y="6858000"/>
                </a:lnTo>
                <a:lnTo>
                  <a:pt x="11581986" y="6858000"/>
                </a:lnTo>
                <a:lnTo>
                  <a:pt x="6623719" y="6858000"/>
                </a:lnTo>
                <a:lnTo>
                  <a:pt x="5568279" y="6858000"/>
                </a:lnTo>
                <a:lnTo>
                  <a:pt x="610009" y="6858000"/>
                </a:lnTo>
                <a:lnTo>
                  <a:pt x="0" y="6858000"/>
                </a:lnTo>
                <a:lnTo>
                  <a:pt x="0" y="6237312"/>
                </a:lnTo>
                <a:lnTo>
                  <a:pt x="367435" y="6237312"/>
                </a:lnTo>
                <a:lnTo>
                  <a:pt x="367435" y="5181872"/>
                </a:lnTo>
                <a:lnTo>
                  <a:pt x="0" y="5181872"/>
                </a:lnTo>
                <a:close/>
              </a:path>
            </a:pathLst>
          </a:custGeom>
          <a:solidFill>
            <a:schemeClr val="tx1"/>
          </a:solidFill>
        </p:spPr>
        <p:txBody>
          <a:bodyPr wrap="square" anchor="ctr">
            <a:noAutofit/>
          </a:bodyPr>
          <a:lstStyle>
            <a:lvl1pPr algn="ctr">
              <a:defRPr b="0">
                <a:solidFill>
                  <a:schemeClr val="bg1"/>
                </a:solidFill>
                <a:latin typeface="+mn-lt"/>
              </a:defRPr>
            </a:lvl1pPr>
          </a:lstStyle>
          <a:p>
            <a:r>
              <a:rPr lang="en-US"/>
              <a:t> </a:t>
            </a:r>
          </a:p>
        </p:txBody>
      </p:sp>
      <p:sp>
        <p:nvSpPr>
          <p:cNvPr id="20" name="Textplatzhalter 19">
            <a:extLst>
              <a:ext uri="{FF2B5EF4-FFF2-40B4-BE49-F238E27FC236}">
                <a16:creationId xmlns:a16="http://schemas.microsoft.com/office/drawing/2014/main" id="{A419FA91-E2B6-456E-9C31-2328CBB43A92}"/>
              </a:ext>
            </a:extLst>
          </p:cNvPr>
          <p:cNvSpPr>
            <a:spLocks noGrp="1"/>
          </p:cNvSpPr>
          <p:nvPr>
            <p:ph type="body" sz="quarter" idx="20" hasCustomPrompt="1"/>
          </p:nvPr>
        </p:nvSpPr>
        <p:spPr bwMode="gray">
          <a:xfrm>
            <a:off x="0" y="0"/>
            <a:ext cx="12188825" cy="6134100"/>
          </a:xfrm>
          <a:custGeom>
            <a:avLst/>
            <a:gdLst>
              <a:gd name="connsiteX0" fmla="*/ 3 w 12192000"/>
              <a:gd name="connsiteY0" fmla="*/ 5181849 h 6858000"/>
              <a:gd name="connsiteX1" fmla="*/ 3 w 12192000"/>
              <a:gd name="connsiteY1" fmla="*/ 6237289 h 6858000"/>
              <a:gd name="connsiteX2" fmla="*/ 367436 w 12192000"/>
              <a:gd name="connsiteY2" fmla="*/ 6237289 h 6858000"/>
              <a:gd name="connsiteX3" fmla="*/ 367436 w 12192000"/>
              <a:gd name="connsiteY3" fmla="*/ 5181849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 y="5181849"/>
                </a:moveTo>
                <a:lnTo>
                  <a:pt x="3" y="6237289"/>
                </a:lnTo>
                <a:lnTo>
                  <a:pt x="367436" y="6237289"/>
                </a:lnTo>
                <a:lnTo>
                  <a:pt x="367436" y="5181849"/>
                </a:lnTo>
                <a:close/>
                <a:moveTo>
                  <a:pt x="0" y="0"/>
                </a:moveTo>
                <a:lnTo>
                  <a:pt x="12192000" y="0"/>
                </a:lnTo>
                <a:lnTo>
                  <a:pt x="12192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
        <p:nvSpPr>
          <p:cNvPr id="2" name="Titel 1">
            <a:extLst>
              <a:ext uri="{FF2B5EF4-FFF2-40B4-BE49-F238E27FC236}">
                <a16:creationId xmlns:a16="http://schemas.microsoft.com/office/drawing/2014/main" id="{11BC60E2-A177-45EB-93BA-786D5EF40FF4}"/>
              </a:ext>
            </a:extLst>
          </p:cNvPr>
          <p:cNvSpPr>
            <a:spLocks noGrp="1"/>
          </p:cNvSpPr>
          <p:nvPr>
            <p:ph type="title" hasCustomPrompt="1"/>
          </p:nvPr>
        </p:nvSpPr>
        <p:spPr bwMode="gray">
          <a:xfrm>
            <a:off x="623231" y="4677329"/>
            <a:ext cx="5326757" cy="901600"/>
          </a:xfrm>
        </p:spPr>
        <p:txBody>
          <a:bodyPr rIns="0" anchor="ctr"/>
          <a:lstStyle>
            <a:lvl1pPr>
              <a:defRPr sz="2862">
                <a:solidFill>
                  <a:schemeClr val="bg1"/>
                </a:solidFill>
                <a:latin typeface="+mn-lt"/>
              </a:defRPr>
            </a:lvl1pPr>
          </a:lstStyle>
          <a:p>
            <a:r>
              <a:rPr lang="en-US"/>
              <a:t>Divider, Arial Bold, </a:t>
            </a:r>
            <a:br>
              <a:rPr lang="en-US"/>
            </a:br>
            <a:r>
              <a:rPr lang="en-US"/>
              <a:t>32 </a:t>
            </a:r>
            <a:r>
              <a:rPr lang="en-US" err="1"/>
              <a:t>pt</a:t>
            </a:r>
            <a:r>
              <a:rPr lang="en-US"/>
              <a:t>, Max two lines</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3230" y="4033157"/>
            <a:ext cx="1439625" cy="579600"/>
          </a:xfrm>
        </p:spPr>
        <p:txBody>
          <a:bodyPr anchor="ctr"/>
          <a:lstStyle>
            <a:lvl1pPr marL="0" indent="0" algn="l">
              <a:lnSpc>
                <a:spcPct val="100000"/>
              </a:lnSpc>
              <a:spcAft>
                <a:spcPts val="0"/>
              </a:spcAft>
              <a:buFont typeface="Arial" panose="020B0604020202020204" pitchFamily="34" charset="0"/>
              <a:buNone/>
              <a:defRPr sz="3578" b="1">
                <a:solidFill>
                  <a:schemeClr val="bg2"/>
                </a:solidFill>
                <a:latin typeface="+mn-lt"/>
              </a:defRPr>
            </a:lvl1pPr>
            <a:lvl2pPr marL="0" indent="0" algn="l">
              <a:lnSpc>
                <a:spcPct val="100000"/>
              </a:lnSpc>
              <a:spcAft>
                <a:spcPts val="0"/>
              </a:spcAft>
              <a:buFont typeface="Arial" panose="020B0604020202020204" pitchFamily="34" charset="0"/>
              <a:buNone/>
              <a:defRPr sz="3578" b="1">
                <a:solidFill>
                  <a:schemeClr val="bg2"/>
                </a:solidFill>
                <a:latin typeface="+mn-lt"/>
              </a:defRPr>
            </a:lvl2pPr>
            <a:lvl3pPr marL="0" indent="0" algn="l">
              <a:lnSpc>
                <a:spcPct val="100000"/>
              </a:lnSpc>
              <a:spcAft>
                <a:spcPts val="0"/>
              </a:spcAft>
              <a:buFont typeface="Arial" panose="020B0604020202020204" pitchFamily="34" charset="0"/>
              <a:buNone/>
              <a:defRPr sz="3578" b="1">
                <a:solidFill>
                  <a:schemeClr val="bg2"/>
                </a:solidFill>
                <a:latin typeface="+mn-lt"/>
              </a:defRPr>
            </a:lvl3pPr>
            <a:lvl4pPr marL="0" indent="0" algn="l">
              <a:lnSpc>
                <a:spcPct val="100000"/>
              </a:lnSpc>
              <a:spcAft>
                <a:spcPts val="0"/>
              </a:spcAft>
              <a:buNone/>
              <a:defRPr sz="3578" b="1">
                <a:solidFill>
                  <a:schemeClr val="bg2"/>
                </a:solidFill>
                <a:latin typeface="+mn-lt"/>
              </a:defRPr>
            </a:lvl4pPr>
            <a:lvl5pPr marL="0" indent="0" algn="l">
              <a:lnSpc>
                <a:spcPct val="100000"/>
              </a:lnSpc>
              <a:spcAft>
                <a:spcPts val="0"/>
              </a:spcAft>
              <a:buNone/>
              <a:defRPr sz="3578" b="1">
                <a:solidFill>
                  <a:schemeClr val="bg2"/>
                </a:solidFill>
                <a:latin typeface="+mn-lt"/>
              </a:defRPr>
            </a:lvl5pPr>
            <a:lvl6pPr marL="0" indent="0" algn="l">
              <a:lnSpc>
                <a:spcPct val="100000"/>
              </a:lnSpc>
              <a:spcAft>
                <a:spcPts val="0"/>
              </a:spcAft>
              <a:buNone/>
              <a:defRPr sz="3578" b="1">
                <a:solidFill>
                  <a:schemeClr val="bg2"/>
                </a:solidFill>
                <a:latin typeface="+mn-lt"/>
              </a:defRPr>
            </a:lvl6pPr>
            <a:lvl7pPr marL="0" indent="0" algn="l">
              <a:lnSpc>
                <a:spcPct val="100000"/>
              </a:lnSpc>
              <a:spcAft>
                <a:spcPts val="0"/>
              </a:spcAft>
              <a:buNone/>
              <a:defRPr sz="3578" b="1">
                <a:solidFill>
                  <a:schemeClr val="bg2"/>
                </a:solidFill>
                <a:latin typeface="+mn-lt"/>
              </a:defRPr>
            </a:lvl7pPr>
            <a:lvl8pPr marL="0" indent="0" algn="l">
              <a:lnSpc>
                <a:spcPct val="100000"/>
              </a:lnSpc>
              <a:spcAft>
                <a:spcPts val="0"/>
              </a:spcAft>
              <a:buNone/>
              <a:defRPr sz="3578" b="1">
                <a:solidFill>
                  <a:schemeClr val="bg2"/>
                </a:solidFill>
                <a:latin typeface="+mn-lt"/>
              </a:defRPr>
            </a:lvl8pPr>
            <a:lvl9pPr marL="0" indent="0" algn="l">
              <a:lnSpc>
                <a:spcPct val="100000"/>
              </a:lnSpc>
              <a:spcAft>
                <a:spcPts val="0"/>
              </a:spcAft>
              <a:buNone/>
              <a:defRPr sz="3578" b="1">
                <a:solidFill>
                  <a:schemeClr val="bg2"/>
                </a:solidFill>
                <a:latin typeface="+mn-lt"/>
              </a:defRPr>
            </a:lvl9pPr>
          </a:lstStyle>
          <a:p>
            <a:pPr lvl="0"/>
            <a:r>
              <a:rPr lang="en-US"/>
              <a:t>00</a:t>
            </a:r>
          </a:p>
        </p:txBody>
      </p:sp>
      <p:sp>
        <p:nvSpPr>
          <p:cNvPr id="6" name="Datumsplatzhalter 5">
            <a:extLst>
              <a:ext uri="{FF2B5EF4-FFF2-40B4-BE49-F238E27FC236}">
                <a16:creationId xmlns:a16="http://schemas.microsoft.com/office/drawing/2014/main" id="{C2FE6DEE-F08E-49D1-8BBE-7D98F0306A3B}"/>
              </a:ext>
            </a:extLst>
          </p:cNvPr>
          <p:cNvSpPr>
            <a:spLocks noGrp="1"/>
          </p:cNvSpPr>
          <p:nvPr>
            <p:ph type="dt" sz="half" idx="14"/>
          </p:nvPr>
        </p:nvSpPr>
        <p:spPr bwMode="gray"/>
        <p:txBody>
          <a:bodyPr/>
          <a:lstStyle>
            <a:lvl1pPr>
              <a:defRPr>
                <a:solidFill>
                  <a:schemeClr val="bg1"/>
                </a:solidFill>
              </a:defRPr>
            </a:lvl1pPr>
          </a:lstStyle>
          <a:p>
            <a:endParaRPr lang="en-US"/>
          </a:p>
        </p:txBody>
      </p:sp>
      <p:sp>
        <p:nvSpPr>
          <p:cNvPr id="22" name="Fußzeilenplatzhalter 21">
            <a:extLst>
              <a:ext uri="{FF2B5EF4-FFF2-40B4-BE49-F238E27FC236}">
                <a16:creationId xmlns:a16="http://schemas.microsoft.com/office/drawing/2014/main" id="{E0B3631B-C641-42E6-AFD5-B95921B9B174}"/>
              </a:ext>
            </a:extLst>
          </p:cNvPr>
          <p:cNvSpPr>
            <a:spLocks noGrp="1"/>
          </p:cNvSpPr>
          <p:nvPr>
            <p:ph type="ftr" sz="quarter" idx="15"/>
          </p:nvPr>
        </p:nvSpPr>
        <p:spPr bwMode="gray"/>
        <p:txBody>
          <a:bodyPr/>
          <a:lstStyle>
            <a:lvl1pPr>
              <a:defRPr>
                <a:solidFill>
                  <a:schemeClr val="bg1"/>
                </a:solidFill>
              </a:defRPr>
            </a:lvl1pPr>
          </a:lstStyle>
          <a:p>
            <a:r>
              <a:rPr lang="en-US"/>
              <a:t>GLOBAL CREDENTIALS</a:t>
            </a:r>
          </a:p>
        </p:txBody>
      </p:sp>
      <p:sp>
        <p:nvSpPr>
          <p:cNvPr id="23" name="Foliennummernplatzhalter 22">
            <a:extLst>
              <a:ext uri="{FF2B5EF4-FFF2-40B4-BE49-F238E27FC236}">
                <a16:creationId xmlns:a16="http://schemas.microsoft.com/office/drawing/2014/main" id="{4F60334C-59D0-46CD-929E-AD5F57134899}"/>
              </a:ext>
            </a:extLst>
          </p:cNvPr>
          <p:cNvSpPr>
            <a:spLocks noGrp="1"/>
          </p:cNvSpPr>
          <p:nvPr>
            <p:ph type="sldNum" sz="quarter" idx="16"/>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12" name="Textplatzhalter 3">
            <a:extLst>
              <a:ext uri="{FF2B5EF4-FFF2-40B4-BE49-F238E27FC236}">
                <a16:creationId xmlns:a16="http://schemas.microsoft.com/office/drawing/2014/main" id="{D9022AB6-A86E-47B3-84F9-293E4B4D4AB4}"/>
              </a:ext>
            </a:extLst>
          </p:cNvPr>
          <p:cNvSpPr>
            <a:spLocks noGrp="1" noChangeAspect="1"/>
          </p:cNvSpPr>
          <p:nvPr>
            <p:ph type="body" sz="quarter" idx="18" hasCustomPrompt="1"/>
          </p:nvPr>
        </p:nvSpPr>
        <p:spPr bwMode="gray">
          <a:xfrm>
            <a:off x="9081778" y="5401829"/>
            <a:ext cx="1079719" cy="128653"/>
          </a:xfrm>
          <a:blipFill>
            <a:blip r:embed="rId2"/>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13" name="Textplatzhalter 33">
            <a:extLst>
              <a:ext uri="{FF2B5EF4-FFF2-40B4-BE49-F238E27FC236}">
                <a16:creationId xmlns:a16="http://schemas.microsoft.com/office/drawing/2014/main" id="{8790B95C-5F7D-4BA2-94B8-3EAC426B793A}"/>
              </a:ext>
            </a:extLst>
          </p:cNvPr>
          <p:cNvSpPr>
            <a:spLocks noGrp="1"/>
          </p:cNvSpPr>
          <p:nvPr>
            <p:ph type="body" sz="quarter" idx="19" hasCustomPrompt="1"/>
          </p:nvPr>
        </p:nvSpPr>
        <p:spPr bwMode="gray">
          <a:xfrm>
            <a:off x="9921425" y="5545517"/>
            <a:ext cx="107972" cy="322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1351233204"/>
      </p:ext>
    </p:extLst>
  </p:cSld>
  <p:clrMapOvr>
    <a:masterClrMapping/>
  </p:clrMapOvr>
  <p:extLst>
    <p:ext uri="{DCECCB84-F9BA-43D5-87BE-67443E8EF086}">
      <p15:sldGuideLst xmlns:p15="http://schemas.microsoft.com/office/powerpoint/2012/main">
        <p15:guide id="1" pos="3749">
          <p15:clr>
            <a:srgbClr val="F26B43"/>
          </p15:clr>
        </p15:guide>
        <p15:guide id="2" pos="3931">
          <p15:clr>
            <a:srgbClr val="F26B43"/>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Divider | picture 1/2">
    <p:bg>
      <p:bgPr>
        <a:solidFill>
          <a:schemeClr val="tx1"/>
        </a:solidFill>
        <a:effectLst/>
      </p:bgPr>
    </p:bg>
    <p:spTree>
      <p:nvGrpSpPr>
        <p:cNvPr id="1" name=""/>
        <p:cNvGrpSpPr/>
        <p:nvPr/>
      </p:nvGrpSpPr>
      <p:grpSpPr>
        <a:xfrm>
          <a:off x="0" y="0"/>
          <a:ext cx="0" cy="0"/>
          <a:chOff x="0" y="0"/>
          <a:chExt cx="0" cy="0"/>
        </a:xfrm>
      </p:grpSpPr>
      <p:sp>
        <p:nvSpPr>
          <p:cNvPr id="127" name="Bildplatzhalter 126">
            <a:extLst>
              <a:ext uri="{FF2B5EF4-FFF2-40B4-BE49-F238E27FC236}">
                <a16:creationId xmlns:a16="http://schemas.microsoft.com/office/drawing/2014/main" id="{5DDFCDE0-1161-4605-B9E3-2607A70946B3}"/>
              </a:ext>
            </a:extLst>
          </p:cNvPr>
          <p:cNvSpPr>
            <a:spLocks noGrp="1"/>
          </p:cNvSpPr>
          <p:nvPr>
            <p:ph type="pic" sz="quarter" idx="25" hasCustomPrompt="1"/>
          </p:nvPr>
        </p:nvSpPr>
        <p:spPr>
          <a:xfrm>
            <a:off x="6094412" y="0"/>
            <a:ext cx="6094413" cy="6134100"/>
          </a:xfrm>
          <a:solidFill>
            <a:schemeClr val="accent6"/>
          </a:solidFill>
        </p:spPr>
        <p:txBody>
          <a:bodyPr/>
          <a:lstStyle>
            <a:lvl1pPr>
              <a:defRPr/>
            </a:lvl1pPr>
          </a:lstStyle>
          <a:p>
            <a:r>
              <a:rPr lang="de-DE"/>
              <a:t> </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4255" y="2358571"/>
            <a:ext cx="1439625" cy="579600"/>
          </a:xfrm>
        </p:spPr>
        <p:txBody>
          <a:bodyPr anchor="b"/>
          <a:lstStyle>
            <a:lvl1pPr marL="0" indent="0">
              <a:lnSpc>
                <a:spcPct val="100000"/>
              </a:lnSpc>
              <a:spcAft>
                <a:spcPts val="0"/>
              </a:spcAft>
              <a:buFont typeface="Arial" panose="020B0604020202020204" pitchFamily="34" charset="0"/>
              <a:buNone/>
              <a:defRPr sz="3578" b="1">
                <a:solidFill>
                  <a:schemeClr val="bg2"/>
                </a:solidFill>
                <a:latin typeface="+mn-lt"/>
              </a:defRPr>
            </a:lvl1pPr>
            <a:lvl2pPr marL="0" indent="0">
              <a:lnSpc>
                <a:spcPct val="100000"/>
              </a:lnSpc>
              <a:spcAft>
                <a:spcPts val="0"/>
              </a:spcAft>
              <a:buFont typeface="Arial" panose="020B0604020202020204" pitchFamily="34" charset="0"/>
              <a:buNone/>
              <a:defRPr sz="3578" b="1">
                <a:solidFill>
                  <a:schemeClr val="bg2"/>
                </a:solidFill>
                <a:latin typeface="+mn-lt"/>
              </a:defRPr>
            </a:lvl2pPr>
            <a:lvl3pPr marL="0" indent="0">
              <a:lnSpc>
                <a:spcPct val="100000"/>
              </a:lnSpc>
              <a:spcAft>
                <a:spcPts val="0"/>
              </a:spcAft>
              <a:buFont typeface="Arial" panose="020B0604020202020204" pitchFamily="34" charset="0"/>
              <a:buNone/>
              <a:defRPr sz="3578" b="1">
                <a:solidFill>
                  <a:schemeClr val="bg2"/>
                </a:solidFill>
                <a:latin typeface="+mn-lt"/>
              </a:defRPr>
            </a:lvl3pPr>
            <a:lvl4pPr marL="0" indent="0">
              <a:lnSpc>
                <a:spcPct val="100000"/>
              </a:lnSpc>
              <a:spcAft>
                <a:spcPts val="0"/>
              </a:spcAft>
              <a:buNone/>
              <a:defRPr sz="3578" b="1">
                <a:solidFill>
                  <a:schemeClr val="bg2"/>
                </a:solidFill>
                <a:latin typeface="+mn-lt"/>
              </a:defRPr>
            </a:lvl4pPr>
            <a:lvl5pPr marL="0" indent="0">
              <a:lnSpc>
                <a:spcPct val="100000"/>
              </a:lnSpc>
              <a:spcAft>
                <a:spcPts val="0"/>
              </a:spcAft>
              <a:buNone/>
              <a:defRPr sz="3578" b="1">
                <a:solidFill>
                  <a:schemeClr val="bg2"/>
                </a:solidFill>
                <a:latin typeface="+mn-lt"/>
              </a:defRPr>
            </a:lvl5pPr>
            <a:lvl6pPr marL="0" indent="0">
              <a:lnSpc>
                <a:spcPct val="100000"/>
              </a:lnSpc>
              <a:spcAft>
                <a:spcPts val="0"/>
              </a:spcAft>
              <a:buNone/>
              <a:defRPr sz="3578" b="1">
                <a:solidFill>
                  <a:schemeClr val="bg2"/>
                </a:solidFill>
                <a:latin typeface="+mn-lt"/>
              </a:defRPr>
            </a:lvl6pPr>
            <a:lvl7pPr marL="0" indent="0">
              <a:lnSpc>
                <a:spcPct val="100000"/>
              </a:lnSpc>
              <a:spcAft>
                <a:spcPts val="0"/>
              </a:spcAft>
              <a:buNone/>
              <a:defRPr sz="3578" b="1">
                <a:solidFill>
                  <a:schemeClr val="bg2"/>
                </a:solidFill>
                <a:latin typeface="+mn-lt"/>
              </a:defRPr>
            </a:lvl7pPr>
            <a:lvl8pPr marL="0" indent="0">
              <a:lnSpc>
                <a:spcPct val="100000"/>
              </a:lnSpc>
              <a:spcAft>
                <a:spcPts val="0"/>
              </a:spcAft>
              <a:buNone/>
              <a:defRPr sz="3578" b="1">
                <a:solidFill>
                  <a:schemeClr val="bg2"/>
                </a:solidFill>
                <a:latin typeface="+mn-lt"/>
              </a:defRPr>
            </a:lvl8pPr>
            <a:lvl9pPr marL="0" indent="0">
              <a:lnSpc>
                <a:spcPct val="100000"/>
              </a:lnSpc>
              <a:spcAft>
                <a:spcPts val="0"/>
              </a:spcAft>
              <a:buNone/>
              <a:defRPr sz="3578" b="1">
                <a:solidFill>
                  <a:schemeClr val="bg2"/>
                </a:solidFill>
                <a:latin typeface="+mn-lt"/>
              </a:defRPr>
            </a:lvl9pPr>
          </a:lstStyle>
          <a:p>
            <a:pPr lvl="0"/>
            <a:r>
              <a:rPr lang="en-US"/>
              <a:t>00</a:t>
            </a:r>
          </a:p>
        </p:txBody>
      </p:sp>
      <p:sp>
        <p:nvSpPr>
          <p:cNvPr id="15" name="Fußzeilenplatzhalter 14">
            <a:extLst>
              <a:ext uri="{FF2B5EF4-FFF2-40B4-BE49-F238E27FC236}">
                <a16:creationId xmlns:a16="http://schemas.microsoft.com/office/drawing/2014/main" id="{D4E7617A-DBC3-40BC-8C51-AF7291839E7B}"/>
              </a:ext>
            </a:extLst>
          </p:cNvPr>
          <p:cNvSpPr>
            <a:spLocks noGrp="1"/>
          </p:cNvSpPr>
          <p:nvPr>
            <p:ph type="ftr" sz="quarter" idx="15"/>
          </p:nvPr>
        </p:nvSpPr>
        <p:spPr bwMode="white"/>
        <p:txBody>
          <a:bodyPr/>
          <a:lstStyle>
            <a:lvl1pPr>
              <a:defRPr>
                <a:solidFill>
                  <a:schemeClr val="bg1"/>
                </a:solidFill>
              </a:defRPr>
            </a:lvl1pPr>
          </a:lstStyle>
          <a:p>
            <a:r>
              <a:rPr lang="en-US"/>
              <a:t>GLOBAL CREDENTIALS</a:t>
            </a:r>
          </a:p>
        </p:txBody>
      </p:sp>
      <p:sp>
        <p:nvSpPr>
          <p:cNvPr id="4" name="Datumsplatzhalter 3">
            <a:extLst>
              <a:ext uri="{FF2B5EF4-FFF2-40B4-BE49-F238E27FC236}">
                <a16:creationId xmlns:a16="http://schemas.microsoft.com/office/drawing/2014/main" id="{4564567E-7E76-46E6-BCB6-8888D21914D8}"/>
              </a:ext>
            </a:extLst>
          </p:cNvPr>
          <p:cNvSpPr>
            <a:spLocks noGrp="1"/>
          </p:cNvSpPr>
          <p:nvPr>
            <p:ph type="dt" sz="half" idx="18"/>
          </p:nvPr>
        </p:nvSpPr>
        <p:spPr bwMode="white"/>
        <p:txBody>
          <a:bodyPr/>
          <a:lstStyle>
            <a:lvl1pPr>
              <a:defRPr>
                <a:solidFill>
                  <a:schemeClr val="bg1"/>
                </a:solidFill>
              </a:defRPr>
            </a:lvl1pPr>
          </a:lstStyle>
          <a:p>
            <a:endParaRPr lang="en-US"/>
          </a:p>
        </p:txBody>
      </p:sp>
      <p:sp>
        <p:nvSpPr>
          <p:cNvPr id="10" name="Titel 1">
            <a:extLst>
              <a:ext uri="{FF2B5EF4-FFF2-40B4-BE49-F238E27FC236}">
                <a16:creationId xmlns:a16="http://schemas.microsoft.com/office/drawing/2014/main" id="{2AAEA2F6-B974-4370-AC73-A51335145A1A}"/>
              </a:ext>
            </a:extLst>
          </p:cNvPr>
          <p:cNvSpPr>
            <a:spLocks noGrp="1"/>
          </p:cNvSpPr>
          <p:nvPr>
            <p:ph type="title" hasCustomPrompt="1"/>
          </p:nvPr>
        </p:nvSpPr>
        <p:spPr bwMode="gray">
          <a:xfrm>
            <a:off x="623230" y="3002743"/>
            <a:ext cx="5326758" cy="901600"/>
          </a:xfrm>
        </p:spPr>
        <p:txBody>
          <a:bodyPr rIns="144000" anchor="ctr"/>
          <a:lstStyle>
            <a:lvl1pPr>
              <a:defRPr sz="2862">
                <a:solidFill>
                  <a:schemeClr val="bg1"/>
                </a:solidFill>
                <a:latin typeface="+mn-lt"/>
              </a:defRPr>
            </a:lvl1pPr>
          </a:lstStyle>
          <a:p>
            <a:r>
              <a:rPr lang="en-US"/>
              <a:t>Divider, Arial Bold, </a:t>
            </a:r>
            <a:br>
              <a:rPr lang="en-US"/>
            </a:br>
            <a:r>
              <a:rPr lang="en-US"/>
              <a:t>32 </a:t>
            </a:r>
            <a:r>
              <a:rPr lang="en-US" err="1"/>
              <a:t>pt</a:t>
            </a:r>
            <a:r>
              <a:rPr lang="en-US"/>
              <a:t>, Max two lines</a:t>
            </a:r>
          </a:p>
        </p:txBody>
      </p:sp>
      <p:grpSp>
        <p:nvGrpSpPr>
          <p:cNvPr id="39" name="Grafik 11">
            <a:extLst>
              <a:ext uri="{FF2B5EF4-FFF2-40B4-BE49-F238E27FC236}">
                <a16:creationId xmlns:a16="http://schemas.microsoft.com/office/drawing/2014/main" id="{C18E5B37-072A-40BD-A4CC-9383B82351C7}"/>
              </a:ext>
            </a:extLst>
          </p:cNvPr>
          <p:cNvGrpSpPr/>
          <p:nvPr/>
        </p:nvGrpSpPr>
        <p:grpSpPr bwMode="gray">
          <a:xfrm>
            <a:off x="610757" y="5402085"/>
            <a:ext cx="1079724" cy="176805"/>
            <a:chOff x="2963711" y="6039598"/>
            <a:chExt cx="1080005" cy="197670"/>
          </a:xfrm>
        </p:grpSpPr>
        <p:grpSp>
          <p:nvGrpSpPr>
            <p:cNvPr id="40" name="Grafik 11">
              <a:extLst>
                <a:ext uri="{FF2B5EF4-FFF2-40B4-BE49-F238E27FC236}">
                  <a16:creationId xmlns:a16="http://schemas.microsoft.com/office/drawing/2014/main" id="{E0FE6473-095D-4C20-A5DB-6C0AEAFCE665}"/>
                </a:ext>
              </a:extLst>
            </p:cNvPr>
            <p:cNvGrpSpPr/>
            <p:nvPr/>
          </p:nvGrpSpPr>
          <p:grpSpPr bwMode="gray">
            <a:xfrm>
              <a:off x="2963711" y="6039598"/>
              <a:ext cx="1080005" cy="144003"/>
              <a:chOff x="2963711" y="6039598"/>
              <a:chExt cx="1080005" cy="144003"/>
            </a:xfrm>
            <a:solidFill>
              <a:srgbClr val="FFFFFF"/>
            </a:solidFill>
          </p:grpSpPr>
          <p:sp>
            <p:nvSpPr>
              <p:cNvPr id="42" name="Freihandform: Form 41">
                <a:extLst>
                  <a:ext uri="{FF2B5EF4-FFF2-40B4-BE49-F238E27FC236}">
                    <a16:creationId xmlns:a16="http://schemas.microsoft.com/office/drawing/2014/main" id="{1464829E-6811-4287-AF32-C4BA703DBDD7}"/>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sz="1610"/>
              </a:p>
            </p:txBody>
          </p:sp>
          <p:sp>
            <p:nvSpPr>
              <p:cNvPr id="43" name="Freihandform: Form 42">
                <a:extLst>
                  <a:ext uri="{FF2B5EF4-FFF2-40B4-BE49-F238E27FC236}">
                    <a16:creationId xmlns:a16="http://schemas.microsoft.com/office/drawing/2014/main" id="{AAB04EEC-A1E7-4E94-9963-DCF286CAC206}"/>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sz="1610"/>
              </a:p>
            </p:txBody>
          </p:sp>
          <p:sp>
            <p:nvSpPr>
              <p:cNvPr id="44" name="Freihandform: Form 43">
                <a:extLst>
                  <a:ext uri="{FF2B5EF4-FFF2-40B4-BE49-F238E27FC236}">
                    <a16:creationId xmlns:a16="http://schemas.microsoft.com/office/drawing/2014/main" id="{1160995B-A00F-4487-AB5E-5148871DDDCB}"/>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sz="1610"/>
              </a:p>
            </p:txBody>
          </p:sp>
          <p:sp>
            <p:nvSpPr>
              <p:cNvPr id="45" name="Freihandform: Form 44">
                <a:extLst>
                  <a:ext uri="{FF2B5EF4-FFF2-40B4-BE49-F238E27FC236}">
                    <a16:creationId xmlns:a16="http://schemas.microsoft.com/office/drawing/2014/main" id="{EBAA33A0-C0A2-48CE-BABB-7B9EF5EA3B5C}"/>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sz="1610"/>
              </a:p>
            </p:txBody>
          </p:sp>
          <p:sp>
            <p:nvSpPr>
              <p:cNvPr id="46" name="Freihandform: Form 45">
                <a:extLst>
                  <a:ext uri="{FF2B5EF4-FFF2-40B4-BE49-F238E27FC236}">
                    <a16:creationId xmlns:a16="http://schemas.microsoft.com/office/drawing/2014/main" id="{9807D43C-D7F4-418C-9A7D-A894E6EF45E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sz="1610"/>
              </a:p>
            </p:txBody>
          </p:sp>
          <p:sp>
            <p:nvSpPr>
              <p:cNvPr id="47" name="Freihandform: Form 46">
                <a:extLst>
                  <a:ext uri="{FF2B5EF4-FFF2-40B4-BE49-F238E27FC236}">
                    <a16:creationId xmlns:a16="http://schemas.microsoft.com/office/drawing/2014/main" id="{75C476AB-0F1E-4F7D-BE4F-8EA3303D17D3}"/>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sz="1610"/>
              </a:p>
            </p:txBody>
          </p:sp>
          <p:sp>
            <p:nvSpPr>
              <p:cNvPr id="48" name="Freihandform: Form 47">
                <a:extLst>
                  <a:ext uri="{FF2B5EF4-FFF2-40B4-BE49-F238E27FC236}">
                    <a16:creationId xmlns:a16="http://schemas.microsoft.com/office/drawing/2014/main" id="{7300B1C0-DEA3-499F-81B0-AA1F62F19E73}"/>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sz="1610"/>
              </a:p>
            </p:txBody>
          </p:sp>
          <p:sp>
            <p:nvSpPr>
              <p:cNvPr id="49" name="Freihandform: Form 48">
                <a:extLst>
                  <a:ext uri="{FF2B5EF4-FFF2-40B4-BE49-F238E27FC236}">
                    <a16:creationId xmlns:a16="http://schemas.microsoft.com/office/drawing/2014/main" id="{979829B5-1E0B-4374-BA45-6CB1A34D5970}"/>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sz="1610"/>
              </a:p>
            </p:txBody>
          </p:sp>
          <p:sp>
            <p:nvSpPr>
              <p:cNvPr id="50" name="Freihandform: Form 49">
                <a:extLst>
                  <a:ext uri="{FF2B5EF4-FFF2-40B4-BE49-F238E27FC236}">
                    <a16:creationId xmlns:a16="http://schemas.microsoft.com/office/drawing/2014/main" id="{2F031907-FAF7-4254-AF41-84D7EBBAC47C}"/>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sz="1610"/>
              </a:p>
            </p:txBody>
          </p:sp>
        </p:grpSp>
        <p:sp>
          <p:nvSpPr>
            <p:cNvPr id="41" name="Freihandform: Form 40">
              <a:extLst>
                <a:ext uri="{FF2B5EF4-FFF2-40B4-BE49-F238E27FC236}">
                  <a16:creationId xmlns:a16="http://schemas.microsoft.com/office/drawing/2014/main" id="{C8E19C24-23D6-4ADF-A771-D33F031F123B}"/>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sz="1610"/>
            </a:p>
          </p:txBody>
        </p:sp>
      </p:grpSp>
      <p:sp>
        <p:nvSpPr>
          <p:cNvPr id="141" name="Textplatzhalter 140">
            <a:extLst>
              <a:ext uri="{FF2B5EF4-FFF2-40B4-BE49-F238E27FC236}">
                <a16:creationId xmlns:a16="http://schemas.microsoft.com/office/drawing/2014/main" id="{978C03CC-B96D-441D-8AE0-61F73A8EA5EE}"/>
              </a:ext>
            </a:extLst>
          </p:cNvPr>
          <p:cNvSpPr>
            <a:spLocks noGrp="1"/>
          </p:cNvSpPr>
          <p:nvPr>
            <p:ph type="body" sz="quarter" idx="24" hasCustomPrompt="1"/>
          </p:nvPr>
        </p:nvSpPr>
        <p:spPr bwMode="gray">
          <a:xfrm>
            <a:off x="6094412" y="0"/>
            <a:ext cx="6094413" cy="61341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144" name="Textplatzhalter 143">
            <a:extLst>
              <a:ext uri="{FF2B5EF4-FFF2-40B4-BE49-F238E27FC236}">
                <a16:creationId xmlns:a16="http://schemas.microsoft.com/office/drawing/2014/main" id="{2D7718B2-2CBC-4694-A303-CE8AC567A33D}"/>
              </a:ext>
            </a:extLst>
          </p:cNvPr>
          <p:cNvSpPr>
            <a:spLocks noGrp="1"/>
          </p:cNvSpPr>
          <p:nvPr>
            <p:ph type="body" sz="quarter" idx="26" hasCustomPrompt="1"/>
          </p:nvPr>
        </p:nvSpPr>
        <p:spPr bwMode="gray">
          <a:xfrm>
            <a:off x="5572549" y="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145" name="Textplatzhalter 144">
            <a:extLst>
              <a:ext uri="{FF2B5EF4-FFF2-40B4-BE49-F238E27FC236}">
                <a16:creationId xmlns:a16="http://schemas.microsoft.com/office/drawing/2014/main" id="{A8C997C6-51B1-4DC4-BAC6-4339C53666CD}"/>
              </a:ext>
            </a:extLst>
          </p:cNvPr>
          <p:cNvSpPr>
            <a:spLocks noGrp="1"/>
          </p:cNvSpPr>
          <p:nvPr>
            <p:ph type="body" sz="quarter" idx="27" hasCustomPrompt="1"/>
          </p:nvPr>
        </p:nvSpPr>
        <p:spPr bwMode="gray">
          <a:xfrm>
            <a:off x="5572549" y="581210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grpSp>
        <p:nvGrpSpPr>
          <p:cNvPr id="2" name="Grafik 11">
            <a:extLst>
              <a:ext uri="{FF2B5EF4-FFF2-40B4-BE49-F238E27FC236}">
                <a16:creationId xmlns:a16="http://schemas.microsoft.com/office/drawing/2014/main" id="{E2827ED9-8084-7ED1-D3F7-09A7BD681E43}"/>
              </a:ext>
            </a:extLst>
          </p:cNvPr>
          <p:cNvGrpSpPr/>
          <p:nvPr userDrawn="1"/>
        </p:nvGrpSpPr>
        <p:grpSpPr bwMode="gray">
          <a:xfrm>
            <a:off x="610757" y="5402085"/>
            <a:ext cx="1079724" cy="176805"/>
            <a:chOff x="2963711" y="6039598"/>
            <a:chExt cx="1080005" cy="197670"/>
          </a:xfrm>
        </p:grpSpPr>
        <p:grpSp>
          <p:nvGrpSpPr>
            <p:cNvPr id="3" name="Grafik 11">
              <a:extLst>
                <a:ext uri="{FF2B5EF4-FFF2-40B4-BE49-F238E27FC236}">
                  <a16:creationId xmlns:a16="http://schemas.microsoft.com/office/drawing/2014/main" id="{8B2BD764-9D80-ABD9-DC22-B50D77C8A115}"/>
                </a:ext>
              </a:extLst>
            </p:cNvPr>
            <p:cNvGrpSpPr/>
            <p:nvPr/>
          </p:nvGrpSpPr>
          <p:grpSpPr bwMode="gray">
            <a:xfrm>
              <a:off x="2963711" y="6039598"/>
              <a:ext cx="1080005" cy="144003"/>
              <a:chOff x="2963711" y="6039598"/>
              <a:chExt cx="1080005" cy="144003"/>
            </a:xfrm>
            <a:solidFill>
              <a:srgbClr val="FFFFFF"/>
            </a:solidFill>
          </p:grpSpPr>
          <p:sp>
            <p:nvSpPr>
              <p:cNvPr id="6" name="Freihandform: Form 5">
                <a:extLst>
                  <a:ext uri="{FF2B5EF4-FFF2-40B4-BE49-F238E27FC236}">
                    <a16:creationId xmlns:a16="http://schemas.microsoft.com/office/drawing/2014/main" id="{5350D113-7B4F-2E73-69D2-E396556A1C14}"/>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sz="1610"/>
              </a:p>
            </p:txBody>
          </p:sp>
          <p:sp>
            <p:nvSpPr>
              <p:cNvPr id="7" name="Freihandform: Form 6">
                <a:extLst>
                  <a:ext uri="{FF2B5EF4-FFF2-40B4-BE49-F238E27FC236}">
                    <a16:creationId xmlns:a16="http://schemas.microsoft.com/office/drawing/2014/main" id="{C4A35039-A2EC-D557-7BB1-26A9635B6FA2}"/>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sz="1610"/>
              </a:p>
            </p:txBody>
          </p:sp>
          <p:sp>
            <p:nvSpPr>
              <p:cNvPr id="8" name="Freihandform: Form 7">
                <a:extLst>
                  <a:ext uri="{FF2B5EF4-FFF2-40B4-BE49-F238E27FC236}">
                    <a16:creationId xmlns:a16="http://schemas.microsoft.com/office/drawing/2014/main" id="{D305DA69-0D08-FD81-583D-4F4520457F05}"/>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sz="1610"/>
              </a:p>
            </p:txBody>
          </p:sp>
          <p:sp>
            <p:nvSpPr>
              <p:cNvPr id="9" name="Freihandform: Form 8">
                <a:extLst>
                  <a:ext uri="{FF2B5EF4-FFF2-40B4-BE49-F238E27FC236}">
                    <a16:creationId xmlns:a16="http://schemas.microsoft.com/office/drawing/2014/main" id="{5A91FF41-4B80-091A-4381-EAF5772164AF}"/>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sz="1610"/>
              </a:p>
            </p:txBody>
          </p:sp>
          <p:sp>
            <p:nvSpPr>
              <p:cNvPr id="12" name="Freihandform: Form 11">
                <a:extLst>
                  <a:ext uri="{FF2B5EF4-FFF2-40B4-BE49-F238E27FC236}">
                    <a16:creationId xmlns:a16="http://schemas.microsoft.com/office/drawing/2014/main" id="{2753C5CF-2DF9-D60C-931D-03C97D70B2E1}"/>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sz="1610"/>
              </a:p>
            </p:txBody>
          </p:sp>
          <p:sp>
            <p:nvSpPr>
              <p:cNvPr id="13" name="Freihandform: Form 12">
                <a:extLst>
                  <a:ext uri="{FF2B5EF4-FFF2-40B4-BE49-F238E27FC236}">
                    <a16:creationId xmlns:a16="http://schemas.microsoft.com/office/drawing/2014/main" id="{A2EB583C-4712-87E0-BFF8-DD7C8CBBD3CE}"/>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sz="1610"/>
              </a:p>
            </p:txBody>
          </p:sp>
          <p:sp>
            <p:nvSpPr>
              <p:cNvPr id="14" name="Freihandform: Form 13">
                <a:extLst>
                  <a:ext uri="{FF2B5EF4-FFF2-40B4-BE49-F238E27FC236}">
                    <a16:creationId xmlns:a16="http://schemas.microsoft.com/office/drawing/2014/main" id="{52D13F0E-3F1F-E4CA-D0A2-DA81974FA7BF}"/>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sz="1610"/>
              </a:p>
            </p:txBody>
          </p:sp>
          <p:sp>
            <p:nvSpPr>
              <p:cNvPr id="16" name="Freihandform: Form 15">
                <a:extLst>
                  <a:ext uri="{FF2B5EF4-FFF2-40B4-BE49-F238E27FC236}">
                    <a16:creationId xmlns:a16="http://schemas.microsoft.com/office/drawing/2014/main" id="{C658EB7D-48E0-E985-A51D-BC8DE1B6AE9C}"/>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sz="1610"/>
              </a:p>
            </p:txBody>
          </p:sp>
          <p:sp>
            <p:nvSpPr>
              <p:cNvPr id="17" name="Freihandform: Form 16">
                <a:extLst>
                  <a:ext uri="{FF2B5EF4-FFF2-40B4-BE49-F238E27FC236}">
                    <a16:creationId xmlns:a16="http://schemas.microsoft.com/office/drawing/2014/main" id="{A7F8A9F8-9F48-8750-A1F8-7DFC930D9645}"/>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sz="1610"/>
              </a:p>
            </p:txBody>
          </p:sp>
        </p:grpSp>
        <p:sp>
          <p:nvSpPr>
            <p:cNvPr id="5" name="Freihandform: Form 4">
              <a:extLst>
                <a:ext uri="{FF2B5EF4-FFF2-40B4-BE49-F238E27FC236}">
                  <a16:creationId xmlns:a16="http://schemas.microsoft.com/office/drawing/2014/main" id="{8E8BBA9A-745B-366E-C863-7179CC261542}"/>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sz="1610"/>
            </a:p>
          </p:txBody>
        </p:sp>
      </p:grpSp>
    </p:spTree>
    <p:extLst>
      <p:ext uri="{BB962C8B-B14F-4D97-AF65-F5344CB8AC3E}">
        <p14:creationId xmlns:p14="http://schemas.microsoft.com/office/powerpoint/2010/main" val="28929491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Divider | plain">
    <p:spTree>
      <p:nvGrpSpPr>
        <p:cNvPr id="1" name=""/>
        <p:cNvGrpSpPr/>
        <p:nvPr/>
      </p:nvGrpSpPr>
      <p:grpSpPr>
        <a:xfrm>
          <a:off x="0" y="0"/>
          <a:ext cx="0" cy="0"/>
          <a:chOff x="0" y="0"/>
          <a:chExt cx="0" cy="0"/>
        </a:xfrm>
      </p:grpSpPr>
      <p:sp>
        <p:nvSpPr>
          <p:cNvPr id="18" name="Rechteck 17">
            <a:extLst>
              <a:ext uri="{FF2B5EF4-FFF2-40B4-BE49-F238E27FC236}">
                <a16:creationId xmlns:a16="http://schemas.microsoft.com/office/drawing/2014/main" id="{91B466DC-2BD6-45F5-8F57-C80E80E9238A}"/>
              </a:ext>
            </a:extLst>
          </p:cNvPr>
          <p:cNvSpPr/>
          <p:nvPr/>
        </p:nvSpPr>
        <p:spPr bwMode="ltGray">
          <a:xfrm>
            <a:off x="0" y="0"/>
            <a:ext cx="12188825" cy="6134100"/>
          </a:xfrm>
          <a:prstGeom prst="rect">
            <a:avLst/>
          </a:prstGeom>
          <a:solidFill>
            <a:srgbClr val="0001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2147" b="0" i="0" u="none" baseline="0">
              <a:solidFill>
                <a:srgbClr val="FFFFFF"/>
              </a:solidFill>
              <a:latin typeface="Arial" panose="020B0604020202020204" pitchFamily="34" charset="0"/>
            </a:endParaRPr>
          </a:p>
        </p:txBody>
      </p:sp>
      <p:grpSp>
        <p:nvGrpSpPr>
          <p:cNvPr id="6" name="Grafik 9">
            <a:extLst>
              <a:ext uri="{FF2B5EF4-FFF2-40B4-BE49-F238E27FC236}">
                <a16:creationId xmlns:a16="http://schemas.microsoft.com/office/drawing/2014/main" id="{E7CDCC12-856C-43C6-B868-2A7902A807EB}"/>
              </a:ext>
            </a:extLst>
          </p:cNvPr>
          <p:cNvGrpSpPr/>
          <p:nvPr/>
        </p:nvGrpSpPr>
        <p:grpSpPr bwMode="white">
          <a:xfrm>
            <a:off x="7397341" y="0"/>
            <a:ext cx="4791484" cy="6134100"/>
            <a:chOff x="-456728" y="3068960"/>
            <a:chExt cx="144000" cy="206052"/>
          </a:xfrm>
        </p:grpSpPr>
        <p:sp>
          <p:nvSpPr>
            <p:cNvPr id="8" name="Freihandform: Form 7">
              <a:extLst>
                <a:ext uri="{FF2B5EF4-FFF2-40B4-BE49-F238E27FC236}">
                  <a16:creationId xmlns:a16="http://schemas.microsoft.com/office/drawing/2014/main" id="{E54C331E-5A0D-498A-BDD8-2B2E1B05A289}"/>
                </a:ext>
              </a:extLst>
            </p:cNvPr>
            <p:cNvSpPr/>
            <p:nvPr/>
          </p:nvSpPr>
          <p:spPr bwMode="white">
            <a:xfrm>
              <a:off x="-456728" y="3068960"/>
              <a:ext cx="143999" cy="147022"/>
            </a:xfrm>
            <a:custGeom>
              <a:avLst/>
              <a:gdLst>
                <a:gd name="connsiteX0" fmla="*/ 72001 w 143999"/>
                <a:gd name="connsiteY0" fmla="*/ 103086 h 147022"/>
                <a:gd name="connsiteX1" fmla="*/ 42224 w 143999"/>
                <a:gd name="connsiteY1" fmla="*/ 0 h 147022"/>
                <a:gd name="connsiteX2" fmla="*/ 0 w 143999"/>
                <a:gd name="connsiteY2" fmla="*/ 0 h 147022"/>
                <a:gd name="connsiteX3" fmla="*/ 48443 w 143999"/>
                <a:gd name="connsiteY3" fmla="*/ 147022 h 147022"/>
                <a:gd name="connsiteX4" fmla="*/ 95559 w 143999"/>
                <a:gd name="connsiteY4" fmla="*/ 147022 h 147022"/>
                <a:gd name="connsiteX5" fmla="*/ 143608 w 143999"/>
                <a:gd name="connsiteY5" fmla="*/ 1191 h 147022"/>
                <a:gd name="connsiteX6" fmla="*/ 143999 w 143999"/>
                <a:gd name="connsiteY6" fmla="*/ 0 h 147022"/>
                <a:gd name="connsiteX7" fmla="*/ 101775 w 143999"/>
                <a:gd name="connsiteY7" fmla="*/ 0 h 147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999" h="147022">
                  <a:moveTo>
                    <a:pt x="72001" y="103086"/>
                  </a:moveTo>
                  <a:lnTo>
                    <a:pt x="42224" y="0"/>
                  </a:lnTo>
                  <a:lnTo>
                    <a:pt x="0" y="0"/>
                  </a:lnTo>
                  <a:lnTo>
                    <a:pt x="48443" y="147022"/>
                  </a:lnTo>
                  <a:lnTo>
                    <a:pt x="95559" y="147022"/>
                  </a:lnTo>
                  <a:lnTo>
                    <a:pt x="143608" y="1191"/>
                  </a:lnTo>
                  <a:lnTo>
                    <a:pt x="143999" y="0"/>
                  </a:lnTo>
                  <a:lnTo>
                    <a:pt x="101775" y="0"/>
                  </a:lnTo>
                  <a:close/>
                </a:path>
              </a:pathLst>
            </a:custGeom>
            <a:solidFill>
              <a:schemeClr val="bg1"/>
            </a:solidFill>
            <a:ln w="28" cap="flat">
              <a:noFill/>
              <a:prstDash val="solid"/>
              <a:miter/>
            </a:ln>
          </p:spPr>
          <p:txBody>
            <a:bodyPr rtlCol="0" anchor="ctr"/>
            <a:lstStyle/>
            <a:p>
              <a:endParaRPr lang="en-US" sz="1610"/>
            </a:p>
          </p:txBody>
        </p:sp>
        <p:sp>
          <p:nvSpPr>
            <p:cNvPr id="9" name="Freihandform: Form 8">
              <a:extLst>
                <a:ext uri="{FF2B5EF4-FFF2-40B4-BE49-F238E27FC236}">
                  <a16:creationId xmlns:a16="http://schemas.microsoft.com/office/drawing/2014/main" id="{BB095ADC-2E46-42E7-9CC8-14ADE262651B}"/>
                </a:ext>
              </a:extLst>
            </p:cNvPr>
            <p:cNvSpPr/>
            <p:nvPr/>
          </p:nvSpPr>
          <p:spPr bwMode="white">
            <a:xfrm>
              <a:off x="-441255" y="3235666"/>
              <a:ext cx="113057" cy="39354"/>
            </a:xfrm>
            <a:custGeom>
              <a:avLst/>
              <a:gdLst>
                <a:gd name="connsiteX0" fmla="*/ 0 w 113057"/>
                <a:gd name="connsiteY0" fmla="*/ 0 h 39354"/>
                <a:gd name="connsiteX1" fmla="*/ 113058 w 113057"/>
                <a:gd name="connsiteY1" fmla="*/ 0 h 39354"/>
                <a:gd name="connsiteX2" fmla="*/ 113058 w 113057"/>
                <a:gd name="connsiteY2" fmla="*/ 39354 h 39354"/>
                <a:gd name="connsiteX3" fmla="*/ 0 w 113057"/>
                <a:gd name="connsiteY3" fmla="*/ 39354 h 39354"/>
              </a:gdLst>
              <a:ahLst/>
              <a:cxnLst>
                <a:cxn ang="0">
                  <a:pos x="connsiteX0" y="connsiteY0"/>
                </a:cxn>
                <a:cxn ang="0">
                  <a:pos x="connsiteX1" y="connsiteY1"/>
                </a:cxn>
                <a:cxn ang="0">
                  <a:pos x="connsiteX2" y="connsiteY2"/>
                </a:cxn>
                <a:cxn ang="0">
                  <a:pos x="connsiteX3" y="connsiteY3"/>
                </a:cxn>
              </a:cxnLst>
              <a:rect l="l" t="t" r="r" b="b"/>
              <a:pathLst>
                <a:path w="113057" h="39354">
                  <a:moveTo>
                    <a:pt x="0" y="0"/>
                  </a:moveTo>
                  <a:lnTo>
                    <a:pt x="113058" y="0"/>
                  </a:lnTo>
                  <a:lnTo>
                    <a:pt x="113058" y="39354"/>
                  </a:lnTo>
                  <a:lnTo>
                    <a:pt x="0" y="39354"/>
                  </a:lnTo>
                  <a:close/>
                </a:path>
              </a:pathLst>
            </a:custGeom>
            <a:solidFill>
              <a:schemeClr val="bg2"/>
            </a:solidFill>
            <a:ln w="28" cap="flat">
              <a:noFill/>
              <a:prstDash val="solid"/>
              <a:miter/>
            </a:ln>
          </p:spPr>
          <p:txBody>
            <a:bodyPr rtlCol="0" anchor="ctr"/>
            <a:lstStyle/>
            <a:p>
              <a:endParaRPr lang="en-US" sz="1610"/>
            </a:p>
          </p:txBody>
        </p:sp>
      </p:gr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4255" y="2358571"/>
            <a:ext cx="1439625" cy="579600"/>
          </a:xfrm>
        </p:spPr>
        <p:txBody>
          <a:bodyPr anchor="b"/>
          <a:lstStyle>
            <a:lvl1pPr marL="0" indent="0">
              <a:lnSpc>
                <a:spcPct val="100000"/>
              </a:lnSpc>
              <a:spcAft>
                <a:spcPts val="0"/>
              </a:spcAft>
              <a:buFont typeface="Arial" panose="020B0604020202020204" pitchFamily="34" charset="0"/>
              <a:buNone/>
              <a:defRPr sz="3578" b="1">
                <a:solidFill>
                  <a:schemeClr val="bg2"/>
                </a:solidFill>
                <a:latin typeface="+mn-lt"/>
              </a:defRPr>
            </a:lvl1pPr>
            <a:lvl2pPr marL="0" indent="0">
              <a:lnSpc>
                <a:spcPct val="100000"/>
              </a:lnSpc>
              <a:spcAft>
                <a:spcPts val="0"/>
              </a:spcAft>
              <a:buFont typeface="Arial" panose="020B0604020202020204" pitchFamily="34" charset="0"/>
              <a:buNone/>
              <a:defRPr sz="3578" b="1">
                <a:solidFill>
                  <a:schemeClr val="bg2"/>
                </a:solidFill>
                <a:latin typeface="+mn-lt"/>
              </a:defRPr>
            </a:lvl2pPr>
            <a:lvl3pPr marL="0" indent="0">
              <a:lnSpc>
                <a:spcPct val="100000"/>
              </a:lnSpc>
              <a:spcAft>
                <a:spcPts val="0"/>
              </a:spcAft>
              <a:buFont typeface="Arial" panose="020B0604020202020204" pitchFamily="34" charset="0"/>
              <a:buNone/>
              <a:defRPr sz="3578" b="1">
                <a:solidFill>
                  <a:schemeClr val="bg2"/>
                </a:solidFill>
                <a:latin typeface="+mn-lt"/>
              </a:defRPr>
            </a:lvl3pPr>
            <a:lvl4pPr marL="0" indent="0">
              <a:lnSpc>
                <a:spcPct val="100000"/>
              </a:lnSpc>
              <a:spcAft>
                <a:spcPts val="0"/>
              </a:spcAft>
              <a:buNone/>
              <a:defRPr sz="3578" b="1">
                <a:solidFill>
                  <a:schemeClr val="bg2"/>
                </a:solidFill>
                <a:latin typeface="+mn-lt"/>
              </a:defRPr>
            </a:lvl4pPr>
            <a:lvl5pPr marL="0" indent="0">
              <a:lnSpc>
                <a:spcPct val="100000"/>
              </a:lnSpc>
              <a:spcAft>
                <a:spcPts val="0"/>
              </a:spcAft>
              <a:buNone/>
              <a:defRPr sz="3578" b="1">
                <a:solidFill>
                  <a:schemeClr val="bg2"/>
                </a:solidFill>
                <a:latin typeface="+mn-lt"/>
              </a:defRPr>
            </a:lvl5pPr>
            <a:lvl6pPr marL="0" indent="0">
              <a:lnSpc>
                <a:spcPct val="100000"/>
              </a:lnSpc>
              <a:spcAft>
                <a:spcPts val="0"/>
              </a:spcAft>
              <a:buNone/>
              <a:defRPr sz="3578" b="1">
                <a:solidFill>
                  <a:schemeClr val="bg2"/>
                </a:solidFill>
                <a:latin typeface="+mn-lt"/>
              </a:defRPr>
            </a:lvl6pPr>
            <a:lvl7pPr marL="0" indent="0">
              <a:lnSpc>
                <a:spcPct val="100000"/>
              </a:lnSpc>
              <a:spcAft>
                <a:spcPts val="0"/>
              </a:spcAft>
              <a:buNone/>
              <a:defRPr sz="3578" b="1">
                <a:solidFill>
                  <a:schemeClr val="bg2"/>
                </a:solidFill>
                <a:latin typeface="+mn-lt"/>
              </a:defRPr>
            </a:lvl7pPr>
            <a:lvl8pPr marL="0" indent="0">
              <a:lnSpc>
                <a:spcPct val="100000"/>
              </a:lnSpc>
              <a:spcAft>
                <a:spcPts val="0"/>
              </a:spcAft>
              <a:buNone/>
              <a:defRPr sz="3578" b="1">
                <a:solidFill>
                  <a:schemeClr val="bg2"/>
                </a:solidFill>
                <a:latin typeface="+mn-lt"/>
              </a:defRPr>
            </a:lvl8pPr>
            <a:lvl9pPr marL="0" indent="0">
              <a:lnSpc>
                <a:spcPct val="100000"/>
              </a:lnSpc>
              <a:spcAft>
                <a:spcPts val="0"/>
              </a:spcAft>
              <a:buNone/>
              <a:defRPr sz="3578" b="1">
                <a:solidFill>
                  <a:schemeClr val="bg2"/>
                </a:solidFill>
                <a:latin typeface="+mn-lt"/>
              </a:defRPr>
            </a:lvl9pPr>
          </a:lstStyle>
          <a:p>
            <a:pPr lvl="0"/>
            <a:r>
              <a:rPr lang="en-US"/>
              <a:t>00</a:t>
            </a:r>
          </a:p>
        </p:txBody>
      </p:sp>
      <p:sp>
        <p:nvSpPr>
          <p:cNvPr id="5" name="Datumsplatzhalter 4">
            <a:extLst>
              <a:ext uri="{FF2B5EF4-FFF2-40B4-BE49-F238E27FC236}">
                <a16:creationId xmlns:a16="http://schemas.microsoft.com/office/drawing/2014/main" id="{1E3CD4B2-EC57-4694-A5B1-C322F7B0552A}"/>
              </a:ext>
            </a:extLst>
          </p:cNvPr>
          <p:cNvSpPr>
            <a:spLocks noGrp="1"/>
          </p:cNvSpPr>
          <p:nvPr>
            <p:ph type="dt" sz="half" idx="14"/>
          </p:nvPr>
        </p:nvSpPr>
        <p:spPr bwMode="white"/>
        <p:txBody>
          <a:bodyPr/>
          <a:lstStyle>
            <a:lvl1pPr>
              <a:defRPr>
                <a:solidFill>
                  <a:schemeClr val="bg1"/>
                </a:solidFill>
              </a:defRPr>
            </a:lvl1pPr>
          </a:lstStyle>
          <a:p>
            <a:endParaRPr lang="en-US"/>
          </a:p>
        </p:txBody>
      </p:sp>
      <p:sp>
        <p:nvSpPr>
          <p:cNvPr id="15" name="Fußzeilenplatzhalter 14">
            <a:extLst>
              <a:ext uri="{FF2B5EF4-FFF2-40B4-BE49-F238E27FC236}">
                <a16:creationId xmlns:a16="http://schemas.microsoft.com/office/drawing/2014/main" id="{D4E7617A-DBC3-40BC-8C51-AF7291839E7B}"/>
              </a:ext>
            </a:extLst>
          </p:cNvPr>
          <p:cNvSpPr>
            <a:spLocks noGrp="1"/>
          </p:cNvSpPr>
          <p:nvPr>
            <p:ph type="ftr" sz="quarter" idx="15"/>
          </p:nvPr>
        </p:nvSpPr>
        <p:spPr bwMode="white"/>
        <p:txBody>
          <a:bodyPr/>
          <a:lstStyle>
            <a:lvl1pPr>
              <a:defRPr>
                <a:solidFill>
                  <a:schemeClr val="bg1"/>
                </a:solidFill>
              </a:defRPr>
            </a:lvl1pPr>
          </a:lstStyle>
          <a:p>
            <a:r>
              <a:rPr lang="en-US"/>
              <a:t>GLOBAL CREDENTIALS</a:t>
            </a:r>
          </a:p>
        </p:txBody>
      </p:sp>
      <p:sp>
        <p:nvSpPr>
          <p:cNvPr id="17" name="Titel 1">
            <a:extLst>
              <a:ext uri="{FF2B5EF4-FFF2-40B4-BE49-F238E27FC236}">
                <a16:creationId xmlns:a16="http://schemas.microsoft.com/office/drawing/2014/main" id="{35FA0AA6-EADC-462B-8AE1-05726AEBE313}"/>
              </a:ext>
            </a:extLst>
          </p:cNvPr>
          <p:cNvSpPr>
            <a:spLocks noGrp="1"/>
          </p:cNvSpPr>
          <p:nvPr>
            <p:ph type="title" hasCustomPrompt="1"/>
          </p:nvPr>
        </p:nvSpPr>
        <p:spPr bwMode="gray">
          <a:xfrm>
            <a:off x="623230" y="3002743"/>
            <a:ext cx="5326758" cy="901600"/>
          </a:xfrm>
        </p:spPr>
        <p:txBody>
          <a:bodyPr rIns="144000" anchor="ctr"/>
          <a:lstStyle>
            <a:lvl1pPr>
              <a:defRPr sz="2862">
                <a:solidFill>
                  <a:schemeClr val="bg1"/>
                </a:solidFill>
                <a:latin typeface="+mn-lt"/>
              </a:defRPr>
            </a:lvl1pPr>
          </a:lstStyle>
          <a:p>
            <a:r>
              <a:rPr lang="en-US"/>
              <a:t>Divider, Arial Bold, </a:t>
            </a:r>
            <a:br>
              <a:rPr lang="en-US"/>
            </a:br>
            <a:r>
              <a:rPr lang="en-US"/>
              <a:t>32 </a:t>
            </a:r>
            <a:r>
              <a:rPr lang="en-US" err="1"/>
              <a:t>pt</a:t>
            </a:r>
            <a:r>
              <a:rPr lang="en-US"/>
              <a:t>, Max two lines</a:t>
            </a:r>
          </a:p>
        </p:txBody>
      </p:sp>
      <p:sp>
        <p:nvSpPr>
          <p:cNvPr id="2" name="Rechteck 1">
            <a:extLst>
              <a:ext uri="{FF2B5EF4-FFF2-40B4-BE49-F238E27FC236}">
                <a16:creationId xmlns:a16="http://schemas.microsoft.com/office/drawing/2014/main" id="{51748A82-4CA9-7BE2-F2DB-14A07E1012F8}"/>
              </a:ext>
            </a:extLst>
          </p:cNvPr>
          <p:cNvSpPr/>
          <p:nvPr userDrawn="1"/>
        </p:nvSpPr>
        <p:spPr bwMode="ltGray">
          <a:xfrm>
            <a:off x="0" y="0"/>
            <a:ext cx="12188825" cy="6134100"/>
          </a:xfrm>
          <a:prstGeom prst="rect">
            <a:avLst/>
          </a:prstGeom>
          <a:solidFill>
            <a:srgbClr val="0001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2147" b="0" i="0" u="none" baseline="0">
              <a:solidFill>
                <a:srgbClr val="FFFFFF"/>
              </a:solidFill>
              <a:latin typeface="Arial" panose="020B0604020202020204" pitchFamily="34" charset="0"/>
            </a:endParaRPr>
          </a:p>
        </p:txBody>
      </p:sp>
      <p:grpSp>
        <p:nvGrpSpPr>
          <p:cNvPr id="3" name="Grafik 9">
            <a:extLst>
              <a:ext uri="{FF2B5EF4-FFF2-40B4-BE49-F238E27FC236}">
                <a16:creationId xmlns:a16="http://schemas.microsoft.com/office/drawing/2014/main" id="{78E0F14C-CE76-E5EE-CF60-E560AD90EA5E}"/>
              </a:ext>
            </a:extLst>
          </p:cNvPr>
          <p:cNvGrpSpPr/>
          <p:nvPr userDrawn="1"/>
        </p:nvGrpSpPr>
        <p:grpSpPr bwMode="white">
          <a:xfrm>
            <a:off x="7397341" y="0"/>
            <a:ext cx="4791484" cy="6134100"/>
            <a:chOff x="-456728" y="3068960"/>
            <a:chExt cx="144000" cy="206052"/>
          </a:xfrm>
        </p:grpSpPr>
        <p:sp>
          <p:nvSpPr>
            <p:cNvPr id="4" name="Freihandform: Form 3">
              <a:extLst>
                <a:ext uri="{FF2B5EF4-FFF2-40B4-BE49-F238E27FC236}">
                  <a16:creationId xmlns:a16="http://schemas.microsoft.com/office/drawing/2014/main" id="{983722BB-F80A-D8DC-1551-457D8DBB1ECB}"/>
                </a:ext>
              </a:extLst>
            </p:cNvPr>
            <p:cNvSpPr/>
            <p:nvPr/>
          </p:nvSpPr>
          <p:spPr bwMode="white">
            <a:xfrm>
              <a:off x="-456728" y="3068960"/>
              <a:ext cx="143999" cy="147022"/>
            </a:xfrm>
            <a:custGeom>
              <a:avLst/>
              <a:gdLst>
                <a:gd name="connsiteX0" fmla="*/ 72001 w 143999"/>
                <a:gd name="connsiteY0" fmla="*/ 103086 h 147022"/>
                <a:gd name="connsiteX1" fmla="*/ 42224 w 143999"/>
                <a:gd name="connsiteY1" fmla="*/ 0 h 147022"/>
                <a:gd name="connsiteX2" fmla="*/ 0 w 143999"/>
                <a:gd name="connsiteY2" fmla="*/ 0 h 147022"/>
                <a:gd name="connsiteX3" fmla="*/ 48443 w 143999"/>
                <a:gd name="connsiteY3" fmla="*/ 147022 h 147022"/>
                <a:gd name="connsiteX4" fmla="*/ 95559 w 143999"/>
                <a:gd name="connsiteY4" fmla="*/ 147022 h 147022"/>
                <a:gd name="connsiteX5" fmla="*/ 143608 w 143999"/>
                <a:gd name="connsiteY5" fmla="*/ 1191 h 147022"/>
                <a:gd name="connsiteX6" fmla="*/ 143999 w 143999"/>
                <a:gd name="connsiteY6" fmla="*/ 0 h 147022"/>
                <a:gd name="connsiteX7" fmla="*/ 101775 w 143999"/>
                <a:gd name="connsiteY7" fmla="*/ 0 h 147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999" h="147022">
                  <a:moveTo>
                    <a:pt x="72001" y="103086"/>
                  </a:moveTo>
                  <a:lnTo>
                    <a:pt x="42224" y="0"/>
                  </a:lnTo>
                  <a:lnTo>
                    <a:pt x="0" y="0"/>
                  </a:lnTo>
                  <a:lnTo>
                    <a:pt x="48443" y="147022"/>
                  </a:lnTo>
                  <a:lnTo>
                    <a:pt x="95559" y="147022"/>
                  </a:lnTo>
                  <a:lnTo>
                    <a:pt x="143608" y="1191"/>
                  </a:lnTo>
                  <a:lnTo>
                    <a:pt x="143999" y="0"/>
                  </a:lnTo>
                  <a:lnTo>
                    <a:pt x="101775" y="0"/>
                  </a:lnTo>
                  <a:close/>
                </a:path>
              </a:pathLst>
            </a:custGeom>
            <a:solidFill>
              <a:schemeClr val="bg1"/>
            </a:solidFill>
            <a:ln w="28" cap="flat">
              <a:noFill/>
              <a:prstDash val="solid"/>
              <a:miter/>
            </a:ln>
          </p:spPr>
          <p:txBody>
            <a:bodyPr rtlCol="0" anchor="ctr"/>
            <a:lstStyle/>
            <a:p>
              <a:endParaRPr lang="en-US" sz="1610"/>
            </a:p>
          </p:txBody>
        </p:sp>
        <p:sp>
          <p:nvSpPr>
            <p:cNvPr id="7" name="Freihandform: Form 6">
              <a:extLst>
                <a:ext uri="{FF2B5EF4-FFF2-40B4-BE49-F238E27FC236}">
                  <a16:creationId xmlns:a16="http://schemas.microsoft.com/office/drawing/2014/main" id="{CD34A2F1-7400-8C40-E024-1B18B55A2822}"/>
                </a:ext>
              </a:extLst>
            </p:cNvPr>
            <p:cNvSpPr/>
            <p:nvPr/>
          </p:nvSpPr>
          <p:spPr bwMode="white">
            <a:xfrm>
              <a:off x="-441255" y="3235666"/>
              <a:ext cx="113057" cy="39354"/>
            </a:xfrm>
            <a:custGeom>
              <a:avLst/>
              <a:gdLst>
                <a:gd name="connsiteX0" fmla="*/ 0 w 113057"/>
                <a:gd name="connsiteY0" fmla="*/ 0 h 39354"/>
                <a:gd name="connsiteX1" fmla="*/ 113058 w 113057"/>
                <a:gd name="connsiteY1" fmla="*/ 0 h 39354"/>
                <a:gd name="connsiteX2" fmla="*/ 113058 w 113057"/>
                <a:gd name="connsiteY2" fmla="*/ 39354 h 39354"/>
                <a:gd name="connsiteX3" fmla="*/ 0 w 113057"/>
                <a:gd name="connsiteY3" fmla="*/ 39354 h 39354"/>
              </a:gdLst>
              <a:ahLst/>
              <a:cxnLst>
                <a:cxn ang="0">
                  <a:pos x="connsiteX0" y="connsiteY0"/>
                </a:cxn>
                <a:cxn ang="0">
                  <a:pos x="connsiteX1" y="connsiteY1"/>
                </a:cxn>
                <a:cxn ang="0">
                  <a:pos x="connsiteX2" y="connsiteY2"/>
                </a:cxn>
                <a:cxn ang="0">
                  <a:pos x="connsiteX3" y="connsiteY3"/>
                </a:cxn>
              </a:cxnLst>
              <a:rect l="l" t="t" r="r" b="b"/>
              <a:pathLst>
                <a:path w="113057" h="39354">
                  <a:moveTo>
                    <a:pt x="0" y="0"/>
                  </a:moveTo>
                  <a:lnTo>
                    <a:pt x="113058" y="0"/>
                  </a:lnTo>
                  <a:lnTo>
                    <a:pt x="113058" y="39354"/>
                  </a:lnTo>
                  <a:lnTo>
                    <a:pt x="0" y="39354"/>
                  </a:lnTo>
                  <a:close/>
                </a:path>
              </a:pathLst>
            </a:custGeom>
            <a:solidFill>
              <a:schemeClr val="bg2"/>
            </a:solidFill>
            <a:ln w="28" cap="flat">
              <a:noFill/>
              <a:prstDash val="solid"/>
              <a:miter/>
            </a:ln>
          </p:spPr>
          <p:txBody>
            <a:bodyPr rtlCol="0" anchor="ctr"/>
            <a:lstStyle/>
            <a:p>
              <a:endParaRPr lang="en-US" sz="1610"/>
            </a:p>
          </p:txBody>
        </p:sp>
      </p:grpSp>
    </p:spTree>
    <p:extLst>
      <p:ext uri="{BB962C8B-B14F-4D97-AF65-F5344CB8AC3E}">
        <p14:creationId xmlns:p14="http://schemas.microsoft.com/office/powerpoint/2010/main" val="3555753633"/>
      </p:ext>
    </p:extLst>
  </p:cSld>
  <p:clrMapOvr>
    <a:masterClrMapping/>
  </p:clrMapOvr>
  <p:extLst>
    <p:ext uri="{DCECCB84-F9BA-43D5-87BE-67443E8EF086}">
      <p15:sldGuideLst xmlns:p15="http://schemas.microsoft.com/office/powerpoint/2012/main">
        <p15:guide id="1" pos="3749">
          <p15:clr>
            <a:srgbClr val="F26B43"/>
          </p15:clr>
        </p15:guide>
        <p15:guide id="2" pos="3931">
          <p15:clr>
            <a:srgbClr val="F26B43"/>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Intro | on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6520" y="1392464"/>
            <a:ext cx="5371050" cy="772821"/>
          </a:xfrm>
        </p:spPr>
        <p:txBody>
          <a:bodyPr/>
          <a:lstStyle>
            <a:lvl1pPr>
              <a:defRPr sz="2862"/>
            </a:lvl1pPr>
          </a:lstStyle>
          <a:p>
            <a:r>
              <a:rPr lang="en-US"/>
              <a:t>Headline, Arial Bold, 32 PT, 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gray">
          <a:xfrm>
            <a:off x="5546520" y="2487429"/>
            <a:ext cx="5371050" cy="3091479"/>
          </a:xfrm>
        </p:spPr>
        <p:txBody>
          <a:bodyPr/>
          <a:lstStyle>
            <a:lvl1pPr>
              <a:defRPr sz="1610">
                <a:solidFill>
                  <a:schemeClr val="tx1"/>
                </a:solidFill>
              </a:defRPr>
            </a:lvl1pPr>
            <a:lvl2pPr>
              <a:defRPr sz="1610">
                <a:solidFill>
                  <a:schemeClr val="tx1"/>
                </a:solidFill>
              </a:defRPr>
            </a:lvl2pPr>
            <a:lvl3pPr>
              <a:defRPr sz="1610">
                <a:solidFill>
                  <a:schemeClr val="tx1"/>
                </a:solidFill>
              </a:defRPr>
            </a:lvl3pPr>
            <a:lvl4pPr>
              <a:defRPr sz="1610">
                <a:solidFill>
                  <a:schemeClr val="tx1"/>
                </a:solidFill>
              </a:defRPr>
            </a:lvl4pPr>
            <a:lvl5pPr>
              <a:defRPr sz="1610">
                <a:solidFill>
                  <a:schemeClr val="tx1"/>
                </a:solidFill>
              </a:defRPr>
            </a:lvl5pPr>
            <a:lvl6pPr>
              <a:defRPr sz="1610"/>
            </a:lvl6pPr>
            <a:lvl7pPr>
              <a:defRPr sz="1610"/>
            </a:lvl7pPr>
            <a:lvl8pPr>
              <a:defRPr sz="1610"/>
            </a:lvl8pPr>
            <a:lvl9pPr>
              <a:defRPr sz="1610"/>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p>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p>
            <a:r>
              <a:rPr lang="en-US"/>
              <a:t>GLOBAL CREDENTIALS</a:t>
            </a:r>
          </a:p>
        </p:txBody>
      </p:sp>
      <p:sp>
        <p:nvSpPr>
          <p:cNvPr id="15" name="Foliennummernplatzhalter 14">
            <a:extLst>
              <a:ext uri="{FF2B5EF4-FFF2-40B4-BE49-F238E27FC236}">
                <a16:creationId xmlns:a16="http://schemas.microsoft.com/office/drawing/2014/main" id="{25FD4D1A-E18C-472D-9175-A7445FEC82C7}"/>
              </a:ext>
            </a:extLst>
          </p:cNvPr>
          <p:cNvSpPr>
            <a:spLocks noGrp="1"/>
          </p:cNvSpPr>
          <p:nvPr>
            <p:ph type="sldNum" sz="quarter" idx="16"/>
          </p:nvPr>
        </p:nvSpPr>
        <p:spPr bwMode="gray"/>
        <p:txBody>
          <a:bodyPr/>
          <a:lstStyle/>
          <a:p>
            <a:fld id="{96FF1F4F-4717-426F-83A6-412729423D60}" type="slidenum">
              <a:rPr lang="en-US" smtClean="0"/>
              <a:pPr/>
              <a:t>‹#›</a:t>
            </a:fld>
            <a:endParaRPr lang="en-US"/>
          </a:p>
        </p:txBody>
      </p:sp>
    </p:spTree>
    <p:extLst>
      <p:ext uri="{BB962C8B-B14F-4D97-AF65-F5344CB8AC3E}">
        <p14:creationId xmlns:p14="http://schemas.microsoft.com/office/powerpoint/2010/main" val="359467655"/>
      </p:ext>
    </p:extLst>
  </p:cSld>
  <p:clrMapOvr>
    <a:masterClrMapping/>
  </p:clrMapOvr>
  <p:extLst>
    <p:ext uri="{DCECCB84-F9BA-43D5-87BE-67443E8EF086}">
      <p15:sldGuideLst xmlns:p15="http://schemas.microsoft.com/office/powerpoint/2012/main">
        <p15:guide id="3" pos="6879">
          <p15:clr>
            <a:srgbClr val="F26B43"/>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Intro | one content | black">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white">
          <a:xfrm>
            <a:off x="5546520" y="1328057"/>
            <a:ext cx="5371050" cy="837229"/>
          </a:xfrm>
        </p:spPr>
        <p:txBody>
          <a:bodyPr/>
          <a:lstStyle>
            <a:lvl1pPr>
              <a:defRPr sz="2862">
                <a:solidFill>
                  <a:schemeClr val="bg1"/>
                </a:solidFill>
              </a:defRPr>
            </a:lvl1pPr>
          </a:lstStyle>
          <a:p>
            <a:r>
              <a:rPr lang="en-US"/>
              <a:t>Headline, Arial Bold, 32 PT, 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white">
          <a:xfrm>
            <a:off x="5546520" y="2487386"/>
            <a:ext cx="5371050" cy="3091522"/>
          </a:xfrm>
        </p:spPr>
        <p:txBody>
          <a:bodyPr/>
          <a:lstStyle>
            <a:lvl1pPr>
              <a:defRPr sz="1610">
                <a:solidFill>
                  <a:schemeClr val="bg1"/>
                </a:solidFill>
              </a:defRPr>
            </a:lvl1pPr>
            <a:lvl2pPr>
              <a:defRPr sz="1610">
                <a:solidFill>
                  <a:schemeClr val="bg1"/>
                </a:solidFill>
              </a:defRPr>
            </a:lvl2pPr>
            <a:lvl3pPr>
              <a:defRPr sz="1610">
                <a:solidFill>
                  <a:schemeClr val="bg1"/>
                </a:solidFill>
              </a:defRPr>
            </a:lvl3pPr>
            <a:lvl4pPr>
              <a:defRPr sz="1610">
                <a:solidFill>
                  <a:schemeClr val="bg1"/>
                </a:solidFill>
              </a:defRPr>
            </a:lvl4pPr>
            <a:lvl5pPr>
              <a:defRPr sz="1610">
                <a:solidFill>
                  <a:schemeClr val="bg1"/>
                </a:solidFill>
              </a:defRPr>
            </a:lvl5pPr>
            <a:lvl6pPr>
              <a:defRPr sz="1610">
                <a:solidFill>
                  <a:schemeClr val="bg1"/>
                </a:solidFill>
              </a:defRPr>
            </a:lvl6pPr>
            <a:lvl7pPr>
              <a:defRPr sz="1610">
                <a:solidFill>
                  <a:schemeClr val="bg1"/>
                </a:solidFill>
              </a:defRPr>
            </a:lvl7pPr>
            <a:lvl8pPr>
              <a:defRPr sz="1610">
                <a:solidFill>
                  <a:schemeClr val="bg1"/>
                </a:solidFill>
              </a:defRPr>
            </a:lvl8pPr>
            <a:lvl9pPr>
              <a:defRPr sz="1610">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5" name="Datumsplatzhalter 4">
            <a:extLst>
              <a:ext uri="{FF2B5EF4-FFF2-40B4-BE49-F238E27FC236}">
                <a16:creationId xmlns:a16="http://schemas.microsoft.com/office/drawing/2014/main" id="{740C642F-FFE6-4F8E-8430-B55902267A94}"/>
              </a:ext>
            </a:extLst>
          </p:cNvPr>
          <p:cNvSpPr>
            <a:spLocks noGrp="1"/>
          </p:cNvSpPr>
          <p:nvPr>
            <p:ph type="dt" sz="half" idx="14"/>
          </p:nvPr>
        </p:nvSpPr>
        <p:spPr bwMode="white"/>
        <p:txBody>
          <a:bodyPr/>
          <a:lstStyle>
            <a:lvl1pPr>
              <a:defRPr>
                <a:solidFill>
                  <a:schemeClr val="bg1"/>
                </a:solidFill>
              </a:defRPr>
            </a:lvl1pPr>
          </a:lstStyle>
          <a:p>
            <a:endParaRPr lang="en-US"/>
          </a:p>
        </p:txBody>
      </p:sp>
      <p:sp>
        <p:nvSpPr>
          <p:cNvPr id="6" name="Fußzeilenplatzhalter 5">
            <a:extLst>
              <a:ext uri="{FF2B5EF4-FFF2-40B4-BE49-F238E27FC236}">
                <a16:creationId xmlns:a16="http://schemas.microsoft.com/office/drawing/2014/main" id="{AAD11831-DF44-47FA-829D-3E47DFF02185}"/>
              </a:ext>
            </a:extLst>
          </p:cNvPr>
          <p:cNvSpPr>
            <a:spLocks noGrp="1"/>
          </p:cNvSpPr>
          <p:nvPr>
            <p:ph type="ftr" sz="quarter" idx="15"/>
          </p:nvPr>
        </p:nvSpPr>
        <p:spPr bwMode="white"/>
        <p:txBody>
          <a:bodyPr/>
          <a:lstStyle>
            <a:lvl1pPr>
              <a:defRPr>
                <a:solidFill>
                  <a:schemeClr val="bg1"/>
                </a:solidFill>
              </a:defRPr>
            </a:lvl1pPr>
          </a:lstStyle>
          <a:p>
            <a:r>
              <a:rPr lang="en-US"/>
              <a:t>GLOBAL CREDENTIALS</a:t>
            </a:r>
          </a:p>
        </p:txBody>
      </p:sp>
      <p:sp>
        <p:nvSpPr>
          <p:cNvPr id="19" name="Foliennummernplatzhalter 18">
            <a:extLst>
              <a:ext uri="{FF2B5EF4-FFF2-40B4-BE49-F238E27FC236}">
                <a16:creationId xmlns:a16="http://schemas.microsoft.com/office/drawing/2014/main" id="{FCA6C234-2250-4042-807E-5951B5EC2C95}"/>
              </a:ext>
            </a:extLst>
          </p:cNvPr>
          <p:cNvSpPr>
            <a:spLocks noGrp="1"/>
          </p:cNvSpPr>
          <p:nvPr>
            <p:ph type="sldNum" sz="quarter" idx="16"/>
          </p:nvPr>
        </p:nvSpPr>
        <p:spPr bwMode="white"/>
        <p:txBody>
          <a:bodyPr/>
          <a:lstStyle>
            <a:lvl1pPr>
              <a:defRPr>
                <a:solidFill>
                  <a:schemeClr val="bg1"/>
                </a:solidFill>
              </a:defRPr>
            </a:lvl1pPr>
          </a:lstStyle>
          <a:p>
            <a:fld id="{96FF1F4F-4717-426F-83A6-412729423D60}" type="slidenum">
              <a:rPr lang="en-US" smtClean="0"/>
              <a:pPr/>
              <a:t>‹#›</a:t>
            </a:fld>
            <a:endParaRPr lang="en-US"/>
          </a:p>
        </p:txBody>
      </p:sp>
    </p:spTree>
    <p:extLst>
      <p:ext uri="{BB962C8B-B14F-4D97-AF65-F5344CB8AC3E}">
        <p14:creationId xmlns:p14="http://schemas.microsoft.com/office/powerpoint/2010/main" val="4260390068"/>
      </p:ext>
    </p:extLst>
  </p:cSld>
  <p:clrMapOvr>
    <a:masterClrMapping/>
  </p:clrMapOvr>
  <p:extLst>
    <p:ext uri="{DCECCB84-F9BA-43D5-87BE-67443E8EF086}">
      <p15:sldGuideLst xmlns:p15="http://schemas.microsoft.com/office/powerpoint/2012/main">
        <p15:guide id="1" orient="horz">
          <p15:clr>
            <a:srgbClr val="F26B43"/>
          </p15:clr>
        </p15:guide>
        <p15:guide id="3" pos="6879">
          <p15:clr>
            <a:srgbClr val="F26B43"/>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Intro | one content | color">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6520" y="1328057"/>
            <a:ext cx="5371050" cy="837229"/>
          </a:xfrm>
        </p:spPr>
        <p:txBody>
          <a:bodyPr/>
          <a:lstStyle>
            <a:lvl1pPr>
              <a:defRPr sz="2862">
                <a:solidFill>
                  <a:schemeClr val="bg1"/>
                </a:solidFill>
              </a:defRPr>
            </a:lvl1pPr>
          </a:lstStyle>
          <a:p>
            <a:r>
              <a:rPr lang="en-US"/>
              <a:t>Headline, Arial Bold, 32 PT, 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gray">
          <a:xfrm>
            <a:off x="5546520" y="2487386"/>
            <a:ext cx="5371050" cy="3091522"/>
          </a:xfrm>
        </p:spPr>
        <p:txBody>
          <a:bodyPr/>
          <a:lstStyle>
            <a:lvl1pPr>
              <a:defRPr sz="1610">
                <a:solidFill>
                  <a:schemeClr val="bg1"/>
                </a:solidFill>
              </a:defRPr>
            </a:lvl1pPr>
            <a:lvl2pPr>
              <a:buClr>
                <a:schemeClr val="bg1"/>
              </a:buClr>
              <a:defRPr sz="1610">
                <a:solidFill>
                  <a:schemeClr val="bg1"/>
                </a:solidFill>
              </a:defRPr>
            </a:lvl2pPr>
            <a:lvl3pPr>
              <a:buClrTx/>
              <a:defRPr sz="1610">
                <a:solidFill>
                  <a:schemeClr val="bg1"/>
                </a:solidFill>
              </a:defRPr>
            </a:lvl3pPr>
            <a:lvl4pPr>
              <a:defRPr sz="1610">
                <a:solidFill>
                  <a:schemeClr val="bg1"/>
                </a:solidFill>
              </a:defRPr>
            </a:lvl4pPr>
            <a:lvl5pPr>
              <a:defRPr sz="1610">
                <a:solidFill>
                  <a:schemeClr val="bg1"/>
                </a:solidFill>
              </a:defRPr>
            </a:lvl5pPr>
            <a:lvl6pPr>
              <a:defRPr sz="1610">
                <a:solidFill>
                  <a:schemeClr val="bg1"/>
                </a:solidFill>
              </a:defRPr>
            </a:lvl6pPr>
            <a:lvl7pPr>
              <a:defRPr sz="1610">
                <a:solidFill>
                  <a:schemeClr val="bg1"/>
                </a:solidFill>
              </a:defRPr>
            </a:lvl7pPr>
            <a:lvl8pPr>
              <a:defRPr sz="1610">
                <a:solidFill>
                  <a:schemeClr val="bg1"/>
                </a:solidFill>
              </a:defRPr>
            </a:lvl8pPr>
            <a:lvl9pPr>
              <a:defRPr sz="1610">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5" name="Datumsplatzhalter 4">
            <a:extLst>
              <a:ext uri="{FF2B5EF4-FFF2-40B4-BE49-F238E27FC236}">
                <a16:creationId xmlns:a16="http://schemas.microsoft.com/office/drawing/2014/main" id="{139EA4E0-9FE9-4B07-A24F-8D2269789704}"/>
              </a:ext>
            </a:extLst>
          </p:cNvPr>
          <p:cNvSpPr>
            <a:spLocks noGrp="1"/>
          </p:cNvSpPr>
          <p:nvPr>
            <p:ph type="dt" sz="half" idx="14"/>
          </p:nvPr>
        </p:nvSpPr>
        <p:spPr bwMode="gray"/>
        <p:txBody>
          <a:bodyPr/>
          <a:lstStyle>
            <a:lvl1pPr>
              <a:defRPr>
                <a:solidFill>
                  <a:schemeClr val="bg1"/>
                </a:solidFill>
              </a:defRPr>
            </a:lvl1pPr>
          </a:lstStyle>
          <a:p>
            <a:endParaRPr lang="en-US"/>
          </a:p>
        </p:txBody>
      </p:sp>
      <p:sp>
        <p:nvSpPr>
          <p:cNvPr id="6" name="Fußzeilenplatzhalter 5">
            <a:extLst>
              <a:ext uri="{FF2B5EF4-FFF2-40B4-BE49-F238E27FC236}">
                <a16:creationId xmlns:a16="http://schemas.microsoft.com/office/drawing/2014/main" id="{E5B9C914-4EA0-415D-8DF2-DECB3399B2D9}"/>
              </a:ext>
            </a:extLst>
          </p:cNvPr>
          <p:cNvSpPr>
            <a:spLocks noGrp="1"/>
          </p:cNvSpPr>
          <p:nvPr>
            <p:ph type="ftr" sz="quarter" idx="15"/>
          </p:nvPr>
        </p:nvSpPr>
        <p:spPr bwMode="gray"/>
        <p:txBody>
          <a:bodyPr/>
          <a:lstStyle>
            <a:lvl1pPr>
              <a:defRPr>
                <a:solidFill>
                  <a:schemeClr val="bg1"/>
                </a:solidFill>
              </a:defRPr>
            </a:lvl1pPr>
          </a:lstStyle>
          <a:p>
            <a:r>
              <a:rPr lang="en-US"/>
              <a:t>GLOBAL CREDENTIALS</a:t>
            </a:r>
          </a:p>
        </p:txBody>
      </p:sp>
      <p:sp>
        <p:nvSpPr>
          <p:cNvPr id="19" name="Foliennummernplatzhalter 18">
            <a:extLst>
              <a:ext uri="{FF2B5EF4-FFF2-40B4-BE49-F238E27FC236}">
                <a16:creationId xmlns:a16="http://schemas.microsoft.com/office/drawing/2014/main" id="{D0C74FA2-F84A-45C5-BD99-82A22DBBEBA1}"/>
              </a:ext>
            </a:extLst>
          </p:cNvPr>
          <p:cNvSpPr>
            <a:spLocks noGrp="1"/>
          </p:cNvSpPr>
          <p:nvPr>
            <p:ph type="sldNum" sz="quarter" idx="16"/>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3" name="Grafik 3">
            <a:extLst>
              <a:ext uri="{FF2B5EF4-FFF2-40B4-BE49-F238E27FC236}">
                <a16:creationId xmlns:a16="http://schemas.microsoft.com/office/drawing/2014/main" id="{D86CF03C-4982-4DFC-8EB8-CEF1440B650D}"/>
              </a:ext>
            </a:extLst>
          </p:cNvPr>
          <p:cNvSpPr/>
          <p:nvPr/>
        </p:nvSpPr>
        <p:spPr>
          <a:xfrm>
            <a:off x="5572549" y="0"/>
            <a:ext cx="1043728" cy="322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sz="1610"/>
          </a:p>
        </p:txBody>
      </p:sp>
      <p:sp>
        <p:nvSpPr>
          <p:cNvPr id="4" name="Grafik 3">
            <a:extLst>
              <a:ext uri="{FF2B5EF4-FFF2-40B4-BE49-F238E27FC236}">
                <a16:creationId xmlns:a16="http://schemas.microsoft.com/office/drawing/2014/main" id="{D6706DC3-82A7-49AD-8B3D-71B95C47F634}"/>
              </a:ext>
            </a:extLst>
          </p:cNvPr>
          <p:cNvSpPr/>
          <p:nvPr/>
        </p:nvSpPr>
        <p:spPr>
          <a:xfrm>
            <a:off x="5572549" y="5812100"/>
            <a:ext cx="1043728" cy="322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sz="1610"/>
          </a:p>
        </p:txBody>
      </p:sp>
      <p:cxnSp>
        <p:nvCxnSpPr>
          <p:cNvPr id="9" name="Gerader Verbinder 8">
            <a:extLst>
              <a:ext uri="{FF2B5EF4-FFF2-40B4-BE49-F238E27FC236}">
                <a16:creationId xmlns:a16="http://schemas.microsoft.com/office/drawing/2014/main" id="{6ADFEB53-E8C8-4DFD-A254-400771018072}"/>
              </a:ext>
            </a:extLst>
          </p:cNvPr>
          <p:cNvCxnSpPr/>
          <p:nvPr/>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C54A3DE3-42E6-4CB3-ABC0-E7A450804E56}"/>
              </a:ext>
            </a:extLst>
          </p:cNvPr>
          <p:cNvCxnSpPr/>
          <p:nvPr/>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A77817C3-EA03-4ECC-807F-26917E923101}"/>
              </a:ext>
            </a:extLst>
          </p:cNvPr>
          <p:cNvCxnSpPr/>
          <p:nvPr/>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7FE55EBB-EF9A-408F-8389-C9140DB44614}"/>
              </a:ext>
            </a:extLst>
          </p:cNvPr>
          <p:cNvCxnSpPr/>
          <p:nvPr/>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CE57352B-96FE-46CF-A4F2-CE79000B6E13}"/>
              </a:ext>
            </a:extLst>
          </p:cNvPr>
          <p:cNvCxnSpPr/>
          <p:nvPr/>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FFE47B58-8463-414E-B158-98328491C3AF}"/>
              </a:ext>
            </a:extLst>
          </p:cNvPr>
          <p:cNvCxnSpPr/>
          <p:nvPr/>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56CB184F-3CBC-4BA0-9592-8677235CD8FF}"/>
              </a:ext>
            </a:extLst>
          </p:cNvPr>
          <p:cNvCxnSpPr/>
          <p:nvPr/>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AB9DA883-BA76-4DA1-BC5F-64EBE974F4C3}"/>
              </a:ext>
            </a:extLst>
          </p:cNvPr>
          <p:cNvCxnSpPr/>
          <p:nvPr/>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ABD305A3-628E-4996-8B9F-AEDF5DB25DF7}"/>
              </a:ext>
            </a:extLst>
          </p:cNvPr>
          <p:cNvCxnSpPr/>
          <p:nvPr/>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4C3DD3B1-7F93-43F7-BCA3-A5322FEC0F47}"/>
              </a:ext>
            </a:extLst>
          </p:cNvPr>
          <p:cNvCxnSpPr/>
          <p:nvPr/>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DCEF7C6D-9925-45B2-96E7-B4C8C2682027}"/>
              </a:ext>
            </a:extLst>
          </p:cNvPr>
          <p:cNvCxnSpPr/>
          <p:nvPr/>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A429AC04-10EC-4490-8B9A-A5A743D11C25}"/>
              </a:ext>
            </a:extLst>
          </p:cNvPr>
          <p:cNvCxnSpPr/>
          <p:nvPr/>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B97DC146-D808-495F-B23F-3373741ABCF4}"/>
              </a:ext>
            </a:extLst>
          </p:cNvPr>
          <p:cNvCxnSpPr/>
          <p:nvPr/>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83C7C179-5622-4A85-8437-3BC6EDDBDC2B}"/>
              </a:ext>
            </a:extLst>
          </p:cNvPr>
          <p:cNvCxnSpPr/>
          <p:nvPr/>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46179FC3-2C2E-4E83-BF1C-89F8EB78E90E}"/>
              </a:ext>
            </a:extLst>
          </p:cNvPr>
          <p:cNvCxnSpPr/>
          <p:nvPr/>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161320C6-FBF1-4CC7-A478-FB15D561A2EA}"/>
              </a:ext>
            </a:extLst>
          </p:cNvPr>
          <p:cNvCxnSpPr/>
          <p:nvPr/>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0F4D9122-3056-45C5-902E-FC05F8507CE7}"/>
              </a:ext>
            </a:extLst>
          </p:cNvPr>
          <p:cNvCxnSpPr/>
          <p:nvPr/>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58DD0FE0-C43D-4202-BC3B-276CFA4F71A6}"/>
              </a:ext>
            </a:extLst>
          </p:cNvPr>
          <p:cNvCxnSpPr/>
          <p:nvPr/>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
        <p:nvSpPr>
          <p:cNvPr id="7" name="Grafik 3">
            <a:extLst>
              <a:ext uri="{FF2B5EF4-FFF2-40B4-BE49-F238E27FC236}">
                <a16:creationId xmlns:a16="http://schemas.microsoft.com/office/drawing/2014/main" id="{4F26767C-DF9B-9126-150C-8F22DA80B1C5}"/>
              </a:ext>
            </a:extLst>
          </p:cNvPr>
          <p:cNvSpPr/>
          <p:nvPr userDrawn="1"/>
        </p:nvSpPr>
        <p:spPr>
          <a:xfrm>
            <a:off x="5572549" y="0"/>
            <a:ext cx="1043728" cy="322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sz="1610"/>
          </a:p>
        </p:txBody>
      </p:sp>
      <p:sp>
        <p:nvSpPr>
          <p:cNvPr id="28" name="Grafik 3">
            <a:extLst>
              <a:ext uri="{FF2B5EF4-FFF2-40B4-BE49-F238E27FC236}">
                <a16:creationId xmlns:a16="http://schemas.microsoft.com/office/drawing/2014/main" id="{2DF39BE4-59D5-A20A-CFB4-7C4E7F15429E}"/>
              </a:ext>
            </a:extLst>
          </p:cNvPr>
          <p:cNvSpPr/>
          <p:nvPr userDrawn="1"/>
        </p:nvSpPr>
        <p:spPr>
          <a:xfrm>
            <a:off x="5572549" y="5812100"/>
            <a:ext cx="1043728" cy="322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sz="1610"/>
          </a:p>
        </p:txBody>
      </p:sp>
      <p:cxnSp>
        <p:nvCxnSpPr>
          <p:cNvPr id="29" name="Gerader Verbinder 28">
            <a:extLst>
              <a:ext uri="{FF2B5EF4-FFF2-40B4-BE49-F238E27FC236}">
                <a16:creationId xmlns:a16="http://schemas.microsoft.com/office/drawing/2014/main" id="{F6AAA6DD-D79B-052C-88EA-600E33D97F21}"/>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C99AEA88-C1FD-C912-9E95-EDAD6C5BB58B}"/>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F2997B88-FD94-6FDA-35AE-C6FEF3B63B37}"/>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C1BC58D2-D022-12CA-1FCA-5834ECB6D519}"/>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9B1305B3-5F8D-A440-B85C-3813D1109D9F}"/>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724AE9E6-7CC6-5614-2D0D-0459815A40DD}"/>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2854D99A-D929-36B3-A1B3-17BBBF95A14E}"/>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D6D004C8-60F9-E5CE-95B3-75C7A84B8CFB}"/>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57D741BF-D312-99B4-B266-34DAB89FA3CD}"/>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9699C518-2C43-1115-6DD2-F9CA8535C1D8}"/>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FE5CF926-F065-0732-763C-03C8C1DC742C}"/>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5FE887FA-789E-FCA4-B05C-5EA2E5783775}"/>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B167C724-20E1-3ECC-5309-9CF930FC0BB9}"/>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A7C94E4A-3D0A-9E09-DC06-7C55C450FEDF}"/>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3" name="Gerader Verbinder 42">
            <a:extLst>
              <a:ext uri="{FF2B5EF4-FFF2-40B4-BE49-F238E27FC236}">
                <a16:creationId xmlns:a16="http://schemas.microsoft.com/office/drawing/2014/main" id="{B5BE6D50-6B18-CE26-AB1F-1443B3FB1D1E}"/>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4" name="Gerader Verbinder 43">
            <a:extLst>
              <a:ext uri="{FF2B5EF4-FFF2-40B4-BE49-F238E27FC236}">
                <a16:creationId xmlns:a16="http://schemas.microsoft.com/office/drawing/2014/main" id="{709A5007-053C-1BCA-08C8-936CA0C6ADE5}"/>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75A8168D-3B60-B673-6CF7-935E23D7FC86}"/>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71F444B9-9552-AC37-05CD-87AB5FF2B76E}"/>
              </a:ext>
            </a:extLst>
          </p:cNvPr>
          <p:cNvCxnSpPr/>
          <p:nvPr userDrawn="1"/>
        </p:nvCxnSpPr>
        <p:spPr bwMode="gray">
          <a:xfrm>
            <a:off x="-204635" y="1714500"/>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5886799"/>
      </p:ext>
    </p:extLst>
  </p:cSld>
  <p:clrMapOvr>
    <a:masterClrMapping/>
  </p:clrMapOvr>
  <p:extLst>
    <p:ext uri="{DCECCB84-F9BA-43D5-87BE-67443E8EF086}">
      <p15:sldGuideLst xmlns:p15="http://schemas.microsoft.com/office/powerpoint/2012/main">
        <p15:guide id="3" pos="6879">
          <p15:clr>
            <a:srgbClr val="F26B43"/>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One content | big picture">
    <p:spTree>
      <p:nvGrpSpPr>
        <p:cNvPr id="1" name=""/>
        <p:cNvGrpSpPr/>
        <p:nvPr/>
      </p:nvGrpSpPr>
      <p:grpSpPr>
        <a:xfrm>
          <a:off x="0" y="0"/>
          <a:ext cx="0" cy="0"/>
          <a:chOff x="0" y="0"/>
          <a:chExt cx="0" cy="0"/>
        </a:xfrm>
      </p:grpSpPr>
      <p:sp>
        <p:nvSpPr>
          <p:cNvPr id="20" name="Bildplatzhalter 126">
            <a:extLst>
              <a:ext uri="{FF2B5EF4-FFF2-40B4-BE49-F238E27FC236}">
                <a16:creationId xmlns:a16="http://schemas.microsoft.com/office/drawing/2014/main" id="{A3E52AFB-39CB-4D68-B02B-E01051A97472}"/>
              </a:ext>
            </a:extLst>
          </p:cNvPr>
          <p:cNvSpPr>
            <a:spLocks noGrp="1"/>
          </p:cNvSpPr>
          <p:nvPr>
            <p:ph type="pic" sz="quarter" idx="25" hasCustomPrompt="1"/>
          </p:nvPr>
        </p:nvSpPr>
        <p:spPr>
          <a:xfrm>
            <a:off x="6094412" y="0"/>
            <a:ext cx="6094413" cy="6134100"/>
          </a:xfrm>
          <a:solidFill>
            <a:schemeClr val="accent6"/>
          </a:solidFill>
        </p:spPr>
        <p:txBody>
          <a:bodyPr/>
          <a:lstStyle>
            <a:lvl1pPr>
              <a:defRPr/>
            </a:lvl1pPr>
          </a:lstStyle>
          <a:p>
            <a:r>
              <a:rPr lang="de-DE"/>
              <a:t> </a:t>
            </a:r>
          </a:p>
        </p:txBody>
      </p:sp>
      <p:sp>
        <p:nvSpPr>
          <p:cNvPr id="21" name="Textplatzhalter 20">
            <a:extLst>
              <a:ext uri="{FF2B5EF4-FFF2-40B4-BE49-F238E27FC236}">
                <a16:creationId xmlns:a16="http://schemas.microsoft.com/office/drawing/2014/main" id="{C936F6DE-5508-4891-96E6-E61E4B5D23B1}"/>
              </a:ext>
            </a:extLst>
          </p:cNvPr>
          <p:cNvSpPr>
            <a:spLocks noGrp="1"/>
          </p:cNvSpPr>
          <p:nvPr>
            <p:ph type="body" sz="quarter" idx="24" hasCustomPrompt="1"/>
          </p:nvPr>
        </p:nvSpPr>
        <p:spPr bwMode="gray">
          <a:xfrm>
            <a:off x="6094412" y="0"/>
            <a:ext cx="6094413" cy="61341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2" name="Textplatzhalter 21">
            <a:extLst>
              <a:ext uri="{FF2B5EF4-FFF2-40B4-BE49-F238E27FC236}">
                <a16:creationId xmlns:a16="http://schemas.microsoft.com/office/drawing/2014/main" id="{BF219A68-FB4D-4B48-99C8-9E7EFF357922}"/>
              </a:ext>
            </a:extLst>
          </p:cNvPr>
          <p:cNvSpPr>
            <a:spLocks noGrp="1"/>
          </p:cNvSpPr>
          <p:nvPr>
            <p:ph type="body" sz="quarter" idx="26" hasCustomPrompt="1"/>
          </p:nvPr>
        </p:nvSpPr>
        <p:spPr bwMode="gray">
          <a:xfrm>
            <a:off x="5572549" y="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23" name="Textplatzhalter 22">
            <a:extLst>
              <a:ext uri="{FF2B5EF4-FFF2-40B4-BE49-F238E27FC236}">
                <a16:creationId xmlns:a16="http://schemas.microsoft.com/office/drawing/2014/main" id="{2192181B-B3CC-46C9-A180-953364D2AD29}"/>
              </a:ext>
            </a:extLst>
          </p:cNvPr>
          <p:cNvSpPr>
            <a:spLocks noGrp="1"/>
          </p:cNvSpPr>
          <p:nvPr>
            <p:ph type="body" sz="quarter" idx="27" hasCustomPrompt="1"/>
          </p:nvPr>
        </p:nvSpPr>
        <p:spPr bwMode="gray">
          <a:xfrm>
            <a:off x="5572549" y="581210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3230" y="2229780"/>
            <a:ext cx="5326758" cy="3349128"/>
          </a:xfrm>
        </p:spPr>
        <p:txBody>
          <a:bodyPr rIns="0"/>
          <a:lstStyle>
            <a:lvl1pPr>
              <a:defRPr sz="1610">
                <a:solidFill>
                  <a:schemeClr val="tx1"/>
                </a:solidFill>
              </a:defRPr>
            </a:lvl1pPr>
            <a:lvl2pPr>
              <a:defRPr sz="1610">
                <a:solidFill>
                  <a:schemeClr val="tx1"/>
                </a:solidFill>
              </a:defRPr>
            </a:lvl2pPr>
            <a:lvl3pPr>
              <a:defRPr sz="1610">
                <a:solidFill>
                  <a:schemeClr val="tx1"/>
                </a:solidFill>
              </a:defRPr>
            </a:lvl3pPr>
            <a:lvl4pPr>
              <a:defRPr sz="1610">
                <a:solidFill>
                  <a:schemeClr val="tx1"/>
                </a:solidFill>
              </a:defRPr>
            </a:lvl4pPr>
            <a:lvl5pPr>
              <a:defRPr sz="1610">
                <a:solidFill>
                  <a:schemeClr val="tx1"/>
                </a:solidFill>
              </a:defRPr>
            </a:lvl5pPr>
            <a:lvl6pPr>
              <a:defRPr sz="1610"/>
            </a:lvl6pPr>
            <a:lvl7pPr>
              <a:defRPr sz="1610"/>
            </a:lvl7pPr>
            <a:lvl8pPr>
              <a:defRPr sz="1610"/>
            </a:lvl8pPr>
            <a:lvl9pPr>
              <a:defRPr sz="1610"/>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3230" y="490764"/>
            <a:ext cx="5326758" cy="193200"/>
          </a:xfrm>
        </p:spPr>
        <p:txBody>
          <a:bodyPr rIns="0"/>
          <a:lstStyle/>
          <a:p>
            <a:r>
              <a:rPr lang="en-US"/>
              <a:t>GLOBAL CREDENTIALS</a:t>
            </a:r>
          </a:p>
        </p:txBody>
      </p:sp>
      <p:sp>
        <p:nvSpPr>
          <p:cNvPr id="2" name="Titel 1">
            <a:extLst>
              <a:ext uri="{FF2B5EF4-FFF2-40B4-BE49-F238E27FC236}">
                <a16:creationId xmlns:a16="http://schemas.microsoft.com/office/drawing/2014/main" id="{4D6ED68A-333D-4B27-BD96-573E3B458AB2}"/>
              </a:ext>
            </a:extLst>
          </p:cNvPr>
          <p:cNvSpPr>
            <a:spLocks noGrp="1"/>
          </p:cNvSpPr>
          <p:nvPr>
            <p:ph type="title" hasCustomPrompt="1"/>
          </p:nvPr>
        </p:nvSpPr>
        <p:spPr>
          <a:xfrm>
            <a:off x="623230" y="748393"/>
            <a:ext cx="5326758" cy="772939"/>
          </a:xfrm>
        </p:spPr>
        <p:txBody>
          <a:bodyPr/>
          <a:lstStyle>
            <a:lvl1pPr>
              <a:defRPr sz="2862"/>
            </a:lvl1pPr>
          </a:lstStyle>
          <a:p>
            <a:r>
              <a:rPr lang="en-US"/>
              <a:t>Headline, Arial Bold, </a:t>
            </a:r>
            <a:br>
              <a:rPr lang="en-US"/>
            </a:br>
            <a:r>
              <a:rPr lang="en-US"/>
              <a:t>32 PT, Max 2 Lines</a:t>
            </a:r>
          </a:p>
        </p:txBody>
      </p:sp>
      <p:sp>
        <p:nvSpPr>
          <p:cNvPr id="17" name="Textplatzhalter 3">
            <a:extLst>
              <a:ext uri="{FF2B5EF4-FFF2-40B4-BE49-F238E27FC236}">
                <a16:creationId xmlns:a16="http://schemas.microsoft.com/office/drawing/2014/main" id="{435E0FB2-CB82-4030-8F67-D5C4179CEB34}"/>
              </a:ext>
            </a:extLst>
          </p:cNvPr>
          <p:cNvSpPr>
            <a:spLocks noGrp="1"/>
          </p:cNvSpPr>
          <p:nvPr>
            <p:ph type="body" sz="quarter" idx="21" hasCustomPrompt="1"/>
          </p:nvPr>
        </p:nvSpPr>
        <p:spPr>
          <a:xfrm>
            <a:off x="623230" y="1521278"/>
            <a:ext cx="5326758" cy="257600"/>
          </a:xfrm>
        </p:spPr>
        <p:txBody>
          <a:bodyPr tIns="36000"/>
          <a:lstStyle>
            <a:lvl1pPr marL="0" indent="0">
              <a:lnSpc>
                <a:spcPct val="100000"/>
              </a:lnSpc>
              <a:spcBef>
                <a:spcPts val="0"/>
              </a:spcBef>
              <a:buFont typeface="Arial" panose="020B0604020202020204" pitchFamily="34" charset="0"/>
              <a:buNone/>
              <a:defRPr sz="1610" b="1" cap="all" spc="27" baseline="0">
                <a:solidFill>
                  <a:schemeClr val="bg2"/>
                </a:solidFill>
                <a:latin typeface="+mj-lt"/>
              </a:defRPr>
            </a:lvl1pPr>
            <a:lvl2pPr marL="0" indent="0">
              <a:lnSpc>
                <a:spcPct val="100000"/>
              </a:lnSpc>
              <a:spcBef>
                <a:spcPts val="0"/>
              </a:spcBef>
              <a:buNone/>
              <a:defRPr sz="1610" b="1" cap="all" spc="27" baseline="0">
                <a:solidFill>
                  <a:schemeClr val="bg2"/>
                </a:solidFill>
                <a:latin typeface="+mj-lt"/>
              </a:defRPr>
            </a:lvl2pPr>
            <a:lvl3pPr marL="0" indent="0">
              <a:lnSpc>
                <a:spcPct val="100000"/>
              </a:lnSpc>
              <a:spcBef>
                <a:spcPts val="0"/>
              </a:spcBef>
              <a:buNone/>
              <a:defRPr sz="1610" b="1" cap="all" spc="27" baseline="0">
                <a:solidFill>
                  <a:schemeClr val="bg2"/>
                </a:solidFill>
                <a:latin typeface="+mj-lt"/>
              </a:defRPr>
            </a:lvl3pPr>
            <a:lvl4pPr marL="0" indent="0">
              <a:lnSpc>
                <a:spcPct val="100000"/>
              </a:lnSpc>
              <a:spcBef>
                <a:spcPts val="0"/>
              </a:spcBef>
              <a:buNone/>
              <a:defRPr sz="1610" b="1" cap="all" spc="27" baseline="0">
                <a:solidFill>
                  <a:schemeClr val="bg2"/>
                </a:solidFill>
                <a:latin typeface="+mj-lt"/>
              </a:defRPr>
            </a:lvl4pPr>
            <a:lvl5pPr marL="0" indent="0">
              <a:lnSpc>
                <a:spcPct val="100000"/>
              </a:lnSpc>
              <a:spcBef>
                <a:spcPts val="0"/>
              </a:spcBef>
              <a:buNone/>
              <a:defRPr sz="1610" b="1" cap="all" spc="27" baseline="0">
                <a:solidFill>
                  <a:schemeClr val="bg2"/>
                </a:solidFill>
                <a:latin typeface="+mj-lt"/>
              </a:defRPr>
            </a:lvl5pPr>
            <a:lvl6pPr marL="0" indent="0">
              <a:lnSpc>
                <a:spcPct val="100000"/>
              </a:lnSpc>
              <a:spcBef>
                <a:spcPts val="0"/>
              </a:spcBef>
              <a:buNone/>
              <a:defRPr sz="1610" b="1" cap="all" spc="27" baseline="0">
                <a:solidFill>
                  <a:schemeClr val="bg2"/>
                </a:solidFill>
                <a:latin typeface="+mj-lt"/>
              </a:defRPr>
            </a:lvl6pPr>
            <a:lvl7pPr marL="0" indent="0">
              <a:lnSpc>
                <a:spcPct val="100000"/>
              </a:lnSpc>
              <a:spcBef>
                <a:spcPts val="0"/>
              </a:spcBef>
              <a:buNone/>
              <a:defRPr sz="1610" b="1" cap="all" spc="27" baseline="0">
                <a:solidFill>
                  <a:schemeClr val="bg2"/>
                </a:solidFill>
                <a:latin typeface="+mj-lt"/>
              </a:defRPr>
            </a:lvl7pPr>
            <a:lvl8pPr marL="0" indent="0">
              <a:lnSpc>
                <a:spcPct val="100000"/>
              </a:lnSpc>
              <a:spcBef>
                <a:spcPts val="0"/>
              </a:spcBef>
              <a:buNone/>
              <a:defRPr sz="1610" b="1" cap="all" spc="27" baseline="0">
                <a:solidFill>
                  <a:schemeClr val="bg2"/>
                </a:solidFill>
                <a:latin typeface="+mj-lt"/>
              </a:defRPr>
            </a:lvl8pPr>
            <a:lvl9pPr marL="0" indent="0">
              <a:lnSpc>
                <a:spcPct val="100000"/>
              </a:lnSpc>
              <a:spcBef>
                <a:spcPts val="0"/>
              </a:spcBef>
              <a:buNone/>
              <a:defRPr sz="1610" b="1" cap="all" spc="27" baseline="0">
                <a:solidFill>
                  <a:schemeClr val="bg2"/>
                </a:solidFill>
                <a:latin typeface="+mj-lt"/>
              </a:defRPr>
            </a:lvl9pPr>
          </a:lstStyle>
          <a:p>
            <a:r>
              <a:rPr lang="en-US"/>
              <a:t>Optional Subline, Arial Bold, 18 PT</a:t>
            </a:r>
          </a:p>
        </p:txBody>
      </p:sp>
      <p:sp>
        <p:nvSpPr>
          <p:cNvPr id="18" name="Foliennummernplatzhalter 17">
            <a:extLst>
              <a:ext uri="{FF2B5EF4-FFF2-40B4-BE49-F238E27FC236}">
                <a16:creationId xmlns:a16="http://schemas.microsoft.com/office/drawing/2014/main" id="{798E8FBB-9131-45B7-BEA2-A2501D5E5E2D}"/>
              </a:ext>
            </a:extLst>
          </p:cNvPr>
          <p:cNvSpPr>
            <a:spLocks noGrp="1"/>
          </p:cNvSpPr>
          <p:nvPr>
            <p:ph type="sldNum" sz="quarter" idx="20"/>
          </p:nvPr>
        </p:nvSpPr>
        <p:spPr bwMode="gray"/>
        <p:txBody>
          <a:bodyPr/>
          <a:lstStyle>
            <a:lvl1pPr>
              <a:defRPr>
                <a:solidFill>
                  <a:schemeClr val="bg1"/>
                </a:solidFill>
              </a:defRPr>
            </a:lvl1pPr>
          </a:lstStyle>
          <a:p>
            <a:fld id="{96FF1F4F-4717-426F-83A6-412729423D60}" type="slidenum">
              <a:rPr lang="en-US" smtClean="0"/>
              <a:pPr/>
              <a:t>‹#›</a:t>
            </a:fld>
            <a:endParaRPr lang="en-US"/>
          </a:p>
        </p:txBody>
      </p:sp>
      <p:cxnSp>
        <p:nvCxnSpPr>
          <p:cNvPr id="12" name="Gerader Verbinder 11">
            <a:extLst>
              <a:ext uri="{FF2B5EF4-FFF2-40B4-BE49-F238E27FC236}">
                <a16:creationId xmlns:a16="http://schemas.microsoft.com/office/drawing/2014/main" id="{40C25488-882F-47A2-AF73-00F87CCC1582}"/>
              </a:ext>
            </a:extLst>
          </p:cNvPr>
          <p:cNvCxnSpPr/>
          <p:nvPr/>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061414A1-8A24-487E-B247-6AE9FE6CED57}"/>
              </a:ext>
            </a:extLst>
          </p:cNvPr>
          <p:cNvCxnSpPr/>
          <p:nvPr/>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DEA1C136-116C-4355-942A-4A88E46CEF0D}"/>
              </a:ext>
            </a:extLst>
          </p:cNvPr>
          <p:cNvCxnSpPr/>
          <p:nvPr/>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1A7FB122-14A1-4B2F-817E-DACCA959D15B}"/>
              </a:ext>
            </a:extLst>
          </p:cNvPr>
          <p:cNvCxnSpPr/>
          <p:nvPr/>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170C95A4-A8EE-4E71-AD7B-46AFA00BE34D}"/>
              </a:ext>
            </a:extLst>
          </p:cNvPr>
          <p:cNvCxnSpPr/>
          <p:nvPr/>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5FEA7650-A681-4BC7-B18C-DE90094981FF}"/>
              </a:ext>
            </a:extLst>
          </p:cNvPr>
          <p:cNvCxnSpPr/>
          <p:nvPr/>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7DA99643-DB52-40B9-8507-A5FB1AAB145E}"/>
              </a:ext>
            </a:extLst>
          </p:cNvPr>
          <p:cNvCxnSpPr/>
          <p:nvPr/>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14393182-3558-439E-BA35-7E5BA70D8E6D}"/>
              </a:ext>
            </a:extLst>
          </p:cNvPr>
          <p:cNvCxnSpPr/>
          <p:nvPr/>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BE8E5A2D-8133-4580-8CA7-1D1BE9D652F8}"/>
              </a:ext>
            </a:extLst>
          </p:cNvPr>
          <p:cNvCxnSpPr/>
          <p:nvPr/>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03CA57B0-3D47-4ECD-AF67-DE3122786420}"/>
              </a:ext>
            </a:extLst>
          </p:cNvPr>
          <p:cNvCxnSpPr/>
          <p:nvPr/>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90B201D4-5EDF-478E-941B-79A1DF2C30E8}"/>
              </a:ext>
            </a:extLst>
          </p:cNvPr>
          <p:cNvCxnSpPr/>
          <p:nvPr/>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EDC2E690-ABDE-47E8-8D35-E92DB491BAFF}"/>
              </a:ext>
            </a:extLst>
          </p:cNvPr>
          <p:cNvCxnSpPr/>
          <p:nvPr/>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82EC6545-4AB7-4219-BD5F-71FEE682615A}"/>
              </a:ext>
            </a:extLst>
          </p:cNvPr>
          <p:cNvCxnSpPr/>
          <p:nvPr/>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36C3E5D5-3DD1-4707-A97E-963E24114DED}"/>
              </a:ext>
            </a:extLst>
          </p:cNvPr>
          <p:cNvCxnSpPr/>
          <p:nvPr/>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E015D72A-266F-49B3-8CD1-950C4A14C127}"/>
              </a:ext>
            </a:extLst>
          </p:cNvPr>
          <p:cNvCxnSpPr/>
          <p:nvPr/>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2CAD0685-93A3-4E7F-B1EA-6E894E912AAA}"/>
              </a:ext>
            </a:extLst>
          </p:cNvPr>
          <p:cNvCxnSpPr/>
          <p:nvPr/>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C785F856-D696-485D-BCF2-FA698D6D22C3}"/>
              </a:ext>
            </a:extLst>
          </p:cNvPr>
          <p:cNvCxnSpPr/>
          <p:nvPr/>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CF5999D9-8B9F-4D4D-ADA0-5569967AFBA0}"/>
              </a:ext>
            </a:extLst>
          </p:cNvPr>
          <p:cNvCxnSpPr/>
          <p:nvPr/>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 name="Gerader Verbinder 2">
            <a:extLst>
              <a:ext uri="{FF2B5EF4-FFF2-40B4-BE49-F238E27FC236}">
                <a16:creationId xmlns:a16="http://schemas.microsoft.com/office/drawing/2014/main" id="{CFEB360E-00E2-1B8C-0A62-202C0D8C440F}"/>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 name="Gerader Verbinder 3">
            <a:extLst>
              <a:ext uri="{FF2B5EF4-FFF2-40B4-BE49-F238E27FC236}">
                <a16:creationId xmlns:a16="http://schemas.microsoft.com/office/drawing/2014/main" id="{3B8731E9-D1E7-ECD1-E595-118ADBE37E52}"/>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 name="Gerader Verbinder 4">
            <a:extLst>
              <a:ext uri="{FF2B5EF4-FFF2-40B4-BE49-F238E27FC236}">
                <a16:creationId xmlns:a16="http://schemas.microsoft.com/office/drawing/2014/main" id="{827BB8B0-E67A-29AB-6408-A939A7F4B244}"/>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 name="Gerader Verbinder 5">
            <a:extLst>
              <a:ext uri="{FF2B5EF4-FFF2-40B4-BE49-F238E27FC236}">
                <a16:creationId xmlns:a16="http://schemas.microsoft.com/office/drawing/2014/main" id="{2FC9FE0A-CCFD-BBFC-684C-5647A65EF62F}"/>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F8F65878-6D84-BAC5-CDD0-D799665436E4}"/>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8C50E8EB-D561-A903-9293-04AF5605AB99}"/>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F559098D-E776-62B3-4CE2-0726BABE5D04}"/>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B97329A2-CF08-142F-57BC-42847C00E359}"/>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005328E8-E4F4-8F0A-DE01-06F0EDC025BF}"/>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775666FB-3D4A-4631-FD0F-4AF7D60049C1}"/>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0F262F66-8EF9-2A0B-970C-7BEB58A1C853}"/>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C9343608-A99E-E862-311C-94AA28D37697}"/>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EC178B18-0FA7-883C-E413-C0201E03E508}"/>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3" name="Gerader Verbinder 42">
            <a:extLst>
              <a:ext uri="{FF2B5EF4-FFF2-40B4-BE49-F238E27FC236}">
                <a16:creationId xmlns:a16="http://schemas.microsoft.com/office/drawing/2014/main" id="{D8915E87-6F4A-0776-3CB2-1EC7BC5D6D46}"/>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4" name="Gerader Verbinder 43">
            <a:extLst>
              <a:ext uri="{FF2B5EF4-FFF2-40B4-BE49-F238E27FC236}">
                <a16:creationId xmlns:a16="http://schemas.microsoft.com/office/drawing/2014/main" id="{789777E8-62FA-2DB1-0F6A-9D9FEC49F4DD}"/>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0C774B11-13A8-9A2D-5A0C-7549B87C10B9}"/>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B2110E84-A175-DA99-2847-2B145CA68C3D}"/>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Gerader Verbinder 46">
            <a:extLst>
              <a:ext uri="{FF2B5EF4-FFF2-40B4-BE49-F238E27FC236}">
                <a16:creationId xmlns:a16="http://schemas.microsoft.com/office/drawing/2014/main" id="{915E07B3-D47F-C582-5A6B-355CA20AACF8}"/>
              </a:ext>
            </a:extLst>
          </p:cNvPr>
          <p:cNvCxnSpPr/>
          <p:nvPr userDrawn="1"/>
        </p:nvCxnSpPr>
        <p:spPr bwMode="gray">
          <a:xfrm>
            <a:off x="-204635" y="1714500"/>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199047"/>
      </p:ext>
    </p:extLst>
  </p:cSld>
  <p:clrMapOvr>
    <a:masterClrMapping/>
  </p:clrMapOvr>
  <p:extLst>
    <p:ext uri="{DCECCB84-F9BA-43D5-87BE-67443E8EF086}">
      <p15:sldGuideLst xmlns:p15="http://schemas.microsoft.com/office/powerpoint/2012/main">
        <p15:guide id="4" orient="horz" pos="1207">
          <p15:clr>
            <a:srgbClr val="F26B43"/>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Big picture | one content">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38391" y="2229291"/>
            <a:ext cx="5326758" cy="3349617"/>
          </a:xfrm>
        </p:spPr>
        <p:txBody>
          <a:bodyPr lIns="0" rIns="0"/>
          <a:lstStyle>
            <a:lvl1pPr>
              <a:defRPr sz="1610">
                <a:solidFill>
                  <a:schemeClr val="tx1"/>
                </a:solidFill>
              </a:defRPr>
            </a:lvl1pPr>
            <a:lvl2pPr>
              <a:defRPr sz="1610">
                <a:solidFill>
                  <a:schemeClr val="tx1"/>
                </a:solidFill>
              </a:defRPr>
            </a:lvl2pPr>
            <a:lvl3pPr>
              <a:defRPr sz="1610">
                <a:solidFill>
                  <a:schemeClr val="tx1"/>
                </a:solidFill>
              </a:defRPr>
            </a:lvl3pPr>
            <a:lvl4pPr>
              <a:defRPr sz="1610">
                <a:solidFill>
                  <a:schemeClr val="tx1"/>
                </a:solidFill>
              </a:defRPr>
            </a:lvl4pPr>
            <a:lvl5pPr>
              <a:defRPr sz="1610">
                <a:solidFill>
                  <a:schemeClr val="tx1"/>
                </a:solidFill>
              </a:defRPr>
            </a:lvl5pPr>
            <a:lvl6pPr>
              <a:defRPr sz="1610"/>
            </a:lvl6pPr>
            <a:lvl7pPr>
              <a:defRPr sz="1610"/>
            </a:lvl7pPr>
            <a:lvl8pPr>
              <a:defRPr sz="1610"/>
            </a:lvl8pPr>
            <a:lvl9pPr>
              <a:defRPr sz="1610"/>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38391" y="490764"/>
            <a:ext cx="5326758" cy="193200"/>
          </a:xfrm>
        </p:spPr>
        <p:txBody>
          <a:bodyPr lIns="0" rIns="0"/>
          <a:lstStyle/>
          <a:p>
            <a:r>
              <a:rPr lang="en-US"/>
              <a:t>GLOBAL CREDENTIALS</a:t>
            </a:r>
          </a:p>
        </p:txBody>
      </p:sp>
      <p:sp>
        <p:nvSpPr>
          <p:cNvPr id="18" name="Foliennummernplatzhalter 17">
            <a:extLst>
              <a:ext uri="{FF2B5EF4-FFF2-40B4-BE49-F238E27FC236}">
                <a16:creationId xmlns:a16="http://schemas.microsoft.com/office/drawing/2014/main" id="{798E8FBB-9131-45B7-BEA2-A2501D5E5E2D}"/>
              </a:ext>
            </a:extLst>
          </p:cNvPr>
          <p:cNvSpPr>
            <a:spLocks noGrp="1"/>
          </p:cNvSpPr>
          <p:nvPr>
            <p:ph type="sldNum" sz="quarter" idx="20"/>
          </p:nvPr>
        </p:nvSpPr>
        <p:spPr bwMode="gray"/>
        <p:txBody>
          <a:bodyPr/>
          <a:lstStyle/>
          <a:p>
            <a:fld id="{96FF1F4F-4717-426F-83A6-412729423D60}" type="slidenum">
              <a:rPr lang="en-US" smtClean="0"/>
              <a:pPr/>
              <a:t>‹#›</a:t>
            </a:fld>
            <a:endParaRPr lang="en-US"/>
          </a:p>
        </p:txBody>
      </p:sp>
      <p:sp>
        <p:nvSpPr>
          <p:cNvPr id="2" name="Titel 1">
            <a:extLst>
              <a:ext uri="{FF2B5EF4-FFF2-40B4-BE49-F238E27FC236}">
                <a16:creationId xmlns:a16="http://schemas.microsoft.com/office/drawing/2014/main" id="{523E8AA4-CB49-4DC4-8AF1-87A6279E1F6E}"/>
              </a:ext>
            </a:extLst>
          </p:cNvPr>
          <p:cNvSpPr>
            <a:spLocks noGrp="1"/>
          </p:cNvSpPr>
          <p:nvPr>
            <p:ph type="title" hasCustomPrompt="1"/>
          </p:nvPr>
        </p:nvSpPr>
        <p:spPr>
          <a:xfrm>
            <a:off x="6238837" y="748304"/>
            <a:ext cx="5325542" cy="772378"/>
          </a:xfrm>
        </p:spPr>
        <p:txBody>
          <a:bodyPr/>
          <a:lstStyle>
            <a:lvl1pPr>
              <a:defRPr sz="2862"/>
            </a:lvl1pPr>
          </a:lstStyle>
          <a:p>
            <a:r>
              <a:rPr lang="en-US"/>
              <a:t>Headline, Arial Bold, </a:t>
            </a:r>
            <a:br>
              <a:rPr lang="en-US"/>
            </a:br>
            <a:r>
              <a:rPr lang="en-US"/>
              <a:t>32 PT, Max 2 Lines</a:t>
            </a:r>
          </a:p>
        </p:txBody>
      </p:sp>
      <p:sp>
        <p:nvSpPr>
          <p:cNvPr id="11" name="Textplatzhalter 3">
            <a:extLst>
              <a:ext uri="{FF2B5EF4-FFF2-40B4-BE49-F238E27FC236}">
                <a16:creationId xmlns:a16="http://schemas.microsoft.com/office/drawing/2014/main" id="{066B44F9-D4E4-4C64-A9BB-70CA474C77EA}"/>
              </a:ext>
            </a:extLst>
          </p:cNvPr>
          <p:cNvSpPr>
            <a:spLocks noGrp="1"/>
          </p:cNvSpPr>
          <p:nvPr>
            <p:ph type="body" sz="quarter" idx="17" hasCustomPrompt="1"/>
          </p:nvPr>
        </p:nvSpPr>
        <p:spPr>
          <a:xfrm>
            <a:off x="6238837" y="1521278"/>
            <a:ext cx="5325346" cy="257600"/>
          </a:xfrm>
        </p:spPr>
        <p:txBody>
          <a:bodyPr tIns="36000"/>
          <a:lstStyle>
            <a:lvl1pPr marL="0" indent="0">
              <a:lnSpc>
                <a:spcPct val="100000"/>
              </a:lnSpc>
              <a:spcBef>
                <a:spcPts val="0"/>
              </a:spcBef>
              <a:buFont typeface="Arial" panose="020B0604020202020204" pitchFamily="34" charset="0"/>
              <a:buNone/>
              <a:defRPr sz="1610" b="1" cap="all" spc="27" baseline="0">
                <a:solidFill>
                  <a:schemeClr val="bg2"/>
                </a:solidFill>
                <a:latin typeface="+mj-lt"/>
              </a:defRPr>
            </a:lvl1pPr>
            <a:lvl2pPr marL="0" indent="0">
              <a:lnSpc>
                <a:spcPct val="100000"/>
              </a:lnSpc>
              <a:spcBef>
                <a:spcPts val="0"/>
              </a:spcBef>
              <a:buNone/>
              <a:defRPr sz="1610" b="1" cap="all" spc="27" baseline="0">
                <a:solidFill>
                  <a:schemeClr val="bg2"/>
                </a:solidFill>
                <a:latin typeface="+mj-lt"/>
              </a:defRPr>
            </a:lvl2pPr>
            <a:lvl3pPr marL="0" indent="0">
              <a:lnSpc>
                <a:spcPct val="100000"/>
              </a:lnSpc>
              <a:spcBef>
                <a:spcPts val="0"/>
              </a:spcBef>
              <a:buNone/>
              <a:defRPr sz="1610" b="1" cap="all" spc="27" baseline="0">
                <a:solidFill>
                  <a:schemeClr val="bg2"/>
                </a:solidFill>
                <a:latin typeface="+mj-lt"/>
              </a:defRPr>
            </a:lvl3pPr>
            <a:lvl4pPr marL="0" indent="0">
              <a:lnSpc>
                <a:spcPct val="100000"/>
              </a:lnSpc>
              <a:spcBef>
                <a:spcPts val="0"/>
              </a:spcBef>
              <a:buNone/>
              <a:defRPr sz="1610" b="1" cap="all" spc="27" baseline="0">
                <a:solidFill>
                  <a:schemeClr val="bg2"/>
                </a:solidFill>
                <a:latin typeface="+mj-lt"/>
              </a:defRPr>
            </a:lvl4pPr>
            <a:lvl5pPr marL="0" indent="0">
              <a:lnSpc>
                <a:spcPct val="100000"/>
              </a:lnSpc>
              <a:spcBef>
                <a:spcPts val="0"/>
              </a:spcBef>
              <a:buNone/>
              <a:defRPr sz="1610" b="1" cap="all" spc="27" baseline="0">
                <a:solidFill>
                  <a:schemeClr val="bg2"/>
                </a:solidFill>
                <a:latin typeface="+mj-lt"/>
              </a:defRPr>
            </a:lvl5pPr>
            <a:lvl6pPr marL="0" indent="0">
              <a:lnSpc>
                <a:spcPct val="100000"/>
              </a:lnSpc>
              <a:spcBef>
                <a:spcPts val="0"/>
              </a:spcBef>
              <a:buNone/>
              <a:defRPr sz="1610" b="1" cap="all" spc="27" baseline="0">
                <a:solidFill>
                  <a:schemeClr val="bg2"/>
                </a:solidFill>
                <a:latin typeface="+mj-lt"/>
              </a:defRPr>
            </a:lvl6pPr>
            <a:lvl7pPr marL="0" indent="0">
              <a:lnSpc>
                <a:spcPct val="100000"/>
              </a:lnSpc>
              <a:spcBef>
                <a:spcPts val="0"/>
              </a:spcBef>
              <a:buNone/>
              <a:defRPr sz="1610" b="1" cap="all" spc="27" baseline="0">
                <a:solidFill>
                  <a:schemeClr val="bg2"/>
                </a:solidFill>
                <a:latin typeface="+mj-lt"/>
              </a:defRPr>
            </a:lvl7pPr>
            <a:lvl8pPr marL="0" indent="0">
              <a:lnSpc>
                <a:spcPct val="100000"/>
              </a:lnSpc>
              <a:spcBef>
                <a:spcPts val="0"/>
              </a:spcBef>
              <a:buNone/>
              <a:defRPr sz="1610" b="1" cap="all" spc="27" baseline="0">
                <a:solidFill>
                  <a:schemeClr val="bg2"/>
                </a:solidFill>
                <a:latin typeface="+mj-lt"/>
              </a:defRPr>
            </a:lvl8pPr>
            <a:lvl9pPr marL="0" indent="0">
              <a:lnSpc>
                <a:spcPct val="100000"/>
              </a:lnSpc>
              <a:spcBef>
                <a:spcPts val="0"/>
              </a:spcBef>
              <a:buNone/>
              <a:defRPr sz="1610" b="1" cap="all" spc="27" baseline="0">
                <a:solidFill>
                  <a:schemeClr val="bg2"/>
                </a:solidFill>
                <a:latin typeface="+mj-lt"/>
              </a:defRPr>
            </a:lvl9pPr>
          </a:lstStyle>
          <a:p>
            <a:r>
              <a:rPr lang="en-US"/>
              <a:t>Optional Subline, Arial Bold, 18 PT</a:t>
            </a:r>
          </a:p>
        </p:txBody>
      </p:sp>
      <p:sp>
        <p:nvSpPr>
          <p:cNvPr id="19" name="Bildplatzhalter 126">
            <a:extLst>
              <a:ext uri="{FF2B5EF4-FFF2-40B4-BE49-F238E27FC236}">
                <a16:creationId xmlns:a16="http://schemas.microsoft.com/office/drawing/2014/main" id="{D0100567-6D2F-49F4-937E-9209CE93211F}"/>
              </a:ext>
            </a:extLst>
          </p:cNvPr>
          <p:cNvSpPr>
            <a:spLocks noGrp="1"/>
          </p:cNvSpPr>
          <p:nvPr>
            <p:ph type="pic" sz="quarter" idx="25" hasCustomPrompt="1"/>
          </p:nvPr>
        </p:nvSpPr>
        <p:spPr>
          <a:xfrm>
            <a:off x="0" y="0"/>
            <a:ext cx="6094413" cy="6134100"/>
          </a:xfrm>
          <a:solidFill>
            <a:schemeClr val="accent6"/>
          </a:solidFill>
        </p:spPr>
        <p:txBody>
          <a:bodyPr/>
          <a:lstStyle>
            <a:lvl1pPr>
              <a:defRPr/>
            </a:lvl1pPr>
          </a:lstStyle>
          <a:p>
            <a:r>
              <a:rPr lang="de-DE"/>
              <a:t> </a:t>
            </a:r>
          </a:p>
        </p:txBody>
      </p:sp>
      <p:sp>
        <p:nvSpPr>
          <p:cNvPr id="20" name="Textplatzhalter 19">
            <a:extLst>
              <a:ext uri="{FF2B5EF4-FFF2-40B4-BE49-F238E27FC236}">
                <a16:creationId xmlns:a16="http://schemas.microsoft.com/office/drawing/2014/main" id="{A05442E4-A459-478B-9C7C-757E5EC9F589}"/>
              </a:ext>
            </a:extLst>
          </p:cNvPr>
          <p:cNvSpPr>
            <a:spLocks noGrp="1"/>
          </p:cNvSpPr>
          <p:nvPr>
            <p:ph type="body" sz="quarter" idx="24" hasCustomPrompt="1"/>
          </p:nvPr>
        </p:nvSpPr>
        <p:spPr bwMode="gray">
          <a:xfrm>
            <a:off x="0" y="0"/>
            <a:ext cx="6094413" cy="61341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1" name="Textplatzhalter 20">
            <a:extLst>
              <a:ext uri="{FF2B5EF4-FFF2-40B4-BE49-F238E27FC236}">
                <a16:creationId xmlns:a16="http://schemas.microsoft.com/office/drawing/2014/main" id="{E1A95469-1C5E-47BF-9B64-F32090987B66}"/>
              </a:ext>
            </a:extLst>
          </p:cNvPr>
          <p:cNvSpPr>
            <a:spLocks noGrp="1"/>
          </p:cNvSpPr>
          <p:nvPr>
            <p:ph type="body" sz="quarter" idx="26" hasCustomPrompt="1"/>
          </p:nvPr>
        </p:nvSpPr>
        <p:spPr bwMode="gray">
          <a:xfrm>
            <a:off x="5572549" y="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22" name="Textplatzhalter 21">
            <a:extLst>
              <a:ext uri="{FF2B5EF4-FFF2-40B4-BE49-F238E27FC236}">
                <a16:creationId xmlns:a16="http://schemas.microsoft.com/office/drawing/2014/main" id="{00EC49D5-EA29-4063-AF49-2E3D6F9BA297}"/>
              </a:ext>
            </a:extLst>
          </p:cNvPr>
          <p:cNvSpPr>
            <a:spLocks noGrp="1"/>
          </p:cNvSpPr>
          <p:nvPr>
            <p:ph type="body" sz="quarter" idx="27" hasCustomPrompt="1"/>
          </p:nvPr>
        </p:nvSpPr>
        <p:spPr bwMode="gray">
          <a:xfrm>
            <a:off x="5572549" y="581210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lvl1pPr>
              <a:defRPr>
                <a:solidFill>
                  <a:schemeClr val="bg1"/>
                </a:solidFill>
              </a:defRPr>
            </a:lvl1pPr>
          </a:lstStyle>
          <a:p>
            <a:endParaRPr lang="en-US"/>
          </a:p>
        </p:txBody>
      </p:sp>
      <p:cxnSp>
        <p:nvCxnSpPr>
          <p:cNvPr id="12" name="Gerader Verbinder 11">
            <a:extLst>
              <a:ext uri="{FF2B5EF4-FFF2-40B4-BE49-F238E27FC236}">
                <a16:creationId xmlns:a16="http://schemas.microsoft.com/office/drawing/2014/main" id="{E664BAAF-4A98-4EC9-91B0-84BEBF022AF6}"/>
              </a:ext>
            </a:extLst>
          </p:cNvPr>
          <p:cNvCxnSpPr/>
          <p:nvPr/>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B13D0EA4-8916-4029-94A8-9FD10888C55B}"/>
              </a:ext>
            </a:extLst>
          </p:cNvPr>
          <p:cNvCxnSpPr/>
          <p:nvPr/>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62A33527-D7B6-445F-ACDD-953C41595C48}"/>
              </a:ext>
            </a:extLst>
          </p:cNvPr>
          <p:cNvCxnSpPr/>
          <p:nvPr/>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640F011E-3A59-4A1B-B1D6-C7F4CDFD2077}"/>
              </a:ext>
            </a:extLst>
          </p:cNvPr>
          <p:cNvCxnSpPr/>
          <p:nvPr/>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F8FB6E32-51E7-46BF-9480-294E3CB01487}"/>
              </a:ext>
            </a:extLst>
          </p:cNvPr>
          <p:cNvCxnSpPr/>
          <p:nvPr/>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ABD6D05E-395A-499E-B551-B16E949C00FC}"/>
              </a:ext>
            </a:extLst>
          </p:cNvPr>
          <p:cNvCxnSpPr/>
          <p:nvPr/>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A8CABB4E-72D7-446B-B60F-61B3EBEEBD17}"/>
              </a:ext>
            </a:extLst>
          </p:cNvPr>
          <p:cNvCxnSpPr/>
          <p:nvPr/>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3DF05B0-4C5F-4737-91F1-D799C16FBA57}"/>
              </a:ext>
            </a:extLst>
          </p:cNvPr>
          <p:cNvCxnSpPr/>
          <p:nvPr/>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F49AB6F9-6EEF-428C-B2FE-CE0EAADEB0ED}"/>
              </a:ext>
            </a:extLst>
          </p:cNvPr>
          <p:cNvCxnSpPr/>
          <p:nvPr/>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822765FD-9F69-4588-914C-913381D235E0}"/>
              </a:ext>
            </a:extLst>
          </p:cNvPr>
          <p:cNvCxnSpPr/>
          <p:nvPr/>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E9A5B3ED-0F41-4F29-924F-1453B2FD7D32}"/>
              </a:ext>
            </a:extLst>
          </p:cNvPr>
          <p:cNvCxnSpPr/>
          <p:nvPr/>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E791F63F-1A5C-4F6F-BFE8-01051AF06047}"/>
              </a:ext>
            </a:extLst>
          </p:cNvPr>
          <p:cNvCxnSpPr/>
          <p:nvPr/>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775C9C71-7145-47B1-B223-AB585B1F456F}"/>
              </a:ext>
            </a:extLst>
          </p:cNvPr>
          <p:cNvCxnSpPr/>
          <p:nvPr/>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F4CB3D5C-5F01-427B-A7C2-19B1F897052C}"/>
              </a:ext>
            </a:extLst>
          </p:cNvPr>
          <p:cNvCxnSpPr/>
          <p:nvPr/>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44714973-2FB7-48AF-91E4-FDF40D874E6F}"/>
              </a:ext>
            </a:extLst>
          </p:cNvPr>
          <p:cNvCxnSpPr/>
          <p:nvPr/>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9ED4B2AF-F382-40B2-BFA1-B4C766B77994}"/>
              </a:ext>
            </a:extLst>
          </p:cNvPr>
          <p:cNvCxnSpPr/>
          <p:nvPr/>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0109F398-0880-4A54-992C-213657E991EB}"/>
              </a:ext>
            </a:extLst>
          </p:cNvPr>
          <p:cNvCxnSpPr/>
          <p:nvPr/>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F063CF4D-3AEC-490D-AA00-0E3109D8E60F}"/>
              </a:ext>
            </a:extLst>
          </p:cNvPr>
          <p:cNvCxnSpPr/>
          <p:nvPr/>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 name="Gerader Verbinder 2">
            <a:extLst>
              <a:ext uri="{FF2B5EF4-FFF2-40B4-BE49-F238E27FC236}">
                <a16:creationId xmlns:a16="http://schemas.microsoft.com/office/drawing/2014/main" id="{6DD524FC-DF42-F7C5-850B-0672A4BDC99D}"/>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 name="Gerader Verbinder 3">
            <a:extLst>
              <a:ext uri="{FF2B5EF4-FFF2-40B4-BE49-F238E27FC236}">
                <a16:creationId xmlns:a16="http://schemas.microsoft.com/office/drawing/2014/main" id="{BF794026-FA22-8740-726E-C838D6355FA0}"/>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 name="Gerader Verbinder 4">
            <a:extLst>
              <a:ext uri="{FF2B5EF4-FFF2-40B4-BE49-F238E27FC236}">
                <a16:creationId xmlns:a16="http://schemas.microsoft.com/office/drawing/2014/main" id="{95915668-DB49-80A9-374A-D80CABD382BA}"/>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 name="Gerader Verbinder 5">
            <a:extLst>
              <a:ext uri="{FF2B5EF4-FFF2-40B4-BE49-F238E27FC236}">
                <a16:creationId xmlns:a16="http://schemas.microsoft.com/office/drawing/2014/main" id="{EF237F84-FE7E-5E9D-431F-F41CD5EC50A5}"/>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59B5347C-D258-70E5-6FA2-152B2D0E86B8}"/>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F4B9688F-EE3F-54F3-0887-0CC3387A3F1A}"/>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AFB74DA2-93ED-9726-493D-540B2B3B6D99}"/>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9DA56C3B-E3F3-E9D6-C493-41511F9825AE}"/>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B5B250F3-30EA-2A44-B8A0-D2AA1225D8D9}"/>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BD88D70C-5F25-A2B4-283B-9C2CBC31A8A0}"/>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17D78CB9-13CC-1AFE-6562-DF4C705E9CA6}"/>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370DC281-ABD9-C6B2-EC85-0D180716BB5F}"/>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BBCEFB0A-97D1-22C7-BE9C-D52D38A6B3F5}"/>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3" name="Gerader Verbinder 42">
            <a:extLst>
              <a:ext uri="{FF2B5EF4-FFF2-40B4-BE49-F238E27FC236}">
                <a16:creationId xmlns:a16="http://schemas.microsoft.com/office/drawing/2014/main" id="{9F11705A-6622-A452-D782-3F529DDADA51}"/>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4" name="Gerader Verbinder 43">
            <a:extLst>
              <a:ext uri="{FF2B5EF4-FFF2-40B4-BE49-F238E27FC236}">
                <a16:creationId xmlns:a16="http://schemas.microsoft.com/office/drawing/2014/main" id="{A52AF873-9B92-05F2-2337-B4446AB079C4}"/>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A252CDBA-B60F-73EB-5A75-BFFC0F858481}"/>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EEC279A3-9878-723D-C1F6-353A8DE420F9}"/>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Gerader Verbinder 46">
            <a:extLst>
              <a:ext uri="{FF2B5EF4-FFF2-40B4-BE49-F238E27FC236}">
                <a16:creationId xmlns:a16="http://schemas.microsoft.com/office/drawing/2014/main" id="{6EECA367-EBA2-D865-5799-98E4792CF1FA}"/>
              </a:ext>
            </a:extLst>
          </p:cNvPr>
          <p:cNvCxnSpPr/>
          <p:nvPr userDrawn="1"/>
        </p:nvCxnSpPr>
        <p:spPr bwMode="gray">
          <a:xfrm>
            <a:off x="-204635" y="1714500"/>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74945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One content | two pictures">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3230" y="2229291"/>
            <a:ext cx="5326758" cy="3349617"/>
          </a:xfrm>
        </p:spPr>
        <p:txBody>
          <a:bodyPr rIns="0"/>
          <a:lstStyle>
            <a:lvl1pPr>
              <a:defRPr sz="1610">
                <a:solidFill>
                  <a:schemeClr val="tx1"/>
                </a:solidFill>
              </a:defRPr>
            </a:lvl1pPr>
            <a:lvl2pPr>
              <a:defRPr sz="1610">
                <a:solidFill>
                  <a:schemeClr val="tx1"/>
                </a:solidFill>
              </a:defRPr>
            </a:lvl2pPr>
            <a:lvl3pPr>
              <a:defRPr sz="1610">
                <a:solidFill>
                  <a:schemeClr val="tx1"/>
                </a:solidFill>
              </a:defRPr>
            </a:lvl3pPr>
            <a:lvl4pPr>
              <a:defRPr sz="1610">
                <a:solidFill>
                  <a:schemeClr val="tx1"/>
                </a:solidFill>
              </a:defRPr>
            </a:lvl4pPr>
            <a:lvl5pPr>
              <a:defRPr sz="1610">
                <a:solidFill>
                  <a:schemeClr val="tx1"/>
                </a:solidFill>
              </a:defRPr>
            </a:lvl5pPr>
            <a:lvl6pPr>
              <a:defRPr sz="1610"/>
            </a:lvl6pPr>
            <a:lvl7pPr>
              <a:defRPr sz="1610"/>
            </a:lvl7pPr>
            <a:lvl8pPr>
              <a:defRPr sz="1610"/>
            </a:lvl8pPr>
            <a:lvl9pPr>
              <a:defRPr sz="1610"/>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3230" y="490764"/>
            <a:ext cx="5326758" cy="193200"/>
          </a:xfrm>
        </p:spPr>
        <p:txBody>
          <a:bodyPr rIns="0"/>
          <a:lstStyle/>
          <a:p>
            <a:r>
              <a:rPr lang="en-US"/>
              <a:t>GLOBAL CREDENTIALS</a:t>
            </a:r>
          </a:p>
        </p:txBody>
      </p:sp>
      <p:sp>
        <p:nvSpPr>
          <p:cNvPr id="2" name="Titel 1">
            <a:extLst>
              <a:ext uri="{FF2B5EF4-FFF2-40B4-BE49-F238E27FC236}">
                <a16:creationId xmlns:a16="http://schemas.microsoft.com/office/drawing/2014/main" id="{7E4B02F9-0024-4FDB-8A18-650E9D057322}"/>
              </a:ext>
            </a:extLst>
          </p:cNvPr>
          <p:cNvSpPr>
            <a:spLocks noGrp="1"/>
          </p:cNvSpPr>
          <p:nvPr>
            <p:ph type="title" hasCustomPrompt="1"/>
          </p:nvPr>
        </p:nvSpPr>
        <p:spPr>
          <a:xfrm>
            <a:off x="623230" y="748304"/>
            <a:ext cx="5326758" cy="772378"/>
          </a:xfrm>
        </p:spPr>
        <p:txBody>
          <a:bodyPr/>
          <a:lstStyle>
            <a:lvl1pPr>
              <a:defRPr sz="2862"/>
            </a:lvl1pPr>
          </a:lstStyle>
          <a:p>
            <a:r>
              <a:rPr lang="en-US"/>
              <a:t>Headline, Arial Bold, 32 PT, Max 2 Lines</a:t>
            </a:r>
          </a:p>
        </p:txBody>
      </p:sp>
      <p:sp>
        <p:nvSpPr>
          <p:cNvPr id="11" name="Textplatzhalter 3">
            <a:extLst>
              <a:ext uri="{FF2B5EF4-FFF2-40B4-BE49-F238E27FC236}">
                <a16:creationId xmlns:a16="http://schemas.microsoft.com/office/drawing/2014/main" id="{2C7BBC44-F676-4729-AF09-A68DDAACF273}"/>
              </a:ext>
            </a:extLst>
          </p:cNvPr>
          <p:cNvSpPr>
            <a:spLocks noGrp="1"/>
          </p:cNvSpPr>
          <p:nvPr>
            <p:ph type="body" sz="quarter" idx="22" hasCustomPrompt="1"/>
          </p:nvPr>
        </p:nvSpPr>
        <p:spPr>
          <a:xfrm>
            <a:off x="623230" y="1521278"/>
            <a:ext cx="5326758" cy="257600"/>
          </a:xfrm>
        </p:spPr>
        <p:txBody>
          <a:bodyPr tIns="36000"/>
          <a:lstStyle>
            <a:lvl1pPr marL="0" indent="0">
              <a:lnSpc>
                <a:spcPct val="100000"/>
              </a:lnSpc>
              <a:spcBef>
                <a:spcPts val="0"/>
              </a:spcBef>
              <a:buFont typeface="Arial" panose="020B0604020202020204" pitchFamily="34" charset="0"/>
              <a:buNone/>
              <a:defRPr sz="1610" b="1" cap="all" spc="27" baseline="0">
                <a:solidFill>
                  <a:schemeClr val="bg2"/>
                </a:solidFill>
                <a:latin typeface="+mj-lt"/>
              </a:defRPr>
            </a:lvl1pPr>
            <a:lvl2pPr marL="0" indent="0">
              <a:lnSpc>
                <a:spcPct val="100000"/>
              </a:lnSpc>
              <a:spcBef>
                <a:spcPts val="0"/>
              </a:spcBef>
              <a:buNone/>
              <a:defRPr sz="1610" b="1" cap="all" spc="27" baseline="0">
                <a:solidFill>
                  <a:schemeClr val="bg2"/>
                </a:solidFill>
                <a:latin typeface="+mj-lt"/>
              </a:defRPr>
            </a:lvl2pPr>
            <a:lvl3pPr marL="0" indent="0">
              <a:lnSpc>
                <a:spcPct val="100000"/>
              </a:lnSpc>
              <a:spcBef>
                <a:spcPts val="0"/>
              </a:spcBef>
              <a:buNone/>
              <a:defRPr sz="1610" b="1" cap="all" spc="27" baseline="0">
                <a:solidFill>
                  <a:schemeClr val="bg2"/>
                </a:solidFill>
                <a:latin typeface="+mj-lt"/>
              </a:defRPr>
            </a:lvl3pPr>
            <a:lvl4pPr marL="0" indent="0">
              <a:lnSpc>
                <a:spcPct val="100000"/>
              </a:lnSpc>
              <a:spcBef>
                <a:spcPts val="0"/>
              </a:spcBef>
              <a:buNone/>
              <a:defRPr sz="1610" b="1" cap="all" spc="27" baseline="0">
                <a:solidFill>
                  <a:schemeClr val="bg2"/>
                </a:solidFill>
                <a:latin typeface="+mj-lt"/>
              </a:defRPr>
            </a:lvl4pPr>
            <a:lvl5pPr marL="0" indent="0">
              <a:lnSpc>
                <a:spcPct val="100000"/>
              </a:lnSpc>
              <a:spcBef>
                <a:spcPts val="0"/>
              </a:spcBef>
              <a:buNone/>
              <a:defRPr sz="1610" b="1" cap="all" spc="27" baseline="0">
                <a:solidFill>
                  <a:schemeClr val="bg2"/>
                </a:solidFill>
                <a:latin typeface="+mj-lt"/>
              </a:defRPr>
            </a:lvl5pPr>
            <a:lvl6pPr marL="0" indent="0">
              <a:lnSpc>
                <a:spcPct val="100000"/>
              </a:lnSpc>
              <a:spcBef>
                <a:spcPts val="0"/>
              </a:spcBef>
              <a:buNone/>
              <a:defRPr sz="1610" b="1" cap="all" spc="27" baseline="0">
                <a:solidFill>
                  <a:schemeClr val="bg2"/>
                </a:solidFill>
                <a:latin typeface="+mj-lt"/>
              </a:defRPr>
            </a:lvl6pPr>
            <a:lvl7pPr marL="0" indent="0">
              <a:lnSpc>
                <a:spcPct val="100000"/>
              </a:lnSpc>
              <a:spcBef>
                <a:spcPts val="0"/>
              </a:spcBef>
              <a:buNone/>
              <a:defRPr sz="1610" b="1" cap="all" spc="27" baseline="0">
                <a:solidFill>
                  <a:schemeClr val="bg2"/>
                </a:solidFill>
                <a:latin typeface="+mj-lt"/>
              </a:defRPr>
            </a:lvl7pPr>
            <a:lvl8pPr marL="0" indent="0">
              <a:lnSpc>
                <a:spcPct val="100000"/>
              </a:lnSpc>
              <a:spcBef>
                <a:spcPts val="0"/>
              </a:spcBef>
              <a:buNone/>
              <a:defRPr sz="1610" b="1" cap="all" spc="27" baseline="0">
                <a:solidFill>
                  <a:schemeClr val="bg2"/>
                </a:solidFill>
                <a:latin typeface="+mj-lt"/>
              </a:defRPr>
            </a:lvl8pPr>
            <a:lvl9pPr marL="0" indent="0">
              <a:lnSpc>
                <a:spcPct val="100000"/>
              </a:lnSpc>
              <a:spcBef>
                <a:spcPts val="0"/>
              </a:spcBef>
              <a:buNone/>
              <a:defRPr sz="1610" b="1" cap="all" spc="27" baseline="0">
                <a:solidFill>
                  <a:schemeClr val="bg2"/>
                </a:solidFill>
                <a:latin typeface="+mj-lt"/>
              </a:defRPr>
            </a:lvl9pPr>
          </a:lstStyle>
          <a:p>
            <a:r>
              <a:rPr lang="en-US"/>
              <a:t>Optional Subline, Arial Bold, 18 PT</a:t>
            </a:r>
          </a:p>
        </p:txBody>
      </p:sp>
      <p:sp>
        <p:nvSpPr>
          <p:cNvPr id="12" name="Bildplatzhalter 11">
            <a:extLst>
              <a:ext uri="{FF2B5EF4-FFF2-40B4-BE49-F238E27FC236}">
                <a16:creationId xmlns:a16="http://schemas.microsoft.com/office/drawing/2014/main" id="{CE701161-73E5-4E40-8CB5-A866C196F4FC}"/>
              </a:ext>
            </a:extLst>
          </p:cNvPr>
          <p:cNvSpPr>
            <a:spLocks noGrp="1"/>
          </p:cNvSpPr>
          <p:nvPr>
            <p:ph type="pic" sz="quarter" idx="35" hasCustomPrompt="1"/>
          </p:nvPr>
        </p:nvSpPr>
        <p:spPr bwMode="gray">
          <a:xfrm>
            <a:off x="6094412" y="3130947"/>
            <a:ext cx="6094413" cy="3003154"/>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5" name="Bildplatzhalter 14">
            <a:extLst>
              <a:ext uri="{FF2B5EF4-FFF2-40B4-BE49-F238E27FC236}">
                <a16:creationId xmlns:a16="http://schemas.microsoft.com/office/drawing/2014/main" id="{9BD27581-A61C-4994-AFEC-392034A04F57}"/>
              </a:ext>
            </a:extLst>
          </p:cNvPr>
          <p:cNvSpPr>
            <a:spLocks noGrp="1"/>
          </p:cNvSpPr>
          <p:nvPr>
            <p:ph type="pic" sz="quarter" idx="34" hasCustomPrompt="1"/>
          </p:nvPr>
        </p:nvSpPr>
        <p:spPr bwMode="gray">
          <a:xfrm>
            <a:off x="6094412" y="0"/>
            <a:ext cx="6094413" cy="3003154"/>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7" name="Textplatzhalter 16">
            <a:extLst>
              <a:ext uri="{FF2B5EF4-FFF2-40B4-BE49-F238E27FC236}">
                <a16:creationId xmlns:a16="http://schemas.microsoft.com/office/drawing/2014/main" id="{B15CF589-97AA-42F3-A8C4-E4AD17257F06}"/>
              </a:ext>
            </a:extLst>
          </p:cNvPr>
          <p:cNvSpPr>
            <a:spLocks noGrp="1"/>
          </p:cNvSpPr>
          <p:nvPr>
            <p:ph type="body" sz="quarter" idx="32" hasCustomPrompt="1"/>
          </p:nvPr>
        </p:nvSpPr>
        <p:spPr bwMode="gray">
          <a:xfrm>
            <a:off x="6094412" y="0"/>
            <a:ext cx="6094413" cy="3002643"/>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0" name="Textplatzhalter 19">
            <a:extLst>
              <a:ext uri="{FF2B5EF4-FFF2-40B4-BE49-F238E27FC236}">
                <a16:creationId xmlns:a16="http://schemas.microsoft.com/office/drawing/2014/main" id="{32C087CC-8400-48F0-9F9B-B58475BBBCEF}"/>
              </a:ext>
            </a:extLst>
          </p:cNvPr>
          <p:cNvSpPr>
            <a:spLocks noGrp="1"/>
          </p:cNvSpPr>
          <p:nvPr>
            <p:ph type="body" sz="quarter" idx="26" hasCustomPrompt="1"/>
          </p:nvPr>
        </p:nvSpPr>
        <p:spPr bwMode="gray">
          <a:xfrm>
            <a:off x="5572549" y="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21" name="Textplatzhalter 20">
            <a:extLst>
              <a:ext uri="{FF2B5EF4-FFF2-40B4-BE49-F238E27FC236}">
                <a16:creationId xmlns:a16="http://schemas.microsoft.com/office/drawing/2014/main" id="{5F741C02-F03F-490F-A8D2-D6D6C035FDF5}"/>
              </a:ext>
            </a:extLst>
          </p:cNvPr>
          <p:cNvSpPr>
            <a:spLocks noGrp="1"/>
          </p:cNvSpPr>
          <p:nvPr>
            <p:ph type="body" sz="quarter" idx="36" hasCustomPrompt="1"/>
          </p:nvPr>
        </p:nvSpPr>
        <p:spPr bwMode="gray">
          <a:xfrm>
            <a:off x="6094412" y="3131457"/>
            <a:ext cx="6094413" cy="3002643"/>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2" name="Textplatzhalter 21">
            <a:extLst>
              <a:ext uri="{FF2B5EF4-FFF2-40B4-BE49-F238E27FC236}">
                <a16:creationId xmlns:a16="http://schemas.microsoft.com/office/drawing/2014/main" id="{3BC0A6B0-F916-48F9-BD33-DCD6EEE746F3}"/>
              </a:ext>
            </a:extLst>
          </p:cNvPr>
          <p:cNvSpPr>
            <a:spLocks noGrp="1"/>
          </p:cNvSpPr>
          <p:nvPr>
            <p:ph type="body" sz="quarter" idx="27" hasCustomPrompt="1"/>
          </p:nvPr>
        </p:nvSpPr>
        <p:spPr bwMode="gray">
          <a:xfrm>
            <a:off x="5572549" y="581210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18" name="Foliennummernplatzhalter 17">
            <a:extLst>
              <a:ext uri="{FF2B5EF4-FFF2-40B4-BE49-F238E27FC236}">
                <a16:creationId xmlns:a16="http://schemas.microsoft.com/office/drawing/2014/main" id="{798E8FBB-9131-45B7-BEA2-A2501D5E5E2D}"/>
              </a:ext>
            </a:extLst>
          </p:cNvPr>
          <p:cNvSpPr>
            <a:spLocks noGrp="1"/>
          </p:cNvSpPr>
          <p:nvPr>
            <p:ph type="sldNum" sz="quarter" idx="20"/>
          </p:nvPr>
        </p:nvSpPr>
        <p:spPr bwMode="gray"/>
        <p:txBody>
          <a:bodyPr/>
          <a:lstStyle>
            <a:lvl1pPr>
              <a:defRPr>
                <a:solidFill>
                  <a:schemeClr val="bg1"/>
                </a:solidFill>
              </a:defRPr>
            </a:lvl1pPr>
          </a:lstStyle>
          <a:p>
            <a:fld id="{96FF1F4F-4717-426F-83A6-412729423D60}" type="slidenum">
              <a:rPr lang="en-US" smtClean="0"/>
              <a:pPr/>
              <a:t>‹#›</a:t>
            </a:fld>
            <a:endParaRPr lang="en-US"/>
          </a:p>
        </p:txBody>
      </p:sp>
      <p:cxnSp>
        <p:nvCxnSpPr>
          <p:cNvPr id="14" name="Gerader Verbinder 13">
            <a:extLst>
              <a:ext uri="{FF2B5EF4-FFF2-40B4-BE49-F238E27FC236}">
                <a16:creationId xmlns:a16="http://schemas.microsoft.com/office/drawing/2014/main" id="{AE3A1E11-A2F8-40EE-A685-9EE11C7A14C5}"/>
              </a:ext>
            </a:extLst>
          </p:cNvPr>
          <p:cNvCxnSpPr/>
          <p:nvPr/>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81AA6022-09D3-4BAD-8E36-6D7A28E31120}"/>
              </a:ext>
            </a:extLst>
          </p:cNvPr>
          <p:cNvCxnSpPr/>
          <p:nvPr/>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364CA44A-20FC-4F58-9BE8-E09211EB00E3}"/>
              </a:ext>
            </a:extLst>
          </p:cNvPr>
          <p:cNvCxnSpPr/>
          <p:nvPr/>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73152068-AFB4-40BC-A340-F46C18EC3B8E}"/>
              </a:ext>
            </a:extLst>
          </p:cNvPr>
          <p:cNvCxnSpPr/>
          <p:nvPr/>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35A4B615-23B5-4927-8BC3-024F2E1D2EF7}"/>
              </a:ext>
            </a:extLst>
          </p:cNvPr>
          <p:cNvCxnSpPr/>
          <p:nvPr/>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BEEF7533-B72D-4121-83EA-9F7B5A486769}"/>
              </a:ext>
            </a:extLst>
          </p:cNvPr>
          <p:cNvCxnSpPr/>
          <p:nvPr/>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17650187-00E2-4100-9B1F-F0B998532DA0}"/>
              </a:ext>
            </a:extLst>
          </p:cNvPr>
          <p:cNvCxnSpPr/>
          <p:nvPr/>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F5A981F9-87E3-435A-835C-F1677DBDE836}"/>
              </a:ext>
            </a:extLst>
          </p:cNvPr>
          <p:cNvCxnSpPr/>
          <p:nvPr/>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C6AFD369-10E9-4561-92E4-1C1EDC43C225}"/>
              </a:ext>
            </a:extLst>
          </p:cNvPr>
          <p:cNvCxnSpPr/>
          <p:nvPr/>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871D2C7D-14F9-4E0A-B8E1-D1B637BD8EE2}"/>
              </a:ext>
            </a:extLst>
          </p:cNvPr>
          <p:cNvCxnSpPr/>
          <p:nvPr/>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1D231403-734B-494D-8471-FB22424F86F0}"/>
              </a:ext>
            </a:extLst>
          </p:cNvPr>
          <p:cNvCxnSpPr/>
          <p:nvPr/>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E0023E6A-3D61-409A-B0D3-CDD3E4FBF79A}"/>
              </a:ext>
            </a:extLst>
          </p:cNvPr>
          <p:cNvCxnSpPr/>
          <p:nvPr/>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AA23688A-D88F-4CEF-9086-770903F910E0}"/>
              </a:ext>
            </a:extLst>
          </p:cNvPr>
          <p:cNvCxnSpPr/>
          <p:nvPr/>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4C26ACD5-3507-4AB0-8902-F7684BD65A8E}"/>
              </a:ext>
            </a:extLst>
          </p:cNvPr>
          <p:cNvCxnSpPr/>
          <p:nvPr/>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65446216-34B3-4601-947D-2E313FA2ACA4}"/>
              </a:ext>
            </a:extLst>
          </p:cNvPr>
          <p:cNvCxnSpPr/>
          <p:nvPr/>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0CCB7817-5CA9-45AA-8C7B-BBD3005B16F0}"/>
              </a:ext>
            </a:extLst>
          </p:cNvPr>
          <p:cNvCxnSpPr/>
          <p:nvPr/>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B4A873C0-722A-464A-845C-1573E7216F4D}"/>
              </a:ext>
            </a:extLst>
          </p:cNvPr>
          <p:cNvCxnSpPr/>
          <p:nvPr/>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DE6D8D53-44B2-4497-8B8B-1CE1CDA26C54}"/>
              </a:ext>
            </a:extLst>
          </p:cNvPr>
          <p:cNvCxnSpPr/>
          <p:nvPr/>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 name="Gerader Verbinder 2">
            <a:extLst>
              <a:ext uri="{FF2B5EF4-FFF2-40B4-BE49-F238E27FC236}">
                <a16:creationId xmlns:a16="http://schemas.microsoft.com/office/drawing/2014/main" id="{C87F6E7E-B31D-E376-C899-36F66BE69DC9}"/>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 name="Gerader Verbinder 3">
            <a:extLst>
              <a:ext uri="{FF2B5EF4-FFF2-40B4-BE49-F238E27FC236}">
                <a16:creationId xmlns:a16="http://schemas.microsoft.com/office/drawing/2014/main" id="{41E4D5E6-6147-B107-D566-75E75537717A}"/>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 name="Gerader Verbinder 4">
            <a:extLst>
              <a:ext uri="{FF2B5EF4-FFF2-40B4-BE49-F238E27FC236}">
                <a16:creationId xmlns:a16="http://schemas.microsoft.com/office/drawing/2014/main" id="{81E68C96-AF75-F3B7-5764-9EFA5FA8D2AF}"/>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 name="Gerader Verbinder 5">
            <a:extLst>
              <a:ext uri="{FF2B5EF4-FFF2-40B4-BE49-F238E27FC236}">
                <a16:creationId xmlns:a16="http://schemas.microsoft.com/office/drawing/2014/main" id="{FFDF8EDB-58FD-BC06-BDA0-BEEEEC5BDEB4}"/>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C2C30F45-956F-BFDD-B687-740010E05079}"/>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E397F2B7-944D-40E8-A166-10CE2A02F0A1}"/>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4EF6C0ED-6C32-9596-21F4-1F7BB952DAC4}"/>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14AABE62-A2D9-FD53-A86B-B1EBE3E2AFB2}"/>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A9946129-2FC9-5FFA-DC51-143922B6F0D9}"/>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5B6F855C-5295-0115-8730-E28DF0AC071E}"/>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B6CF2774-8985-0D36-2622-182C3D8993B7}"/>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3" name="Gerader Verbinder 42">
            <a:extLst>
              <a:ext uri="{FF2B5EF4-FFF2-40B4-BE49-F238E27FC236}">
                <a16:creationId xmlns:a16="http://schemas.microsoft.com/office/drawing/2014/main" id="{03F43DA3-2A95-0295-F666-25EC582232A5}"/>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4" name="Gerader Verbinder 43">
            <a:extLst>
              <a:ext uri="{FF2B5EF4-FFF2-40B4-BE49-F238E27FC236}">
                <a16:creationId xmlns:a16="http://schemas.microsoft.com/office/drawing/2014/main" id="{216E38BD-9F87-3BC8-253D-55CA6163F763}"/>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D36AA0EA-6621-2C0A-2E67-24332D8F22F9}"/>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E5200B30-93B2-213B-319E-3EFBDFCEFB33}"/>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7" name="Gerader Verbinder 46">
            <a:extLst>
              <a:ext uri="{FF2B5EF4-FFF2-40B4-BE49-F238E27FC236}">
                <a16:creationId xmlns:a16="http://schemas.microsoft.com/office/drawing/2014/main" id="{C2C3D727-AC89-418A-21A1-ACF622D15C69}"/>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8" name="Gerader Verbinder 47">
            <a:extLst>
              <a:ext uri="{FF2B5EF4-FFF2-40B4-BE49-F238E27FC236}">
                <a16:creationId xmlns:a16="http://schemas.microsoft.com/office/drawing/2014/main" id="{E0122FFD-5138-7DD8-E894-994C6DCA13A6}"/>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Gerader Verbinder 48">
            <a:extLst>
              <a:ext uri="{FF2B5EF4-FFF2-40B4-BE49-F238E27FC236}">
                <a16:creationId xmlns:a16="http://schemas.microsoft.com/office/drawing/2014/main" id="{83EE947D-0F73-786C-9930-8DF5310A619B}"/>
              </a:ext>
            </a:extLst>
          </p:cNvPr>
          <p:cNvCxnSpPr/>
          <p:nvPr userDrawn="1"/>
        </p:nvCxnSpPr>
        <p:spPr bwMode="gray">
          <a:xfrm>
            <a:off x="-204635" y="1714500"/>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9026152"/>
      </p:ext>
    </p:extLst>
  </p:cSld>
  <p:clrMapOvr>
    <a:masterClrMapping/>
  </p:clrMapOvr>
  <p:extLst>
    <p:ext uri="{DCECCB84-F9BA-43D5-87BE-67443E8EF086}">
      <p15:sldGuideLst xmlns:p15="http://schemas.microsoft.com/office/powerpoint/2012/main">
        <p15:guide id="4" orient="horz" pos="1207">
          <p15:clr>
            <a:srgbClr val="F26B43"/>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Two pictures | one content">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165832" y="3324700"/>
            <a:ext cx="4751860" cy="2254208"/>
          </a:xfrm>
        </p:spPr>
        <p:txBody>
          <a:bodyPr rIns="0"/>
          <a:lstStyle>
            <a:lvl1pPr>
              <a:defRPr sz="1610">
                <a:solidFill>
                  <a:schemeClr val="tx1"/>
                </a:solidFill>
              </a:defRPr>
            </a:lvl1pPr>
            <a:lvl2pPr>
              <a:defRPr sz="1610">
                <a:solidFill>
                  <a:schemeClr val="tx1"/>
                </a:solidFill>
              </a:defRPr>
            </a:lvl2pPr>
            <a:lvl3pPr>
              <a:defRPr sz="1610">
                <a:solidFill>
                  <a:schemeClr val="tx1"/>
                </a:solidFill>
              </a:defRPr>
            </a:lvl3pPr>
            <a:lvl4pPr>
              <a:defRPr sz="1610">
                <a:solidFill>
                  <a:schemeClr val="tx1"/>
                </a:solidFill>
              </a:defRPr>
            </a:lvl4pPr>
            <a:lvl5pPr>
              <a:defRPr sz="1610">
                <a:solidFill>
                  <a:schemeClr val="tx1"/>
                </a:solidFill>
              </a:defRPr>
            </a:lvl5pPr>
            <a:lvl6pPr>
              <a:defRPr sz="1610"/>
            </a:lvl6pPr>
            <a:lvl7pPr>
              <a:defRPr sz="1610"/>
            </a:lvl7pPr>
            <a:lvl8pPr>
              <a:defRPr sz="1610"/>
            </a:lvl8pPr>
            <a:lvl9pPr>
              <a:defRPr sz="1610"/>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Titel 5">
            <a:extLst>
              <a:ext uri="{FF2B5EF4-FFF2-40B4-BE49-F238E27FC236}">
                <a16:creationId xmlns:a16="http://schemas.microsoft.com/office/drawing/2014/main" id="{AAC81EC6-C954-40F8-B337-01B89A39A801}"/>
              </a:ext>
            </a:extLst>
          </p:cNvPr>
          <p:cNvSpPr>
            <a:spLocks noGrp="1"/>
          </p:cNvSpPr>
          <p:nvPr>
            <p:ph type="title" hasCustomPrompt="1"/>
          </p:nvPr>
        </p:nvSpPr>
        <p:spPr bwMode="gray">
          <a:xfrm>
            <a:off x="1271132" y="3582372"/>
            <a:ext cx="4751863" cy="1159264"/>
          </a:xfrm>
        </p:spPr>
        <p:txBody>
          <a:bodyPr rIns="0"/>
          <a:lstStyle>
            <a:lvl1pPr>
              <a:defRPr sz="2862"/>
            </a:lvl1pPr>
          </a:lstStyle>
          <a:p>
            <a:r>
              <a:rPr lang="en-US"/>
              <a:t>Headline, Arial Bold, 32 PT, </a:t>
            </a:r>
            <a:br>
              <a:rPr lang="en-US"/>
            </a:br>
            <a:r>
              <a:rPr lang="en-US"/>
              <a:t>Max 3 Lines</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1271132" y="3324743"/>
            <a:ext cx="4751863" cy="193200"/>
          </a:xfrm>
        </p:spPr>
        <p:txBody>
          <a:bodyPr rIns="0"/>
          <a:lstStyle/>
          <a:p>
            <a:r>
              <a:rPr lang="en-US"/>
              <a:t>GLOBAL CREDENTIALS</a:t>
            </a:r>
          </a:p>
        </p:txBody>
      </p:sp>
      <p:sp>
        <p:nvSpPr>
          <p:cNvPr id="18" name="Foliennummernplatzhalter 17">
            <a:extLst>
              <a:ext uri="{FF2B5EF4-FFF2-40B4-BE49-F238E27FC236}">
                <a16:creationId xmlns:a16="http://schemas.microsoft.com/office/drawing/2014/main" id="{798E8FBB-9131-45B7-BEA2-A2501D5E5E2D}"/>
              </a:ext>
            </a:extLst>
          </p:cNvPr>
          <p:cNvSpPr>
            <a:spLocks noGrp="1"/>
          </p:cNvSpPr>
          <p:nvPr>
            <p:ph type="sldNum" sz="quarter" idx="20"/>
          </p:nvPr>
        </p:nvSpPr>
        <p:spPr bwMode="gray"/>
        <p:txBody>
          <a:bodyPr/>
          <a:lstStyle/>
          <a:p>
            <a:fld id="{96FF1F4F-4717-426F-83A6-412729423D60}" type="slidenum">
              <a:rPr lang="en-US" smtClean="0"/>
              <a:pPr/>
              <a:t>‹#›</a:t>
            </a:fld>
            <a:endParaRPr lang="en-US"/>
          </a:p>
        </p:txBody>
      </p:sp>
      <p:sp>
        <p:nvSpPr>
          <p:cNvPr id="11" name="Textplatzhalter 3">
            <a:extLst>
              <a:ext uri="{FF2B5EF4-FFF2-40B4-BE49-F238E27FC236}">
                <a16:creationId xmlns:a16="http://schemas.microsoft.com/office/drawing/2014/main" id="{E6B4EAA8-7D77-417E-92E6-B46C6ABF27DE}"/>
              </a:ext>
            </a:extLst>
          </p:cNvPr>
          <p:cNvSpPr>
            <a:spLocks noGrp="1"/>
          </p:cNvSpPr>
          <p:nvPr>
            <p:ph type="body" sz="quarter" idx="17" hasCustomPrompt="1"/>
          </p:nvPr>
        </p:nvSpPr>
        <p:spPr>
          <a:xfrm>
            <a:off x="1271256" y="4806072"/>
            <a:ext cx="4751737" cy="772836"/>
          </a:xfrm>
        </p:spPr>
        <p:txBody>
          <a:bodyPr tIns="0"/>
          <a:lstStyle>
            <a:lvl1pPr marL="0" indent="0">
              <a:lnSpc>
                <a:spcPct val="100000"/>
              </a:lnSpc>
              <a:spcBef>
                <a:spcPts val="0"/>
              </a:spcBef>
              <a:buFont typeface="Arial" panose="020B0604020202020204" pitchFamily="34" charset="0"/>
              <a:buNone/>
              <a:defRPr sz="1610" b="1" cap="all" spc="27" baseline="0">
                <a:solidFill>
                  <a:schemeClr val="bg2"/>
                </a:solidFill>
                <a:latin typeface="+mj-lt"/>
              </a:defRPr>
            </a:lvl1pPr>
            <a:lvl2pPr marL="0" indent="0">
              <a:lnSpc>
                <a:spcPct val="100000"/>
              </a:lnSpc>
              <a:spcBef>
                <a:spcPts val="0"/>
              </a:spcBef>
              <a:buNone/>
              <a:defRPr sz="1610" b="1" cap="all" spc="27" baseline="0">
                <a:solidFill>
                  <a:schemeClr val="bg2"/>
                </a:solidFill>
                <a:latin typeface="+mj-lt"/>
              </a:defRPr>
            </a:lvl2pPr>
            <a:lvl3pPr marL="0" indent="0">
              <a:lnSpc>
                <a:spcPct val="100000"/>
              </a:lnSpc>
              <a:spcBef>
                <a:spcPts val="0"/>
              </a:spcBef>
              <a:buNone/>
              <a:defRPr sz="1610" b="1" cap="all" spc="27" baseline="0">
                <a:solidFill>
                  <a:schemeClr val="bg2"/>
                </a:solidFill>
                <a:latin typeface="+mj-lt"/>
              </a:defRPr>
            </a:lvl3pPr>
            <a:lvl4pPr marL="0" indent="0">
              <a:lnSpc>
                <a:spcPct val="100000"/>
              </a:lnSpc>
              <a:spcBef>
                <a:spcPts val="0"/>
              </a:spcBef>
              <a:buNone/>
              <a:defRPr sz="1610" b="1" cap="all" spc="27" baseline="0">
                <a:solidFill>
                  <a:schemeClr val="bg2"/>
                </a:solidFill>
                <a:latin typeface="+mj-lt"/>
              </a:defRPr>
            </a:lvl4pPr>
            <a:lvl5pPr marL="0" indent="0">
              <a:lnSpc>
                <a:spcPct val="100000"/>
              </a:lnSpc>
              <a:spcBef>
                <a:spcPts val="0"/>
              </a:spcBef>
              <a:buNone/>
              <a:defRPr sz="1610" b="1" cap="all" spc="27" baseline="0">
                <a:solidFill>
                  <a:schemeClr val="bg2"/>
                </a:solidFill>
                <a:latin typeface="+mj-lt"/>
              </a:defRPr>
            </a:lvl5pPr>
            <a:lvl6pPr marL="0" indent="0">
              <a:lnSpc>
                <a:spcPct val="100000"/>
              </a:lnSpc>
              <a:spcBef>
                <a:spcPts val="0"/>
              </a:spcBef>
              <a:buNone/>
              <a:defRPr sz="1610" b="1" cap="all" spc="27" baseline="0">
                <a:solidFill>
                  <a:schemeClr val="bg2"/>
                </a:solidFill>
                <a:latin typeface="+mj-lt"/>
              </a:defRPr>
            </a:lvl6pPr>
            <a:lvl7pPr marL="0" indent="0">
              <a:lnSpc>
                <a:spcPct val="100000"/>
              </a:lnSpc>
              <a:spcBef>
                <a:spcPts val="0"/>
              </a:spcBef>
              <a:buNone/>
              <a:defRPr sz="1610" b="1" cap="all" spc="27" baseline="0">
                <a:solidFill>
                  <a:schemeClr val="bg2"/>
                </a:solidFill>
                <a:latin typeface="+mj-lt"/>
              </a:defRPr>
            </a:lvl7pPr>
            <a:lvl8pPr marL="0" indent="0">
              <a:lnSpc>
                <a:spcPct val="100000"/>
              </a:lnSpc>
              <a:spcBef>
                <a:spcPts val="0"/>
              </a:spcBef>
              <a:buNone/>
              <a:defRPr sz="1610" b="1" cap="all" spc="27" baseline="0">
                <a:solidFill>
                  <a:schemeClr val="bg2"/>
                </a:solidFill>
                <a:latin typeface="+mj-lt"/>
              </a:defRPr>
            </a:lvl8pPr>
            <a:lvl9pPr marL="0" indent="0">
              <a:lnSpc>
                <a:spcPct val="100000"/>
              </a:lnSpc>
              <a:spcBef>
                <a:spcPts val="0"/>
              </a:spcBef>
              <a:buNone/>
              <a:defRPr sz="1610" b="1" cap="all" spc="27" baseline="0">
                <a:solidFill>
                  <a:schemeClr val="bg2"/>
                </a:solidFill>
                <a:latin typeface="+mj-lt"/>
              </a:defRPr>
            </a:lvl9pPr>
          </a:lstStyle>
          <a:p>
            <a:r>
              <a:rPr lang="en-US"/>
              <a:t>Optional Subline, Arial Bold, </a:t>
            </a:r>
            <a:br>
              <a:rPr lang="en-US"/>
            </a:br>
            <a:r>
              <a:rPr lang="en-US"/>
              <a:t>18 PT, Max 2 Lines</a:t>
            </a:r>
          </a:p>
        </p:txBody>
      </p:sp>
      <p:sp>
        <p:nvSpPr>
          <p:cNvPr id="14" name="Bildplatzhalter 13">
            <a:extLst>
              <a:ext uri="{FF2B5EF4-FFF2-40B4-BE49-F238E27FC236}">
                <a16:creationId xmlns:a16="http://schemas.microsoft.com/office/drawing/2014/main" id="{A88806CB-9275-4D5F-9039-B6089D09AA9E}"/>
              </a:ext>
            </a:extLst>
          </p:cNvPr>
          <p:cNvSpPr>
            <a:spLocks noGrp="1"/>
          </p:cNvSpPr>
          <p:nvPr>
            <p:ph type="pic" sz="quarter" idx="35" hasCustomPrompt="1"/>
          </p:nvPr>
        </p:nvSpPr>
        <p:spPr bwMode="gray">
          <a:xfrm>
            <a:off x="1" y="0"/>
            <a:ext cx="5949988" cy="3067050"/>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5" name="Bildplatzhalter 14">
            <a:extLst>
              <a:ext uri="{FF2B5EF4-FFF2-40B4-BE49-F238E27FC236}">
                <a16:creationId xmlns:a16="http://schemas.microsoft.com/office/drawing/2014/main" id="{CE8FFC51-D85C-4B8A-8FCD-C21C69B4D36D}"/>
              </a:ext>
            </a:extLst>
          </p:cNvPr>
          <p:cNvSpPr>
            <a:spLocks noGrp="1"/>
          </p:cNvSpPr>
          <p:nvPr>
            <p:ph type="pic" sz="quarter" idx="34" hasCustomPrompt="1"/>
          </p:nvPr>
        </p:nvSpPr>
        <p:spPr bwMode="gray">
          <a:xfrm>
            <a:off x="6238837" y="0"/>
            <a:ext cx="5949987" cy="3067050"/>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7" name="Textplatzhalter 16">
            <a:extLst>
              <a:ext uri="{FF2B5EF4-FFF2-40B4-BE49-F238E27FC236}">
                <a16:creationId xmlns:a16="http://schemas.microsoft.com/office/drawing/2014/main" id="{3AD542E8-741C-4841-AE7A-A3675D26B4B5}"/>
              </a:ext>
            </a:extLst>
          </p:cNvPr>
          <p:cNvSpPr>
            <a:spLocks noGrp="1"/>
          </p:cNvSpPr>
          <p:nvPr>
            <p:ph type="body" sz="quarter" idx="32" hasCustomPrompt="1"/>
          </p:nvPr>
        </p:nvSpPr>
        <p:spPr bwMode="gray">
          <a:xfrm>
            <a:off x="6238838" y="0"/>
            <a:ext cx="5949987" cy="3067050"/>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0" name="Textplatzhalter 19">
            <a:extLst>
              <a:ext uri="{FF2B5EF4-FFF2-40B4-BE49-F238E27FC236}">
                <a16:creationId xmlns:a16="http://schemas.microsoft.com/office/drawing/2014/main" id="{18116E01-9983-478F-A538-589D2FA27DCA}"/>
              </a:ext>
            </a:extLst>
          </p:cNvPr>
          <p:cNvSpPr>
            <a:spLocks noGrp="1"/>
          </p:cNvSpPr>
          <p:nvPr>
            <p:ph type="body" sz="quarter" idx="36" hasCustomPrompt="1"/>
          </p:nvPr>
        </p:nvSpPr>
        <p:spPr bwMode="gray">
          <a:xfrm>
            <a:off x="1" y="0"/>
            <a:ext cx="5949988" cy="3067050"/>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1" name="Textplatzhalter 20">
            <a:extLst>
              <a:ext uri="{FF2B5EF4-FFF2-40B4-BE49-F238E27FC236}">
                <a16:creationId xmlns:a16="http://schemas.microsoft.com/office/drawing/2014/main" id="{B37C4415-901B-4585-A4CC-B17FC43184B6}"/>
              </a:ext>
            </a:extLst>
          </p:cNvPr>
          <p:cNvSpPr>
            <a:spLocks noGrp="1"/>
          </p:cNvSpPr>
          <p:nvPr>
            <p:ph type="body" sz="quarter" idx="26" hasCustomPrompt="1"/>
          </p:nvPr>
        </p:nvSpPr>
        <p:spPr bwMode="gray">
          <a:xfrm>
            <a:off x="5572549" y="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Tree>
    <p:extLst>
      <p:ext uri="{BB962C8B-B14F-4D97-AF65-F5344CB8AC3E}">
        <p14:creationId xmlns:p14="http://schemas.microsoft.com/office/powerpoint/2010/main" val="3263689009"/>
      </p:ext>
    </p:extLst>
  </p:cSld>
  <p:clrMapOvr>
    <a:masterClrMapping/>
  </p:clrMapOvr>
  <p:extLst>
    <p:ext uri="{DCECCB84-F9BA-43D5-87BE-67443E8EF086}">
      <p15:sldGuideLst xmlns:p15="http://schemas.microsoft.com/office/powerpoint/2012/main">
        <p15:guide id="3" orient="horz" pos="2160">
          <p15:clr>
            <a:srgbClr val="F26B43"/>
          </p15:clr>
        </p15:guide>
        <p15:guide id="4" pos="6879">
          <p15:clr>
            <a:srgbClr val="F26B43"/>
          </p15:clr>
        </p15:guide>
        <p15:guide id="5" pos="801">
          <p15:clr>
            <a:srgbClr val="F26B43"/>
          </p15:clr>
        </p15:guide>
        <p15:guide id="6" orient="horz" pos="2523">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Leer">
    <p:spTree>
      <p:nvGrpSpPr>
        <p:cNvPr id="1" name=""/>
        <p:cNvGrpSpPr/>
        <p:nvPr/>
      </p:nvGrpSpPr>
      <p:grpSpPr>
        <a:xfrm>
          <a:off x="0" y="0"/>
          <a:ext cx="0" cy="0"/>
          <a:chOff x="0" y="0"/>
          <a:chExt cx="0" cy="0"/>
        </a:xfrm>
      </p:grpSpPr>
      <p:sp>
        <p:nvSpPr>
          <p:cNvPr id="6" name="Datumsplatzhalter 5">
            <a:extLst>
              <a:ext uri="{FF2B5EF4-FFF2-40B4-BE49-F238E27FC236}">
                <a16:creationId xmlns:a16="http://schemas.microsoft.com/office/drawing/2014/main" id="{9E12C890-0851-45B5-957E-312007C751A2}"/>
              </a:ext>
            </a:extLst>
          </p:cNvPr>
          <p:cNvSpPr>
            <a:spLocks noGrp="1"/>
          </p:cNvSpPr>
          <p:nvPr>
            <p:ph type="dt" sz="half" idx="10"/>
          </p:nvPr>
        </p:nvSpPr>
        <p:spPr bwMode="gray"/>
        <p:txBody>
          <a:bodyPr/>
          <a:lstStyle/>
          <a:p>
            <a:endParaRPr lang="en-US"/>
          </a:p>
        </p:txBody>
      </p:sp>
      <p:sp>
        <p:nvSpPr>
          <p:cNvPr id="8" name="Fußzeilenplatzhalter 7">
            <a:extLst>
              <a:ext uri="{FF2B5EF4-FFF2-40B4-BE49-F238E27FC236}">
                <a16:creationId xmlns:a16="http://schemas.microsoft.com/office/drawing/2014/main" id="{B905894F-990B-4E89-BF9F-44AF6D2249D9}"/>
              </a:ext>
            </a:extLst>
          </p:cNvPr>
          <p:cNvSpPr>
            <a:spLocks noGrp="1"/>
          </p:cNvSpPr>
          <p:nvPr>
            <p:ph type="ftr" sz="quarter" idx="11"/>
          </p:nvPr>
        </p:nvSpPr>
        <p:spPr bwMode="gray"/>
        <p:txBody>
          <a:bodyPr/>
          <a:lstStyle/>
          <a:p>
            <a:r>
              <a:rPr lang="en-US"/>
              <a:t>GLOBAL CREDENTIALS</a:t>
            </a:r>
          </a:p>
        </p:txBody>
      </p:sp>
      <p:sp>
        <p:nvSpPr>
          <p:cNvPr id="9" name="Foliennummernplatzhalter 8">
            <a:extLst>
              <a:ext uri="{FF2B5EF4-FFF2-40B4-BE49-F238E27FC236}">
                <a16:creationId xmlns:a16="http://schemas.microsoft.com/office/drawing/2014/main" id="{6562F42C-DB22-4E94-A9CA-105D4C35793D}"/>
              </a:ext>
            </a:extLst>
          </p:cNvPr>
          <p:cNvSpPr>
            <a:spLocks noGrp="1"/>
          </p:cNvSpPr>
          <p:nvPr>
            <p:ph type="sldNum" sz="quarter" idx="12"/>
          </p:nvPr>
        </p:nvSpPr>
        <p:spPr bwMode="gray"/>
        <p:txBody>
          <a:bodyPr/>
          <a:lstStyle/>
          <a:p>
            <a:fld id="{96FF1F4F-4717-426F-83A6-412729423D60}" type="slidenum">
              <a:rPr lang="en-US" smtClean="0"/>
              <a:pPr/>
              <a:t>‹#›</a:t>
            </a:fld>
            <a:endParaRPr lang="en-US"/>
          </a:p>
        </p:txBody>
      </p:sp>
    </p:spTree>
    <p:extLst>
      <p:ext uri="{BB962C8B-B14F-4D97-AF65-F5344CB8AC3E}">
        <p14:creationId xmlns:p14="http://schemas.microsoft.com/office/powerpoint/2010/main" val="328592704"/>
      </p:ext>
    </p:extLst>
  </p:cSld>
  <p:clrMapOvr>
    <a:masterClrMapping/>
  </p:clrMapOvr>
  <p:extLst>
    <p:ext uri="{DCECCB84-F9BA-43D5-87BE-67443E8EF086}">
      <p15:sldGuideLst xmlns:p15="http://schemas.microsoft.com/office/powerpoint/2012/main">
        <p15:guide id="1" orient="horz" pos="1570">
          <p15:clr>
            <a:srgbClr val="FBAE40"/>
          </p15:clr>
        </p15:guide>
        <p15:guide id="4" pos="3931">
          <p15:clr>
            <a:srgbClr val="F26B43"/>
          </p15:clr>
        </p15:guide>
        <p15:guide id="5" pos="3749">
          <p15:clr>
            <a:srgbClr val="F26B43"/>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6" name="Datumsplatzhalter 5">
            <a:extLst>
              <a:ext uri="{FF2B5EF4-FFF2-40B4-BE49-F238E27FC236}">
                <a16:creationId xmlns:a16="http://schemas.microsoft.com/office/drawing/2014/main" id="{9E12C890-0851-45B5-957E-312007C751A2}"/>
              </a:ext>
            </a:extLst>
          </p:cNvPr>
          <p:cNvSpPr>
            <a:spLocks noGrp="1"/>
          </p:cNvSpPr>
          <p:nvPr>
            <p:ph type="dt" sz="half" idx="10"/>
          </p:nvPr>
        </p:nvSpPr>
        <p:spPr bwMode="gray"/>
        <p:txBody>
          <a:bodyPr/>
          <a:lstStyle/>
          <a:p>
            <a:r>
              <a:rPr lang="de-DE"/>
              <a:t>Date</a:t>
            </a:r>
            <a:endParaRPr lang="en-US"/>
          </a:p>
        </p:txBody>
      </p:sp>
      <p:sp>
        <p:nvSpPr>
          <p:cNvPr id="8" name="Fußzeilenplatzhalter 7">
            <a:extLst>
              <a:ext uri="{FF2B5EF4-FFF2-40B4-BE49-F238E27FC236}">
                <a16:creationId xmlns:a16="http://schemas.microsoft.com/office/drawing/2014/main" id="{B905894F-990B-4E89-BF9F-44AF6D2249D9}"/>
              </a:ext>
            </a:extLst>
          </p:cNvPr>
          <p:cNvSpPr>
            <a:spLocks noGrp="1"/>
          </p:cNvSpPr>
          <p:nvPr>
            <p:ph type="ftr" sz="quarter" idx="11"/>
          </p:nvPr>
        </p:nvSpPr>
        <p:spPr bwMode="gray"/>
        <p:txBody>
          <a:bodyPr/>
          <a:lstStyle/>
          <a:p>
            <a:r>
              <a:rPr lang="en-US"/>
              <a:t>Title of the presentation</a:t>
            </a:r>
          </a:p>
        </p:txBody>
      </p:sp>
      <p:sp>
        <p:nvSpPr>
          <p:cNvPr id="9" name="Foliennummernplatzhalter 8">
            <a:extLst>
              <a:ext uri="{FF2B5EF4-FFF2-40B4-BE49-F238E27FC236}">
                <a16:creationId xmlns:a16="http://schemas.microsoft.com/office/drawing/2014/main" id="{6562F42C-DB22-4E94-A9CA-105D4C35793D}"/>
              </a:ext>
            </a:extLst>
          </p:cNvPr>
          <p:cNvSpPr>
            <a:spLocks noGrp="1"/>
          </p:cNvSpPr>
          <p:nvPr>
            <p:ph type="sldNum" sz="quarter" idx="12"/>
          </p:nvPr>
        </p:nvSpPr>
        <p:spPr bwMode="gray"/>
        <p:txBody>
          <a:bodyPr/>
          <a:lstStyle/>
          <a:p>
            <a:fld id="{96FF1F4F-4717-426F-83A6-412729423D60}" type="slidenum">
              <a:rPr lang="en-US" smtClean="0"/>
              <a:pPr/>
              <a:t>‹#›</a:t>
            </a:fld>
            <a:endParaRPr lang="en-US"/>
          </a:p>
        </p:txBody>
      </p:sp>
    </p:spTree>
    <p:extLst>
      <p:ext uri="{BB962C8B-B14F-4D97-AF65-F5344CB8AC3E}">
        <p14:creationId xmlns:p14="http://schemas.microsoft.com/office/powerpoint/2010/main" val="2236842116"/>
      </p:ext>
    </p:extLst>
  </p:cSld>
  <p:clrMapOvr>
    <a:masterClrMapping/>
  </p:clrMapOvr>
  <p:extLst>
    <p:ext uri="{DCECCB84-F9BA-43D5-87BE-67443E8EF086}">
      <p15:sldGuideLst xmlns:p15="http://schemas.microsoft.com/office/powerpoint/2012/main">
        <p15:guide id="1" orient="horz" pos="1570">
          <p15:clr>
            <a:srgbClr val="FBAE40"/>
          </p15:clr>
        </p15:guide>
        <p15:guide id="4" pos="3931">
          <p15:clr>
            <a:srgbClr val="F26B43"/>
          </p15:clr>
        </p15:guide>
        <p15:guide id="5" pos="3749">
          <p15:clr>
            <a:srgbClr val="F26B43"/>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03" y="1003891"/>
            <a:ext cx="9141619" cy="2135576"/>
          </a:xfrm>
        </p:spPr>
        <p:txBody>
          <a:bodyPr anchor="b"/>
          <a:lstStyle>
            <a:lvl1pPr algn="ctr">
              <a:defRPr sz="5366"/>
            </a:lvl1pPr>
          </a:lstStyle>
          <a:p>
            <a:r>
              <a:rPr lang="en-US"/>
              <a:t>Click to edit Master title style</a:t>
            </a:r>
          </a:p>
        </p:txBody>
      </p:sp>
      <p:sp>
        <p:nvSpPr>
          <p:cNvPr id="3" name="Subtitle 2"/>
          <p:cNvSpPr>
            <a:spLocks noGrp="1"/>
          </p:cNvSpPr>
          <p:nvPr>
            <p:ph type="subTitle" idx="1"/>
          </p:nvPr>
        </p:nvSpPr>
        <p:spPr>
          <a:xfrm>
            <a:off x="1523603" y="3221823"/>
            <a:ext cx="9141619" cy="1480987"/>
          </a:xfrm>
        </p:spPr>
        <p:txBody>
          <a:bodyPr/>
          <a:lstStyle>
            <a:lvl1pPr marL="0" indent="0" algn="ctr">
              <a:buNone/>
              <a:defRPr sz="2147"/>
            </a:lvl1pPr>
            <a:lvl2pPr marL="408920" indent="0" algn="ctr">
              <a:buNone/>
              <a:defRPr sz="1789"/>
            </a:lvl2pPr>
            <a:lvl3pPr marL="817839" indent="0" algn="ctr">
              <a:buNone/>
              <a:defRPr sz="1610"/>
            </a:lvl3pPr>
            <a:lvl4pPr marL="1226759" indent="0" algn="ctr">
              <a:buNone/>
              <a:defRPr sz="1431"/>
            </a:lvl4pPr>
            <a:lvl5pPr marL="1635679" indent="0" algn="ctr">
              <a:buNone/>
              <a:defRPr sz="1431"/>
            </a:lvl5pPr>
            <a:lvl6pPr marL="2044598" indent="0" algn="ctr">
              <a:buNone/>
              <a:defRPr sz="1431"/>
            </a:lvl6pPr>
            <a:lvl7pPr marL="2453518" indent="0" algn="ctr">
              <a:buNone/>
              <a:defRPr sz="1431"/>
            </a:lvl7pPr>
            <a:lvl8pPr marL="2862438" indent="0" algn="ctr">
              <a:buNone/>
              <a:defRPr sz="1431"/>
            </a:lvl8pPr>
            <a:lvl9pPr marL="3271357" indent="0" algn="ctr">
              <a:buNone/>
              <a:defRPr sz="1431"/>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GLOBAL CREDENTIALS</a:t>
            </a:r>
          </a:p>
        </p:txBody>
      </p:sp>
      <p:sp>
        <p:nvSpPr>
          <p:cNvPr id="6" name="Slide Number Placeholder 5"/>
          <p:cNvSpPr>
            <a:spLocks noGrp="1"/>
          </p:cNvSpPr>
          <p:nvPr>
            <p:ph type="sldNum" sz="quarter" idx="12"/>
          </p:nvPr>
        </p:nvSpPr>
        <p:spPr/>
        <p:txBody>
          <a:bodyPr/>
          <a:lstStyle/>
          <a:p>
            <a:fld id="{96FF1F4F-4717-426F-83A6-412729423D60}" type="slidenum">
              <a:rPr lang="en-US" smtClean="0"/>
              <a:pPr/>
              <a:t>‹#›</a:t>
            </a:fld>
            <a:endParaRPr lang="en-US"/>
          </a:p>
        </p:txBody>
      </p:sp>
    </p:spTree>
    <p:extLst>
      <p:ext uri="{BB962C8B-B14F-4D97-AF65-F5344CB8AC3E}">
        <p14:creationId xmlns:p14="http://schemas.microsoft.com/office/powerpoint/2010/main" val="5344496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sp>
        <p:nvSpPr>
          <p:cNvPr id="49" name="Rechteck 48">
            <a:extLst>
              <a:ext uri="{FF2B5EF4-FFF2-40B4-BE49-F238E27FC236}">
                <a16:creationId xmlns:a16="http://schemas.microsoft.com/office/drawing/2014/main" id="{BBA6631A-1ECA-4AF8-8247-29BDB61A882D}"/>
              </a:ext>
            </a:extLst>
          </p:cNvPr>
          <p:cNvSpPr/>
          <p:nvPr userDrawn="1"/>
        </p:nvSpPr>
        <p:spPr>
          <a:xfrm>
            <a:off x="8182101" y="3453493"/>
            <a:ext cx="1007849" cy="450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57600" tIns="257600" rIns="257600" bIns="257600" rtlCol="0" anchor="ctr"/>
          <a:lstStyle/>
          <a:p>
            <a:pPr algn="ctr" rtl="0" eaLnBrk="1" fontAlgn="auto" hangingPunct="1">
              <a:lnSpc>
                <a:spcPct val="110000"/>
              </a:lnSpc>
              <a:spcBef>
                <a:spcPts val="0"/>
              </a:spcBef>
              <a:spcAft>
                <a:spcPts val="0"/>
              </a:spcAft>
            </a:pPr>
            <a:endParaRPr lang="de-DE" sz="1252" b="0" i="0" u="none" baseline="0" err="1">
              <a:solidFill>
                <a:srgbClr val="FFFFFF"/>
              </a:solidFill>
              <a:latin typeface="Arial" panose="020B0604020202020204" pitchFamily="34" charset="0"/>
            </a:endParaRPr>
          </a:p>
        </p:txBody>
      </p:sp>
      <p:sp>
        <p:nvSpPr>
          <p:cNvPr id="50" name="Bildplatzhalter 49">
            <a:extLst>
              <a:ext uri="{FF2B5EF4-FFF2-40B4-BE49-F238E27FC236}">
                <a16:creationId xmlns:a16="http://schemas.microsoft.com/office/drawing/2014/main" id="{B16CA78A-F06F-4470-BC76-C10558AED95E}"/>
              </a:ext>
            </a:extLst>
          </p:cNvPr>
          <p:cNvSpPr>
            <a:spLocks noGrp="1"/>
          </p:cNvSpPr>
          <p:nvPr>
            <p:ph type="pic" sz="quarter" idx="19" hasCustomPrompt="1"/>
          </p:nvPr>
        </p:nvSpPr>
        <p:spPr bwMode="gray">
          <a:xfrm>
            <a:off x="1" y="0"/>
            <a:ext cx="12188825" cy="6134100"/>
          </a:xfrm>
          <a:custGeom>
            <a:avLst/>
            <a:gdLst>
              <a:gd name="connsiteX0" fmla="*/ 8301144 w 12192000"/>
              <a:gd name="connsiteY0" fmla="*/ 3923111 h 6858000"/>
              <a:gd name="connsiteX1" fmla="*/ 8301144 w 12192000"/>
              <a:gd name="connsiteY1" fmla="*/ 4196755 h 6858000"/>
              <a:gd name="connsiteX2" fmla="*/ 9087310 w 12192000"/>
              <a:gd name="connsiteY2" fmla="*/ 4196755 h 6858000"/>
              <a:gd name="connsiteX3" fmla="*/ 9087310 w 12192000"/>
              <a:gd name="connsiteY3" fmla="*/ 3923111 h 6858000"/>
              <a:gd name="connsiteX4" fmla="*/ 5403231 w 12192000"/>
              <a:gd name="connsiteY4" fmla="*/ 3000956 h 6858000"/>
              <a:gd name="connsiteX5" fmla="*/ 5588778 w 12192000"/>
              <a:gd name="connsiteY5" fmla="*/ 3000956 h 6858000"/>
              <a:gd name="connsiteX6" fmla="*/ 5665954 w 12192000"/>
              <a:gd name="connsiteY6" fmla="*/ 3024821 h 6858000"/>
              <a:gd name="connsiteX7" fmla="*/ 5689833 w 12192000"/>
              <a:gd name="connsiteY7" fmla="*/ 3083699 h 6858000"/>
              <a:gd name="connsiteX8" fmla="*/ 5665954 w 12192000"/>
              <a:gd name="connsiteY8" fmla="*/ 3142570 h 6858000"/>
              <a:gd name="connsiteX9" fmla="*/ 5588778 w 12192000"/>
              <a:gd name="connsiteY9" fmla="*/ 3166436 h 6858000"/>
              <a:gd name="connsiteX10" fmla="*/ 5403231 w 12192000"/>
              <a:gd name="connsiteY10" fmla="*/ 3166436 h 6858000"/>
              <a:gd name="connsiteX11" fmla="*/ 3381319 w 12192000"/>
              <a:gd name="connsiteY11" fmla="*/ 3000898 h 6858000"/>
              <a:gd name="connsiteX12" fmla="*/ 3540088 w 12192000"/>
              <a:gd name="connsiteY12" fmla="*/ 3000898 h 6858000"/>
              <a:gd name="connsiteX13" fmla="*/ 3614823 w 12192000"/>
              <a:gd name="connsiteY13" fmla="*/ 3025151 h 6858000"/>
              <a:gd name="connsiteX14" fmla="*/ 3639744 w 12192000"/>
              <a:gd name="connsiteY14" fmla="*/ 3087909 h 6858000"/>
              <a:gd name="connsiteX15" fmla="*/ 3614610 w 12192000"/>
              <a:gd name="connsiteY15" fmla="*/ 3151511 h 6858000"/>
              <a:gd name="connsiteX16" fmla="*/ 3540088 w 12192000"/>
              <a:gd name="connsiteY16" fmla="*/ 3176300 h 6858000"/>
              <a:gd name="connsiteX17" fmla="*/ 3381319 w 12192000"/>
              <a:gd name="connsiteY17" fmla="*/ 3176300 h 6858000"/>
              <a:gd name="connsiteX18" fmla="*/ 4511404 w 12192000"/>
              <a:gd name="connsiteY18" fmla="*/ 2984052 h 6858000"/>
              <a:gd name="connsiteX19" fmla="*/ 4616949 w 12192000"/>
              <a:gd name="connsiteY19" fmla="*/ 3005123 h 6858000"/>
              <a:gd name="connsiteX20" fmla="*/ 4697191 w 12192000"/>
              <a:gd name="connsiteY20" fmla="*/ 3064317 h 6858000"/>
              <a:gd name="connsiteX21" fmla="*/ 4748889 w 12192000"/>
              <a:gd name="connsiteY21" fmla="*/ 3156243 h 6858000"/>
              <a:gd name="connsiteX22" fmla="*/ 4767327 w 12192000"/>
              <a:gd name="connsiteY22" fmla="*/ 3275099 h 6858000"/>
              <a:gd name="connsiteX23" fmla="*/ 4748889 w 12192000"/>
              <a:gd name="connsiteY23" fmla="*/ 3393941 h 6858000"/>
              <a:gd name="connsiteX24" fmla="*/ 4697228 w 12192000"/>
              <a:gd name="connsiteY24" fmla="*/ 3485830 h 6858000"/>
              <a:gd name="connsiteX25" fmla="*/ 4616986 w 12192000"/>
              <a:gd name="connsiteY25" fmla="*/ 3545024 h 6858000"/>
              <a:gd name="connsiteX26" fmla="*/ 4511404 w 12192000"/>
              <a:gd name="connsiteY26" fmla="*/ 3566153 h 6858000"/>
              <a:gd name="connsiteX27" fmla="*/ 4405888 w 12192000"/>
              <a:gd name="connsiteY27" fmla="*/ 3545024 h 6858000"/>
              <a:gd name="connsiteX28" fmla="*/ 4325601 w 12192000"/>
              <a:gd name="connsiteY28" fmla="*/ 3485830 h 6858000"/>
              <a:gd name="connsiteX29" fmla="*/ 4273969 w 12192000"/>
              <a:gd name="connsiteY29" fmla="*/ 3393941 h 6858000"/>
              <a:gd name="connsiteX30" fmla="*/ 4255525 w 12192000"/>
              <a:gd name="connsiteY30" fmla="*/ 3275099 h 6858000"/>
              <a:gd name="connsiteX31" fmla="*/ 4273969 w 12192000"/>
              <a:gd name="connsiteY31" fmla="*/ 3156243 h 6858000"/>
              <a:gd name="connsiteX32" fmla="*/ 4325601 w 12192000"/>
              <a:gd name="connsiteY32" fmla="*/ 3064353 h 6858000"/>
              <a:gd name="connsiteX33" fmla="*/ 4405888 w 12192000"/>
              <a:gd name="connsiteY33" fmla="*/ 3005123 h 6858000"/>
              <a:gd name="connsiteX34" fmla="*/ 4511404 w 12192000"/>
              <a:gd name="connsiteY34" fmla="*/ 2984052 h 6858000"/>
              <a:gd name="connsiteX35" fmla="*/ 9271961 w 12192000"/>
              <a:gd name="connsiteY35" fmla="*/ 2763940 h 6858000"/>
              <a:gd name="connsiteX36" fmla="*/ 9271961 w 12192000"/>
              <a:gd name="connsiteY36" fmla="*/ 3786249 h 6858000"/>
              <a:gd name="connsiteX37" fmla="*/ 10056440 w 12192000"/>
              <a:gd name="connsiteY37" fmla="*/ 3786249 h 6858000"/>
              <a:gd name="connsiteX38" fmla="*/ 10056440 w 12192000"/>
              <a:gd name="connsiteY38" fmla="*/ 3549284 h 6858000"/>
              <a:gd name="connsiteX39" fmla="*/ 9545546 w 12192000"/>
              <a:gd name="connsiteY39" fmla="*/ 3549284 h 6858000"/>
              <a:gd name="connsiteX40" fmla="*/ 9545546 w 12192000"/>
              <a:gd name="connsiteY40" fmla="*/ 3365403 h 6858000"/>
              <a:gd name="connsiteX41" fmla="*/ 9983268 w 12192000"/>
              <a:gd name="connsiteY41" fmla="*/ 3365403 h 6858000"/>
              <a:gd name="connsiteX42" fmla="*/ 9983268 w 12192000"/>
              <a:gd name="connsiteY42" fmla="*/ 3128424 h 6858000"/>
              <a:gd name="connsiteX43" fmla="*/ 9545546 w 12192000"/>
              <a:gd name="connsiteY43" fmla="*/ 3128424 h 6858000"/>
              <a:gd name="connsiteX44" fmla="*/ 9545546 w 12192000"/>
              <a:gd name="connsiteY44" fmla="*/ 3000957 h 6858000"/>
              <a:gd name="connsiteX45" fmla="*/ 10028270 w 12192000"/>
              <a:gd name="connsiteY45" fmla="*/ 3000957 h 6858000"/>
              <a:gd name="connsiteX46" fmla="*/ 10028270 w 12192000"/>
              <a:gd name="connsiteY46" fmla="*/ 2763940 h 6858000"/>
              <a:gd name="connsiteX47" fmla="*/ 8193582 w 12192000"/>
              <a:gd name="connsiteY47" fmla="*/ 2763932 h 6858000"/>
              <a:gd name="connsiteX48" fmla="*/ 8530401 w 12192000"/>
              <a:gd name="connsiteY48" fmla="*/ 3786270 h 6858000"/>
              <a:gd name="connsiteX49" fmla="*/ 8858038 w 12192000"/>
              <a:gd name="connsiteY49" fmla="*/ 3786270 h 6858000"/>
              <a:gd name="connsiteX50" fmla="*/ 9192166 w 12192000"/>
              <a:gd name="connsiteY50" fmla="*/ 2772212 h 6858000"/>
              <a:gd name="connsiteX51" fmla="*/ 9194872 w 12192000"/>
              <a:gd name="connsiteY51" fmla="*/ 2763932 h 6858000"/>
              <a:gd name="connsiteX52" fmla="*/ 8901243 w 12192000"/>
              <a:gd name="connsiteY52" fmla="*/ 2763932 h 6858000"/>
              <a:gd name="connsiteX53" fmla="*/ 8694231 w 12192000"/>
              <a:gd name="connsiteY53" fmla="*/ 3480761 h 6858000"/>
              <a:gd name="connsiteX54" fmla="*/ 8487174 w 12192000"/>
              <a:gd name="connsiteY54" fmla="*/ 2763932 h 6858000"/>
              <a:gd name="connsiteX55" fmla="*/ 7842425 w 12192000"/>
              <a:gd name="connsiteY55" fmla="*/ 2763932 h 6858000"/>
              <a:gd name="connsiteX56" fmla="*/ 7842425 w 12192000"/>
              <a:gd name="connsiteY56" fmla="*/ 3786270 h 6858000"/>
              <a:gd name="connsiteX57" fmla="*/ 8115980 w 12192000"/>
              <a:gd name="connsiteY57" fmla="*/ 3786270 h 6858000"/>
              <a:gd name="connsiteX58" fmla="*/ 8115980 w 12192000"/>
              <a:gd name="connsiteY58" fmla="*/ 2763932 h 6858000"/>
              <a:gd name="connsiteX59" fmla="*/ 5129684 w 12192000"/>
              <a:gd name="connsiteY59" fmla="*/ 2763932 h 6858000"/>
              <a:gd name="connsiteX60" fmla="*/ 5129684 w 12192000"/>
              <a:gd name="connsiteY60" fmla="*/ 3786249 h 6858000"/>
              <a:gd name="connsiteX61" fmla="*/ 5403238 w 12192000"/>
              <a:gd name="connsiteY61" fmla="*/ 3786249 h 6858000"/>
              <a:gd name="connsiteX62" fmla="*/ 5403238 w 12192000"/>
              <a:gd name="connsiteY62" fmla="*/ 3403430 h 6858000"/>
              <a:gd name="connsiteX63" fmla="*/ 5534123 w 12192000"/>
              <a:gd name="connsiteY63" fmla="*/ 3403430 h 6858000"/>
              <a:gd name="connsiteX64" fmla="*/ 5717109 w 12192000"/>
              <a:gd name="connsiteY64" fmla="*/ 3786256 h 6858000"/>
              <a:gd name="connsiteX65" fmla="*/ 6017368 w 12192000"/>
              <a:gd name="connsiteY65" fmla="*/ 3786256 h 6858000"/>
              <a:gd name="connsiteX66" fmla="*/ 5800857 w 12192000"/>
              <a:gd name="connsiteY66" fmla="*/ 3343070 h 6858000"/>
              <a:gd name="connsiteX67" fmla="*/ 5909879 w 12192000"/>
              <a:gd name="connsiteY67" fmla="*/ 3247610 h 6858000"/>
              <a:gd name="connsiteX68" fmla="*/ 5963404 w 12192000"/>
              <a:gd name="connsiteY68" fmla="*/ 3073857 h 6858000"/>
              <a:gd name="connsiteX69" fmla="*/ 5938100 w 12192000"/>
              <a:gd name="connsiteY69" fmla="*/ 2948583 h 6858000"/>
              <a:gd name="connsiteX70" fmla="*/ 5863344 w 12192000"/>
              <a:gd name="connsiteY70" fmla="*/ 2849873 h 6858000"/>
              <a:gd name="connsiteX71" fmla="*/ 5744649 w 12192000"/>
              <a:gd name="connsiteY71" fmla="*/ 2786228 h 6858000"/>
              <a:gd name="connsiteX72" fmla="*/ 5588792 w 12192000"/>
              <a:gd name="connsiteY72" fmla="*/ 2763932 h 6858000"/>
              <a:gd name="connsiteX73" fmla="*/ 6990788 w 12192000"/>
              <a:gd name="connsiteY73" fmla="*/ 2763918 h 6858000"/>
              <a:gd name="connsiteX74" fmla="*/ 6990788 w 12192000"/>
              <a:gd name="connsiteY74" fmla="*/ 3786256 h 6858000"/>
              <a:gd name="connsiteX75" fmla="*/ 7264343 w 12192000"/>
              <a:gd name="connsiteY75" fmla="*/ 3786256 h 6858000"/>
              <a:gd name="connsiteX76" fmla="*/ 7264343 w 12192000"/>
              <a:gd name="connsiteY76" fmla="*/ 3375290 h 6858000"/>
              <a:gd name="connsiteX77" fmla="*/ 7685190 w 12192000"/>
              <a:gd name="connsiteY77" fmla="*/ 3375290 h 6858000"/>
              <a:gd name="connsiteX78" fmla="*/ 7685190 w 12192000"/>
              <a:gd name="connsiteY78" fmla="*/ 3138324 h 6858000"/>
              <a:gd name="connsiteX79" fmla="*/ 7264343 w 12192000"/>
              <a:gd name="connsiteY79" fmla="*/ 3138324 h 6858000"/>
              <a:gd name="connsiteX80" fmla="*/ 7264343 w 12192000"/>
              <a:gd name="connsiteY80" fmla="*/ 3000935 h 6858000"/>
              <a:gd name="connsiteX81" fmla="*/ 7752730 w 12192000"/>
              <a:gd name="connsiteY81" fmla="*/ 3000935 h 6858000"/>
              <a:gd name="connsiteX82" fmla="*/ 7752730 w 12192000"/>
              <a:gd name="connsiteY82" fmla="*/ 2763918 h 6858000"/>
              <a:gd name="connsiteX83" fmla="*/ 6028075 w 12192000"/>
              <a:gd name="connsiteY83" fmla="*/ 2763881 h 6858000"/>
              <a:gd name="connsiteX84" fmla="*/ 6028075 w 12192000"/>
              <a:gd name="connsiteY84" fmla="*/ 3000905 h 6858000"/>
              <a:gd name="connsiteX85" fmla="*/ 6327813 w 12192000"/>
              <a:gd name="connsiteY85" fmla="*/ 3000905 h 6858000"/>
              <a:gd name="connsiteX86" fmla="*/ 6327813 w 12192000"/>
              <a:gd name="connsiteY86" fmla="*/ 3786219 h 6858000"/>
              <a:gd name="connsiteX87" fmla="*/ 6601420 w 12192000"/>
              <a:gd name="connsiteY87" fmla="*/ 3786219 h 6858000"/>
              <a:gd name="connsiteX88" fmla="*/ 6601420 w 12192000"/>
              <a:gd name="connsiteY88" fmla="*/ 3000905 h 6858000"/>
              <a:gd name="connsiteX89" fmla="*/ 6902647 w 12192000"/>
              <a:gd name="connsiteY89" fmla="*/ 3000905 h 6858000"/>
              <a:gd name="connsiteX90" fmla="*/ 6902647 w 12192000"/>
              <a:gd name="connsiteY90" fmla="*/ 2763881 h 6858000"/>
              <a:gd name="connsiteX91" fmla="*/ 3107727 w 12192000"/>
              <a:gd name="connsiteY91" fmla="*/ 2763881 h 6858000"/>
              <a:gd name="connsiteX92" fmla="*/ 3107727 w 12192000"/>
              <a:gd name="connsiteY92" fmla="*/ 3786219 h 6858000"/>
              <a:gd name="connsiteX93" fmla="*/ 3381332 w 12192000"/>
              <a:gd name="connsiteY93" fmla="*/ 3786219 h 6858000"/>
              <a:gd name="connsiteX94" fmla="*/ 3381332 w 12192000"/>
              <a:gd name="connsiteY94" fmla="*/ 3413280 h 6858000"/>
              <a:gd name="connsiteX95" fmla="*/ 3540094 w 12192000"/>
              <a:gd name="connsiteY95" fmla="*/ 3413280 h 6858000"/>
              <a:gd name="connsiteX96" fmla="*/ 3698452 w 12192000"/>
              <a:gd name="connsiteY96" fmla="*/ 3389459 h 6858000"/>
              <a:gd name="connsiteX97" fmla="*/ 3818519 w 12192000"/>
              <a:gd name="connsiteY97" fmla="*/ 3322117 h 6858000"/>
              <a:gd name="connsiteX98" fmla="*/ 3893848 w 12192000"/>
              <a:gd name="connsiteY98" fmla="*/ 3217547 h 6858000"/>
              <a:gd name="connsiteX99" fmla="*/ 3918960 w 12192000"/>
              <a:gd name="connsiteY99" fmla="*/ 3087917 h 6858000"/>
              <a:gd name="connsiteX100" fmla="*/ 3893811 w 12192000"/>
              <a:gd name="connsiteY100" fmla="*/ 2958858 h 6858000"/>
              <a:gd name="connsiteX101" fmla="*/ 3818519 w 12192000"/>
              <a:gd name="connsiteY101" fmla="*/ 2855066 h 6858000"/>
              <a:gd name="connsiteX102" fmla="*/ 3698452 w 12192000"/>
              <a:gd name="connsiteY102" fmla="*/ 2787695 h 6858000"/>
              <a:gd name="connsiteX103" fmla="*/ 3540094 w 12192000"/>
              <a:gd name="connsiteY103" fmla="*/ 2763881 h 6858000"/>
              <a:gd name="connsiteX104" fmla="*/ 4511410 w 12192000"/>
              <a:gd name="connsiteY104" fmla="*/ 2747020 h 6858000"/>
              <a:gd name="connsiteX105" fmla="*/ 4301927 w 12192000"/>
              <a:gd name="connsiteY105" fmla="*/ 2785341 h 6858000"/>
              <a:gd name="connsiteX106" fmla="*/ 4134099 w 12192000"/>
              <a:gd name="connsiteY106" fmla="*/ 2894076 h 6858000"/>
              <a:gd name="connsiteX107" fmla="*/ 4022547 w 12192000"/>
              <a:gd name="connsiteY107" fmla="*/ 3061683 h 6858000"/>
              <a:gd name="connsiteX108" fmla="*/ 3981983 w 12192000"/>
              <a:gd name="connsiteY108" fmla="*/ 3275098 h 6858000"/>
              <a:gd name="connsiteX109" fmla="*/ 4022591 w 12192000"/>
              <a:gd name="connsiteY109" fmla="*/ 3489225 h 6858000"/>
              <a:gd name="connsiteX110" fmla="*/ 4134107 w 12192000"/>
              <a:gd name="connsiteY110" fmla="*/ 3656105 h 6858000"/>
              <a:gd name="connsiteX111" fmla="*/ 4301934 w 12192000"/>
              <a:gd name="connsiteY111" fmla="*/ 3764855 h 6858000"/>
              <a:gd name="connsiteX112" fmla="*/ 4511426 w 12192000"/>
              <a:gd name="connsiteY112" fmla="*/ 3803154 h 6858000"/>
              <a:gd name="connsiteX113" fmla="*/ 4720896 w 12192000"/>
              <a:gd name="connsiteY113" fmla="*/ 3764855 h 6858000"/>
              <a:gd name="connsiteX114" fmla="*/ 4888765 w 12192000"/>
              <a:gd name="connsiteY114" fmla="*/ 3656105 h 6858000"/>
              <a:gd name="connsiteX115" fmla="*/ 5000339 w 12192000"/>
              <a:gd name="connsiteY115" fmla="*/ 3489225 h 6858000"/>
              <a:gd name="connsiteX116" fmla="*/ 5040896 w 12192000"/>
              <a:gd name="connsiteY116" fmla="*/ 3275098 h 6858000"/>
              <a:gd name="connsiteX117" fmla="*/ 5000339 w 12192000"/>
              <a:gd name="connsiteY117" fmla="*/ 3061683 h 6858000"/>
              <a:gd name="connsiteX118" fmla="*/ 4888757 w 12192000"/>
              <a:gd name="connsiteY118" fmla="*/ 2894084 h 6858000"/>
              <a:gd name="connsiteX119" fmla="*/ 4720881 w 12192000"/>
              <a:gd name="connsiteY119" fmla="*/ 2785348 h 6858000"/>
              <a:gd name="connsiteX120" fmla="*/ 4511410 w 12192000"/>
              <a:gd name="connsiteY120" fmla="*/ 2747020 h 6858000"/>
              <a:gd name="connsiteX121" fmla="*/ 2544687 w 12192000"/>
              <a:gd name="connsiteY121" fmla="*/ 2747020 h 6858000"/>
              <a:gd name="connsiteX122" fmla="*/ 2400014 w 12192000"/>
              <a:gd name="connsiteY122" fmla="*/ 2766265 h 6858000"/>
              <a:gd name="connsiteX123" fmla="*/ 2282727 w 12192000"/>
              <a:gd name="connsiteY123" fmla="*/ 2824659 h 6858000"/>
              <a:gd name="connsiteX124" fmla="*/ 2204817 w 12192000"/>
              <a:gd name="connsiteY124" fmla="*/ 2921095 h 6858000"/>
              <a:gd name="connsiteX125" fmla="*/ 2177079 w 12192000"/>
              <a:gd name="connsiteY125" fmla="*/ 3049926 h 6858000"/>
              <a:gd name="connsiteX126" fmla="*/ 2203496 w 12192000"/>
              <a:gd name="connsiteY126" fmla="*/ 3175303 h 6858000"/>
              <a:gd name="connsiteX127" fmla="*/ 2281796 w 12192000"/>
              <a:gd name="connsiteY127" fmla="*/ 3267713 h 6858000"/>
              <a:gd name="connsiteX128" fmla="*/ 2404444 w 12192000"/>
              <a:gd name="connsiteY128" fmla="*/ 3330302 h 6858000"/>
              <a:gd name="connsiteX129" fmla="*/ 2566997 w 12192000"/>
              <a:gd name="connsiteY129" fmla="*/ 3372055 h 6858000"/>
              <a:gd name="connsiteX130" fmla="*/ 2612094 w 12192000"/>
              <a:gd name="connsiteY130" fmla="*/ 3380482 h 6858000"/>
              <a:gd name="connsiteX131" fmla="*/ 2720595 w 12192000"/>
              <a:gd name="connsiteY131" fmla="*/ 3422543 h 6858000"/>
              <a:gd name="connsiteX132" fmla="*/ 2748517 w 12192000"/>
              <a:gd name="connsiteY132" fmla="*/ 3484765 h 6858000"/>
              <a:gd name="connsiteX133" fmla="*/ 2719518 w 12192000"/>
              <a:gd name="connsiteY133" fmla="*/ 3549526 h 6858000"/>
              <a:gd name="connsiteX134" fmla="*/ 2622091 w 12192000"/>
              <a:gd name="connsiteY134" fmla="*/ 3577395 h 6858000"/>
              <a:gd name="connsiteX135" fmla="*/ 2483417 w 12192000"/>
              <a:gd name="connsiteY135" fmla="*/ 3535958 h 6858000"/>
              <a:gd name="connsiteX136" fmla="*/ 2404231 w 12192000"/>
              <a:gd name="connsiteY136" fmla="*/ 3424677 h 6858000"/>
              <a:gd name="connsiteX137" fmla="*/ 2396956 w 12192000"/>
              <a:gd name="connsiteY137" fmla="*/ 3403863 h 6858000"/>
              <a:gd name="connsiteX138" fmla="*/ 2135560 w 12192000"/>
              <a:gd name="connsiteY138" fmla="*/ 3469247 h 6858000"/>
              <a:gd name="connsiteX139" fmla="*/ 2144728 w 12192000"/>
              <a:gd name="connsiteY139" fmla="*/ 3494469 h 6858000"/>
              <a:gd name="connsiteX140" fmla="*/ 2210757 w 12192000"/>
              <a:gd name="connsiteY140" fmla="*/ 3616112 h 6858000"/>
              <a:gd name="connsiteX141" fmla="*/ 2313435 w 12192000"/>
              <a:gd name="connsiteY141" fmla="*/ 3714418 h 6858000"/>
              <a:gd name="connsiteX142" fmla="*/ 2450275 w 12192000"/>
              <a:gd name="connsiteY142" fmla="*/ 3779538 h 6858000"/>
              <a:gd name="connsiteX143" fmla="*/ 2622084 w 12192000"/>
              <a:gd name="connsiteY143" fmla="*/ 3803117 h 6858000"/>
              <a:gd name="connsiteX144" fmla="*/ 2779364 w 12192000"/>
              <a:gd name="connsiteY144" fmla="*/ 3780147 h 6858000"/>
              <a:gd name="connsiteX145" fmla="*/ 2904616 w 12192000"/>
              <a:gd name="connsiteY145" fmla="*/ 3714792 h 6858000"/>
              <a:gd name="connsiteX146" fmla="*/ 2987968 w 12192000"/>
              <a:gd name="connsiteY146" fmla="*/ 3610817 h 6858000"/>
              <a:gd name="connsiteX147" fmla="*/ 3017862 w 12192000"/>
              <a:gd name="connsiteY147" fmla="*/ 3473522 h 6858000"/>
              <a:gd name="connsiteX148" fmla="*/ 2912559 w 12192000"/>
              <a:gd name="connsiteY148" fmla="*/ 3242417 h 6858000"/>
              <a:gd name="connsiteX149" fmla="*/ 2626535 w 12192000"/>
              <a:gd name="connsiteY149" fmla="*/ 3131687 h 6858000"/>
              <a:gd name="connsiteX150" fmla="*/ 2581394 w 12192000"/>
              <a:gd name="connsiteY150" fmla="*/ 3123201 h 6858000"/>
              <a:gd name="connsiteX151" fmla="*/ 2470943 w 12192000"/>
              <a:gd name="connsiteY151" fmla="*/ 3085915 h 6858000"/>
              <a:gd name="connsiteX152" fmla="*/ 2445001 w 12192000"/>
              <a:gd name="connsiteY152" fmla="*/ 3038639 h 6858000"/>
              <a:gd name="connsiteX153" fmla="*/ 2466879 w 12192000"/>
              <a:gd name="connsiteY153" fmla="*/ 2992119 h 6858000"/>
              <a:gd name="connsiteX154" fmla="*/ 2544687 w 12192000"/>
              <a:gd name="connsiteY154" fmla="*/ 2972749 h 6858000"/>
              <a:gd name="connsiteX155" fmla="*/ 2652513 w 12192000"/>
              <a:gd name="connsiteY155" fmla="*/ 3001411 h 6858000"/>
              <a:gd name="connsiteX156" fmla="*/ 2710643 w 12192000"/>
              <a:gd name="connsiteY156" fmla="*/ 3075324 h 6858000"/>
              <a:gd name="connsiteX157" fmla="*/ 2718241 w 12192000"/>
              <a:gd name="connsiteY157" fmla="*/ 3095434 h 6858000"/>
              <a:gd name="connsiteX158" fmla="*/ 2981785 w 12192000"/>
              <a:gd name="connsiteY158" fmla="*/ 3029999 h 6858000"/>
              <a:gd name="connsiteX159" fmla="*/ 2970968 w 12192000"/>
              <a:gd name="connsiteY159" fmla="*/ 3004000 h 6858000"/>
              <a:gd name="connsiteX160" fmla="*/ 2911165 w 12192000"/>
              <a:gd name="connsiteY160" fmla="*/ 2903794 h 6858000"/>
              <a:gd name="connsiteX161" fmla="*/ 2820508 w 12192000"/>
              <a:gd name="connsiteY161" fmla="*/ 2822114 h 6858000"/>
              <a:gd name="connsiteX162" fmla="*/ 2698520 w 12192000"/>
              <a:gd name="connsiteY162" fmla="*/ 2766962 h 6858000"/>
              <a:gd name="connsiteX163" fmla="*/ 2544687 w 12192000"/>
              <a:gd name="connsiteY163" fmla="*/ 2747020 h 6858000"/>
              <a:gd name="connsiteX164" fmla="*/ 0 w 12192000"/>
              <a:gd name="connsiteY164" fmla="*/ 0 h 6858000"/>
              <a:gd name="connsiteX165" fmla="*/ 12192000 w 12192000"/>
              <a:gd name="connsiteY165" fmla="*/ 0 h 6858000"/>
              <a:gd name="connsiteX166" fmla="*/ 12192000 w 12192000"/>
              <a:gd name="connsiteY166" fmla="*/ 6858000 h 6858000"/>
              <a:gd name="connsiteX167" fmla="*/ 0 w 12192000"/>
              <a:gd name="connsiteY16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2192000" h="6858000">
                <a:moveTo>
                  <a:pt x="8301144" y="3923111"/>
                </a:moveTo>
                <a:lnTo>
                  <a:pt x="8301144" y="4196755"/>
                </a:lnTo>
                <a:lnTo>
                  <a:pt x="9087310" y="4196755"/>
                </a:lnTo>
                <a:lnTo>
                  <a:pt x="9087310" y="3923111"/>
                </a:lnTo>
                <a:close/>
                <a:moveTo>
                  <a:pt x="5403231" y="3000956"/>
                </a:moveTo>
                <a:lnTo>
                  <a:pt x="5588778" y="3000956"/>
                </a:lnTo>
                <a:cubicBezTo>
                  <a:pt x="5624121" y="3000956"/>
                  <a:pt x="5650068" y="3008958"/>
                  <a:pt x="5665954" y="3024821"/>
                </a:cubicBezTo>
                <a:cubicBezTo>
                  <a:pt x="5682030" y="3040890"/>
                  <a:pt x="5689833" y="3060150"/>
                  <a:pt x="5689833" y="3083699"/>
                </a:cubicBezTo>
                <a:cubicBezTo>
                  <a:pt x="5689833" y="3107242"/>
                  <a:pt x="5682024" y="3126531"/>
                  <a:pt x="5665954" y="3142570"/>
                </a:cubicBezTo>
                <a:cubicBezTo>
                  <a:pt x="5650068" y="3158427"/>
                  <a:pt x="5624121" y="3166436"/>
                  <a:pt x="5588778" y="3166436"/>
                </a:cubicBezTo>
                <a:lnTo>
                  <a:pt x="5403231" y="3166436"/>
                </a:lnTo>
                <a:close/>
                <a:moveTo>
                  <a:pt x="3381319" y="3000898"/>
                </a:moveTo>
                <a:lnTo>
                  <a:pt x="3540088" y="3000898"/>
                </a:lnTo>
                <a:cubicBezTo>
                  <a:pt x="3572835" y="3000898"/>
                  <a:pt x="3597998" y="3009068"/>
                  <a:pt x="3614823" y="3025151"/>
                </a:cubicBezTo>
                <a:cubicBezTo>
                  <a:pt x="3631610" y="3041206"/>
                  <a:pt x="3639744" y="3061705"/>
                  <a:pt x="3639744" y="3087909"/>
                </a:cubicBezTo>
                <a:cubicBezTo>
                  <a:pt x="3639744" y="3114188"/>
                  <a:pt x="3631523" y="3134994"/>
                  <a:pt x="3614610" y="3151511"/>
                </a:cubicBezTo>
                <a:cubicBezTo>
                  <a:pt x="3597580" y="3168189"/>
                  <a:pt x="3573172" y="3176300"/>
                  <a:pt x="3540088" y="3176300"/>
                </a:cubicBezTo>
                <a:lnTo>
                  <a:pt x="3381319" y="3176300"/>
                </a:lnTo>
                <a:close/>
                <a:moveTo>
                  <a:pt x="4511404" y="2984052"/>
                </a:moveTo>
                <a:cubicBezTo>
                  <a:pt x="4550026" y="2984052"/>
                  <a:pt x="4585501" y="2991144"/>
                  <a:pt x="4616949" y="3005123"/>
                </a:cubicBezTo>
                <a:cubicBezTo>
                  <a:pt x="4648259" y="3019117"/>
                  <a:pt x="4675277" y="3039058"/>
                  <a:pt x="4697191" y="3064317"/>
                </a:cubicBezTo>
                <a:cubicBezTo>
                  <a:pt x="4719436" y="3090023"/>
                  <a:pt x="4736818" y="3120929"/>
                  <a:pt x="4748889" y="3156243"/>
                </a:cubicBezTo>
                <a:cubicBezTo>
                  <a:pt x="4761108" y="3192084"/>
                  <a:pt x="4767327" y="3232011"/>
                  <a:pt x="4767327" y="3275099"/>
                </a:cubicBezTo>
                <a:cubicBezTo>
                  <a:pt x="4767327" y="3318158"/>
                  <a:pt x="4761101" y="3358158"/>
                  <a:pt x="4748889" y="3393941"/>
                </a:cubicBezTo>
                <a:cubicBezTo>
                  <a:pt x="4736818" y="3429255"/>
                  <a:pt x="4719436" y="3460190"/>
                  <a:pt x="4697228" y="3485830"/>
                </a:cubicBezTo>
                <a:cubicBezTo>
                  <a:pt x="4675233" y="3511162"/>
                  <a:pt x="4648259" y="3531096"/>
                  <a:pt x="4616986" y="3545024"/>
                </a:cubicBezTo>
                <a:cubicBezTo>
                  <a:pt x="4585501" y="3559032"/>
                  <a:pt x="4550026" y="3566153"/>
                  <a:pt x="4511404" y="3566153"/>
                </a:cubicBezTo>
                <a:cubicBezTo>
                  <a:pt x="4472804" y="3566153"/>
                  <a:pt x="4437285" y="3559047"/>
                  <a:pt x="4405888" y="3545024"/>
                </a:cubicBezTo>
                <a:cubicBezTo>
                  <a:pt x="4374556" y="3531045"/>
                  <a:pt x="4347559" y="3511162"/>
                  <a:pt x="4325601" y="3485830"/>
                </a:cubicBezTo>
                <a:cubicBezTo>
                  <a:pt x="4303393" y="3460190"/>
                  <a:pt x="4285968" y="3429299"/>
                  <a:pt x="4273969" y="3393941"/>
                </a:cubicBezTo>
                <a:cubicBezTo>
                  <a:pt x="4261728" y="3358202"/>
                  <a:pt x="4255525" y="3318209"/>
                  <a:pt x="4255525" y="3275099"/>
                </a:cubicBezTo>
                <a:cubicBezTo>
                  <a:pt x="4255525" y="3231975"/>
                  <a:pt x="4261728" y="3192004"/>
                  <a:pt x="4273969" y="3156243"/>
                </a:cubicBezTo>
                <a:cubicBezTo>
                  <a:pt x="4286019" y="3120929"/>
                  <a:pt x="4303401" y="3090008"/>
                  <a:pt x="4325601" y="3064353"/>
                </a:cubicBezTo>
                <a:cubicBezTo>
                  <a:pt x="4347559" y="3039058"/>
                  <a:pt x="4374556" y="3019139"/>
                  <a:pt x="4405888" y="3005123"/>
                </a:cubicBezTo>
                <a:cubicBezTo>
                  <a:pt x="4437285" y="2991144"/>
                  <a:pt x="4472812" y="2984052"/>
                  <a:pt x="4511404" y="2984052"/>
                </a:cubicBezTo>
                <a:close/>
                <a:moveTo>
                  <a:pt x="9271961" y="2763940"/>
                </a:moveTo>
                <a:lnTo>
                  <a:pt x="9271961" y="3786249"/>
                </a:lnTo>
                <a:lnTo>
                  <a:pt x="10056440" y="3786249"/>
                </a:lnTo>
                <a:lnTo>
                  <a:pt x="10056440" y="3549284"/>
                </a:lnTo>
                <a:lnTo>
                  <a:pt x="9545546" y="3549284"/>
                </a:lnTo>
                <a:lnTo>
                  <a:pt x="9545546" y="3365403"/>
                </a:lnTo>
                <a:lnTo>
                  <a:pt x="9983268" y="3365403"/>
                </a:lnTo>
                <a:lnTo>
                  <a:pt x="9983268" y="3128424"/>
                </a:lnTo>
                <a:lnTo>
                  <a:pt x="9545546" y="3128424"/>
                </a:lnTo>
                <a:lnTo>
                  <a:pt x="9545546" y="3000957"/>
                </a:lnTo>
                <a:lnTo>
                  <a:pt x="10028270" y="3000957"/>
                </a:lnTo>
                <a:lnTo>
                  <a:pt x="10028270" y="2763940"/>
                </a:lnTo>
                <a:close/>
                <a:moveTo>
                  <a:pt x="8193582" y="2763932"/>
                </a:moveTo>
                <a:lnTo>
                  <a:pt x="8530401" y="3786270"/>
                </a:lnTo>
                <a:lnTo>
                  <a:pt x="8858038" y="3786270"/>
                </a:lnTo>
                <a:lnTo>
                  <a:pt x="9192166" y="2772212"/>
                </a:lnTo>
                <a:lnTo>
                  <a:pt x="9194872" y="2763932"/>
                </a:lnTo>
                <a:lnTo>
                  <a:pt x="8901243" y="2763932"/>
                </a:lnTo>
                <a:lnTo>
                  <a:pt x="8694231" y="3480761"/>
                </a:lnTo>
                <a:lnTo>
                  <a:pt x="8487174" y="2763932"/>
                </a:lnTo>
                <a:close/>
                <a:moveTo>
                  <a:pt x="7842425" y="2763932"/>
                </a:moveTo>
                <a:lnTo>
                  <a:pt x="7842425" y="3786270"/>
                </a:lnTo>
                <a:lnTo>
                  <a:pt x="8115980" y="3786270"/>
                </a:lnTo>
                <a:lnTo>
                  <a:pt x="8115980" y="2763932"/>
                </a:lnTo>
                <a:close/>
                <a:moveTo>
                  <a:pt x="5129684" y="2763932"/>
                </a:moveTo>
                <a:lnTo>
                  <a:pt x="5129684" y="3786249"/>
                </a:lnTo>
                <a:lnTo>
                  <a:pt x="5403238" y="3786249"/>
                </a:lnTo>
                <a:lnTo>
                  <a:pt x="5403238" y="3403430"/>
                </a:lnTo>
                <a:lnTo>
                  <a:pt x="5534123" y="3403430"/>
                </a:lnTo>
                <a:lnTo>
                  <a:pt x="5717109" y="3786256"/>
                </a:lnTo>
                <a:lnTo>
                  <a:pt x="6017368" y="3786256"/>
                </a:lnTo>
                <a:lnTo>
                  <a:pt x="5800857" y="3343070"/>
                </a:lnTo>
                <a:cubicBezTo>
                  <a:pt x="5843564" y="3318362"/>
                  <a:pt x="5880257" y="3286260"/>
                  <a:pt x="5909879" y="3247610"/>
                </a:cubicBezTo>
                <a:cubicBezTo>
                  <a:pt x="5945428" y="3201258"/>
                  <a:pt x="5963404" y="3142805"/>
                  <a:pt x="5963404" y="3073857"/>
                </a:cubicBezTo>
                <a:cubicBezTo>
                  <a:pt x="5963404" y="3028400"/>
                  <a:pt x="5954910" y="2986266"/>
                  <a:pt x="5938100" y="2948583"/>
                </a:cubicBezTo>
                <a:cubicBezTo>
                  <a:pt x="5921204" y="2910666"/>
                  <a:pt x="5896070" y="2877435"/>
                  <a:pt x="5863344" y="2849873"/>
                </a:cubicBezTo>
                <a:cubicBezTo>
                  <a:pt x="5831000" y="2822583"/>
                  <a:pt x="5791103" y="2801182"/>
                  <a:pt x="5744649" y="2786228"/>
                </a:cubicBezTo>
                <a:cubicBezTo>
                  <a:pt x="5698863" y="2771428"/>
                  <a:pt x="5646401" y="2763932"/>
                  <a:pt x="5588792" y="2763932"/>
                </a:cubicBezTo>
                <a:close/>
                <a:moveTo>
                  <a:pt x="6990788" y="2763918"/>
                </a:moveTo>
                <a:lnTo>
                  <a:pt x="6990788" y="3786256"/>
                </a:lnTo>
                <a:lnTo>
                  <a:pt x="7264343" y="3786256"/>
                </a:lnTo>
                <a:lnTo>
                  <a:pt x="7264343" y="3375290"/>
                </a:lnTo>
                <a:lnTo>
                  <a:pt x="7685190" y="3375290"/>
                </a:lnTo>
                <a:lnTo>
                  <a:pt x="7685190" y="3138324"/>
                </a:lnTo>
                <a:lnTo>
                  <a:pt x="7264343" y="3138324"/>
                </a:lnTo>
                <a:lnTo>
                  <a:pt x="7264343" y="3000935"/>
                </a:lnTo>
                <a:lnTo>
                  <a:pt x="7752730" y="3000935"/>
                </a:lnTo>
                <a:lnTo>
                  <a:pt x="7752730" y="2763918"/>
                </a:lnTo>
                <a:close/>
                <a:moveTo>
                  <a:pt x="6028075" y="2763881"/>
                </a:moveTo>
                <a:lnTo>
                  <a:pt x="6028075" y="3000905"/>
                </a:lnTo>
                <a:lnTo>
                  <a:pt x="6327813" y="3000905"/>
                </a:lnTo>
                <a:lnTo>
                  <a:pt x="6327813" y="3786219"/>
                </a:lnTo>
                <a:lnTo>
                  <a:pt x="6601420" y="3786219"/>
                </a:lnTo>
                <a:lnTo>
                  <a:pt x="6601420" y="3000905"/>
                </a:lnTo>
                <a:lnTo>
                  <a:pt x="6902647" y="3000905"/>
                </a:lnTo>
                <a:lnTo>
                  <a:pt x="6902647" y="2763881"/>
                </a:lnTo>
                <a:close/>
                <a:moveTo>
                  <a:pt x="3107727" y="2763881"/>
                </a:moveTo>
                <a:lnTo>
                  <a:pt x="3107727" y="3786219"/>
                </a:lnTo>
                <a:lnTo>
                  <a:pt x="3381332" y="3786219"/>
                </a:lnTo>
                <a:lnTo>
                  <a:pt x="3381332" y="3413280"/>
                </a:lnTo>
                <a:lnTo>
                  <a:pt x="3540094" y="3413280"/>
                </a:lnTo>
                <a:cubicBezTo>
                  <a:pt x="3598767" y="3413280"/>
                  <a:pt x="3652071" y="3405278"/>
                  <a:pt x="3698452" y="3389459"/>
                </a:cubicBezTo>
                <a:cubicBezTo>
                  <a:pt x="3745347" y="3373544"/>
                  <a:pt x="3785721" y="3350845"/>
                  <a:pt x="3818519" y="3322117"/>
                </a:cubicBezTo>
                <a:cubicBezTo>
                  <a:pt x="3851670" y="3293030"/>
                  <a:pt x="3877016" y="3257841"/>
                  <a:pt x="3893848" y="3217547"/>
                </a:cubicBezTo>
                <a:cubicBezTo>
                  <a:pt x="3910525" y="3177701"/>
                  <a:pt x="3918960" y="3134085"/>
                  <a:pt x="3918960" y="3087917"/>
                </a:cubicBezTo>
                <a:cubicBezTo>
                  <a:pt x="3918960" y="3041683"/>
                  <a:pt x="3910489" y="2998257"/>
                  <a:pt x="3893811" y="2958858"/>
                </a:cubicBezTo>
                <a:cubicBezTo>
                  <a:pt x="3876972" y="2919049"/>
                  <a:pt x="3851626" y="2884109"/>
                  <a:pt x="3818519" y="2855066"/>
                </a:cubicBezTo>
                <a:cubicBezTo>
                  <a:pt x="3785809" y="2826375"/>
                  <a:pt x="3745383" y="2803720"/>
                  <a:pt x="3698452" y="2787695"/>
                </a:cubicBezTo>
                <a:cubicBezTo>
                  <a:pt x="3651969" y="2771883"/>
                  <a:pt x="3598701" y="2763881"/>
                  <a:pt x="3540094" y="2763881"/>
                </a:cubicBezTo>
                <a:close/>
                <a:moveTo>
                  <a:pt x="4511410" y="2747020"/>
                </a:moveTo>
                <a:cubicBezTo>
                  <a:pt x="4436448" y="2747020"/>
                  <a:pt x="4365968" y="2759913"/>
                  <a:pt x="4301927" y="2785341"/>
                </a:cubicBezTo>
                <a:cubicBezTo>
                  <a:pt x="4237732" y="2810827"/>
                  <a:pt x="4181272" y="2847417"/>
                  <a:pt x="4134099" y="2894076"/>
                </a:cubicBezTo>
                <a:cubicBezTo>
                  <a:pt x="4087007" y="2940692"/>
                  <a:pt x="4049434" y="2997069"/>
                  <a:pt x="4022547" y="3061683"/>
                </a:cubicBezTo>
                <a:cubicBezTo>
                  <a:pt x="3995588" y="3126282"/>
                  <a:pt x="3981983" y="3198053"/>
                  <a:pt x="3981983" y="3275098"/>
                </a:cubicBezTo>
                <a:cubicBezTo>
                  <a:pt x="3981983" y="3353162"/>
                  <a:pt x="3995639" y="3425183"/>
                  <a:pt x="4022591" y="3489225"/>
                </a:cubicBezTo>
                <a:cubicBezTo>
                  <a:pt x="4049434" y="3553398"/>
                  <a:pt x="4087014" y="3609519"/>
                  <a:pt x="4134107" y="3656105"/>
                </a:cubicBezTo>
                <a:cubicBezTo>
                  <a:pt x="4181316" y="3702809"/>
                  <a:pt x="4237781" y="3739413"/>
                  <a:pt x="4301934" y="3764855"/>
                </a:cubicBezTo>
                <a:cubicBezTo>
                  <a:pt x="4365974" y="3790246"/>
                  <a:pt x="4436455" y="3803154"/>
                  <a:pt x="4511426" y="3803154"/>
                </a:cubicBezTo>
                <a:cubicBezTo>
                  <a:pt x="4586431" y="3803154"/>
                  <a:pt x="4656919" y="3790246"/>
                  <a:pt x="4720896" y="3764855"/>
                </a:cubicBezTo>
                <a:cubicBezTo>
                  <a:pt x="4785126" y="3739369"/>
                  <a:pt x="4841592" y="3702765"/>
                  <a:pt x="4888765" y="3656105"/>
                </a:cubicBezTo>
                <a:cubicBezTo>
                  <a:pt x="4935829" y="3609570"/>
                  <a:pt x="4973349" y="3553428"/>
                  <a:pt x="5000339" y="3489225"/>
                </a:cubicBezTo>
                <a:cubicBezTo>
                  <a:pt x="5027225" y="3425117"/>
                  <a:pt x="5040896" y="3353067"/>
                  <a:pt x="5040896" y="3275098"/>
                </a:cubicBezTo>
                <a:cubicBezTo>
                  <a:pt x="5040896" y="3198141"/>
                  <a:pt x="5027263" y="3126362"/>
                  <a:pt x="5000339" y="3061683"/>
                </a:cubicBezTo>
                <a:cubicBezTo>
                  <a:pt x="4973372" y="2997077"/>
                  <a:pt x="4935857" y="2940655"/>
                  <a:pt x="4888757" y="2894084"/>
                </a:cubicBezTo>
                <a:cubicBezTo>
                  <a:pt x="4841629" y="2847461"/>
                  <a:pt x="4785120" y="2810834"/>
                  <a:pt x="4720881" y="2785348"/>
                </a:cubicBezTo>
                <a:cubicBezTo>
                  <a:pt x="4656860" y="2759913"/>
                  <a:pt x="4586380" y="2747020"/>
                  <a:pt x="4511410" y="2747020"/>
                </a:cubicBezTo>
                <a:close/>
                <a:moveTo>
                  <a:pt x="2544687" y="2747020"/>
                </a:moveTo>
                <a:cubicBezTo>
                  <a:pt x="2492966" y="2747020"/>
                  <a:pt x="2444304" y="2753503"/>
                  <a:pt x="2400014" y="2766265"/>
                </a:cubicBezTo>
                <a:cubicBezTo>
                  <a:pt x="2355005" y="2779305"/>
                  <a:pt x="2315525" y="2798953"/>
                  <a:pt x="2282727" y="2824659"/>
                </a:cubicBezTo>
                <a:cubicBezTo>
                  <a:pt x="2249511" y="2850739"/>
                  <a:pt x="2223299" y="2883178"/>
                  <a:pt x="2204817" y="2921095"/>
                </a:cubicBezTo>
                <a:cubicBezTo>
                  <a:pt x="2186438" y="2958925"/>
                  <a:pt x="2177079" y="3002262"/>
                  <a:pt x="2177079" y="3049926"/>
                </a:cubicBezTo>
                <a:cubicBezTo>
                  <a:pt x="2177079" y="3097561"/>
                  <a:pt x="2185975" y="3139718"/>
                  <a:pt x="2203496" y="3175303"/>
                </a:cubicBezTo>
                <a:cubicBezTo>
                  <a:pt x="2221120" y="3211020"/>
                  <a:pt x="2247435" y="3242094"/>
                  <a:pt x="2281796" y="3267713"/>
                </a:cubicBezTo>
                <a:cubicBezTo>
                  <a:pt x="2315063" y="3292546"/>
                  <a:pt x="2356339" y="3313639"/>
                  <a:pt x="2404444" y="3330302"/>
                </a:cubicBezTo>
                <a:cubicBezTo>
                  <a:pt x="2451214" y="3346562"/>
                  <a:pt x="2505919" y="3360614"/>
                  <a:pt x="2566997" y="3372055"/>
                </a:cubicBezTo>
                <a:lnTo>
                  <a:pt x="2612094" y="3380482"/>
                </a:lnTo>
                <a:cubicBezTo>
                  <a:pt x="2663675" y="3389987"/>
                  <a:pt x="2700193" y="3404127"/>
                  <a:pt x="2720595" y="3422543"/>
                </a:cubicBezTo>
                <a:cubicBezTo>
                  <a:pt x="2739334" y="3439507"/>
                  <a:pt x="2748517" y="3459852"/>
                  <a:pt x="2748517" y="3484765"/>
                </a:cubicBezTo>
                <a:cubicBezTo>
                  <a:pt x="2748517" y="3509965"/>
                  <a:pt x="2738997" y="3531132"/>
                  <a:pt x="2719518" y="3549526"/>
                </a:cubicBezTo>
                <a:cubicBezTo>
                  <a:pt x="2699869" y="3568030"/>
                  <a:pt x="2667093" y="3577395"/>
                  <a:pt x="2622091" y="3577395"/>
                </a:cubicBezTo>
                <a:cubicBezTo>
                  <a:pt x="2565904" y="3577395"/>
                  <a:pt x="2519237" y="3563468"/>
                  <a:pt x="2483417" y="3535958"/>
                </a:cubicBezTo>
                <a:cubicBezTo>
                  <a:pt x="2447004" y="3508007"/>
                  <a:pt x="2420410" y="3470603"/>
                  <a:pt x="2404231" y="3424677"/>
                </a:cubicBezTo>
                <a:lnTo>
                  <a:pt x="2396956" y="3403863"/>
                </a:lnTo>
                <a:lnTo>
                  <a:pt x="2135560" y="3469247"/>
                </a:lnTo>
                <a:lnTo>
                  <a:pt x="2144728" y="3494469"/>
                </a:lnTo>
                <a:cubicBezTo>
                  <a:pt x="2160475" y="3537725"/>
                  <a:pt x="2182689" y="3578686"/>
                  <a:pt x="2210757" y="3616112"/>
                </a:cubicBezTo>
                <a:cubicBezTo>
                  <a:pt x="2238964" y="3653736"/>
                  <a:pt x="2273493" y="3686769"/>
                  <a:pt x="2313435" y="3714418"/>
                </a:cubicBezTo>
                <a:cubicBezTo>
                  <a:pt x="2353340" y="3741980"/>
                  <a:pt x="2399398" y="3763938"/>
                  <a:pt x="2450275" y="3779538"/>
                </a:cubicBezTo>
                <a:cubicBezTo>
                  <a:pt x="2501195" y="3795182"/>
                  <a:pt x="2558989" y="3803117"/>
                  <a:pt x="2622084" y="3803117"/>
                </a:cubicBezTo>
                <a:cubicBezTo>
                  <a:pt x="2678740" y="3803117"/>
                  <a:pt x="2731692" y="3795387"/>
                  <a:pt x="2779364" y="3780147"/>
                </a:cubicBezTo>
                <a:cubicBezTo>
                  <a:pt x="2827417" y="3764818"/>
                  <a:pt x="2869552" y="3742794"/>
                  <a:pt x="2904616" y="3714792"/>
                </a:cubicBezTo>
                <a:cubicBezTo>
                  <a:pt x="2940121" y="3686380"/>
                  <a:pt x="2968151" y="3651382"/>
                  <a:pt x="2987968" y="3610817"/>
                </a:cubicBezTo>
                <a:cubicBezTo>
                  <a:pt x="3007784" y="3570171"/>
                  <a:pt x="3017862" y="3523974"/>
                  <a:pt x="3017862" y="3473522"/>
                </a:cubicBezTo>
                <a:cubicBezTo>
                  <a:pt x="3017869" y="3373111"/>
                  <a:pt x="2982409" y="3295325"/>
                  <a:pt x="2912559" y="3242417"/>
                </a:cubicBezTo>
                <a:cubicBezTo>
                  <a:pt x="2846023" y="3192047"/>
                  <a:pt x="2749814" y="3154782"/>
                  <a:pt x="2626535" y="3131687"/>
                </a:cubicBezTo>
                <a:lnTo>
                  <a:pt x="2581394" y="3123201"/>
                </a:lnTo>
                <a:cubicBezTo>
                  <a:pt x="2528955" y="3113608"/>
                  <a:pt x="2491823" y="3101038"/>
                  <a:pt x="2470943" y="3085915"/>
                </a:cubicBezTo>
                <a:cubicBezTo>
                  <a:pt x="2453472" y="3073256"/>
                  <a:pt x="2445001" y="3057796"/>
                  <a:pt x="2445001" y="3038639"/>
                </a:cubicBezTo>
                <a:cubicBezTo>
                  <a:pt x="2445001" y="3019035"/>
                  <a:pt x="2452160" y="3003787"/>
                  <a:pt x="2466879" y="2992119"/>
                </a:cubicBezTo>
                <a:cubicBezTo>
                  <a:pt x="2483015" y="2979277"/>
                  <a:pt x="2509197" y="2972749"/>
                  <a:pt x="2544687" y="2972749"/>
                </a:cubicBezTo>
                <a:cubicBezTo>
                  <a:pt x="2589109" y="2972749"/>
                  <a:pt x="2625369" y="2982401"/>
                  <a:pt x="2652513" y="3001411"/>
                </a:cubicBezTo>
                <a:cubicBezTo>
                  <a:pt x="2680140" y="3020824"/>
                  <a:pt x="2699180" y="3044976"/>
                  <a:pt x="2710643" y="3075324"/>
                </a:cubicBezTo>
                <a:lnTo>
                  <a:pt x="2718241" y="3095434"/>
                </a:lnTo>
                <a:lnTo>
                  <a:pt x="2981785" y="3029999"/>
                </a:lnTo>
                <a:lnTo>
                  <a:pt x="2970968" y="3004000"/>
                </a:lnTo>
                <a:cubicBezTo>
                  <a:pt x="2956080" y="2968305"/>
                  <a:pt x="2935976" y="2934597"/>
                  <a:pt x="2911165" y="2903794"/>
                </a:cubicBezTo>
                <a:cubicBezTo>
                  <a:pt x="2886243" y="2872903"/>
                  <a:pt x="2855734" y="2845466"/>
                  <a:pt x="2820508" y="2822114"/>
                </a:cubicBezTo>
                <a:cubicBezTo>
                  <a:pt x="2785261" y="2798806"/>
                  <a:pt x="2744182" y="2780258"/>
                  <a:pt x="2698520" y="2766962"/>
                </a:cubicBezTo>
                <a:cubicBezTo>
                  <a:pt x="2652887" y="2753738"/>
                  <a:pt x="2601101" y="2747020"/>
                  <a:pt x="2544687" y="2747020"/>
                </a:cubicBezTo>
                <a:close/>
                <a:moveTo>
                  <a:pt x="0" y="0"/>
                </a:moveTo>
                <a:lnTo>
                  <a:pt x="12192000" y="0"/>
                </a:lnTo>
                <a:lnTo>
                  <a:pt x="12192000" y="6858000"/>
                </a:lnTo>
                <a:lnTo>
                  <a:pt x="0" y="6858000"/>
                </a:lnTo>
                <a:close/>
              </a:path>
            </a:pathLst>
          </a:custGeom>
          <a:solidFill>
            <a:schemeClr val="accent6"/>
          </a:solidFill>
        </p:spPr>
        <p:txBody>
          <a:bodyPr wrap="square">
            <a:noAutofit/>
          </a:bodyPr>
          <a:lstStyle>
            <a:lvl1pPr>
              <a:defRPr/>
            </a:lvl1pPr>
          </a:lstStyle>
          <a:p>
            <a:r>
              <a:rPr lang="de-DE"/>
              <a:t> </a:t>
            </a:r>
          </a:p>
        </p:txBody>
      </p:sp>
      <p:sp>
        <p:nvSpPr>
          <p:cNvPr id="52" name="Textplatzhalter 51">
            <a:extLst>
              <a:ext uri="{FF2B5EF4-FFF2-40B4-BE49-F238E27FC236}">
                <a16:creationId xmlns:a16="http://schemas.microsoft.com/office/drawing/2014/main" id="{85BC1E99-B0CA-4A64-ADF0-01DC27AD2B2F}"/>
              </a:ext>
            </a:extLst>
          </p:cNvPr>
          <p:cNvSpPr>
            <a:spLocks noGrp="1"/>
          </p:cNvSpPr>
          <p:nvPr>
            <p:ph type="body" sz="quarter" idx="17" hasCustomPrompt="1"/>
          </p:nvPr>
        </p:nvSpPr>
        <p:spPr bwMode="gray">
          <a:xfrm>
            <a:off x="1" y="0"/>
            <a:ext cx="12188824" cy="6134100"/>
          </a:xfrm>
          <a:custGeom>
            <a:avLst/>
            <a:gdLst>
              <a:gd name="connsiteX0" fmla="*/ 8301143 w 12191999"/>
              <a:gd name="connsiteY0" fmla="*/ 3923111 h 6858000"/>
              <a:gd name="connsiteX1" fmla="*/ 8301143 w 12191999"/>
              <a:gd name="connsiteY1" fmla="*/ 4196755 h 6858000"/>
              <a:gd name="connsiteX2" fmla="*/ 9087309 w 12191999"/>
              <a:gd name="connsiteY2" fmla="*/ 4196755 h 6858000"/>
              <a:gd name="connsiteX3" fmla="*/ 9087309 w 12191999"/>
              <a:gd name="connsiteY3" fmla="*/ 3923111 h 6858000"/>
              <a:gd name="connsiteX4" fmla="*/ 5403230 w 12191999"/>
              <a:gd name="connsiteY4" fmla="*/ 3000956 h 6858000"/>
              <a:gd name="connsiteX5" fmla="*/ 5588777 w 12191999"/>
              <a:gd name="connsiteY5" fmla="*/ 3000956 h 6858000"/>
              <a:gd name="connsiteX6" fmla="*/ 5665953 w 12191999"/>
              <a:gd name="connsiteY6" fmla="*/ 3024821 h 6858000"/>
              <a:gd name="connsiteX7" fmla="*/ 5689832 w 12191999"/>
              <a:gd name="connsiteY7" fmla="*/ 3083699 h 6858000"/>
              <a:gd name="connsiteX8" fmla="*/ 5665953 w 12191999"/>
              <a:gd name="connsiteY8" fmla="*/ 3142570 h 6858000"/>
              <a:gd name="connsiteX9" fmla="*/ 5588777 w 12191999"/>
              <a:gd name="connsiteY9" fmla="*/ 3166436 h 6858000"/>
              <a:gd name="connsiteX10" fmla="*/ 5403230 w 12191999"/>
              <a:gd name="connsiteY10" fmla="*/ 3166436 h 6858000"/>
              <a:gd name="connsiteX11" fmla="*/ 3381318 w 12191999"/>
              <a:gd name="connsiteY11" fmla="*/ 3000898 h 6858000"/>
              <a:gd name="connsiteX12" fmla="*/ 3540087 w 12191999"/>
              <a:gd name="connsiteY12" fmla="*/ 3000898 h 6858000"/>
              <a:gd name="connsiteX13" fmla="*/ 3614822 w 12191999"/>
              <a:gd name="connsiteY13" fmla="*/ 3025151 h 6858000"/>
              <a:gd name="connsiteX14" fmla="*/ 3639743 w 12191999"/>
              <a:gd name="connsiteY14" fmla="*/ 3087909 h 6858000"/>
              <a:gd name="connsiteX15" fmla="*/ 3614609 w 12191999"/>
              <a:gd name="connsiteY15" fmla="*/ 3151511 h 6858000"/>
              <a:gd name="connsiteX16" fmla="*/ 3540087 w 12191999"/>
              <a:gd name="connsiteY16" fmla="*/ 3176300 h 6858000"/>
              <a:gd name="connsiteX17" fmla="*/ 3381318 w 12191999"/>
              <a:gd name="connsiteY17" fmla="*/ 3176300 h 6858000"/>
              <a:gd name="connsiteX18" fmla="*/ 4511403 w 12191999"/>
              <a:gd name="connsiteY18" fmla="*/ 2984052 h 6858000"/>
              <a:gd name="connsiteX19" fmla="*/ 4616948 w 12191999"/>
              <a:gd name="connsiteY19" fmla="*/ 3005123 h 6858000"/>
              <a:gd name="connsiteX20" fmla="*/ 4697190 w 12191999"/>
              <a:gd name="connsiteY20" fmla="*/ 3064317 h 6858000"/>
              <a:gd name="connsiteX21" fmla="*/ 4748888 w 12191999"/>
              <a:gd name="connsiteY21" fmla="*/ 3156243 h 6858000"/>
              <a:gd name="connsiteX22" fmla="*/ 4767326 w 12191999"/>
              <a:gd name="connsiteY22" fmla="*/ 3275099 h 6858000"/>
              <a:gd name="connsiteX23" fmla="*/ 4748888 w 12191999"/>
              <a:gd name="connsiteY23" fmla="*/ 3393941 h 6858000"/>
              <a:gd name="connsiteX24" fmla="*/ 4697227 w 12191999"/>
              <a:gd name="connsiteY24" fmla="*/ 3485830 h 6858000"/>
              <a:gd name="connsiteX25" fmla="*/ 4616985 w 12191999"/>
              <a:gd name="connsiteY25" fmla="*/ 3545024 h 6858000"/>
              <a:gd name="connsiteX26" fmla="*/ 4511403 w 12191999"/>
              <a:gd name="connsiteY26" fmla="*/ 3566153 h 6858000"/>
              <a:gd name="connsiteX27" fmla="*/ 4405887 w 12191999"/>
              <a:gd name="connsiteY27" fmla="*/ 3545024 h 6858000"/>
              <a:gd name="connsiteX28" fmla="*/ 4325600 w 12191999"/>
              <a:gd name="connsiteY28" fmla="*/ 3485830 h 6858000"/>
              <a:gd name="connsiteX29" fmla="*/ 4273968 w 12191999"/>
              <a:gd name="connsiteY29" fmla="*/ 3393941 h 6858000"/>
              <a:gd name="connsiteX30" fmla="*/ 4255524 w 12191999"/>
              <a:gd name="connsiteY30" fmla="*/ 3275099 h 6858000"/>
              <a:gd name="connsiteX31" fmla="*/ 4273968 w 12191999"/>
              <a:gd name="connsiteY31" fmla="*/ 3156243 h 6858000"/>
              <a:gd name="connsiteX32" fmla="*/ 4325600 w 12191999"/>
              <a:gd name="connsiteY32" fmla="*/ 3064353 h 6858000"/>
              <a:gd name="connsiteX33" fmla="*/ 4405887 w 12191999"/>
              <a:gd name="connsiteY33" fmla="*/ 3005123 h 6858000"/>
              <a:gd name="connsiteX34" fmla="*/ 4511403 w 12191999"/>
              <a:gd name="connsiteY34" fmla="*/ 2984052 h 6858000"/>
              <a:gd name="connsiteX35" fmla="*/ 9271960 w 12191999"/>
              <a:gd name="connsiteY35" fmla="*/ 2763940 h 6858000"/>
              <a:gd name="connsiteX36" fmla="*/ 9271960 w 12191999"/>
              <a:gd name="connsiteY36" fmla="*/ 3786249 h 6858000"/>
              <a:gd name="connsiteX37" fmla="*/ 10056439 w 12191999"/>
              <a:gd name="connsiteY37" fmla="*/ 3786249 h 6858000"/>
              <a:gd name="connsiteX38" fmla="*/ 10056439 w 12191999"/>
              <a:gd name="connsiteY38" fmla="*/ 3549284 h 6858000"/>
              <a:gd name="connsiteX39" fmla="*/ 9545545 w 12191999"/>
              <a:gd name="connsiteY39" fmla="*/ 3549284 h 6858000"/>
              <a:gd name="connsiteX40" fmla="*/ 9545545 w 12191999"/>
              <a:gd name="connsiteY40" fmla="*/ 3365403 h 6858000"/>
              <a:gd name="connsiteX41" fmla="*/ 9983267 w 12191999"/>
              <a:gd name="connsiteY41" fmla="*/ 3365403 h 6858000"/>
              <a:gd name="connsiteX42" fmla="*/ 9983267 w 12191999"/>
              <a:gd name="connsiteY42" fmla="*/ 3128424 h 6858000"/>
              <a:gd name="connsiteX43" fmla="*/ 9545545 w 12191999"/>
              <a:gd name="connsiteY43" fmla="*/ 3128424 h 6858000"/>
              <a:gd name="connsiteX44" fmla="*/ 9545545 w 12191999"/>
              <a:gd name="connsiteY44" fmla="*/ 3000957 h 6858000"/>
              <a:gd name="connsiteX45" fmla="*/ 10028269 w 12191999"/>
              <a:gd name="connsiteY45" fmla="*/ 3000957 h 6858000"/>
              <a:gd name="connsiteX46" fmla="*/ 10028269 w 12191999"/>
              <a:gd name="connsiteY46" fmla="*/ 2763940 h 6858000"/>
              <a:gd name="connsiteX47" fmla="*/ 8193581 w 12191999"/>
              <a:gd name="connsiteY47" fmla="*/ 2763932 h 6858000"/>
              <a:gd name="connsiteX48" fmla="*/ 8530400 w 12191999"/>
              <a:gd name="connsiteY48" fmla="*/ 3786270 h 6858000"/>
              <a:gd name="connsiteX49" fmla="*/ 8858037 w 12191999"/>
              <a:gd name="connsiteY49" fmla="*/ 3786270 h 6858000"/>
              <a:gd name="connsiteX50" fmla="*/ 9192165 w 12191999"/>
              <a:gd name="connsiteY50" fmla="*/ 2772212 h 6858000"/>
              <a:gd name="connsiteX51" fmla="*/ 9194871 w 12191999"/>
              <a:gd name="connsiteY51" fmla="*/ 2763932 h 6858000"/>
              <a:gd name="connsiteX52" fmla="*/ 8901242 w 12191999"/>
              <a:gd name="connsiteY52" fmla="*/ 2763932 h 6858000"/>
              <a:gd name="connsiteX53" fmla="*/ 8694230 w 12191999"/>
              <a:gd name="connsiteY53" fmla="*/ 3480761 h 6858000"/>
              <a:gd name="connsiteX54" fmla="*/ 8487173 w 12191999"/>
              <a:gd name="connsiteY54" fmla="*/ 2763932 h 6858000"/>
              <a:gd name="connsiteX55" fmla="*/ 7842424 w 12191999"/>
              <a:gd name="connsiteY55" fmla="*/ 2763932 h 6858000"/>
              <a:gd name="connsiteX56" fmla="*/ 7842424 w 12191999"/>
              <a:gd name="connsiteY56" fmla="*/ 3786270 h 6858000"/>
              <a:gd name="connsiteX57" fmla="*/ 8115979 w 12191999"/>
              <a:gd name="connsiteY57" fmla="*/ 3786270 h 6858000"/>
              <a:gd name="connsiteX58" fmla="*/ 8115979 w 12191999"/>
              <a:gd name="connsiteY58" fmla="*/ 2763932 h 6858000"/>
              <a:gd name="connsiteX59" fmla="*/ 5129683 w 12191999"/>
              <a:gd name="connsiteY59" fmla="*/ 2763932 h 6858000"/>
              <a:gd name="connsiteX60" fmla="*/ 5129683 w 12191999"/>
              <a:gd name="connsiteY60" fmla="*/ 3786249 h 6858000"/>
              <a:gd name="connsiteX61" fmla="*/ 5403237 w 12191999"/>
              <a:gd name="connsiteY61" fmla="*/ 3786249 h 6858000"/>
              <a:gd name="connsiteX62" fmla="*/ 5403237 w 12191999"/>
              <a:gd name="connsiteY62" fmla="*/ 3403430 h 6858000"/>
              <a:gd name="connsiteX63" fmla="*/ 5534122 w 12191999"/>
              <a:gd name="connsiteY63" fmla="*/ 3403430 h 6858000"/>
              <a:gd name="connsiteX64" fmla="*/ 5717109 w 12191999"/>
              <a:gd name="connsiteY64" fmla="*/ 3786256 h 6858000"/>
              <a:gd name="connsiteX65" fmla="*/ 6017367 w 12191999"/>
              <a:gd name="connsiteY65" fmla="*/ 3786256 h 6858000"/>
              <a:gd name="connsiteX66" fmla="*/ 5800856 w 12191999"/>
              <a:gd name="connsiteY66" fmla="*/ 3343070 h 6858000"/>
              <a:gd name="connsiteX67" fmla="*/ 5909878 w 12191999"/>
              <a:gd name="connsiteY67" fmla="*/ 3247610 h 6858000"/>
              <a:gd name="connsiteX68" fmla="*/ 5963403 w 12191999"/>
              <a:gd name="connsiteY68" fmla="*/ 3073857 h 6858000"/>
              <a:gd name="connsiteX69" fmla="*/ 5938099 w 12191999"/>
              <a:gd name="connsiteY69" fmla="*/ 2948583 h 6858000"/>
              <a:gd name="connsiteX70" fmla="*/ 5863343 w 12191999"/>
              <a:gd name="connsiteY70" fmla="*/ 2849873 h 6858000"/>
              <a:gd name="connsiteX71" fmla="*/ 5744648 w 12191999"/>
              <a:gd name="connsiteY71" fmla="*/ 2786228 h 6858000"/>
              <a:gd name="connsiteX72" fmla="*/ 5588791 w 12191999"/>
              <a:gd name="connsiteY72" fmla="*/ 2763932 h 6858000"/>
              <a:gd name="connsiteX73" fmla="*/ 6990787 w 12191999"/>
              <a:gd name="connsiteY73" fmla="*/ 2763918 h 6858000"/>
              <a:gd name="connsiteX74" fmla="*/ 6990787 w 12191999"/>
              <a:gd name="connsiteY74" fmla="*/ 3786256 h 6858000"/>
              <a:gd name="connsiteX75" fmla="*/ 7264342 w 12191999"/>
              <a:gd name="connsiteY75" fmla="*/ 3786256 h 6858000"/>
              <a:gd name="connsiteX76" fmla="*/ 7264342 w 12191999"/>
              <a:gd name="connsiteY76" fmla="*/ 3375290 h 6858000"/>
              <a:gd name="connsiteX77" fmla="*/ 7685189 w 12191999"/>
              <a:gd name="connsiteY77" fmla="*/ 3375290 h 6858000"/>
              <a:gd name="connsiteX78" fmla="*/ 7685189 w 12191999"/>
              <a:gd name="connsiteY78" fmla="*/ 3138324 h 6858000"/>
              <a:gd name="connsiteX79" fmla="*/ 7264342 w 12191999"/>
              <a:gd name="connsiteY79" fmla="*/ 3138324 h 6858000"/>
              <a:gd name="connsiteX80" fmla="*/ 7264342 w 12191999"/>
              <a:gd name="connsiteY80" fmla="*/ 3000935 h 6858000"/>
              <a:gd name="connsiteX81" fmla="*/ 7752729 w 12191999"/>
              <a:gd name="connsiteY81" fmla="*/ 3000935 h 6858000"/>
              <a:gd name="connsiteX82" fmla="*/ 7752729 w 12191999"/>
              <a:gd name="connsiteY82" fmla="*/ 2763918 h 6858000"/>
              <a:gd name="connsiteX83" fmla="*/ 6028074 w 12191999"/>
              <a:gd name="connsiteY83" fmla="*/ 2763881 h 6858000"/>
              <a:gd name="connsiteX84" fmla="*/ 6028074 w 12191999"/>
              <a:gd name="connsiteY84" fmla="*/ 3000905 h 6858000"/>
              <a:gd name="connsiteX85" fmla="*/ 6327812 w 12191999"/>
              <a:gd name="connsiteY85" fmla="*/ 3000905 h 6858000"/>
              <a:gd name="connsiteX86" fmla="*/ 6327812 w 12191999"/>
              <a:gd name="connsiteY86" fmla="*/ 3786219 h 6858000"/>
              <a:gd name="connsiteX87" fmla="*/ 6601419 w 12191999"/>
              <a:gd name="connsiteY87" fmla="*/ 3786219 h 6858000"/>
              <a:gd name="connsiteX88" fmla="*/ 6601419 w 12191999"/>
              <a:gd name="connsiteY88" fmla="*/ 3000905 h 6858000"/>
              <a:gd name="connsiteX89" fmla="*/ 6902646 w 12191999"/>
              <a:gd name="connsiteY89" fmla="*/ 3000905 h 6858000"/>
              <a:gd name="connsiteX90" fmla="*/ 6902646 w 12191999"/>
              <a:gd name="connsiteY90" fmla="*/ 2763881 h 6858000"/>
              <a:gd name="connsiteX91" fmla="*/ 3107726 w 12191999"/>
              <a:gd name="connsiteY91" fmla="*/ 2763881 h 6858000"/>
              <a:gd name="connsiteX92" fmla="*/ 3107726 w 12191999"/>
              <a:gd name="connsiteY92" fmla="*/ 3786219 h 6858000"/>
              <a:gd name="connsiteX93" fmla="*/ 3381331 w 12191999"/>
              <a:gd name="connsiteY93" fmla="*/ 3786219 h 6858000"/>
              <a:gd name="connsiteX94" fmla="*/ 3381331 w 12191999"/>
              <a:gd name="connsiteY94" fmla="*/ 3413280 h 6858000"/>
              <a:gd name="connsiteX95" fmla="*/ 3540093 w 12191999"/>
              <a:gd name="connsiteY95" fmla="*/ 3413280 h 6858000"/>
              <a:gd name="connsiteX96" fmla="*/ 3698451 w 12191999"/>
              <a:gd name="connsiteY96" fmla="*/ 3389459 h 6858000"/>
              <a:gd name="connsiteX97" fmla="*/ 3818518 w 12191999"/>
              <a:gd name="connsiteY97" fmla="*/ 3322117 h 6858000"/>
              <a:gd name="connsiteX98" fmla="*/ 3893847 w 12191999"/>
              <a:gd name="connsiteY98" fmla="*/ 3217547 h 6858000"/>
              <a:gd name="connsiteX99" fmla="*/ 3918959 w 12191999"/>
              <a:gd name="connsiteY99" fmla="*/ 3087917 h 6858000"/>
              <a:gd name="connsiteX100" fmla="*/ 3893810 w 12191999"/>
              <a:gd name="connsiteY100" fmla="*/ 2958858 h 6858000"/>
              <a:gd name="connsiteX101" fmla="*/ 3818518 w 12191999"/>
              <a:gd name="connsiteY101" fmla="*/ 2855066 h 6858000"/>
              <a:gd name="connsiteX102" fmla="*/ 3698451 w 12191999"/>
              <a:gd name="connsiteY102" fmla="*/ 2787695 h 6858000"/>
              <a:gd name="connsiteX103" fmla="*/ 3540093 w 12191999"/>
              <a:gd name="connsiteY103" fmla="*/ 2763881 h 6858000"/>
              <a:gd name="connsiteX104" fmla="*/ 4511409 w 12191999"/>
              <a:gd name="connsiteY104" fmla="*/ 2747020 h 6858000"/>
              <a:gd name="connsiteX105" fmla="*/ 4301926 w 12191999"/>
              <a:gd name="connsiteY105" fmla="*/ 2785341 h 6858000"/>
              <a:gd name="connsiteX106" fmla="*/ 4134098 w 12191999"/>
              <a:gd name="connsiteY106" fmla="*/ 2894076 h 6858000"/>
              <a:gd name="connsiteX107" fmla="*/ 4022546 w 12191999"/>
              <a:gd name="connsiteY107" fmla="*/ 3061683 h 6858000"/>
              <a:gd name="connsiteX108" fmla="*/ 3981982 w 12191999"/>
              <a:gd name="connsiteY108" fmla="*/ 3275098 h 6858000"/>
              <a:gd name="connsiteX109" fmla="*/ 4022590 w 12191999"/>
              <a:gd name="connsiteY109" fmla="*/ 3489225 h 6858000"/>
              <a:gd name="connsiteX110" fmla="*/ 4134106 w 12191999"/>
              <a:gd name="connsiteY110" fmla="*/ 3656105 h 6858000"/>
              <a:gd name="connsiteX111" fmla="*/ 4301934 w 12191999"/>
              <a:gd name="connsiteY111" fmla="*/ 3764855 h 6858000"/>
              <a:gd name="connsiteX112" fmla="*/ 4511425 w 12191999"/>
              <a:gd name="connsiteY112" fmla="*/ 3803154 h 6858000"/>
              <a:gd name="connsiteX113" fmla="*/ 4720895 w 12191999"/>
              <a:gd name="connsiteY113" fmla="*/ 3764855 h 6858000"/>
              <a:gd name="connsiteX114" fmla="*/ 4888764 w 12191999"/>
              <a:gd name="connsiteY114" fmla="*/ 3656105 h 6858000"/>
              <a:gd name="connsiteX115" fmla="*/ 5000338 w 12191999"/>
              <a:gd name="connsiteY115" fmla="*/ 3489225 h 6858000"/>
              <a:gd name="connsiteX116" fmla="*/ 5040895 w 12191999"/>
              <a:gd name="connsiteY116" fmla="*/ 3275098 h 6858000"/>
              <a:gd name="connsiteX117" fmla="*/ 5000338 w 12191999"/>
              <a:gd name="connsiteY117" fmla="*/ 3061683 h 6858000"/>
              <a:gd name="connsiteX118" fmla="*/ 4888756 w 12191999"/>
              <a:gd name="connsiteY118" fmla="*/ 2894084 h 6858000"/>
              <a:gd name="connsiteX119" fmla="*/ 4720880 w 12191999"/>
              <a:gd name="connsiteY119" fmla="*/ 2785348 h 6858000"/>
              <a:gd name="connsiteX120" fmla="*/ 4511409 w 12191999"/>
              <a:gd name="connsiteY120" fmla="*/ 2747020 h 6858000"/>
              <a:gd name="connsiteX121" fmla="*/ 2544686 w 12191999"/>
              <a:gd name="connsiteY121" fmla="*/ 2747020 h 6858000"/>
              <a:gd name="connsiteX122" fmla="*/ 2400013 w 12191999"/>
              <a:gd name="connsiteY122" fmla="*/ 2766265 h 6858000"/>
              <a:gd name="connsiteX123" fmla="*/ 2282726 w 12191999"/>
              <a:gd name="connsiteY123" fmla="*/ 2824659 h 6858000"/>
              <a:gd name="connsiteX124" fmla="*/ 2204816 w 12191999"/>
              <a:gd name="connsiteY124" fmla="*/ 2921095 h 6858000"/>
              <a:gd name="connsiteX125" fmla="*/ 2177078 w 12191999"/>
              <a:gd name="connsiteY125" fmla="*/ 3049926 h 6858000"/>
              <a:gd name="connsiteX126" fmla="*/ 2203495 w 12191999"/>
              <a:gd name="connsiteY126" fmla="*/ 3175303 h 6858000"/>
              <a:gd name="connsiteX127" fmla="*/ 2281795 w 12191999"/>
              <a:gd name="connsiteY127" fmla="*/ 3267713 h 6858000"/>
              <a:gd name="connsiteX128" fmla="*/ 2404443 w 12191999"/>
              <a:gd name="connsiteY128" fmla="*/ 3330302 h 6858000"/>
              <a:gd name="connsiteX129" fmla="*/ 2566996 w 12191999"/>
              <a:gd name="connsiteY129" fmla="*/ 3372055 h 6858000"/>
              <a:gd name="connsiteX130" fmla="*/ 2612093 w 12191999"/>
              <a:gd name="connsiteY130" fmla="*/ 3380482 h 6858000"/>
              <a:gd name="connsiteX131" fmla="*/ 2720594 w 12191999"/>
              <a:gd name="connsiteY131" fmla="*/ 3422543 h 6858000"/>
              <a:gd name="connsiteX132" fmla="*/ 2748516 w 12191999"/>
              <a:gd name="connsiteY132" fmla="*/ 3484765 h 6858000"/>
              <a:gd name="connsiteX133" fmla="*/ 2719517 w 12191999"/>
              <a:gd name="connsiteY133" fmla="*/ 3549526 h 6858000"/>
              <a:gd name="connsiteX134" fmla="*/ 2622090 w 12191999"/>
              <a:gd name="connsiteY134" fmla="*/ 3577395 h 6858000"/>
              <a:gd name="connsiteX135" fmla="*/ 2483416 w 12191999"/>
              <a:gd name="connsiteY135" fmla="*/ 3535958 h 6858000"/>
              <a:gd name="connsiteX136" fmla="*/ 2404230 w 12191999"/>
              <a:gd name="connsiteY136" fmla="*/ 3424677 h 6858000"/>
              <a:gd name="connsiteX137" fmla="*/ 2396955 w 12191999"/>
              <a:gd name="connsiteY137" fmla="*/ 3403863 h 6858000"/>
              <a:gd name="connsiteX138" fmla="*/ 2135559 w 12191999"/>
              <a:gd name="connsiteY138" fmla="*/ 3469247 h 6858000"/>
              <a:gd name="connsiteX139" fmla="*/ 2144727 w 12191999"/>
              <a:gd name="connsiteY139" fmla="*/ 3494469 h 6858000"/>
              <a:gd name="connsiteX140" fmla="*/ 2210756 w 12191999"/>
              <a:gd name="connsiteY140" fmla="*/ 3616112 h 6858000"/>
              <a:gd name="connsiteX141" fmla="*/ 2313434 w 12191999"/>
              <a:gd name="connsiteY141" fmla="*/ 3714418 h 6858000"/>
              <a:gd name="connsiteX142" fmla="*/ 2450274 w 12191999"/>
              <a:gd name="connsiteY142" fmla="*/ 3779538 h 6858000"/>
              <a:gd name="connsiteX143" fmla="*/ 2622083 w 12191999"/>
              <a:gd name="connsiteY143" fmla="*/ 3803117 h 6858000"/>
              <a:gd name="connsiteX144" fmla="*/ 2779363 w 12191999"/>
              <a:gd name="connsiteY144" fmla="*/ 3780147 h 6858000"/>
              <a:gd name="connsiteX145" fmla="*/ 2904615 w 12191999"/>
              <a:gd name="connsiteY145" fmla="*/ 3714792 h 6858000"/>
              <a:gd name="connsiteX146" fmla="*/ 2987967 w 12191999"/>
              <a:gd name="connsiteY146" fmla="*/ 3610817 h 6858000"/>
              <a:gd name="connsiteX147" fmla="*/ 3017861 w 12191999"/>
              <a:gd name="connsiteY147" fmla="*/ 3473522 h 6858000"/>
              <a:gd name="connsiteX148" fmla="*/ 2912558 w 12191999"/>
              <a:gd name="connsiteY148" fmla="*/ 3242417 h 6858000"/>
              <a:gd name="connsiteX149" fmla="*/ 2626534 w 12191999"/>
              <a:gd name="connsiteY149" fmla="*/ 3131687 h 6858000"/>
              <a:gd name="connsiteX150" fmla="*/ 2581393 w 12191999"/>
              <a:gd name="connsiteY150" fmla="*/ 3123201 h 6858000"/>
              <a:gd name="connsiteX151" fmla="*/ 2470942 w 12191999"/>
              <a:gd name="connsiteY151" fmla="*/ 3085915 h 6858000"/>
              <a:gd name="connsiteX152" fmla="*/ 2445000 w 12191999"/>
              <a:gd name="connsiteY152" fmla="*/ 3038639 h 6858000"/>
              <a:gd name="connsiteX153" fmla="*/ 2466878 w 12191999"/>
              <a:gd name="connsiteY153" fmla="*/ 2992119 h 6858000"/>
              <a:gd name="connsiteX154" fmla="*/ 2544686 w 12191999"/>
              <a:gd name="connsiteY154" fmla="*/ 2972749 h 6858000"/>
              <a:gd name="connsiteX155" fmla="*/ 2652512 w 12191999"/>
              <a:gd name="connsiteY155" fmla="*/ 3001411 h 6858000"/>
              <a:gd name="connsiteX156" fmla="*/ 2710642 w 12191999"/>
              <a:gd name="connsiteY156" fmla="*/ 3075324 h 6858000"/>
              <a:gd name="connsiteX157" fmla="*/ 2718240 w 12191999"/>
              <a:gd name="connsiteY157" fmla="*/ 3095434 h 6858000"/>
              <a:gd name="connsiteX158" fmla="*/ 2981784 w 12191999"/>
              <a:gd name="connsiteY158" fmla="*/ 3029999 h 6858000"/>
              <a:gd name="connsiteX159" fmla="*/ 2970967 w 12191999"/>
              <a:gd name="connsiteY159" fmla="*/ 3004000 h 6858000"/>
              <a:gd name="connsiteX160" fmla="*/ 2911164 w 12191999"/>
              <a:gd name="connsiteY160" fmla="*/ 2903794 h 6858000"/>
              <a:gd name="connsiteX161" fmla="*/ 2820507 w 12191999"/>
              <a:gd name="connsiteY161" fmla="*/ 2822114 h 6858000"/>
              <a:gd name="connsiteX162" fmla="*/ 2698519 w 12191999"/>
              <a:gd name="connsiteY162" fmla="*/ 2766962 h 6858000"/>
              <a:gd name="connsiteX163" fmla="*/ 2544686 w 12191999"/>
              <a:gd name="connsiteY163" fmla="*/ 2747020 h 6858000"/>
              <a:gd name="connsiteX164" fmla="*/ 0 w 12191999"/>
              <a:gd name="connsiteY164" fmla="*/ 0 h 6858000"/>
              <a:gd name="connsiteX165" fmla="*/ 12191999 w 12191999"/>
              <a:gd name="connsiteY165" fmla="*/ 0 h 6858000"/>
              <a:gd name="connsiteX166" fmla="*/ 12191999 w 12191999"/>
              <a:gd name="connsiteY166" fmla="*/ 6858000 h 6858000"/>
              <a:gd name="connsiteX167" fmla="*/ 0 w 12191999"/>
              <a:gd name="connsiteY16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2191999" h="6858000">
                <a:moveTo>
                  <a:pt x="8301143" y="3923111"/>
                </a:moveTo>
                <a:lnTo>
                  <a:pt x="8301143" y="4196755"/>
                </a:lnTo>
                <a:lnTo>
                  <a:pt x="9087309" y="4196755"/>
                </a:lnTo>
                <a:lnTo>
                  <a:pt x="9087309" y="3923111"/>
                </a:lnTo>
                <a:close/>
                <a:moveTo>
                  <a:pt x="5403230" y="3000956"/>
                </a:moveTo>
                <a:lnTo>
                  <a:pt x="5588777" y="3000956"/>
                </a:lnTo>
                <a:cubicBezTo>
                  <a:pt x="5624120" y="3000956"/>
                  <a:pt x="5650067" y="3008958"/>
                  <a:pt x="5665953" y="3024821"/>
                </a:cubicBezTo>
                <a:cubicBezTo>
                  <a:pt x="5682029" y="3040890"/>
                  <a:pt x="5689832" y="3060150"/>
                  <a:pt x="5689832" y="3083699"/>
                </a:cubicBezTo>
                <a:cubicBezTo>
                  <a:pt x="5689832" y="3107242"/>
                  <a:pt x="5682023" y="3126531"/>
                  <a:pt x="5665953" y="3142570"/>
                </a:cubicBezTo>
                <a:cubicBezTo>
                  <a:pt x="5650067" y="3158427"/>
                  <a:pt x="5624120" y="3166436"/>
                  <a:pt x="5588777" y="3166436"/>
                </a:cubicBezTo>
                <a:lnTo>
                  <a:pt x="5403230" y="3166436"/>
                </a:lnTo>
                <a:close/>
                <a:moveTo>
                  <a:pt x="3381318" y="3000898"/>
                </a:moveTo>
                <a:lnTo>
                  <a:pt x="3540087" y="3000898"/>
                </a:lnTo>
                <a:cubicBezTo>
                  <a:pt x="3572834" y="3000898"/>
                  <a:pt x="3597997" y="3009068"/>
                  <a:pt x="3614822" y="3025151"/>
                </a:cubicBezTo>
                <a:cubicBezTo>
                  <a:pt x="3631609" y="3041206"/>
                  <a:pt x="3639743" y="3061705"/>
                  <a:pt x="3639743" y="3087909"/>
                </a:cubicBezTo>
                <a:cubicBezTo>
                  <a:pt x="3639743" y="3114188"/>
                  <a:pt x="3631522" y="3134994"/>
                  <a:pt x="3614609" y="3151511"/>
                </a:cubicBezTo>
                <a:cubicBezTo>
                  <a:pt x="3597579" y="3168189"/>
                  <a:pt x="3573171" y="3176300"/>
                  <a:pt x="3540087" y="3176300"/>
                </a:cubicBezTo>
                <a:lnTo>
                  <a:pt x="3381318" y="3176300"/>
                </a:lnTo>
                <a:close/>
                <a:moveTo>
                  <a:pt x="4511403" y="2984052"/>
                </a:moveTo>
                <a:cubicBezTo>
                  <a:pt x="4550025" y="2984052"/>
                  <a:pt x="4585500" y="2991144"/>
                  <a:pt x="4616948" y="3005123"/>
                </a:cubicBezTo>
                <a:cubicBezTo>
                  <a:pt x="4648259" y="3019117"/>
                  <a:pt x="4675276" y="3039058"/>
                  <a:pt x="4697190" y="3064317"/>
                </a:cubicBezTo>
                <a:cubicBezTo>
                  <a:pt x="4719435" y="3090023"/>
                  <a:pt x="4736817" y="3120929"/>
                  <a:pt x="4748888" y="3156243"/>
                </a:cubicBezTo>
                <a:cubicBezTo>
                  <a:pt x="4761107" y="3192084"/>
                  <a:pt x="4767326" y="3232011"/>
                  <a:pt x="4767326" y="3275099"/>
                </a:cubicBezTo>
                <a:cubicBezTo>
                  <a:pt x="4767326" y="3318158"/>
                  <a:pt x="4761100" y="3358158"/>
                  <a:pt x="4748888" y="3393941"/>
                </a:cubicBezTo>
                <a:cubicBezTo>
                  <a:pt x="4736817" y="3429255"/>
                  <a:pt x="4719435" y="3460190"/>
                  <a:pt x="4697227" y="3485830"/>
                </a:cubicBezTo>
                <a:cubicBezTo>
                  <a:pt x="4675232" y="3511162"/>
                  <a:pt x="4648259" y="3531096"/>
                  <a:pt x="4616985" y="3545024"/>
                </a:cubicBezTo>
                <a:cubicBezTo>
                  <a:pt x="4585500" y="3559032"/>
                  <a:pt x="4550025" y="3566153"/>
                  <a:pt x="4511403" y="3566153"/>
                </a:cubicBezTo>
                <a:cubicBezTo>
                  <a:pt x="4472803" y="3566153"/>
                  <a:pt x="4437284" y="3559047"/>
                  <a:pt x="4405887" y="3545024"/>
                </a:cubicBezTo>
                <a:cubicBezTo>
                  <a:pt x="4374555" y="3531045"/>
                  <a:pt x="4347558" y="3511162"/>
                  <a:pt x="4325600" y="3485830"/>
                </a:cubicBezTo>
                <a:cubicBezTo>
                  <a:pt x="4303392" y="3460190"/>
                  <a:pt x="4285967" y="3429299"/>
                  <a:pt x="4273968" y="3393941"/>
                </a:cubicBezTo>
                <a:cubicBezTo>
                  <a:pt x="4261727" y="3358202"/>
                  <a:pt x="4255524" y="3318209"/>
                  <a:pt x="4255524" y="3275099"/>
                </a:cubicBezTo>
                <a:cubicBezTo>
                  <a:pt x="4255524" y="3231975"/>
                  <a:pt x="4261727" y="3192004"/>
                  <a:pt x="4273968" y="3156243"/>
                </a:cubicBezTo>
                <a:cubicBezTo>
                  <a:pt x="4286018" y="3120929"/>
                  <a:pt x="4303400" y="3090008"/>
                  <a:pt x="4325600" y="3064353"/>
                </a:cubicBezTo>
                <a:cubicBezTo>
                  <a:pt x="4347558" y="3039058"/>
                  <a:pt x="4374555" y="3019139"/>
                  <a:pt x="4405887" y="3005123"/>
                </a:cubicBezTo>
                <a:cubicBezTo>
                  <a:pt x="4437284" y="2991144"/>
                  <a:pt x="4472811" y="2984052"/>
                  <a:pt x="4511403" y="2984052"/>
                </a:cubicBezTo>
                <a:close/>
                <a:moveTo>
                  <a:pt x="9271960" y="2763940"/>
                </a:moveTo>
                <a:lnTo>
                  <a:pt x="9271960" y="3786249"/>
                </a:lnTo>
                <a:lnTo>
                  <a:pt x="10056439" y="3786249"/>
                </a:lnTo>
                <a:lnTo>
                  <a:pt x="10056439" y="3549284"/>
                </a:lnTo>
                <a:lnTo>
                  <a:pt x="9545545" y="3549284"/>
                </a:lnTo>
                <a:lnTo>
                  <a:pt x="9545545" y="3365403"/>
                </a:lnTo>
                <a:lnTo>
                  <a:pt x="9983267" y="3365403"/>
                </a:lnTo>
                <a:lnTo>
                  <a:pt x="9983267" y="3128424"/>
                </a:lnTo>
                <a:lnTo>
                  <a:pt x="9545545" y="3128424"/>
                </a:lnTo>
                <a:lnTo>
                  <a:pt x="9545545" y="3000957"/>
                </a:lnTo>
                <a:lnTo>
                  <a:pt x="10028269" y="3000957"/>
                </a:lnTo>
                <a:lnTo>
                  <a:pt x="10028269" y="2763940"/>
                </a:lnTo>
                <a:close/>
                <a:moveTo>
                  <a:pt x="8193581" y="2763932"/>
                </a:moveTo>
                <a:lnTo>
                  <a:pt x="8530400" y="3786270"/>
                </a:lnTo>
                <a:lnTo>
                  <a:pt x="8858037" y="3786270"/>
                </a:lnTo>
                <a:lnTo>
                  <a:pt x="9192165" y="2772212"/>
                </a:lnTo>
                <a:lnTo>
                  <a:pt x="9194871" y="2763932"/>
                </a:lnTo>
                <a:lnTo>
                  <a:pt x="8901242" y="2763932"/>
                </a:lnTo>
                <a:lnTo>
                  <a:pt x="8694230" y="3480761"/>
                </a:lnTo>
                <a:lnTo>
                  <a:pt x="8487173" y="2763932"/>
                </a:lnTo>
                <a:close/>
                <a:moveTo>
                  <a:pt x="7842424" y="2763932"/>
                </a:moveTo>
                <a:lnTo>
                  <a:pt x="7842424" y="3786270"/>
                </a:lnTo>
                <a:lnTo>
                  <a:pt x="8115979" y="3786270"/>
                </a:lnTo>
                <a:lnTo>
                  <a:pt x="8115979" y="2763932"/>
                </a:lnTo>
                <a:close/>
                <a:moveTo>
                  <a:pt x="5129683" y="2763932"/>
                </a:moveTo>
                <a:lnTo>
                  <a:pt x="5129683" y="3786249"/>
                </a:lnTo>
                <a:lnTo>
                  <a:pt x="5403237" y="3786249"/>
                </a:lnTo>
                <a:lnTo>
                  <a:pt x="5403237" y="3403430"/>
                </a:lnTo>
                <a:lnTo>
                  <a:pt x="5534122" y="3403430"/>
                </a:lnTo>
                <a:lnTo>
                  <a:pt x="5717109" y="3786256"/>
                </a:lnTo>
                <a:lnTo>
                  <a:pt x="6017367" y="3786256"/>
                </a:lnTo>
                <a:lnTo>
                  <a:pt x="5800856" y="3343070"/>
                </a:lnTo>
                <a:cubicBezTo>
                  <a:pt x="5843563" y="3318362"/>
                  <a:pt x="5880256" y="3286260"/>
                  <a:pt x="5909878" y="3247610"/>
                </a:cubicBezTo>
                <a:cubicBezTo>
                  <a:pt x="5945427" y="3201258"/>
                  <a:pt x="5963403" y="3142805"/>
                  <a:pt x="5963403" y="3073857"/>
                </a:cubicBezTo>
                <a:cubicBezTo>
                  <a:pt x="5963403" y="3028400"/>
                  <a:pt x="5954909" y="2986266"/>
                  <a:pt x="5938099" y="2948583"/>
                </a:cubicBezTo>
                <a:cubicBezTo>
                  <a:pt x="5921203" y="2910666"/>
                  <a:pt x="5896069" y="2877435"/>
                  <a:pt x="5863343" y="2849873"/>
                </a:cubicBezTo>
                <a:cubicBezTo>
                  <a:pt x="5830999" y="2822583"/>
                  <a:pt x="5791102" y="2801182"/>
                  <a:pt x="5744648" y="2786228"/>
                </a:cubicBezTo>
                <a:cubicBezTo>
                  <a:pt x="5698862" y="2771428"/>
                  <a:pt x="5646400" y="2763932"/>
                  <a:pt x="5588791" y="2763932"/>
                </a:cubicBezTo>
                <a:close/>
                <a:moveTo>
                  <a:pt x="6990787" y="2763918"/>
                </a:moveTo>
                <a:lnTo>
                  <a:pt x="6990787" y="3786256"/>
                </a:lnTo>
                <a:lnTo>
                  <a:pt x="7264342" y="3786256"/>
                </a:lnTo>
                <a:lnTo>
                  <a:pt x="7264342" y="3375290"/>
                </a:lnTo>
                <a:lnTo>
                  <a:pt x="7685189" y="3375290"/>
                </a:lnTo>
                <a:lnTo>
                  <a:pt x="7685189" y="3138324"/>
                </a:lnTo>
                <a:lnTo>
                  <a:pt x="7264342" y="3138324"/>
                </a:lnTo>
                <a:lnTo>
                  <a:pt x="7264342" y="3000935"/>
                </a:lnTo>
                <a:lnTo>
                  <a:pt x="7752729" y="3000935"/>
                </a:lnTo>
                <a:lnTo>
                  <a:pt x="7752729" y="2763918"/>
                </a:lnTo>
                <a:close/>
                <a:moveTo>
                  <a:pt x="6028074" y="2763881"/>
                </a:moveTo>
                <a:lnTo>
                  <a:pt x="6028074" y="3000905"/>
                </a:lnTo>
                <a:lnTo>
                  <a:pt x="6327812" y="3000905"/>
                </a:lnTo>
                <a:lnTo>
                  <a:pt x="6327812" y="3786219"/>
                </a:lnTo>
                <a:lnTo>
                  <a:pt x="6601419" y="3786219"/>
                </a:lnTo>
                <a:lnTo>
                  <a:pt x="6601419" y="3000905"/>
                </a:lnTo>
                <a:lnTo>
                  <a:pt x="6902646" y="3000905"/>
                </a:lnTo>
                <a:lnTo>
                  <a:pt x="6902646" y="2763881"/>
                </a:lnTo>
                <a:close/>
                <a:moveTo>
                  <a:pt x="3107726" y="2763881"/>
                </a:moveTo>
                <a:lnTo>
                  <a:pt x="3107726" y="3786219"/>
                </a:lnTo>
                <a:lnTo>
                  <a:pt x="3381331" y="3786219"/>
                </a:lnTo>
                <a:lnTo>
                  <a:pt x="3381331" y="3413280"/>
                </a:lnTo>
                <a:lnTo>
                  <a:pt x="3540093" y="3413280"/>
                </a:lnTo>
                <a:cubicBezTo>
                  <a:pt x="3598766" y="3413280"/>
                  <a:pt x="3652070" y="3405278"/>
                  <a:pt x="3698451" y="3389459"/>
                </a:cubicBezTo>
                <a:cubicBezTo>
                  <a:pt x="3745346" y="3373544"/>
                  <a:pt x="3785720" y="3350845"/>
                  <a:pt x="3818518" y="3322117"/>
                </a:cubicBezTo>
                <a:cubicBezTo>
                  <a:pt x="3851669" y="3293030"/>
                  <a:pt x="3877015" y="3257841"/>
                  <a:pt x="3893847" y="3217547"/>
                </a:cubicBezTo>
                <a:cubicBezTo>
                  <a:pt x="3910524" y="3177701"/>
                  <a:pt x="3918959" y="3134085"/>
                  <a:pt x="3918959" y="3087917"/>
                </a:cubicBezTo>
                <a:cubicBezTo>
                  <a:pt x="3918959" y="3041683"/>
                  <a:pt x="3910488" y="2998257"/>
                  <a:pt x="3893810" y="2958858"/>
                </a:cubicBezTo>
                <a:cubicBezTo>
                  <a:pt x="3876971" y="2919049"/>
                  <a:pt x="3851625" y="2884109"/>
                  <a:pt x="3818518" y="2855066"/>
                </a:cubicBezTo>
                <a:cubicBezTo>
                  <a:pt x="3785808" y="2826375"/>
                  <a:pt x="3745382" y="2803720"/>
                  <a:pt x="3698451" y="2787695"/>
                </a:cubicBezTo>
                <a:cubicBezTo>
                  <a:pt x="3651968" y="2771883"/>
                  <a:pt x="3598700" y="2763881"/>
                  <a:pt x="3540093" y="2763881"/>
                </a:cubicBezTo>
                <a:close/>
                <a:moveTo>
                  <a:pt x="4511409" y="2747020"/>
                </a:moveTo>
                <a:cubicBezTo>
                  <a:pt x="4436447" y="2747020"/>
                  <a:pt x="4365967" y="2759913"/>
                  <a:pt x="4301926" y="2785341"/>
                </a:cubicBezTo>
                <a:cubicBezTo>
                  <a:pt x="4237731" y="2810827"/>
                  <a:pt x="4181271" y="2847417"/>
                  <a:pt x="4134098" y="2894076"/>
                </a:cubicBezTo>
                <a:cubicBezTo>
                  <a:pt x="4087006" y="2940692"/>
                  <a:pt x="4049433" y="2997069"/>
                  <a:pt x="4022546" y="3061683"/>
                </a:cubicBezTo>
                <a:cubicBezTo>
                  <a:pt x="3995587" y="3126282"/>
                  <a:pt x="3981982" y="3198053"/>
                  <a:pt x="3981982" y="3275098"/>
                </a:cubicBezTo>
                <a:cubicBezTo>
                  <a:pt x="3981982" y="3353162"/>
                  <a:pt x="3995638" y="3425183"/>
                  <a:pt x="4022590" y="3489225"/>
                </a:cubicBezTo>
                <a:cubicBezTo>
                  <a:pt x="4049433" y="3553398"/>
                  <a:pt x="4087013" y="3609519"/>
                  <a:pt x="4134106" y="3656105"/>
                </a:cubicBezTo>
                <a:cubicBezTo>
                  <a:pt x="4181315" y="3702809"/>
                  <a:pt x="4237780" y="3739413"/>
                  <a:pt x="4301934" y="3764855"/>
                </a:cubicBezTo>
                <a:cubicBezTo>
                  <a:pt x="4365973" y="3790246"/>
                  <a:pt x="4436454" y="3803154"/>
                  <a:pt x="4511425" y="3803154"/>
                </a:cubicBezTo>
                <a:cubicBezTo>
                  <a:pt x="4586430" y="3803154"/>
                  <a:pt x="4656918" y="3790246"/>
                  <a:pt x="4720895" y="3764855"/>
                </a:cubicBezTo>
                <a:cubicBezTo>
                  <a:pt x="4785125" y="3739369"/>
                  <a:pt x="4841591" y="3702765"/>
                  <a:pt x="4888764" y="3656105"/>
                </a:cubicBezTo>
                <a:cubicBezTo>
                  <a:pt x="4935828" y="3609570"/>
                  <a:pt x="4973348" y="3553428"/>
                  <a:pt x="5000338" y="3489225"/>
                </a:cubicBezTo>
                <a:cubicBezTo>
                  <a:pt x="5027225" y="3425117"/>
                  <a:pt x="5040895" y="3353067"/>
                  <a:pt x="5040895" y="3275098"/>
                </a:cubicBezTo>
                <a:cubicBezTo>
                  <a:pt x="5040895" y="3198141"/>
                  <a:pt x="5027262" y="3126362"/>
                  <a:pt x="5000338" y="3061683"/>
                </a:cubicBezTo>
                <a:cubicBezTo>
                  <a:pt x="4973372" y="2997077"/>
                  <a:pt x="4935856" y="2940655"/>
                  <a:pt x="4888756" y="2894084"/>
                </a:cubicBezTo>
                <a:cubicBezTo>
                  <a:pt x="4841628" y="2847461"/>
                  <a:pt x="4785119" y="2810834"/>
                  <a:pt x="4720880" y="2785348"/>
                </a:cubicBezTo>
                <a:cubicBezTo>
                  <a:pt x="4656859" y="2759913"/>
                  <a:pt x="4586379" y="2747020"/>
                  <a:pt x="4511409" y="2747020"/>
                </a:cubicBezTo>
                <a:close/>
                <a:moveTo>
                  <a:pt x="2544686" y="2747020"/>
                </a:moveTo>
                <a:cubicBezTo>
                  <a:pt x="2492965" y="2747020"/>
                  <a:pt x="2444303" y="2753503"/>
                  <a:pt x="2400013" y="2766265"/>
                </a:cubicBezTo>
                <a:cubicBezTo>
                  <a:pt x="2355004" y="2779305"/>
                  <a:pt x="2315524" y="2798953"/>
                  <a:pt x="2282726" y="2824659"/>
                </a:cubicBezTo>
                <a:cubicBezTo>
                  <a:pt x="2249510" y="2850739"/>
                  <a:pt x="2223298" y="2883178"/>
                  <a:pt x="2204816" y="2921095"/>
                </a:cubicBezTo>
                <a:cubicBezTo>
                  <a:pt x="2186437" y="2958925"/>
                  <a:pt x="2177078" y="3002262"/>
                  <a:pt x="2177078" y="3049926"/>
                </a:cubicBezTo>
                <a:cubicBezTo>
                  <a:pt x="2177078" y="3097561"/>
                  <a:pt x="2185974" y="3139718"/>
                  <a:pt x="2203495" y="3175303"/>
                </a:cubicBezTo>
                <a:cubicBezTo>
                  <a:pt x="2221119" y="3211020"/>
                  <a:pt x="2247434" y="3242094"/>
                  <a:pt x="2281795" y="3267713"/>
                </a:cubicBezTo>
                <a:cubicBezTo>
                  <a:pt x="2315062" y="3292546"/>
                  <a:pt x="2356338" y="3313639"/>
                  <a:pt x="2404443" y="3330302"/>
                </a:cubicBezTo>
                <a:cubicBezTo>
                  <a:pt x="2451213" y="3346562"/>
                  <a:pt x="2505918" y="3360614"/>
                  <a:pt x="2566996" y="3372055"/>
                </a:cubicBezTo>
                <a:lnTo>
                  <a:pt x="2612093" y="3380482"/>
                </a:lnTo>
                <a:cubicBezTo>
                  <a:pt x="2663674" y="3389987"/>
                  <a:pt x="2700192" y="3404127"/>
                  <a:pt x="2720594" y="3422543"/>
                </a:cubicBezTo>
                <a:cubicBezTo>
                  <a:pt x="2739333" y="3439507"/>
                  <a:pt x="2748516" y="3459852"/>
                  <a:pt x="2748516" y="3484765"/>
                </a:cubicBezTo>
                <a:cubicBezTo>
                  <a:pt x="2748516" y="3509965"/>
                  <a:pt x="2738996" y="3531132"/>
                  <a:pt x="2719517" y="3549526"/>
                </a:cubicBezTo>
                <a:cubicBezTo>
                  <a:pt x="2699868" y="3568030"/>
                  <a:pt x="2667092" y="3577395"/>
                  <a:pt x="2622090" y="3577395"/>
                </a:cubicBezTo>
                <a:cubicBezTo>
                  <a:pt x="2565903" y="3577395"/>
                  <a:pt x="2519236" y="3563468"/>
                  <a:pt x="2483416" y="3535958"/>
                </a:cubicBezTo>
                <a:cubicBezTo>
                  <a:pt x="2447003" y="3508007"/>
                  <a:pt x="2420409" y="3470603"/>
                  <a:pt x="2404230" y="3424677"/>
                </a:cubicBezTo>
                <a:lnTo>
                  <a:pt x="2396955" y="3403863"/>
                </a:lnTo>
                <a:lnTo>
                  <a:pt x="2135559" y="3469247"/>
                </a:lnTo>
                <a:lnTo>
                  <a:pt x="2144727" y="3494469"/>
                </a:lnTo>
                <a:cubicBezTo>
                  <a:pt x="2160474" y="3537725"/>
                  <a:pt x="2182688" y="3578686"/>
                  <a:pt x="2210756" y="3616112"/>
                </a:cubicBezTo>
                <a:cubicBezTo>
                  <a:pt x="2238963" y="3653736"/>
                  <a:pt x="2273492" y="3686769"/>
                  <a:pt x="2313434" y="3714418"/>
                </a:cubicBezTo>
                <a:cubicBezTo>
                  <a:pt x="2353339" y="3741980"/>
                  <a:pt x="2399397" y="3763938"/>
                  <a:pt x="2450274" y="3779538"/>
                </a:cubicBezTo>
                <a:cubicBezTo>
                  <a:pt x="2501194" y="3795182"/>
                  <a:pt x="2558988" y="3803117"/>
                  <a:pt x="2622083" y="3803117"/>
                </a:cubicBezTo>
                <a:cubicBezTo>
                  <a:pt x="2678739" y="3803117"/>
                  <a:pt x="2731691" y="3795387"/>
                  <a:pt x="2779363" y="3780147"/>
                </a:cubicBezTo>
                <a:cubicBezTo>
                  <a:pt x="2827416" y="3764818"/>
                  <a:pt x="2869551" y="3742794"/>
                  <a:pt x="2904615" y="3714792"/>
                </a:cubicBezTo>
                <a:cubicBezTo>
                  <a:pt x="2940120" y="3686380"/>
                  <a:pt x="2968150" y="3651382"/>
                  <a:pt x="2987967" y="3610817"/>
                </a:cubicBezTo>
                <a:cubicBezTo>
                  <a:pt x="3007783" y="3570171"/>
                  <a:pt x="3017861" y="3523974"/>
                  <a:pt x="3017861" y="3473522"/>
                </a:cubicBezTo>
                <a:cubicBezTo>
                  <a:pt x="3017868" y="3373111"/>
                  <a:pt x="2982408" y="3295325"/>
                  <a:pt x="2912558" y="3242417"/>
                </a:cubicBezTo>
                <a:cubicBezTo>
                  <a:pt x="2846022" y="3192047"/>
                  <a:pt x="2749813" y="3154782"/>
                  <a:pt x="2626534" y="3131687"/>
                </a:cubicBezTo>
                <a:lnTo>
                  <a:pt x="2581393" y="3123201"/>
                </a:lnTo>
                <a:cubicBezTo>
                  <a:pt x="2528954" y="3113608"/>
                  <a:pt x="2491822" y="3101038"/>
                  <a:pt x="2470942" y="3085915"/>
                </a:cubicBezTo>
                <a:cubicBezTo>
                  <a:pt x="2453471" y="3073256"/>
                  <a:pt x="2445000" y="3057796"/>
                  <a:pt x="2445000" y="3038639"/>
                </a:cubicBezTo>
                <a:cubicBezTo>
                  <a:pt x="2445000" y="3019035"/>
                  <a:pt x="2452159" y="3003787"/>
                  <a:pt x="2466878" y="2992119"/>
                </a:cubicBezTo>
                <a:cubicBezTo>
                  <a:pt x="2483014" y="2979277"/>
                  <a:pt x="2509196" y="2972749"/>
                  <a:pt x="2544686" y="2972749"/>
                </a:cubicBezTo>
                <a:cubicBezTo>
                  <a:pt x="2589108" y="2972749"/>
                  <a:pt x="2625368" y="2982401"/>
                  <a:pt x="2652512" y="3001411"/>
                </a:cubicBezTo>
                <a:cubicBezTo>
                  <a:pt x="2680139" y="3020824"/>
                  <a:pt x="2699179" y="3044976"/>
                  <a:pt x="2710642" y="3075324"/>
                </a:cubicBezTo>
                <a:lnTo>
                  <a:pt x="2718240" y="3095434"/>
                </a:lnTo>
                <a:lnTo>
                  <a:pt x="2981784" y="3029999"/>
                </a:lnTo>
                <a:lnTo>
                  <a:pt x="2970967" y="3004000"/>
                </a:lnTo>
                <a:cubicBezTo>
                  <a:pt x="2956079" y="2968305"/>
                  <a:pt x="2935975" y="2934597"/>
                  <a:pt x="2911164" y="2903794"/>
                </a:cubicBezTo>
                <a:cubicBezTo>
                  <a:pt x="2886242" y="2872903"/>
                  <a:pt x="2855733" y="2845466"/>
                  <a:pt x="2820507" y="2822114"/>
                </a:cubicBezTo>
                <a:cubicBezTo>
                  <a:pt x="2785260" y="2798806"/>
                  <a:pt x="2744181" y="2780258"/>
                  <a:pt x="2698519" y="2766962"/>
                </a:cubicBezTo>
                <a:cubicBezTo>
                  <a:pt x="2652886" y="2753738"/>
                  <a:pt x="2601100" y="2747020"/>
                  <a:pt x="2544686" y="2747020"/>
                </a:cubicBezTo>
                <a:close/>
                <a:moveTo>
                  <a:pt x="0" y="0"/>
                </a:moveTo>
                <a:lnTo>
                  <a:pt x="12191999" y="0"/>
                </a:lnTo>
                <a:lnTo>
                  <a:pt x="12191999"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Tree>
    <p:extLst>
      <p:ext uri="{BB962C8B-B14F-4D97-AF65-F5344CB8AC3E}">
        <p14:creationId xmlns:p14="http://schemas.microsoft.com/office/powerpoint/2010/main" val="7160503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lide | picture">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A435972B-A22C-49C4-B6CB-828A781ADE58}"/>
              </a:ext>
            </a:extLst>
          </p:cNvPr>
          <p:cNvSpPr>
            <a:spLocks noGrp="1"/>
          </p:cNvSpPr>
          <p:nvPr>
            <p:ph type="pic" sz="quarter" idx="13" hasCustomPrompt="1"/>
          </p:nvPr>
        </p:nvSpPr>
        <p:spPr bwMode="gray">
          <a:xfrm>
            <a:off x="0" y="0"/>
            <a:ext cx="12188825" cy="6134100"/>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4" name="Textplatzhalter 3">
            <a:extLst>
              <a:ext uri="{FF2B5EF4-FFF2-40B4-BE49-F238E27FC236}">
                <a16:creationId xmlns:a16="http://schemas.microsoft.com/office/drawing/2014/main" id="{15BBCA0F-B749-4874-9106-A69BB3A2803D}"/>
              </a:ext>
            </a:extLst>
          </p:cNvPr>
          <p:cNvSpPr>
            <a:spLocks noGrp="1"/>
          </p:cNvSpPr>
          <p:nvPr>
            <p:ph type="body" sz="quarter" idx="17" hasCustomPrompt="1"/>
          </p:nvPr>
        </p:nvSpPr>
        <p:spPr>
          <a:xfrm>
            <a:off x="0" y="0"/>
            <a:ext cx="12188825" cy="6134100"/>
          </a:xfr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8" name="Textplatzhalter 3">
            <a:extLst>
              <a:ext uri="{FF2B5EF4-FFF2-40B4-BE49-F238E27FC236}">
                <a16:creationId xmlns:a16="http://schemas.microsoft.com/office/drawing/2014/main" id="{098A6F93-D52E-4D91-BD00-B536DB2F61DC}"/>
              </a:ext>
            </a:extLst>
          </p:cNvPr>
          <p:cNvSpPr>
            <a:spLocks noGrp="1" noChangeAspect="1"/>
          </p:cNvSpPr>
          <p:nvPr>
            <p:ph type="body" sz="quarter" idx="16" hasCustomPrompt="1"/>
          </p:nvPr>
        </p:nvSpPr>
        <p:spPr bwMode="gray">
          <a:xfrm>
            <a:off x="9081778" y="5401829"/>
            <a:ext cx="1079719" cy="128653"/>
          </a:xfrm>
          <a:blipFill>
            <a:blip r:embed="rId2"/>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7678177" y="2487386"/>
            <a:ext cx="3886924" cy="1674586"/>
          </a:xfrm>
        </p:spPr>
        <p:txBody>
          <a:bodyPr anchor="b"/>
          <a:lstStyle>
            <a:lvl1pPr algn="ctr">
              <a:defRPr sz="2862" baseline="0">
                <a:solidFill>
                  <a:schemeClr val="bg1"/>
                </a:solidFill>
                <a:latin typeface="+mj-lt"/>
              </a:defRPr>
            </a:lvl1pPr>
          </a:lstStyle>
          <a:p>
            <a:r>
              <a:rPr lang="en-US"/>
              <a:t>Title </a:t>
            </a:r>
            <a:br>
              <a:rPr lang="en-US"/>
            </a:br>
            <a:r>
              <a:rPr lang="en-US"/>
              <a:t>Arial Bold </a:t>
            </a:r>
            <a:br>
              <a:rPr lang="en-US"/>
            </a:br>
            <a:r>
              <a:rPr lang="en-US"/>
              <a:t>32 </a:t>
            </a:r>
            <a:r>
              <a:rPr lang="en-US" err="1"/>
              <a:t>pt</a:t>
            </a:r>
            <a:r>
              <a:rPr lang="en-US"/>
              <a:t> </a:t>
            </a:r>
            <a:br>
              <a:rPr lang="en-US"/>
            </a:br>
            <a:r>
              <a:rPr lang="en-US"/>
              <a:t>max 4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7678176" y="4226379"/>
            <a:ext cx="3886925" cy="257600"/>
          </a:xfrm>
        </p:spPr>
        <p:txBody>
          <a:bodyPr tIns="36000"/>
          <a:lstStyle>
            <a:lvl1pPr marL="0" indent="0" algn="ctr">
              <a:lnSpc>
                <a:spcPct val="100000"/>
              </a:lnSpc>
              <a:spcAft>
                <a:spcPts val="0"/>
              </a:spcAft>
              <a:buFont typeface="Arial" panose="020B0604020202020204" pitchFamily="34" charset="0"/>
              <a:buNone/>
              <a:defRPr sz="1073"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073" b="1" cap="all" baseline="0">
                <a:solidFill>
                  <a:schemeClr val="bg2"/>
                </a:solidFill>
                <a:latin typeface="+mn-lt"/>
              </a:defRPr>
            </a:lvl2pPr>
            <a:lvl3pPr marL="0" indent="0" algn="ctr">
              <a:lnSpc>
                <a:spcPct val="100000"/>
              </a:lnSpc>
              <a:spcAft>
                <a:spcPts val="0"/>
              </a:spcAft>
              <a:buNone/>
              <a:defRPr sz="1073" b="1" cap="all">
                <a:solidFill>
                  <a:schemeClr val="bg2"/>
                </a:solidFill>
              </a:defRPr>
            </a:lvl3pPr>
            <a:lvl4pPr marL="0" indent="0" algn="ctr">
              <a:lnSpc>
                <a:spcPct val="100000"/>
              </a:lnSpc>
              <a:spcAft>
                <a:spcPts val="0"/>
              </a:spcAft>
              <a:buNone/>
              <a:defRPr sz="1073" b="1" cap="all">
                <a:solidFill>
                  <a:schemeClr val="bg2"/>
                </a:solidFill>
              </a:defRPr>
            </a:lvl4pPr>
            <a:lvl5pPr marL="0" indent="0" algn="ctr">
              <a:lnSpc>
                <a:spcPct val="100000"/>
              </a:lnSpc>
              <a:spcAft>
                <a:spcPts val="0"/>
              </a:spcAft>
              <a:buNone/>
              <a:defRPr sz="1073" b="1" cap="all">
                <a:solidFill>
                  <a:schemeClr val="bg2"/>
                </a:solidFill>
              </a:defRPr>
            </a:lvl5pPr>
            <a:lvl6pPr marL="0" indent="0" algn="ctr">
              <a:lnSpc>
                <a:spcPct val="100000"/>
              </a:lnSpc>
              <a:spcAft>
                <a:spcPts val="0"/>
              </a:spcAft>
              <a:buNone/>
              <a:defRPr sz="1073" b="1" cap="all">
                <a:solidFill>
                  <a:schemeClr val="bg2"/>
                </a:solidFill>
              </a:defRPr>
            </a:lvl6pPr>
            <a:lvl7pPr marL="0" indent="0" algn="ctr">
              <a:lnSpc>
                <a:spcPct val="100000"/>
              </a:lnSpc>
              <a:spcAft>
                <a:spcPts val="0"/>
              </a:spcAft>
              <a:buNone/>
              <a:defRPr sz="1073" b="1" cap="all">
                <a:solidFill>
                  <a:schemeClr val="bg2"/>
                </a:solidFill>
              </a:defRPr>
            </a:lvl7pPr>
            <a:lvl8pPr marL="0" indent="0" algn="ctr">
              <a:lnSpc>
                <a:spcPct val="100000"/>
              </a:lnSpc>
              <a:spcAft>
                <a:spcPts val="0"/>
              </a:spcAft>
              <a:buNone/>
              <a:defRPr sz="1073" b="1" cap="all">
                <a:solidFill>
                  <a:schemeClr val="bg2"/>
                </a:solidFill>
              </a:defRPr>
            </a:lvl8pPr>
            <a:lvl9pPr marL="0" indent="0" algn="ctr">
              <a:lnSpc>
                <a:spcPct val="100000"/>
              </a:lnSpc>
              <a:spcAft>
                <a:spcPts val="0"/>
              </a:spcAft>
              <a:buNone/>
              <a:defRPr sz="1073" b="1" cap="all">
                <a:solidFill>
                  <a:schemeClr val="bg2"/>
                </a:solidFill>
              </a:defRPr>
            </a:lvl9pPr>
          </a:lstStyle>
          <a:p>
            <a:pPr lvl="0"/>
            <a:r>
              <a:rPr lang="en-US"/>
              <a:t>Date / Month / Year, Arial, 12 </a:t>
            </a:r>
            <a:r>
              <a:rPr lang="en-US" err="1"/>
              <a:t>pt</a:t>
            </a:r>
            <a:endParaRPr lang="en-US"/>
          </a:p>
          <a:p>
            <a:pPr lvl="1"/>
            <a:endParaRPr lang="en-US"/>
          </a:p>
        </p:txBody>
      </p:sp>
      <p:sp>
        <p:nvSpPr>
          <p:cNvPr id="23" name="Textplatzhalter 33">
            <a:extLst>
              <a:ext uri="{FF2B5EF4-FFF2-40B4-BE49-F238E27FC236}">
                <a16:creationId xmlns:a16="http://schemas.microsoft.com/office/drawing/2014/main" id="{812841DD-202A-472D-9F4E-C34299C19B8F}"/>
              </a:ext>
            </a:extLst>
          </p:cNvPr>
          <p:cNvSpPr>
            <a:spLocks noGrp="1"/>
          </p:cNvSpPr>
          <p:nvPr>
            <p:ph type="body" sz="quarter" idx="15" hasCustomPrompt="1"/>
          </p:nvPr>
        </p:nvSpPr>
        <p:spPr bwMode="gray">
          <a:xfrm>
            <a:off x="9921425" y="5545517"/>
            <a:ext cx="107972" cy="322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134700691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le slide | plai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983176" y="1714500"/>
            <a:ext cx="5039247" cy="2189843"/>
          </a:xfrm>
        </p:spPr>
        <p:txBody>
          <a:bodyPr anchor="b"/>
          <a:lstStyle>
            <a:lvl1pPr algn="ctr">
              <a:defRPr sz="3578" baseline="0">
                <a:solidFill>
                  <a:schemeClr val="bg1"/>
                </a:solidFill>
                <a:latin typeface="+mj-lt"/>
              </a:defRPr>
            </a:lvl1pPr>
          </a:lstStyle>
          <a:p>
            <a:r>
              <a:rPr lang="en-US"/>
              <a:t>Title </a:t>
            </a:r>
            <a:br>
              <a:rPr lang="en-US"/>
            </a:br>
            <a:r>
              <a:rPr lang="en-US"/>
              <a:t>Arial Bold </a:t>
            </a:r>
            <a:br>
              <a:rPr lang="en-US"/>
            </a:br>
            <a:r>
              <a:rPr lang="en-US"/>
              <a:t>40 </a:t>
            </a:r>
            <a:r>
              <a:rPr lang="en-US" err="1"/>
              <a:t>pt</a:t>
            </a:r>
            <a:r>
              <a:rPr lang="en-US"/>
              <a:t> </a:t>
            </a:r>
            <a:br>
              <a:rPr lang="en-US"/>
            </a:br>
            <a:r>
              <a:rPr lang="en-US"/>
              <a:t>max 4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983176" y="3968750"/>
            <a:ext cx="5039248" cy="257600"/>
          </a:xfrm>
        </p:spPr>
        <p:txBody>
          <a:bodyPr tIns="36000"/>
          <a:lstStyle>
            <a:lvl1pPr marL="0" indent="0" algn="ctr">
              <a:lnSpc>
                <a:spcPct val="100000"/>
              </a:lnSpc>
              <a:spcAft>
                <a:spcPts val="0"/>
              </a:spcAft>
              <a:buFont typeface="Arial" panose="020B0604020202020204" pitchFamily="34" charset="0"/>
              <a:buNone/>
              <a:defRPr sz="1073"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073" b="1" cap="all" baseline="0">
                <a:solidFill>
                  <a:schemeClr val="bg2"/>
                </a:solidFill>
                <a:latin typeface="+mn-lt"/>
              </a:defRPr>
            </a:lvl2pPr>
            <a:lvl3pPr marL="0" indent="0" algn="ctr">
              <a:lnSpc>
                <a:spcPct val="100000"/>
              </a:lnSpc>
              <a:spcAft>
                <a:spcPts val="0"/>
              </a:spcAft>
              <a:buNone/>
              <a:defRPr sz="1073" b="1" cap="all">
                <a:solidFill>
                  <a:schemeClr val="bg2"/>
                </a:solidFill>
              </a:defRPr>
            </a:lvl3pPr>
            <a:lvl4pPr marL="0" indent="0" algn="ctr">
              <a:lnSpc>
                <a:spcPct val="100000"/>
              </a:lnSpc>
              <a:spcAft>
                <a:spcPts val="0"/>
              </a:spcAft>
              <a:buNone/>
              <a:defRPr sz="1073" b="1" cap="all">
                <a:solidFill>
                  <a:schemeClr val="bg2"/>
                </a:solidFill>
              </a:defRPr>
            </a:lvl4pPr>
            <a:lvl5pPr marL="0" indent="0" algn="ctr">
              <a:lnSpc>
                <a:spcPct val="100000"/>
              </a:lnSpc>
              <a:spcAft>
                <a:spcPts val="0"/>
              </a:spcAft>
              <a:buNone/>
              <a:defRPr sz="1073" b="1" cap="all">
                <a:solidFill>
                  <a:schemeClr val="bg2"/>
                </a:solidFill>
              </a:defRPr>
            </a:lvl5pPr>
            <a:lvl6pPr marL="0" indent="0" algn="ctr">
              <a:lnSpc>
                <a:spcPct val="100000"/>
              </a:lnSpc>
              <a:spcAft>
                <a:spcPts val="0"/>
              </a:spcAft>
              <a:buNone/>
              <a:defRPr sz="1073" b="1" cap="all">
                <a:solidFill>
                  <a:schemeClr val="bg2"/>
                </a:solidFill>
              </a:defRPr>
            </a:lvl6pPr>
            <a:lvl7pPr marL="0" indent="0" algn="ctr">
              <a:lnSpc>
                <a:spcPct val="100000"/>
              </a:lnSpc>
              <a:spcAft>
                <a:spcPts val="0"/>
              </a:spcAft>
              <a:buNone/>
              <a:defRPr sz="1073" b="1" cap="all">
                <a:solidFill>
                  <a:schemeClr val="bg2"/>
                </a:solidFill>
              </a:defRPr>
            </a:lvl7pPr>
            <a:lvl8pPr marL="0" indent="0" algn="ctr">
              <a:lnSpc>
                <a:spcPct val="100000"/>
              </a:lnSpc>
              <a:spcAft>
                <a:spcPts val="0"/>
              </a:spcAft>
              <a:buNone/>
              <a:defRPr sz="1073" b="1" cap="all">
                <a:solidFill>
                  <a:schemeClr val="bg2"/>
                </a:solidFill>
              </a:defRPr>
            </a:lvl8pPr>
            <a:lvl9pPr marL="0" indent="0" algn="ctr">
              <a:lnSpc>
                <a:spcPct val="100000"/>
              </a:lnSpc>
              <a:spcAft>
                <a:spcPts val="0"/>
              </a:spcAft>
              <a:buNone/>
              <a:defRPr sz="1073" b="1" cap="all">
                <a:solidFill>
                  <a:schemeClr val="bg2"/>
                </a:solidFill>
              </a:defRPr>
            </a:lvl9pPr>
          </a:lstStyle>
          <a:p>
            <a:pPr lvl="0"/>
            <a:r>
              <a:rPr lang="en-US"/>
              <a:t>Date / Month / Year, Arial, 12 </a:t>
            </a:r>
            <a:r>
              <a:rPr lang="en-US" err="1"/>
              <a:t>pt</a:t>
            </a:r>
            <a:endParaRPr lang="en-US"/>
          </a:p>
          <a:p>
            <a:pPr lvl="1"/>
            <a:endParaRPr lang="en-US"/>
          </a:p>
        </p:txBody>
      </p:sp>
      <p:grpSp>
        <p:nvGrpSpPr>
          <p:cNvPr id="3" name="Grafik 9">
            <a:extLst>
              <a:ext uri="{FF2B5EF4-FFF2-40B4-BE49-F238E27FC236}">
                <a16:creationId xmlns:a16="http://schemas.microsoft.com/office/drawing/2014/main" id="{30F0B351-CD69-43BF-B573-6B27B4BF9533}"/>
              </a:ext>
            </a:extLst>
          </p:cNvPr>
          <p:cNvGrpSpPr/>
          <p:nvPr/>
        </p:nvGrpSpPr>
        <p:grpSpPr bwMode="gray">
          <a:xfrm>
            <a:off x="7397341" y="0"/>
            <a:ext cx="4791484" cy="6134100"/>
            <a:chOff x="-456728" y="3068960"/>
            <a:chExt cx="144000" cy="206052"/>
          </a:xfrm>
        </p:grpSpPr>
        <p:sp>
          <p:nvSpPr>
            <p:cNvPr id="5" name="Freihandform: Form 4">
              <a:extLst>
                <a:ext uri="{FF2B5EF4-FFF2-40B4-BE49-F238E27FC236}">
                  <a16:creationId xmlns:a16="http://schemas.microsoft.com/office/drawing/2014/main" id="{59605CEB-BF08-497B-92AD-75B4F7ED2FB2}"/>
                </a:ext>
              </a:extLst>
            </p:cNvPr>
            <p:cNvSpPr/>
            <p:nvPr/>
          </p:nvSpPr>
          <p:spPr bwMode="gray">
            <a:xfrm>
              <a:off x="-456728" y="3068960"/>
              <a:ext cx="143999" cy="147022"/>
            </a:xfrm>
            <a:custGeom>
              <a:avLst/>
              <a:gdLst>
                <a:gd name="connsiteX0" fmla="*/ 72001 w 143999"/>
                <a:gd name="connsiteY0" fmla="*/ 103086 h 147022"/>
                <a:gd name="connsiteX1" fmla="*/ 42224 w 143999"/>
                <a:gd name="connsiteY1" fmla="*/ 0 h 147022"/>
                <a:gd name="connsiteX2" fmla="*/ 0 w 143999"/>
                <a:gd name="connsiteY2" fmla="*/ 0 h 147022"/>
                <a:gd name="connsiteX3" fmla="*/ 48443 w 143999"/>
                <a:gd name="connsiteY3" fmla="*/ 147022 h 147022"/>
                <a:gd name="connsiteX4" fmla="*/ 95559 w 143999"/>
                <a:gd name="connsiteY4" fmla="*/ 147022 h 147022"/>
                <a:gd name="connsiteX5" fmla="*/ 143608 w 143999"/>
                <a:gd name="connsiteY5" fmla="*/ 1191 h 147022"/>
                <a:gd name="connsiteX6" fmla="*/ 143999 w 143999"/>
                <a:gd name="connsiteY6" fmla="*/ 0 h 147022"/>
                <a:gd name="connsiteX7" fmla="*/ 101775 w 143999"/>
                <a:gd name="connsiteY7" fmla="*/ 0 h 147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999" h="147022">
                  <a:moveTo>
                    <a:pt x="72001" y="103086"/>
                  </a:moveTo>
                  <a:lnTo>
                    <a:pt x="42224" y="0"/>
                  </a:lnTo>
                  <a:lnTo>
                    <a:pt x="0" y="0"/>
                  </a:lnTo>
                  <a:lnTo>
                    <a:pt x="48443" y="147022"/>
                  </a:lnTo>
                  <a:lnTo>
                    <a:pt x="95559" y="147022"/>
                  </a:lnTo>
                  <a:lnTo>
                    <a:pt x="143608" y="1191"/>
                  </a:lnTo>
                  <a:lnTo>
                    <a:pt x="143999" y="0"/>
                  </a:lnTo>
                  <a:lnTo>
                    <a:pt x="101775" y="0"/>
                  </a:lnTo>
                  <a:close/>
                </a:path>
              </a:pathLst>
            </a:custGeom>
            <a:solidFill>
              <a:schemeClr val="bg1"/>
            </a:solidFill>
            <a:ln w="28" cap="flat">
              <a:noFill/>
              <a:prstDash val="solid"/>
              <a:miter/>
            </a:ln>
          </p:spPr>
          <p:txBody>
            <a:bodyPr rtlCol="0" anchor="ctr"/>
            <a:lstStyle/>
            <a:p>
              <a:endParaRPr lang="en-US" sz="1610"/>
            </a:p>
          </p:txBody>
        </p:sp>
        <p:sp>
          <p:nvSpPr>
            <p:cNvPr id="11" name="Freihandform: Form 10">
              <a:extLst>
                <a:ext uri="{FF2B5EF4-FFF2-40B4-BE49-F238E27FC236}">
                  <a16:creationId xmlns:a16="http://schemas.microsoft.com/office/drawing/2014/main" id="{0D93C221-CD1D-4AC6-8902-86F46EB65036}"/>
                </a:ext>
              </a:extLst>
            </p:cNvPr>
            <p:cNvSpPr/>
            <p:nvPr/>
          </p:nvSpPr>
          <p:spPr bwMode="gray">
            <a:xfrm>
              <a:off x="-441255" y="3235666"/>
              <a:ext cx="113057" cy="39354"/>
            </a:xfrm>
            <a:custGeom>
              <a:avLst/>
              <a:gdLst>
                <a:gd name="connsiteX0" fmla="*/ 0 w 113057"/>
                <a:gd name="connsiteY0" fmla="*/ 0 h 39354"/>
                <a:gd name="connsiteX1" fmla="*/ 113058 w 113057"/>
                <a:gd name="connsiteY1" fmla="*/ 0 h 39354"/>
                <a:gd name="connsiteX2" fmla="*/ 113058 w 113057"/>
                <a:gd name="connsiteY2" fmla="*/ 39354 h 39354"/>
                <a:gd name="connsiteX3" fmla="*/ 0 w 113057"/>
                <a:gd name="connsiteY3" fmla="*/ 39354 h 39354"/>
              </a:gdLst>
              <a:ahLst/>
              <a:cxnLst>
                <a:cxn ang="0">
                  <a:pos x="connsiteX0" y="connsiteY0"/>
                </a:cxn>
                <a:cxn ang="0">
                  <a:pos x="connsiteX1" y="connsiteY1"/>
                </a:cxn>
                <a:cxn ang="0">
                  <a:pos x="connsiteX2" y="connsiteY2"/>
                </a:cxn>
                <a:cxn ang="0">
                  <a:pos x="connsiteX3" y="connsiteY3"/>
                </a:cxn>
              </a:cxnLst>
              <a:rect l="l" t="t" r="r" b="b"/>
              <a:pathLst>
                <a:path w="113057" h="39354">
                  <a:moveTo>
                    <a:pt x="0" y="0"/>
                  </a:moveTo>
                  <a:lnTo>
                    <a:pt x="113058" y="0"/>
                  </a:lnTo>
                  <a:lnTo>
                    <a:pt x="113058" y="39354"/>
                  </a:lnTo>
                  <a:lnTo>
                    <a:pt x="0" y="39354"/>
                  </a:lnTo>
                  <a:close/>
                </a:path>
              </a:pathLst>
            </a:custGeom>
            <a:solidFill>
              <a:schemeClr val="bg2"/>
            </a:solidFill>
            <a:ln w="28" cap="flat">
              <a:noFill/>
              <a:prstDash val="solid"/>
              <a:miter/>
            </a:ln>
          </p:spPr>
          <p:txBody>
            <a:bodyPr rtlCol="0" anchor="ctr"/>
            <a:lstStyle/>
            <a:p>
              <a:endParaRPr lang="en-US" sz="1610"/>
            </a:p>
          </p:txBody>
        </p:sp>
      </p:grpSp>
      <p:grpSp>
        <p:nvGrpSpPr>
          <p:cNvPr id="4" name="Grafik 11">
            <a:extLst>
              <a:ext uri="{FF2B5EF4-FFF2-40B4-BE49-F238E27FC236}">
                <a16:creationId xmlns:a16="http://schemas.microsoft.com/office/drawing/2014/main" id="{71AB8666-A1F4-4F84-B790-06844A73EC62}"/>
              </a:ext>
            </a:extLst>
          </p:cNvPr>
          <p:cNvGrpSpPr/>
          <p:nvPr userDrawn="1"/>
        </p:nvGrpSpPr>
        <p:grpSpPr bwMode="gray">
          <a:xfrm>
            <a:off x="2962940" y="5402085"/>
            <a:ext cx="1079724" cy="176805"/>
            <a:chOff x="2963711" y="6039598"/>
            <a:chExt cx="1080005" cy="197670"/>
          </a:xfrm>
        </p:grpSpPr>
        <p:grpSp>
          <p:nvGrpSpPr>
            <p:cNvPr id="7" name="Grafik 11">
              <a:extLst>
                <a:ext uri="{FF2B5EF4-FFF2-40B4-BE49-F238E27FC236}">
                  <a16:creationId xmlns:a16="http://schemas.microsoft.com/office/drawing/2014/main" id="{71AB8666-A1F4-4F84-B790-06844A73EC62}"/>
                </a:ext>
              </a:extLst>
            </p:cNvPr>
            <p:cNvGrpSpPr/>
            <p:nvPr/>
          </p:nvGrpSpPr>
          <p:grpSpPr bwMode="gray">
            <a:xfrm>
              <a:off x="2963711" y="6039598"/>
              <a:ext cx="1080005" cy="144003"/>
              <a:chOff x="2963711" y="6039598"/>
              <a:chExt cx="1080005" cy="144003"/>
            </a:xfrm>
            <a:solidFill>
              <a:srgbClr val="FFFFFF"/>
            </a:solidFill>
          </p:grpSpPr>
          <p:sp>
            <p:nvSpPr>
              <p:cNvPr id="8" name="Freihandform: Form 7">
                <a:extLst>
                  <a:ext uri="{FF2B5EF4-FFF2-40B4-BE49-F238E27FC236}">
                    <a16:creationId xmlns:a16="http://schemas.microsoft.com/office/drawing/2014/main" id="{085B0C3C-8916-4E8A-B78C-F2E925F54BAB}"/>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sz="1610"/>
              </a:p>
            </p:txBody>
          </p:sp>
          <p:sp>
            <p:nvSpPr>
              <p:cNvPr id="13" name="Freihandform: Form 12">
                <a:extLst>
                  <a:ext uri="{FF2B5EF4-FFF2-40B4-BE49-F238E27FC236}">
                    <a16:creationId xmlns:a16="http://schemas.microsoft.com/office/drawing/2014/main" id="{FC8699BB-8168-4E67-90D4-317C545DA81B}"/>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sz="1610"/>
              </a:p>
            </p:txBody>
          </p:sp>
          <p:sp>
            <p:nvSpPr>
              <p:cNvPr id="14" name="Freihandform: Form 13">
                <a:extLst>
                  <a:ext uri="{FF2B5EF4-FFF2-40B4-BE49-F238E27FC236}">
                    <a16:creationId xmlns:a16="http://schemas.microsoft.com/office/drawing/2014/main" id="{D8F7A2AA-FBD1-4EF5-BDB8-F452459D4D07}"/>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sz="1610"/>
              </a:p>
            </p:txBody>
          </p:sp>
          <p:sp>
            <p:nvSpPr>
              <p:cNvPr id="15" name="Freihandform: Form 14">
                <a:extLst>
                  <a:ext uri="{FF2B5EF4-FFF2-40B4-BE49-F238E27FC236}">
                    <a16:creationId xmlns:a16="http://schemas.microsoft.com/office/drawing/2014/main" id="{124C991F-7F4D-4078-B427-11F744FAAFE1}"/>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sz="1610"/>
              </a:p>
            </p:txBody>
          </p:sp>
          <p:sp>
            <p:nvSpPr>
              <p:cNvPr id="16" name="Freihandform: Form 15">
                <a:extLst>
                  <a:ext uri="{FF2B5EF4-FFF2-40B4-BE49-F238E27FC236}">
                    <a16:creationId xmlns:a16="http://schemas.microsoft.com/office/drawing/2014/main" id="{EA955BFC-E23E-4E50-ADBF-72B9529710B2}"/>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sz="1610"/>
              </a:p>
            </p:txBody>
          </p:sp>
          <p:sp>
            <p:nvSpPr>
              <p:cNvPr id="17" name="Freihandform: Form 16">
                <a:extLst>
                  <a:ext uri="{FF2B5EF4-FFF2-40B4-BE49-F238E27FC236}">
                    <a16:creationId xmlns:a16="http://schemas.microsoft.com/office/drawing/2014/main" id="{033C4339-7BCE-426F-B626-958BA519CB2C}"/>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sz="1610"/>
              </a:p>
            </p:txBody>
          </p:sp>
          <p:sp>
            <p:nvSpPr>
              <p:cNvPr id="18" name="Freihandform: Form 17">
                <a:extLst>
                  <a:ext uri="{FF2B5EF4-FFF2-40B4-BE49-F238E27FC236}">
                    <a16:creationId xmlns:a16="http://schemas.microsoft.com/office/drawing/2014/main" id="{32B24250-F74D-4913-8EE3-517497019738}"/>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sz="1610"/>
              </a:p>
            </p:txBody>
          </p:sp>
          <p:sp>
            <p:nvSpPr>
              <p:cNvPr id="19" name="Freihandform: Form 18">
                <a:extLst>
                  <a:ext uri="{FF2B5EF4-FFF2-40B4-BE49-F238E27FC236}">
                    <a16:creationId xmlns:a16="http://schemas.microsoft.com/office/drawing/2014/main" id="{25F05C8F-200B-4A6A-98AB-575BF5A2176E}"/>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sz="1610"/>
              </a:p>
            </p:txBody>
          </p:sp>
          <p:sp>
            <p:nvSpPr>
              <p:cNvPr id="21" name="Freihandform: Form 20">
                <a:extLst>
                  <a:ext uri="{FF2B5EF4-FFF2-40B4-BE49-F238E27FC236}">
                    <a16:creationId xmlns:a16="http://schemas.microsoft.com/office/drawing/2014/main" id="{DCC2FEC3-F5B1-4929-8E55-5C97146AE3B1}"/>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sz="1610"/>
              </a:p>
            </p:txBody>
          </p:sp>
        </p:grpSp>
        <p:sp>
          <p:nvSpPr>
            <p:cNvPr id="22" name="Freihandform: Form 21">
              <a:extLst>
                <a:ext uri="{FF2B5EF4-FFF2-40B4-BE49-F238E27FC236}">
                  <a16:creationId xmlns:a16="http://schemas.microsoft.com/office/drawing/2014/main" id="{87B0D1FC-B040-4572-AD08-AC091C755A9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sz="1610"/>
            </a:p>
          </p:txBody>
        </p:sp>
      </p:grpSp>
      <p:cxnSp>
        <p:nvCxnSpPr>
          <p:cNvPr id="20" name="Gerader Verbinder 19">
            <a:extLst>
              <a:ext uri="{FF2B5EF4-FFF2-40B4-BE49-F238E27FC236}">
                <a16:creationId xmlns:a16="http://schemas.microsoft.com/office/drawing/2014/main" id="{2E8F8A74-8AA8-4449-8DA5-8DC7FD3554A4}"/>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ECCD0665-532C-4A90-8E10-3C0BDE554E68}"/>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3B6666C1-4D18-4383-98A8-F9EC76DEFCE7}"/>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61A4D759-67FE-4C73-A8E8-588244A28726}"/>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63790212-3851-458D-AB96-601CA7918C6C}"/>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81518DA9-76DA-456E-8530-CAC9F36699FE}"/>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4760F65B-828F-4D6F-9638-9E5D9E56CA87}"/>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9A80DE74-87C3-4CDD-A0DF-AD8C14E83EE2}"/>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CC5E303B-3614-4C8A-A915-AEBCDA18D7D3}"/>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467F19E2-FD99-4208-B88F-16B511427F74}"/>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E148304A-E773-4078-9C22-D0F8A20108CC}"/>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F9E80DDC-16BE-412E-89F8-B11239BE8609}"/>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955ADD40-42ED-42E4-9F06-CB9B59CE25FC}"/>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3F836378-5D14-42C8-8838-7FE48631D05B}"/>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264C96FD-CB7C-4AC2-8785-51DB30BC2004}"/>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8CEF2A6F-CE01-4035-A645-5AC216971985}"/>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827BEB24-F3B7-4AA6-8962-D78689C64271}"/>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F49E5D04-4585-4FF9-B036-43CA1ADCAF2B}"/>
              </a:ext>
            </a:extLst>
          </p:cNvPr>
          <p:cNvCxnSpPr/>
          <p:nvPr userDrawn="1"/>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111883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lide | partner | blac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1559090" y="3324679"/>
            <a:ext cx="9286613" cy="901700"/>
          </a:xfrm>
        </p:spPr>
        <p:txBody>
          <a:bodyPr anchor="b"/>
          <a:lstStyle>
            <a:lvl1pPr algn="ctr">
              <a:defRPr sz="2862" baseline="0">
                <a:solidFill>
                  <a:schemeClr val="bg1"/>
                </a:solidFill>
                <a:latin typeface="+mj-lt"/>
              </a:defRPr>
            </a:lvl1pPr>
          </a:lstStyle>
          <a:p>
            <a:r>
              <a:rPr lang="en-US"/>
              <a:t>Title Arial Bold 32 </a:t>
            </a:r>
            <a:r>
              <a:rPr lang="en-US" err="1"/>
              <a:t>pt</a:t>
            </a:r>
            <a:r>
              <a:rPr lang="en-US"/>
              <a:t> </a:t>
            </a:r>
            <a:br>
              <a:rPr lang="en-US"/>
            </a:br>
            <a:r>
              <a:rPr lang="en-US"/>
              <a:t>max 2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1559089" y="4290786"/>
            <a:ext cx="9286614" cy="257600"/>
          </a:xfrm>
        </p:spPr>
        <p:txBody>
          <a:bodyPr tIns="36000"/>
          <a:lstStyle>
            <a:lvl1pPr marL="0" indent="0" algn="ctr">
              <a:lnSpc>
                <a:spcPct val="100000"/>
              </a:lnSpc>
              <a:spcAft>
                <a:spcPts val="0"/>
              </a:spcAft>
              <a:buFont typeface="Arial" panose="020B0604020202020204" pitchFamily="34" charset="0"/>
              <a:buNone/>
              <a:defRPr sz="1073"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073" b="1" cap="all" baseline="0">
                <a:solidFill>
                  <a:schemeClr val="bg2"/>
                </a:solidFill>
                <a:latin typeface="+mn-lt"/>
              </a:defRPr>
            </a:lvl2pPr>
            <a:lvl3pPr marL="0" indent="0" algn="ctr">
              <a:lnSpc>
                <a:spcPct val="100000"/>
              </a:lnSpc>
              <a:spcAft>
                <a:spcPts val="0"/>
              </a:spcAft>
              <a:buNone/>
              <a:defRPr sz="1073" b="1" cap="all">
                <a:solidFill>
                  <a:schemeClr val="bg2"/>
                </a:solidFill>
              </a:defRPr>
            </a:lvl3pPr>
            <a:lvl4pPr marL="0" indent="0" algn="ctr">
              <a:lnSpc>
                <a:spcPct val="100000"/>
              </a:lnSpc>
              <a:spcAft>
                <a:spcPts val="0"/>
              </a:spcAft>
              <a:buNone/>
              <a:defRPr sz="1073" b="1" cap="all">
                <a:solidFill>
                  <a:schemeClr val="bg2"/>
                </a:solidFill>
              </a:defRPr>
            </a:lvl4pPr>
            <a:lvl5pPr marL="0" indent="0" algn="ctr">
              <a:lnSpc>
                <a:spcPct val="100000"/>
              </a:lnSpc>
              <a:spcAft>
                <a:spcPts val="0"/>
              </a:spcAft>
              <a:buNone/>
              <a:defRPr sz="1073" b="1" cap="all">
                <a:solidFill>
                  <a:schemeClr val="bg2"/>
                </a:solidFill>
              </a:defRPr>
            </a:lvl5pPr>
            <a:lvl6pPr marL="0" indent="0" algn="ctr">
              <a:lnSpc>
                <a:spcPct val="100000"/>
              </a:lnSpc>
              <a:spcAft>
                <a:spcPts val="0"/>
              </a:spcAft>
              <a:buNone/>
              <a:defRPr sz="1073" b="1" cap="all">
                <a:solidFill>
                  <a:schemeClr val="bg2"/>
                </a:solidFill>
              </a:defRPr>
            </a:lvl6pPr>
            <a:lvl7pPr marL="0" indent="0" algn="ctr">
              <a:lnSpc>
                <a:spcPct val="100000"/>
              </a:lnSpc>
              <a:spcAft>
                <a:spcPts val="0"/>
              </a:spcAft>
              <a:buNone/>
              <a:defRPr sz="1073" b="1" cap="all">
                <a:solidFill>
                  <a:schemeClr val="bg2"/>
                </a:solidFill>
              </a:defRPr>
            </a:lvl7pPr>
            <a:lvl8pPr marL="0" indent="0" algn="ctr">
              <a:lnSpc>
                <a:spcPct val="100000"/>
              </a:lnSpc>
              <a:spcAft>
                <a:spcPts val="0"/>
              </a:spcAft>
              <a:buNone/>
              <a:defRPr sz="1073" b="1" cap="all">
                <a:solidFill>
                  <a:schemeClr val="bg2"/>
                </a:solidFill>
              </a:defRPr>
            </a:lvl8pPr>
            <a:lvl9pPr marL="0" indent="0" algn="ctr">
              <a:lnSpc>
                <a:spcPct val="100000"/>
              </a:lnSpc>
              <a:spcAft>
                <a:spcPts val="0"/>
              </a:spcAft>
              <a:buNone/>
              <a:defRPr sz="1073" b="1" cap="all">
                <a:solidFill>
                  <a:schemeClr val="bg2"/>
                </a:solidFill>
              </a:defRPr>
            </a:lvl9pPr>
          </a:lstStyle>
          <a:p>
            <a:pPr lvl="0"/>
            <a:r>
              <a:rPr lang="en-US"/>
              <a:t>Date / Month / Year, Arial, 12 </a:t>
            </a:r>
            <a:r>
              <a:rPr lang="en-US" err="1"/>
              <a:t>pt</a:t>
            </a:r>
            <a:endParaRPr lang="en-US"/>
          </a:p>
          <a:p>
            <a:pPr lvl="1"/>
            <a:endParaRPr lang="en-US"/>
          </a:p>
        </p:txBody>
      </p:sp>
      <p:grpSp>
        <p:nvGrpSpPr>
          <p:cNvPr id="25" name="Grafik 3">
            <a:extLst>
              <a:ext uri="{FF2B5EF4-FFF2-40B4-BE49-F238E27FC236}">
                <a16:creationId xmlns:a16="http://schemas.microsoft.com/office/drawing/2014/main" id="{A9A0538F-DE29-4F2D-B1EB-DEEF9167B23E}"/>
              </a:ext>
            </a:extLst>
          </p:cNvPr>
          <p:cNvGrpSpPr>
            <a:grpSpLocks noChangeAspect="1"/>
          </p:cNvGrpSpPr>
          <p:nvPr userDrawn="1"/>
        </p:nvGrpSpPr>
        <p:grpSpPr bwMode="white">
          <a:xfrm>
            <a:off x="5850894" y="1432177"/>
            <a:ext cx="2159438" cy="1278759"/>
            <a:chOff x="8406938" y="1412776"/>
            <a:chExt cx="3126953" cy="2069679"/>
          </a:xfrm>
        </p:grpSpPr>
        <p:sp>
          <p:nvSpPr>
            <p:cNvPr id="26" name="Freihandform: Form 25">
              <a:extLst>
                <a:ext uri="{FF2B5EF4-FFF2-40B4-BE49-F238E27FC236}">
                  <a16:creationId xmlns:a16="http://schemas.microsoft.com/office/drawing/2014/main" id="{6BCD3887-D3AE-45EC-B6D2-7020D4FBDEA7}"/>
                </a:ext>
              </a:extLst>
            </p:cNvPr>
            <p:cNvSpPr/>
            <p:nvPr/>
          </p:nvSpPr>
          <p:spPr bwMode="white">
            <a:xfrm>
              <a:off x="9668543" y="2530120"/>
              <a:ext cx="363368" cy="487527"/>
            </a:xfrm>
            <a:custGeom>
              <a:avLst/>
              <a:gdLst>
                <a:gd name="connsiteX0" fmla="*/ 0 w 363368"/>
                <a:gd name="connsiteY0" fmla="*/ 487528 h 487527"/>
                <a:gd name="connsiteX1" fmla="*/ 130459 w 363368"/>
                <a:gd name="connsiteY1" fmla="*/ 487528 h 487527"/>
                <a:gd name="connsiteX2" fmla="*/ 130459 w 363368"/>
                <a:gd name="connsiteY2" fmla="*/ 291527 h 487527"/>
                <a:gd name="connsiteX3" fmla="*/ 331147 w 363368"/>
                <a:gd name="connsiteY3" fmla="*/ 291527 h 487527"/>
                <a:gd name="connsiteX4" fmla="*/ 331147 w 363368"/>
                <a:gd name="connsiteY4" fmla="*/ 178535 h 487527"/>
                <a:gd name="connsiteX5" fmla="*/ 130459 w 363368"/>
                <a:gd name="connsiteY5" fmla="*/ 178535 h 487527"/>
                <a:gd name="connsiteX6" fmla="*/ 130459 w 363368"/>
                <a:gd name="connsiteY6" fmla="*/ 113025 h 487527"/>
                <a:gd name="connsiteX7" fmla="*/ 363369 w 363368"/>
                <a:gd name="connsiteY7" fmla="*/ 113025 h 487527"/>
                <a:gd name="connsiteX8" fmla="*/ 363369 w 363368"/>
                <a:gd name="connsiteY8" fmla="*/ 0 h 487527"/>
                <a:gd name="connsiteX9" fmla="*/ 0 w 363368"/>
                <a:gd name="connsiteY9"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368" h="487527">
                  <a:moveTo>
                    <a:pt x="0" y="487528"/>
                  </a:moveTo>
                  <a:lnTo>
                    <a:pt x="130459" y="487528"/>
                  </a:lnTo>
                  <a:lnTo>
                    <a:pt x="130459" y="291527"/>
                  </a:lnTo>
                  <a:lnTo>
                    <a:pt x="331147" y="291527"/>
                  </a:lnTo>
                  <a:lnTo>
                    <a:pt x="331147" y="178535"/>
                  </a:lnTo>
                  <a:lnTo>
                    <a:pt x="130459" y="178535"/>
                  </a:lnTo>
                  <a:lnTo>
                    <a:pt x="130459" y="113025"/>
                  </a:lnTo>
                  <a:lnTo>
                    <a:pt x="363369" y="113025"/>
                  </a:lnTo>
                  <a:lnTo>
                    <a:pt x="363369" y="0"/>
                  </a:lnTo>
                  <a:lnTo>
                    <a:pt x="0" y="0"/>
                  </a:lnTo>
                  <a:close/>
                </a:path>
              </a:pathLst>
            </a:custGeom>
            <a:solidFill>
              <a:schemeClr val="bg1"/>
            </a:solidFill>
            <a:ln w="544" cap="flat">
              <a:noFill/>
              <a:prstDash val="solid"/>
              <a:miter/>
            </a:ln>
          </p:spPr>
          <p:txBody>
            <a:bodyPr rtlCol="0" anchor="ctr"/>
            <a:lstStyle/>
            <a:p>
              <a:endParaRPr lang="en-US" sz="1610"/>
            </a:p>
          </p:txBody>
        </p:sp>
        <p:sp>
          <p:nvSpPr>
            <p:cNvPr id="27" name="Freihandform: Form 26">
              <a:extLst>
                <a:ext uri="{FF2B5EF4-FFF2-40B4-BE49-F238E27FC236}">
                  <a16:creationId xmlns:a16="http://schemas.microsoft.com/office/drawing/2014/main" id="{D7B56079-CD08-428A-9A81-EE80B09A8E36}"/>
                </a:ext>
              </a:extLst>
            </p:cNvPr>
            <p:cNvSpPr/>
            <p:nvPr/>
          </p:nvSpPr>
          <p:spPr bwMode="white">
            <a:xfrm>
              <a:off x="10074663" y="2530120"/>
              <a:ext cx="130453" cy="487527"/>
            </a:xfrm>
            <a:custGeom>
              <a:avLst/>
              <a:gdLst>
                <a:gd name="connsiteX0" fmla="*/ 0 w 130453"/>
                <a:gd name="connsiteY0" fmla="*/ 0 h 487527"/>
                <a:gd name="connsiteX1" fmla="*/ 130453 w 130453"/>
                <a:gd name="connsiteY1" fmla="*/ 0 h 487527"/>
                <a:gd name="connsiteX2" fmla="*/ 130453 w 130453"/>
                <a:gd name="connsiteY2" fmla="*/ 487528 h 487527"/>
                <a:gd name="connsiteX3" fmla="*/ 0 w 130453"/>
                <a:gd name="connsiteY3" fmla="*/ 487528 h 487527"/>
              </a:gdLst>
              <a:ahLst/>
              <a:cxnLst>
                <a:cxn ang="0">
                  <a:pos x="connsiteX0" y="connsiteY0"/>
                </a:cxn>
                <a:cxn ang="0">
                  <a:pos x="connsiteX1" y="connsiteY1"/>
                </a:cxn>
                <a:cxn ang="0">
                  <a:pos x="connsiteX2" y="connsiteY2"/>
                </a:cxn>
                <a:cxn ang="0">
                  <a:pos x="connsiteX3" y="connsiteY3"/>
                </a:cxn>
              </a:cxnLst>
              <a:rect l="l" t="t" r="r" b="b"/>
              <a:pathLst>
                <a:path w="130453" h="487527">
                  <a:moveTo>
                    <a:pt x="0" y="0"/>
                  </a:moveTo>
                  <a:lnTo>
                    <a:pt x="130453" y="0"/>
                  </a:lnTo>
                  <a:lnTo>
                    <a:pt x="130453" y="487528"/>
                  </a:lnTo>
                  <a:lnTo>
                    <a:pt x="0" y="487528"/>
                  </a:lnTo>
                  <a:close/>
                </a:path>
              </a:pathLst>
            </a:custGeom>
            <a:solidFill>
              <a:schemeClr val="bg1"/>
            </a:solidFill>
            <a:ln w="544" cap="flat">
              <a:noFill/>
              <a:prstDash val="solid"/>
              <a:miter/>
            </a:ln>
          </p:spPr>
          <p:txBody>
            <a:bodyPr rtlCol="0" anchor="ctr"/>
            <a:lstStyle/>
            <a:p>
              <a:endParaRPr lang="en-US" sz="1610"/>
            </a:p>
          </p:txBody>
        </p:sp>
        <p:sp>
          <p:nvSpPr>
            <p:cNvPr id="28" name="Freihandform: Form 27">
              <a:extLst>
                <a:ext uri="{FF2B5EF4-FFF2-40B4-BE49-F238E27FC236}">
                  <a16:creationId xmlns:a16="http://schemas.microsoft.com/office/drawing/2014/main" id="{1B416D1C-AD7B-47DE-B753-6C1D13C1B978}"/>
                </a:ext>
              </a:extLst>
            </p:cNvPr>
            <p:cNvSpPr/>
            <p:nvPr/>
          </p:nvSpPr>
          <p:spPr bwMode="white">
            <a:xfrm>
              <a:off x="10242117" y="2530120"/>
              <a:ext cx="477498" cy="487527"/>
            </a:xfrm>
            <a:custGeom>
              <a:avLst/>
              <a:gdLst>
                <a:gd name="connsiteX0" fmla="*/ 238752 w 477498"/>
                <a:gd name="connsiteY0" fmla="*/ 341830 h 487527"/>
                <a:gd name="connsiteX1" fmla="*/ 140019 w 477498"/>
                <a:gd name="connsiteY1" fmla="*/ 0 h 487527"/>
                <a:gd name="connsiteX2" fmla="*/ 0 w 477498"/>
                <a:gd name="connsiteY2" fmla="*/ 0 h 487527"/>
                <a:gd name="connsiteX3" fmla="*/ 160627 w 477498"/>
                <a:gd name="connsiteY3" fmla="*/ 487528 h 487527"/>
                <a:gd name="connsiteX4" fmla="*/ 316861 w 477498"/>
                <a:gd name="connsiteY4" fmla="*/ 487528 h 487527"/>
                <a:gd name="connsiteX5" fmla="*/ 476208 w 477498"/>
                <a:gd name="connsiteY5" fmla="*/ 3953 h 487527"/>
                <a:gd name="connsiteX6" fmla="*/ 477499 w 477498"/>
                <a:gd name="connsiteY6" fmla="*/ 0 h 487527"/>
                <a:gd name="connsiteX7" fmla="*/ 337485 w 477498"/>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498" h="487527">
                  <a:moveTo>
                    <a:pt x="238752" y="341830"/>
                  </a:moveTo>
                  <a:lnTo>
                    <a:pt x="140019" y="0"/>
                  </a:lnTo>
                  <a:lnTo>
                    <a:pt x="0" y="0"/>
                  </a:lnTo>
                  <a:lnTo>
                    <a:pt x="160627" y="487528"/>
                  </a:lnTo>
                  <a:lnTo>
                    <a:pt x="316861" y="487528"/>
                  </a:lnTo>
                  <a:lnTo>
                    <a:pt x="476208" y="3953"/>
                  </a:lnTo>
                  <a:lnTo>
                    <a:pt x="477499" y="0"/>
                  </a:lnTo>
                  <a:lnTo>
                    <a:pt x="337485" y="0"/>
                  </a:lnTo>
                  <a:close/>
                </a:path>
              </a:pathLst>
            </a:custGeom>
            <a:solidFill>
              <a:schemeClr val="bg1"/>
            </a:solidFill>
            <a:ln w="544" cap="flat">
              <a:noFill/>
              <a:prstDash val="solid"/>
              <a:miter/>
            </a:ln>
          </p:spPr>
          <p:txBody>
            <a:bodyPr rtlCol="0" anchor="ctr"/>
            <a:lstStyle/>
            <a:p>
              <a:endParaRPr lang="en-US" sz="1610"/>
            </a:p>
          </p:txBody>
        </p:sp>
        <p:sp>
          <p:nvSpPr>
            <p:cNvPr id="29" name="Freihandform: Form 28">
              <a:extLst>
                <a:ext uri="{FF2B5EF4-FFF2-40B4-BE49-F238E27FC236}">
                  <a16:creationId xmlns:a16="http://schemas.microsoft.com/office/drawing/2014/main" id="{691F28A4-8E04-4BD6-8341-02835D4879D1}"/>
                </a:ext>
              </a:extLst>
            </p:cNvPr>
            <p:cNvSpPr/>
            <p:nvPr/>
          </p:nvSpPr>
          <p:spPr bwMode="white">
            <a:xfrm>
              <a:off x="10756394" y="2530120"/>
              <a:ext cx="374099" cy="487549"/>
            </a:xfrm>
            <a:custGeom>
              <a:avLst/>
              <a:gdLst>
                <a:gd name="connsiteX0" fmla="*/ 130453 w 374099"/>
                <a:gd name="connsiteY0" fmla="*/ 374525 h 487549"/>
                <a:gd name="connsiteX1" fmla="*/ 130453 w 374099"/>
                <a:gd name="connsiteY1" fmla="*/ 286866 h 487549"/>
                <a:gd name="connsiteX2" fmla="*/ 339194 w 374099"/>
                <a:gd name="connsiteY2" fmla="*/ 286866 h 487549"/>
                <a:gd name="connsiteX3" fmla="*/ 339194 w 374099"/>
                <a:gd name="connsiteY3" fmla="*/ 173847 h 487549"/>
                <a:gd name="connsiteX4" fmla="*/ 130453 w 374099"/>
                <a:gd name="connsiteY4" fmla="*/ 173847 h 487549"/>
                <a:gd name="connsiteX5" fmla="*/ 130453 w 374099"/>
                <a:gd name="connsiteY5" fmla="*/ 113014 h 487549"/>
                <a:gd name="connsiteX6" fmla="*/ 360657 w 374099"/>
                <a:gd name="connsiteY6" fmla="*/ 113014 h 487549"/>
                <a:gd name="connsiteX7" fmla="*/ 360657 w 374099"/>
                <a:gd name="connsiteY7" fmla="*/ 0 h 487549"/>
                <a:gd name="connsiteX8" fmla="*/ 0 w 374099"/>
                <a:gd name="connsiteY8" fmla="*/ 0 h 487549"/>
                <a:gd name="connsiteX9" fmla="*/ 0 w 374099"/>
                <a:gd name="connsiteY9" fmla="*/ 487549 h 487549"/>
                <a:gd name="connsiteX10" fmla="*/ 374100 w 374099"/>
                <a:gd name="connsiteY10" fmla="*/ 487549 h 487549"/>
                <a:gd name="connsiteX11" fmla="*/ 374100 w 374099"/>
                <a:gd name="connsiteY11" fmla="*/ 374525 h 48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99" h="487549">
                  <a:moveTo>
                    <a:pt x="130453" y="374525"/>
                  </a:moveTo>
                  <a:lnTo>
                    <a:pt x="130453" y="286866"/>
                  </a:lnTo>
                  <a:lnTo>
                    <a:pt x="339194" y="286866"/>
                  </a:lnTo>
                  <a:lnTo>
                    <a:pt x="339194" y="173847"/>
                  </a:lnTo>
                  <a:lnTo>
                    <a:pt x="130453" y="173847"/>
                  </a:lnTo>
                  <a:lnTo>
                    <a:pt x="130453" y="113014"/>
                  </a:lnTo>
                  <a:lnTo>
                    <a:pt x="360657" y="113014"/>
                  </a:lnTo>
                  <a:lnTo>
                    <a:pt x="360657" y="0"/>
                  </a:lnTo>
                  <a:lnTo>
                    <a:pt x="0" y="0"/>
                  </a:lnTo>
                  <a:lnTo>
                    <a:pt x="0" y="487549"/>
                  </a:lnTo>
                  <a:lnTo>
                    <a:pt x="374100" y="487549"/>
                  </a:lnTo>
                  <a:lnTo>
                    <a:pt x="374100" y="374525"/>
                  </a:lnTo>
                  <a:close/>
                </a:path>
              </a:pathLst>
            </a:custGeom>
            <a:solidFill>
              <a:schemeClr val="bg1"/>
            </a:solidFill>
            <a:ln w="544" cap="flat">
              <a:noFill/>
              <a:prstDash val="solid"/>
              <a:miter/>
            </a:ln>
          </p:spPr>
          <p:txBody>
            <a:bodyPr rtlCol="0" anchor="ctr"/>
            <a:lstStyle/>
            <a:p>
              <a:endParaRPr lang="en-US" sz="1610"/>
            </a:p>
          </p:txBody>
        </p:sp>
        <p:grpSp>
          <p:nvGrpSpPr>
            <p:cNvPr id="30" name="Grafik 3">
              <a:extLst>
                <a:ext uri="{FF2B5EF4-FFF2-40B4-BE49-F238E27FC236}">
                  <a16:creationId xmlns:a16="http://schemas.microsoft.com/office/drawing/2014/main" id="{E9D0B31B-3EF7-4281-BC44-371C27C5A0FC}"/>
                </a:ext>
              </a:extLst>
            </p:cNvPr>
            <p:cNvGrpSpPr/>
            <p:nvPr/>
          </p:nvGrpSpPr>
          <p:grpSpPr bwMode="white">
            <a:xfrm>
              <a:off x="8406938" y="1412776"/>
              <a:ext cx="3126953" cy="2069679"/>
              <a:chOff x="8406938" y="1412776"/>
              <a:chExt cx="3126953" cy="2069679"/>
            </a:xfrm>
            <a:solidFill>
              <a:srgbClr val="020203"/>
            </a:solidFill>
          </p:grpSpPr>
          <p:sp>
            <p:nvSpPr>
              <p:cNvPr id="32" name="Freihandform: Form 31">
                <a:extLst>
                  <a:ext uri="{FF2B5EF4-FFF2-40B4-BE49-F238E27FC236}">
                    <a16:creationId xmlns:a16="http://schemas.microsoft.com/office/drawing/2014/main" id="{67CFEF71-0F75-4606-A9FE-7D2AE6767E96}"/>
                  </a:ext>
                </a:extLst>
              </p:cNvPr>
              <p:cNvSpPr/>
              <p:nvPr/>
            </p:nvSpPr>
            <p:spPr bwMode="white">
              <a:xfrm>
                <a:off x="9260583" y="1897439"/>
                <a:ext cx="420754" cy="503670"/>
              </a:xfrm>
              <a:custGeom>
                <a:avLst/>
                <a:gdLst>
                  <a:gd name="connsiteX0" fmla="*/ 370539 w 420754"/>
                  <a:gd name="connsiteY0" fmla="*/ 236258 h 503670"/>
                  <a:gd name="connsiteX1" fmla="*/ 234140 w 420754"/>
                  <a:gd name="connsiteY1" fmla="*/ 183446 h 503670"/>
                  <a:gd name="connsiteX2" fmla="*/ 212602 w 420754"/>
                  <a:gd name="connsiteY2" fmla="*/ 179411 h 503670"/>
                  <a:gd name="connsiteX3" fmla="*/ 159941 w 420754"/>
                  <a:gd name="connsiteY3" fmla="*/ 161607 h 503670"/>
                  <a:gd name="connsiteX4" fmla="*/ 147582 w 420754"/>
                  <a:gd name="connsiteY4" fmla="*/ 139083 h 503670"/>
                  <a:gd name="connsiteX5" fmla="*/ 157997 w 420754"/>
                  <a:gd name="connsiteY5" fmla="*/ 116891 h 503670"/>
                  <a:gd name="connsiteX6" fmla="*/ 195108 w 420754"/>
                  <a:gd name="connsiteY6" fmla="*/ 107656 h 503670"/>
                  <a:gd name="connsiteX7" fmla="*/ 246522 w 420754"/>
                  <a:gd name="connsiteY7" fmla="*/ 121328 h 503670"/>
                  <a:gd name="connsiteX8" fmla="*/ 274246 w 420754"/>
                  <a:gd name="connsiteY8" fmla="*/ 156582 h 503670"/>
                  <a:gd name="connsiteX9" fmla="*/ 277883 w 420754"/>
                  <a:gd name="connsiteY9" fmla="*/ 166175 h 503670"/>
                  <a:gd name="connsiteX10" fmla="*/ 403550 w 420754"/>
                  <a:gd name="connsiteY10" fmla="*/ 134956 h 503670"/>
                  <a:gd name="connsiteX11" fmla="*/ 398394 w 420754"/>
                  <a:gd name="connsiteY11" fmla="*/ 122553 h 503670"/>
                  <a:gd name="connsiteX12" fmla="*/ 369864 w 420754"/>
                  <a:gd name="connsiteY12" fmla="*/ 74776 h 503670"/>
                  <a:gd name="connsiteX13" fmla="*/ 326634 w 420754"/>
                  <a:gd name="connsiteY13" fmla="*/ 35831 h 503670"/>
                  <a:gd name="connsiteX14" fmla="*/ 268463 w 420754"/>
                  <a:gd name="connsiteY14" fmla="*/ 9539 h 503670"/>
                  <a:gd name="connsiteX15" fmla="*/ 195108 w 420754"/>
                  <a:gd name="connsiteY15" fmla="*/ 0 h 503670"/>
                  <a:gd name="connsiteX16" fmla="*/ 126130 w 420754"/>
                  <a:gd name="connsiteY16" fmla="*/ 9201 h 503670"/>
                  <a:gd name="connsiteX17" fmla="*/ 70192 w 420754"/>
                  <a:gd name="connsiteY17" fmla="*/ 37034 h 503670"/>
                  <a:gd name="connsiteX18" fmla="*/ 33049 w 420754"/>
                  <a:gd name="connsiteY18" fmla="*/ 83020 h 503670"/>
                  <a:gd name="connsiteX19" fmla="*/ 19802 w 420754"/>
                  <a:gd name="connsiteY19" fmla="*/ 144457 h 503670"/>
                  <a:gd name="connsiteX20" fmla="*/ 32401 w 420754"/>
                  <a:gd name="connsiteY20" fmla="*/ 204266 h 503670"/>
                  <a:gd name="connsiteX21" fmla="*/ 69740 w 420754"/>
                  <a:gd name="connsiteY21" fmla="*/ 248329 h 503670"/>
                  <a:gd name="connsiteX22" fmla="*/ 128215 w 420754"/>
                  <a:gd name="connsiteY22" fmla="*/ 278171 h 503670"/>
                  <a:gd name="connsiteX23" fmla="*/ 205736 w 420754"/>
                  <a:gd name="connsiteY23" fmla="*/ 298082 h 503670"/>
                  <a:gd name="connsiteX24" fmla="*/ 227253 w 420754"/>
                  <a:gd name="connsiteY24" fmla="*/ 302117 h 503670"/>
                  <a:gd name="connsiteX25" fmla="*/ 278982 w 420754"/>
                  <a:gd name="connsiteY25" fmla="*/ 322147 h 503670"/>
                  <a:gd name="connsiteX26" fmla="*/ 292294 w 420754"/>
                  <a:gd name="connsiteY26" fmla="*/ 351848 h 503670"/>
                  <a:gd name="connsiteX27" fmla="*/ 278471 w 420754"/>
                  <a:gd name="connsiteY27" fmla="*/ 382719 h 503670"/>
                  <a:gd name="connsiteX28" fmla="*/ 232017 w 420754"/>
                  <a:gd name="connsiteY28" fmla="*/ 396020 h 503670"/>
                  <a:gd name="connsiteX29" fmla="*/ 165870 w 420754"/>
                  <a:gd name="connsiteY29" fmla="*/ 376261 h 503670"/>
                  <a:gd name="connsiteX30" fmla="*/ 128128 w 420754"/>
                  <a:gd name="connsiteY30" fmla="*/ 323187 h 503670"/>
                  <a:gd name="connsiteX31" fmla="*/ 124644 w 420754"/>
                  <a:gd name="connsiteY31" fmla="*/ 313256 h 503670"/>
                  <a:gd name="connsiteX32" fmla="*/ 0 w 420754"/>
                  <a:gd name="connsiteY32" fmla="*/ 344432 h 503670"/>
                  <a:gd name="connsiteX33" fmla="*/ 4372 w 420754"/>
                  <a:gd name="connsiteY33" fmla="*/ 356454 h 503670"/>
                  <a:gd name="connsiteX34" fmla="*/ 35864 w 420754"/>
                  <a:gd name="connsiteY34" fmla="*/ 414493 h 503670"/>
                  <a:gd name="connsiteX35" fmla="*/ 84843 w 420754"/>
                  <a:gd name="connsiteY35" fmla="*/ 461339 h 503670"/>
                  <a:gd name="connsiteX36" fmla="*/ 150092 w 420754"/>
                  <a:gd name="connsiteY36" fmla="*/ 492406 h 503670"/>
                  <a:gd name="connsiteX37" fmla="*/ 232017 w 420754"/>
                  <a:gd name="connsiteY37" fmla="*/ 503671 h 503670"/>
                  <a:gd name="connsiteX38" fmla="*/ 307017 w 420754"/>
                  <a:gd name="connsiteY38" fmla="*/ 492722 h 503670"/>
                  <a:gd name="connsiteX39" fmla="*/ 366750 w 420754"/>
                  <a:gd name="connsiteY39" fmla="*/ 461535 h 503670"/>
                  <a:gd name="connsiteX40" fmla="*/ 406484 w 420754"/>
                  <a:gd name="connsiteY40" fmla="*/ 411956 h 503670"/>
                  <a:gd name="connsiteX41" fmla="*/ 420755 w 420754"/>
                  <a:gd name="connsiteY41" fmla="*/ 346479 h 503670"/>
                  <a:gd name="connsiteX42" fmla="*/ 370539 w 420754"/>
                  <a:gd name="connsiteY42" fmla="*/ 236258 h 5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54" h="503670">
                    <a:moveTo>
                      <a:pt x="370539" y="236258"/>
                    </a:moveTo>
                    <a:cubicBezTo>
                      <a:pt x="338792" y="212226"/>
                      <a:pt x="292910" y="194460"/>
                      <a:pt x="234140" y="183446"/>
                    </a:cubicBezTo>
                    <a:lnTo>
                      <a:pt x="212602" y="179411"/>
                    </a:lnTo>
                    <a:cubicBezTo>
                      <a:pt x="187611" y="174821"/>
                      <a:pt x="169894" y="168843"/>
                      <a:pt x="159941" y="161607"/>
                    </a:cubicBezTo>
                    <a:cubicBezTo>
                      <a:pt x="151616" y="155586"/>
                      <a:pt x="147582" y="148208"/>
                      <a:pt x="147582" y="139083"/>
                    </a:cubicBezTo>
                    <a:cubicBezTo>
                      <a:pt x="147582" y="129718"/>
                      <a:pt x="150979" y="122471"/>
                      <a:pt x="157997" y="116891"/>
                    </a:cubicBezTo>
                    <a:cubicBezTo>
                      <a:pt x="165691" y="110760"/>
                      <a:pt x="178181" y="107656"/>
                      <a:pt x="195108" y="107656"/>
                    </a:cubicBezTo>
                    <a:cubicBezTo>
                      <a:pt x="216288" y="107656"/>
                      <a:pt x="233596" y="112268"/>
                      <a:pt x="246522" y="121328"/>
                    </a:cubicBezTo>
                    <a:cubicBezTo>
                      <a:pt x="259692" y="130584"/>
                      <a:pt x="268757" y="142099"/>
                      <a:pt x="274246" y="156582"/>
                    </a:cubicBezTo>
                    <a:lnTo>
                      <a:pt x="277883" y="166175"/>
                    </a:lnTo>
                    <a:lnTo>
                      <a:pt x="403550" y="134956"/>
                    </a:lnTo>
                    <a:lnTo>
                      <a:pt x="398394" y="122553"/>
                    </a:lnTo>
                    <a:cubicBezTo>
                      <a:pt x="391278" y="105549"/>
                      <a:pt x="381695" y="89466"/>
                      <a:pt x="369864" y="74776"/>
                    </a:cubicBezTo>
                    <a:cubicBezTo>
                      <a:pt x="357984" y="60043"/>
                      <a:pt x="343452" y="46944"/>
                      <a:pt x="326634" y="35831"/>
                    </a:cubicBezTo>
                    <a:cubicBezTo>
                      <a:pt x="309815" y="24708"/>
                      <a:pt x="290242" y="15855"/>
                      <a:pt x="268463" y="9539"/>
                    </a:cubicBezTo>
                    <a:cubicBezTo>
                      <a:pt x="246718" y="3212"/>
                      <a:pt x="222032" y="0"/>
                      <a:pt x="195108" y="0"/>
                    </a:cubicBezTo>
                    <a:cubicBezTo>
                      <a:pt x="170444" y="0"/>
                      <a:pt x="147233" y="3093"/>
                      <a:pt x="126130" y="9201"/>
                    </a:cubicBezTo>
                    <a:cubicBezTo>
                      <a:pt x="104635" y="15419"/>
                      <a:pt x="85818" y="24773"/>
                      <a:pt x="70192" y="37034"/>
                    </a:cubicBezTo>
                    <a:cubicBezTo>
                      <a:pt x="54337" y="49481"/>
                      <a:pt x="41847" y="64954"/>
                      <a:pt x="33049" y="83020"/>
                    </a:cubicBezTo>
                    <a:cubicBezTo>
                      <a:pt x="24272" y="101085"/>
                      <a:pt x="19802" y="121758"/>
                      <a:pt x="19802" y="144457"/>
                    </a:cubicBezTo>
                    <a:cubicBezTo>
                      <a:pt x="19802" y="167177"/>
                      <a:pt x="24033" y="187295"/>
                      <a:pt x="32401" y="204266"/>
                    </a:cubicBezTo>
                    <a:cubicBezTo>
                      <a:pt x="40780" y="221280"/>
                      <a:pt x="53352" y="236111"/>
                      <a:pt x="69740" y="248329"/>
                    </a:cubicBezTo>
                    <a:cubicBezTo>
                      <a:pt x="85617" y="260188"/>
                      <a:pt x="105288" y="270227"/>
                      <a:pt x="128215" y="278171"/>
                    </a:cubicBezTo>
                    <a:cubicBezTo>
                      <a:pt x="150527" y="285919"/>
                      <a:pt x="176613" y="292627"/>
                      <a:pt x="205736" y="298082"/>
                    </a:cubicBezTo>
                    <a:lnTo>
                      <a:pt x="227253" y="302117"/>
                    </a:lnTo>
                    <a:cubicBezTo>
                      <a:pt x="251852" y="306619"/>
                      <a:pt x="269237" y="313381"/>
                      <a:pt x="278982" y="322147"/>
                    </a:cubicBezTo>
                    <a:cubicBezTo>
                      <a:pt x="287933" y="330222"/>
                      <a:pt x="292294" y="339951"/>
                      <a:pt x="292294" y="351848"/>
                    </a:cubicBezTo>
                    <a:cubicBezTo>
                      <a:pt x="292294" y="363848"/>
                      <a:pt x="287781" y="373953"/>
                      <a:pt x="278471" y="382719"/>
                    </a:cubicBezTo>
                    <a:cubicBezTo>
                      <a:pt x="269095" y="391528"/>
                      <a:pt x="253480" y="396020"/>
                      <a:pt x="232017" y="396020"/>
                    </a:cubicBezTo>
                    <a:cubicBezTo>
                      <a:pt x="205224" y="396020"/>
                      <a:pt x="182972" y="389356"/>
                      <a:pt x="165870" y="376261"/>
                    </a:cubicBezTo>
                    <a:cubicBezTo>
                      <a:pt x="148529" y="362938"/>
                      <a:pt x="135821" y="345085"/>
                      <a:pt x="128128" y="323187"/>
                    </a:cubicBezTo>
                    <a:lnTo>
                      <a:pt x="124644" y="313256"/>
                    </a:lnTo>
                    <a:lnTo>
                      <a:pt x="0" y="344432"/>
                    </a:lnTo>
                    <a:lnTo>
                      <a:pt x="4372" y="356454"/>
                    </a:lnTo>
                    <a:cubicBezTo>
                      <a:pt x="11880" y="377105"/>
                      <a:pt x="22459" y="396635"/>
                      <a:pt x="35864" y="414493"/>
                    </a:cubicBezTo>
                    <a:cubicBezTo>
                      <a:pt x="49307" y="432417"/>
                      <a:pt x="65782" y="448185"/>
                      <a:pt x="84843" y="461339"/>
                    </a:cubicBezTo>
                    <a:cubicBezTo>
                      <a:pt x="103878" y="474510"/>
                      <a:pt x="125825" y="484941"/>
                      <a:pt x="150092" y="492406"/>
                    </a:cubicBezTo>
                    <a:cubicBezTo>
                      <a:pt x="174353" y="499871"/>
                      <a:pt x="201903" y="503671"/>
                      <a:pt x="232017" y="503671"/>
                    </a:cubicBezTo>
                    <a:cubicBezTo>
                      <a:pt x="259033" y="503671"/>
                      <a:pt x="284264" y="499969"/>
                      <a:pt x="307017" y="492722"/>
                    </a:cubicBezTo>
                    <a:cubicBezTo>
                      <a:pt x="329933" y="485388"/>
                      <a:pt x="350040" y="474907"/>
                      <a:pt x="366750" y="461535"/>
                    </a:cubicBezTo>
                    <a:cubicBezTo>
                      <a:pt x="383677" y="448005"/>
                      <a:pt x="397065" y="431306"/>
                      <a:pt x="406484" y="411956"/>
                    </a:cubicBezTo>
                    <a:cubicBezTo>
                      <a:pt x="415947" y="392568"/>
                      <a:pt x="420755" y="370528"/>
                      <a:pt x="420755" y="346479"/>
                    </a:cubicBezTo>
                    <a:cubicBezTo>
                      <a:pt x="420749" y="298578"/>
                      <a:pt x="403866" y="261489"/>
                      <a:pt x="370539" y="236258"/>
                    </a:cubicBezTo>
                  </a:path>
                </a:pathLst>
              </a:custGeom>
              <a:solidFill>
                <a:schemeClr val="bg1"/>
              </a:solidFill>
              <a:ln w="544" cap="flat">
                <a:noFill/>
                <a:prstDash val="solid"/>
                <a:miter/>
              </a:ln>
            </p:spPr>
            <p:txBody>
              <a:bodyPr rtlCol="0" anchor="ctr"/>
              <a:lstStyle/>
              <a:p>
                <a:endParaRPr lang="en-US" sz="1610"/>
              </a:p>
            </p:txBody>
          </p:sp>
          <p:sp>
            <p:nvSpPr>
              <p:cNvPr id="33" name="Freihandform: Form 32">
                <a:extLst>
                  <a:ext uri="{FF2B5EF4-FFF2-40B4-BE49-F238E27FC236}">
                    <a16:creationId xmlns:a16="http://schemas.microsoft.com/office/drawing/2014/main" id="{1DE59BBB-1282-4119-BA49-DB444D2E5148}"/>
                  </a:ext>
                </a:extLst>
              </p:cNvPr>
              <p:cNvSpPr/>
              <p:nvPr/>
            </p:nvSpPr>
            <p:spPr bwMode="white">
              <a:xfrm>
                <a:off x="10141082" y="1897461"/>
                <a:ext cx="504993" cy="503638"/>
              </a:xfrm>
              <a:custGeom>
                <a:avLst/>
                <a:gdLst>
                  <a:gd name="connsiteX0" fmla="*/ 202170 w 504993"/>
                  <a:gd name="connsiteY0" fmla="*/ 123081 h 503638"/>
                  <a:gd name="connsiteX1" fmla="*/ 252516 w 504993"/>
                  <a:gd name="connsiteY1" fmla="*/ 113030 h 503638"/>
                  <a:gd name="connsiteX2" fmla="*/ 302841 w 504993"/>
                  <a:gd name="connsiteY2" fmla="*/ 123081 h 503638"/>
                  <a:gd name="connsiteX3" fmla="*/ 341111 w 504993"/>
                  <a:gd name="connsiteY3" fmla="*/ 151317 h 503638"/>
                  <a:gd name="connsiteX4" fmla="*/ 365742 w 504993"/>
                  <a:gd name="connsiteY4" fmla="*/ 195146 h 503638"/>
                  <a:gd name="connsiteX5" fmla="*/ 374541 w 504993"/>
                  <a:gd name="connsiteY5" fmla="*/ 251830 h 503638"/>
                  <a:gd name="connsiteX6" fmla="*/ 365742 w 504993"/>
                  <a:gd name="connsiteY6" fmla="*/ 308514 h 503638"/>
                  <a:gd name="connsiteX7" fmla="*/ 341111 w 504993"/>
                  <a:gd name="connsiteY7" fmla="*/ 352321 h 503638"/>
                  <a:gd name="connsiteX8" fmla="*/ 302841 w 504993"/>
                  <a:gd name="connsiteY8" fmla="*/ 380557 h 503638"/>
                  <a:gd name="connsiteX9" fmla="*/ 252516 w 504993"/>
                  <a:gd name="connsiteY9" fmla="*/ 390635 h 503638"/>
                  <a:gd name="connsiteX10" fmla="*/ 202170 w 504993"/>
                  <a:gd name="connsiteY10" fmla="*/ 380557 h 503638"/>
                  <a:gd name="connsiteX11" fmla="*/ 163899 w 504993"/>
                  <a:gd name="connsiteY11" fmla="*/ 352321 h 503638"/>
                  <a:gd name="connsiteX12" fmla="*/ 139257 w 504993"/>
                  <a:gd name="connsiteY12" fmla="*/ 308514 h 503638"/>
                  <a:gd name="connsiteX13" fmla="*/ 130480 w 504993"/>
                  <a:gd name="connsiteY13" fmla="*/ 251830 h 503638"/>
                  <a:gd name="connsiteX14" fmla="*/ 139257 w 504993"/>
                  <a:gd name="connsiteY14" fmla="*/ 195146 h 503638"/>
                  <a:gd name="connsiteX15" fmla="*/ 163899 w 504993"/>
                  <a:gd name="connsiteY15" fmla="*/ 151317 h 503638"/>
                  <a:gd name="connsiteX16" fmla="*/ 202170 w 504993"/>
                  <a:gd name="connsiteY16" fmla="*/ 123081 h 503638"/>
                  <a:gd name="connsiteX17" fmla="*/ 432439 w 504993"/>
                  <a:gd name="connsiteY17" fmla="*/ 70127 h 503638"/>
                  <a:gd name="connsiteX18" fmla="*/ 352414 w 504993"/>
                  <a:gd name="connsiteY18" fmla="*/ 18261 h 503638"/>
                  <a:gd name="connsiteX19" fmla="*/ 252511 w 504993"/>
                  <a:gd name="connsiteY19" fmla="*/ 0 h 503638"/>
                  <a:gd name="connsiteX20" fmla="*/ 152585 w 504993"/>
                  <a:gd name="connsiteY20" fmla="*/ 18261 h 503638"/>
                  <a:gd name="connsiteX21" fmla="*/ 72550 w 504993"/>
                  <a:gd name="connsiteY21" fmla="*/ 70127 h 503638"/>
                  <a:gd name="connsiteX22" fmla="*/ 19334 w 504993"/>
                  <a:gd name="connsiteY22" fmla="*/ 150054 h 503638"/>
                  <a:gd name="connsiteX23" fmla="*/ 0 w 504993"/>
                  <a:gd name="connsiteY23" fmla="*/ 251835 h 503638"/>
                  <a:gd name="connsiteX24" fmla="*/ 19356 w 504993"/>
                  <a:gd name="connsiteY24" fmla="*/ 353955 h 503638"/>
                  <a:gd name="connsiteX25" fmla="*/ 72550 w 504993"/>
                  <a:gd name="connsiteY25" fmla="*/ 433544 h 503638"/>
                  <a:gd name="connsiteX26" fmla="*/ 152585 w 504993"/>
                  <a:gd name="connsiteY26" fmla="*/ 485388 h 503638"/>
                  <a:gd name="connsiteX27" fmla="*/ 252511 w 504993"/>
                  <a:gd name="connsiteY27" fmla="*/ 503638 h 503638"/>
                  <a:gd name="connsiteX28" fmla="*/ 352414 w 504993"/>
                  <a:gd name="connsiteY28" fmla="*/ 485388 h 503638"/>
                  <a:gd name="connsiteX29" fmla="*/ 432439 w 504993"/>
                  <a:gd name="connsiteY29" fmla="*/ 433544 h 503638"/>
                  <a:gd name="connsiteX30" fmla="*/ 485633 w 504993"/>
                  <a:gd name="connsiteY30" fmla="*/ 353955 h 503638"/>
                  <a:gd name="connsiteX31" fmla="*/ 504994 w 504993"/>
                  <a:gd name="connsiteY31" fmla="*/ 251835 h 503638"/>
                  <a:gd name="connsiteX32" fmla="*/ 485655 w 504993"/>
                  <a:gd name="connsiteY32" fmla="*/ 150054 h 503638"/>
                  <a:gd name="connsiteX33" fmla="*/ 432439 w 504993"/>
                  <a:gd name="connsiteY33" fmla="*/ 70127 h 5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93" h="503638">
                    <a:moveTo>
                      <a:pt x="202170" y="123081"/>
                    </a:moveTo>
                    <a:cubicBezTo>
                      <a:pt x="217153" y="116406"/>
                      <a:pt x="234091" y="113030"/>
                      <a:pt x="252516" y="113030"/>
                    </a:cubicBezTo>
                    <a:cubicBezTo>
                      <a:pt x="270897" y="113030"/>
                      <a:pt x="287857" y="116406"/>
                      <a:pt x="302841" y="123081"/>
                    </a:cubicBezTo>
                    <a:cubicBezTo>
                      <a:pt x="317759" y="129767"/>
                      <a:pt x="330652" y="139252"/>
                      <a:pt x="341111" y="151317"/>
                    </a:cubicBezTo>
                    <a:cubicBezTo>
                      <a:pt x="351690" y="163556"/>
                      <a:pt x="360004" y="178306"/>
                      <a:pt x="365742" y="195146"/>
                    </a:cubicBezTo>
                    <a:cubicBezTo>
                      <a:pt x="371590" y="212226"/>
                      <a:pt x="374541" y="231282"/>
                      <a:pt x="374541" y="251830"/>
                    </a:cubicBezTo>
                    <a:cubicBezTo>
                      <a:pt x="374541" y="272351"/>
                      <a:pt x="371590" y="291434"/>
                      <a:pt x="365742" y="308514"/>
                    </a:cubicBezTo>
                    <a:cubicBezTo>
                      <a:pt x="360004" y="325332"/>
                      <a:pt x="351690" y="340082"/>
                      <a:pt x="341111" y="352321"/>
                    </a:cubicBezTo>
                    <a:cubicBezTo>
                      <a:pt x="330630" y="364408"/>
                      <a:pt x="317759" y="373893"/>
                      <a:pt x="302841" y="380557"/>
                    </a:cubicBezTo>
                    <a:cubicBezTo>
                      <a:pt x="287857" y="387232"/>
                      <a:pt x="270897" y="390635"/>
                      <a:pt x="252516" y="390635"/>
                    </a:cubicBezTo>
                    <a:cubicBezTo>
                      <a:pt x="234091" y="390635"/>
                      <a:pt x="217153" y="387238"/>
                      <a:pt x="202170" y="380557"/>
                    </a:cubicBezTo>
                    <a:cubicBezTo>
                      <a:pt x="187230" y="373893"/>
                      <a:pt x="174358" y="364387"/>
                      <a:pt x="163899" y="352321"/>
                    </a:cubicBezTo>
                    <a:cubicBezTo>
                      <a:pt x="153288" y="340082"/>
                      <a:pt x="145006" y="325354"/>
                      <a:pt x="139257" y="308514"/>
                    </a:cubicBezTo>
                    <a:cubicBezTo>
                      <a:pt x="133420" y="291456"/>
                      <a:pt x="130480" y="272400"/>
                      <a:pt x="130480" y="251830"/>
                    </a:cubicBezTo>
                    <a:cubicBezTo>
                      <a:pt x="130480" y="231266"/>
                      <a:pt x="133420" y="212182"/>
                      <a:pt x="139257" y="195146"/>
                    </a:cubicBezTo>
                    <a:cubicBezTo>
                      <a:pt x="145006" y="178306"/>
                      <a:pt x="153288" y="163556"/>
                      <a:pt x="163899" y="151317"/>
                    </a:cubicBezTo>
                    <a:cubicBezTo>
                      <a:pt x="174358" y="139257"/>
                      <a:pt x="187230" y="129773"/>
                      <a:pt x="202170" y="123081"/>
                    </a:cubicBezTo>
                    <a:moveTo>
                      <a:pt x="432439" y="70127"/>
                    </a:moveTo>
                    <a:cubicBezTo>
                      <a:pt x="409947" y="47869"/>
                      <a:pt x="383034" y="30435"/>
                      <a:pt x="352414" y="18261"/>
                    </a:cubicBezTo>
                    <a:cubicBezTo>
                      <a:pt x="321848" y="6152"/>
                      <a:pt x="288249" y="0"/>
                      <a:pt x="252511" y="0"/>
                    </a:cubicBezTo>
                    <a:cubicBezTo>
                      <a:pt x="216756" y="0"/>
                      <a:pt x="183130" y="6152"/>
                      <a:pt x="152585" y="18261"/>
                    </a:cubicBezTo>
                    <a:cubicBezTo>
                      <a:pt x="121965" y="30435"/>
                      <a:pt x="95041" y="47864"/>
                      <a:pt x="72550" y="70127"/>
                    </a:cubicBezTo>
                    <a:cubicBezTo>
                      <a:pt x="50096" y="92352"/>
                      <a:pt x="32183" y="119248"/>
                      <a:pt x="19334" y="150054"/>
                    </a:cubicBezTo>
                    <a:cubicBezTo>
                      <a:pt x="6506" y="180870"/>
                      <a:pt x="0" y="215106"/>
                      <a:pt x="0" y="251835"/>
                    </a:cubicBezTo>
                    <a:cubicBezTo>
                      <a:pt x="0" y="289055"/>
                      <a:pt x="6523" y="323389"/>
                      <a:pt x="19356" y="353955"/>
                    </a:cubicBezTo>
                    <a:cubicBezTo>
                      <a:pt x="32183" y="384532"/>
                      <a:pt x="50096" y="411303"/>
                      <a:pt x="72550" y="433544"/>
                    </a:cubicBezTo>
                    <a:cubicBezTo>
                      <a:pt x="95063" y="455791"/>
                      <a:pt x="121987" y="473257"/>
                      <a:pt x="152585" y="485388"/>
                    </a:cubicBezTo>
                    <a:cubicBezTo>
                      <a:pt x="183130" y="497497"/>
                      <a:pt x="216729" y="503638"/>
                      <a:pt x="252511" y="503638"/>
                    </a:cubicBezTo>
                    <a:cubicBezTo>
                      <a:pt x="288244" y="503638"/>
                      <a:pt x="321870" y="497497"/>
                      <a:pt x="352414" y="485388"/>
                    </a:cubicBezTo>
                    <a:cubicBezTo>
                      <a:pt x="383013" y="473235"/>
                      <a:pt x="409947" y="455796"/>
                      <a:pt x="432439" y="433544"/>
                    </a:cubicBezTo>
                    <a:cubicBezTo>
                      <a:pt x="454882" y="411330"/>
                      <a:pt x="472783" y="384554"/>
                      <a:pt x="485633" y="353955"/>
                    </a:cubicBezTo>
                    <a:cubicBezTo>
                      <a:pt x="498482" y="323345"/>
                      <a:pt x="504994" y="289011"/>
                      <a:pt x="504994" y="251835"/>
                    </a:cubicBezTo>
                    <a:cubicBezTo>
                      <a:pt x="504994" y="215128"/>
                      <a:pt x="498482" y="180892"/>
                      <a:pt x="485655" y="150054"/>
                    </a:cubicBezTo>
                    <a:cubicBezTo>
                      <a:pt x="472783" y="119248"/>
                      <a:pt x="454882" y="92341"/>
                      <a:pt x="432439" y="70127"/>
                    </a:cubicBezTo>
                  </a:path>
                </a:pathLst>
              </a:custGeom>
              <a:solidFill>
                <a:schemeClr val="bg1"/>
              </a:solidFill>
              <a:ln w="544" cap="flat">
                <a:noFill/>
                <a:prstDash val="solid"/>
                <a:miter/>
              </a:ln>
            </p:spPr>
            <p:txBody>
              <a:bodyPr rtlCol="0" anchor="ctr"/>
              <a:lstStyle/>
              <a:p>
                <a:endParaRPr lang="en-US" sz="1610"/>
              </a:p>
            </p:txBody>
          </p:sp>
          <p:sp>
            <p:nvSpPr>
              <p:cNvPr id="34" name="Freihandform: Form 33">
                <a:extLst>
                  <a:ext uri="{FF2B5EF4-FFF2-40B4-BE49-F238E27FC236}">
                    <a16:creationId xmlns:a16="http://schemas.microsoft.com/office/drawing/2014/main" id="{FB63A3CF-9426-4C31-B612-3D07924A3EBE}"/>
                  </a:ext>
                </a:extLst>
              </p:cNvPr>
              <p:cNvSpPr/>
              <p:nvPr/>
            </p:nvSpPr>
            <p:spPr bwMode="white">
              <a:xfrm>
                <a:off x="10688396" y="1905514"/>
                <a:ext cx="423313" cy="487527"/>
              </a:xfrm>
              <a:custGeom>
                <a:avLst/>
                <a:gdLst>
                  <a:gd name="connsiteX0" fmla="*/ 267130 w 423313"/>
                  <a:gd name="connsiteY0" fmla="*/ 152509 h 487527"/>
                  <a:gd name="connsiteX1" fmla="*/ 255734 w 423313"/>
                  <a:gd name="connsiteY1" fmla="*/ 180571 h 487527"/>
                  <a:gd name="connsiteX2" fmla="*/ 218928 w 423313"/>
                  <a:gd name="connsiteY2" fmla="*/ 191956 h 487527"/>
                  <a:gd name="connsiteX3" fmla="*/ 130470 w 423313"/>
                  <a:gd name="connsiteY3" fmla="*/ 191956 h 487527"/>
                  <a:gd name="connsiteX4" fmla="*/ 130470 w 423313"/>
                  <a:gd name="connsiteY4" fmla="*/ 113025 h 487527"/>
                  <a:gd name="connsiteX5" fmla="*/ 218928 w 423313"/>
                  <a:gd name="connsiteY5" fmla="*/ 113025 h 487527"/>
                  <a:gd name="connsiteX6" fmla="*/ 255734 w 423313"/>
                  <a:gd name="connsiteY6" fmla="*/ 124410 h 487527"/>
                  <a:gd name="connsiteX7" fmla="*/ 267130 w 423313"/>
                  <a:gd name="connsiteY7" fmla="*/ 152509 h 487527"/>
                  <a:gd name="connsiteX8" fmla="*/ 372058 w 423313"/>
                  <a:gd name="connsiteY8" fmla="*/ 230650 h 487527"/>
                  <a:gd name="connsiteX9" fmla="*/ 397588 w 423313"/>
                  <a:gd name="connsiteY9" fmla="*/ 147783 h 487527"/>
                  <a:gd name="connsiteX10" fmla="*/ 385523 w 423313"/>
                  <a:gd name="connsiteY10" fmla="*/ 88039 h 487527"/>
                  <a:gd name="connsiteX11" fmla="*/ 349877 w 423313"/>
                  <a:gd name="connsiteY11" fmla="*/ 40976 h 487527"/>
                  <a:gd name="connsiteX12" fmla="*/ 293291 w 423313"/>
                  <a:gd name="connsiteY12" fmla="*/ 10628 h 487527"/>
                  <a:gd name="connsiteX13" fmla="*/ 218928 w 423313"/>
                  <a:gd name="connsiteY13" fmla="*/ 0 h 487527"/>
                  <a:gd name="connsiteX14" fmla="*/ 0 w 423313"/>
                  <a:gd name="connsiteY14" fmla="*/ 0 h 487527"/>
                  <a:gd name="connsiteX15" fmla="*/ 0 w 423313"/>
                  <a:gd name="connsiteY15" fmla="*/ 487528 h 487527"/>
                  <a:gd name="connsiteX16" fmla="*/ 130464 w 423313"/>
                  <a:gd name="connsiteY16" fmla="*/ 487528 h 487527"/>
                  <a:gd name="connsiteX17" fmla="*/ 130464 w 423313"/>
                  <a:gd name="connsiteY17" fmla="*/ 304980 h 487527"/>
                  <a:gd name="connsiteX18" fmla="*/ 192870 w 423313"/>
                  <a:gd name="connsiteY18" fmla="*/ 304980 h 487527"/>
                  <a:gd name="connsiteX19" fmla="*/ 280126 w 423313"/>
                  <a:gd name="connsiteY19" fmla="*/ 487528 h 487527"/>
                  <a:gd name="connsiteX20" fmla="*/ 423314 w 423313"/>
                  <a:gd name="connsiteY20" fmla="*/ 487528 h 487527"/>
                  <a:gd name="connsiteX21" fmla="*/ 320079 w 423313"/>
                  <a:gd name="connsiteY21" fmla="*/ 276173 h 487527"/>
                  <a:gd name="connsiteX22" fmla="*/ 372058 w 423313"/>
                  <a:gd name="connsiteY22" fmla="*/ 23065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3313" h="487527">
                    <a:moveTo>
                      <a:pt x="267130" y="152509"/>
                    </a:moveTo>
                    <a:cubicBezTo>
                      <a:pt x="267130" y="163720"/>
                      <a:pt x="263416" y="172921"/>
                      <a:pt x="255734" y="180571"/>
                    </a:cubicBezTo>
                    <a:cubicBezTo>
                      <a:pt x="248193" y="188133"/>
                      <a:pt x="235790" y="191956"/>
                      <a:pt x="218928" y="191956"/>
                    </a:cubicBezTo>
                    <a:lnTo>
                      <a:pt x="130470" y="191956"/>
                    </a:lnTo>
                    <a:lnTo>
                      <a:pt x="130470" y="113025"/>
                    </a:lnTo>
                    <a:lnTo>
                      <a:pt x="218928" y="113025"/>
                    </a:lnTo>
                    <a:cubicBezTo>
                      <a:pt x="235790" y="113025"/>
                      <a:pt x="248193" y="116847"/>
                      <a:pt x="255734" y="124410"/>
                    </a:cubicBezTo>
                    <a:cubicBezTo>
                      <a:pt x="263416" y="132076"/>
                      <a:pt x="267130" y="141266"/>
                      <a:pt x="267130" y="152509"/>
                    </a:cubicBezTo>
                    <a:moveTo>
                      <a:pt x="372058" y="230650"/>
                    </a:moveTo>
                    <a:cubicBezTo>
                      <a:pt x="389007" y="208545"/>
                      <a:pt x="397588" y="180669"/>
                      <a:pt x="397588" y="147783"/>
                    </a:cubicBezTo>
                    <a:cubicBezTo>
                      <a:pt x="397588" y="126125"/>
                      <a:pt x="393532" y="106029"/>
                      <a:pt x="385523" y="88039"/>
                    </a:cubicBezTo>
                    <a:cubicBezTo>
                      <a:pt x="377448" y="69963"/>
                      <a:pt x="365459" y="54141"/>
                      <a:pt x="349877" y="40976"/>
                    </a:cubicBezTo>
                    <a:cubicBezTo>
                      <a:pt x="334468" y="27985"/>
                      <a:pt x="315423" y="17777"/>
                      <a:pt x="293291" y="10628"/>
                    </a:cubicBezTo>
                    <a:cubicBezTo>
                      <a:pt x="271447" y="3577"/>
                      <a:pt x="246424" y="0"/>
                      <a:pt x="218928" y="0"/>
                    </a:cubicBezTo>
                    <a:lnTo>
                      <a:pt x="0" y="0"/>
                    </a:lnTo>
                    <a:lnTo>
                      <a:pt x="0" y="487528"/>
                    </a:lnTo>
                    <a:lnTo>
                      <a:pt x="130464" y="487528"/>
                    </a:lnTo>
                    <a:lnTo>
                      <a:pt x="130464" y="304980"/>
                    </a:lnTo>
                    <a:lnTo>
                      <a:pt x="192870" y="304980"/>
                    </a:lnTo>
                    <a:lnTo>
                      <a:pt x="280126" y="487528"/>
                    </a:lnTo>
                    <a:lnTo>
                      <a:pt x="423314" y="487528"/>
                    </a:lnTo>
                    <a:lnTo>
                      <a:pt x="320079" y="276173"/>
                    </a:lnTo>
                    <a:cubicBezTo>
                      <a:pt x="340447" y="264407"/>
                      <a:pt x="357940" y="249086"/>
                      <a:pt x="372058" y="230650"/>
                    </a:cubicBezTo>
                  </a:path>
                </a:pathLst>
              </a:custGeom>
              <a:solidFill>
                <a:schemeClr val="bg1"/>
              </a:solidFill>
              <a:ln w="544" cap="flat">
                <a:noFill/>
                <a:prstDash val="solid"/>
                <a:miter/>
              </a:ln>
            </p:spPr>
            <p:txBody>
              <a:bodyPr rtlCol="0" anchor="ctr"/>
              <a:lstStyle/>
              <a:p>
                <a:endParaRPr lang="en-US" sz="1610"/>
              </a:p>
            </p:txBody>
          </p:sp>
          <p:sp>
            <p:nvSpPr>
              <p:cNvPr id="35" name="Freihandform: Form 34">
                <a:extLst>
                  <a:ext uri="{FF2B5EF4-FFF2-40B4-BE49-F238E27FC236}">
                    <a16:creationId xmlns:a16="http://schemas.microsoft.com/office/drawing/2014/main" id="{7BCD273E-EDF3-4E45-863E-80BDD795FD5E}"/>
                  </a:ext>
                </a:extLst>
              </p:cNvPr>
              <p:cNvSpPr/>
              <p:nvPr/>
            </p:nvSpPr>
            <p:spPr bwMode="white">
              <a:xfrm>
                <a:off x="11116845" y="1905514"/>
                <a:ext cx="417046" cy="487527"/>
              </a:xfrm>
              <a:custGeom>
                <a:avLst/>
                <a:gdLst>
                  <a:gd name="connsiteX0" fmla="*/ 0 w 417046"/>
                  <a:gd name="connsiteY0" fmla="*/ 113025 h 487527"/>
                  <a:gd name="connsiteX1" fmla="*/ 142965 w 417046"/>
                  <a:gd name="connsiteY1" fmla="*/ 113025 h 487527"/>
                  <a:gd name="connsiteX2" fmla="*/ 142965 w 417046"/>
                  <a:gd name="connsiteY2" fmla="*/ 487528 h 487527"/>
                  <a:gd name="connsiteX3" fmla="*/ 273423 w 417046"/>
                  <a:gd name="connsiteY3" fmla="*/ 487528 h 487527"/>
                  <a:gd name="connsiteX4" fmla="*/ 273423 w 417046"/>
                  <a:gd name="connsiteY4" fmla="*/ 113025 h 487527"/>
                  <a:gd name="connsiteX5" fmla="*/ 417047 w 417046"/>
                  <a:gd name="connsiteY5" fmla="*/ 113025 h 487527"/>
                  <a:gd name="connsiteX6" fmla="*/ 417047 w 417046"/>
                  <a:gd name="connsiteY6" fmla="*/ 0 h 487527"/>
                  <a:gd name="connsiteX7" fmla="*/ 0 w 417046"/>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46" h="487527">
                    <a:moveTo>
                      <a:pt x="0" y="113025"/>
                    </a:moveTo>
                    <a:lnTo>
                      <a:pt x="142965" y="113025"/>
                    </a:lnTo>
                    <a:lnTo>
                      <a:pt x="142965" y="487528"/>
                    </a:lnTo>
                    <a:lnTo>
                      <a:pt x="273423" y="487528"/>
                    </a:lnTo>
                    <a:lnTo>
                      <a:pt x="273423" y="113025"/>
                    </a:lnTo>
                    <a:lnTo>
                      <a:pt x="417047" y="113025"/>
                    </a:lnTo>
                    <a:lnTo>
                      <a:pt x="417047" y="0"/>
                    </a:lnTo>
                    <a:lnTo>
                      <a:pt x="0" y="0"/>
                    </a:lnTo>
                    <a:close/>
                  </a:path>
                </a:pathLst>
              </a:custGeom>
              <a:solidFill>
                <a:schemeClr val="bg1"/>
              </a:solidFill>
              <a:ln w="544" cap="flat">
                <a:noFill/>
                <a:prstDash val="solid"/>
                <a:miter/>
              </a:ln>
            </p:spPr>
            <p:txBody>
              <a:bodyPr rtlCol="0" anchor="ctr"/>
              <a:lstStyle/>
              <a:p>
                <a:endParaRPr lang="en-US" sz="1610"/>
              </a:p>
            </p:txBody>
          </p:sp>
          <p:sp>
            <p:nvSpPr>
              <p:cNvPr id="36" name="Freihandform: Form 35">
                <a:extLst>
                  <a:ext uri="{FF2B5EF4-FFF2-40B4-BE49-F238E27FC236}">
                    <a16:creationId xmlns:a16="http://schemas.microsoft.com/office/drawing/2014/main" id="{04D18A19-1ED2-4DC8-B030-CC093E91C475}"/>
                  </a:ext>
                </a:extLst>
              </p:cNvPr>
              <p:cNvSpPr/>
              <p:nvPr/>
            </p:nvSpPr>
            <p:spPr bwMode="white">
              <a:xfrm>
                <a:off x="9724182" y="1905519"/>
                <a:ext cx="386851" cy="487527"/>
              </a:xfrm>
              <a:custGeom>
                <a:avLst/>
                <a:gdLst>
                  <a:gd name="connsiteX0" fmla="*/ 253687 w 386851"/>
                  <a:gd name="connsiteY0" fmla="*/ 154502 h 487527"/>
                  <a:gd name="connsiteX1" fmla="*/ 241730 w 386851"/>
                  <a:gd name="connsiteY1" fmla="*/ 184839 h 487527"/>
                  <a:gd name="connsiteX2" fmla="*/ 206182 w 386851"/>
                  <a:gd name="connsiteY2" fmla="*/ 196676 h 487527"/>
                  <a:gd name="connsiteX3" fmla="*/ 130464 w 386851"/>
                  <a:gd name="connsiteY3" fmla="*/ 196676 h 487527"/>
                  <a:gd name="connsiteX4" fmla="*/ 130464 w 386851"/>
                  <a:gd name="connsiteY4" fmla="*/ 113025 h 487527"/>
                  <a:gd name="connsiteX5" fmla="*/ 206182 w 386851"/>
                  <a:gd name="connsiteY5" fmla="*/ 113025 h 487527"/>
                  <a:gd name="connsiteX6" fmla="*/ 241806 w 386851"/>
                  <a:gd name="connsiteY6" fmla="*/ 124584 h 487527"/>
                  <a:gd name="connsiteX7" fmla="*/ 253687 w 386851"/>
                  <a:gd name="connsiteY7" fmla="*/ 154502 h 487527"/>
                  <a:gd name="connsiteX8" fmla="*/ 338966 w 386851"/>
                  <a:gd name="connsiteY8" fmla="*/ 43470 h 487527"/>
                  <a:gd name="connsiteX9" fmla="*/ 281715 w 386851"/>
                  <a:gd name="connsiteY9" fmla="*/ 11352 h 487527"/>
                  <a:gd name="connsiteX10" fmla="*/ 206182 w 386851"/>
                  <a:gd name="connsiteY10" fmla="*/ 0 h 487527"/>
                  <a:gd name="connsiteX11" fmla="*/ 0 w 386851"/>
                  <a:gd name="connsiteY11" fmla="*/ 0 h 487527"/>
                  <a:gd name="connsiteX12" fmla="*/ 0 w 386851"/>
                  <a:gd name="connsiteY12" fmla="*/ 487528 h 487527"/>
                  <a:gd name="connsiteX13" fmla="*/ 130464 w 386851"/>
                  <a:gd name="connsiteY13" fmla="*/ 487528 h 487527"/>
                  <a:gd name="connsiteX14" fmla="*/ 130464 w 386851"/>
                  <a:gd name="connsiteY14" fmla="*/ 309668 h 487527"/>
                  <a:gd name="connsiteX15" fmla="*/ 206182 w 386851"/>
                  <a:gd name="connsiteY15" fmla="*/ 309668 h 487527"/>
                  <a:gd name="connsiteX16" fmla="*/ 281715 w 386851"/>
                  <a:gd name="connsiteY16" fmla="*/ 298316 h 487527"/>
                  <a:gd name="connsiteX17" fmla="*/ 338966 w 386851"/>
                  <a:gd name="connsiteY17" fmla="*/ 266198 h 487527"/>
                  <a:gd name="connsiteX18" fmla="*/ 374884 w 386851"/>
                  <a:gd name="connsiteY18" fmla="*/ 216347 h 487527"/>
                  <a:gd name="connsiteX19" fmla="*/ 386851 w 386851"/>
                  <a:gd name="connsiteY19" fmla="*/ 154507 h 487527"/>
                  <a:gd name="connsiteX20" fmla="*/ 374862 w 386851"/>
                  <a:gd name="connsiteY20" fmla="*/ 92961 h 487527"/>
                  <a:gd name="connsiteX21" fmla="*/ 338966 w 386851"/>
                  <a:gd name="connsiteY21" fmla="*/ 4347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6851" h="487527">
                    <a:moveTo>
                      <a:pt x="253687" y="154502"/>
                    </a:moveTo>
                    <a:cubicBezTo>
                      <a:pt x="253687" y="167036"/>
                      <a:pt x="249783" y="176950"/>
                      <a:pt x="241730" y="184839"/>
                    </a:cubicBezTo>
                    <a:cubicBezTo>
                      <a:pt x="233590" y="192805"/>
                      <a:pt x="221972" y="196676"/>
                      <a:pt x="206182" y="196676"/>
                    </a:cubicBezTo>
                    <a:lnTo>
                      <a:pt x="130464" y="196676"/>
                    </a:lnTo>
                    <a:lnTo>
                      <a:pt x="130464" y="113025"/>
                    </a:lnTo>
                    <a:lnTo>
                      <a:pt x="206182" y="113025"/>
                    </a:lnTo>
                    <a:cubicBezTo>
                      <a:pt x="221797" y="113025"/>
                      <a:pt x="233808" y="116918"/>
                      <a:pt x="241806" y="124584"/>
                    </a:cubicBezTo>
                    <a:cubicBezTo>
                      <a:pt x="249832" y="132233"/>
                      <a:pt x="253687" y="142012"/>
                      <a:pt x="253687" y="154502"/>
                    </a:cubicBezTo>
                    <a:moveTo>
                      <a:pt x="338966" y="43470"/>
                    </a:moveTo>
                    <a:cubicBezTo>
                      <a:pt x="323361" y="29798"/>
                      <a:pt x="304093" y="18980"/>
                      <a:pt x="281715" y="11352"/>
                    </a:cubicBezTo>
                    <a:cubicBezTo>
                      <a:pt x="259523" y="3822"/>
                      <a:pt x="234113" y="0"/>
                      <a:pt x="206182" y="0"/>
                    </a:cubicBezTo>
                    <a:lnTo>
                      <a:pt x="0" y="0"/>
                    </a:lnTo>
                    <a:lnTo>
                      <a:pt x="0" y="487528"/>
                    </a:lnTo>
                    <a:lnTo>
                      <a:pt x="130464" y="487528"/>
                    </a:lnTo>
                    <a:lnTo>
                      <a:pt x="130464" y="309668"/>
                    </a:lnTo>
                    <a:lnTo>
                      <a:pt x="206182" y="309668"/>
                    </a:lnTo>
                    <a:cubicBezTo>
                      <a:pt x="234157" y="309668"/>
                      <a:pt x="259588" y="305846"/>
                      <a:pt x="281715" y="298316"/>
                    </a:cubicBezTo>
                    <a:cubicBezTo>
                      <a:pt x="304071" y="290710"/>
                      <a:pt x="323318" y="279913"/>
                      <a:pt x="338966" y="266198"/>
                    </a:cubicBezTo>
                    <a:cubicBezTo>
                      <a:pt x="354766" y="252331"/>
                      <a:pt x="366864" y="235556"/>
                      <a:pt x="374884" y="216347"/>
                    </a:cubicBezTo>
                    <a:cubicBezTo>
                      <a:pt x="382817" y="197324"/>
                      <a:pt x="386851" y="176525"/>
                      <a:pt x="386851" y="154507"/>
                    </a:cubicBezTo>
                    <a:cubicBezTo>
                      <a:pt x="386851" y="132468"/>
                      <a:pt x="382817" y="111756"/>
                      <a:pt x="374862" y="92961"/>
                    </a:cubicBezTo>
                    <a:cubicBezTo>
                      <a:pt x="366842" y="73987"/>
                      <a:pt x="354766" y="57337"/>
                      <a:pt x="338966" y="43470"/>
                    </a:cubicBezTo>
                  </a:path>
                </a:pathLst>
              </a:custGeom>
              <a:solidFill>
                <a:schemeClr val="bg1"/>
              </a:solidFill>
              <a:ln w="544" cap="flat">
                <a:noFill/>
                <a:prstDash val="solid"/>
                <a:miter/>
              </a:ln>
            </p:spPr>
            <p:txBody>
              <a:bodyPr rtlCol="0" anchor="ctr"/>
              <a:lstStyle/>
              <a:p>
                <a:endParaRPr lang="en-US" sz="1610"/>
              </a:p>
            </p:txBody>
          </p:sp>
          <p:sp>
            <p:nvSpPr>
              <p:cNvPr id="37" name="Freihandform: Form 36">
                <a:extLst>
                  <a:ext uri="{FF2B5EF4-FFF2-40B4-BE49-F238E27FC236}">
                    <a16:creationId xmlns:a16="http://schemas.microsoft.com/office/drawing/2014/main" id="{75448FC4-5C7A-43E1-81F4-DF9C4BEAE117}"/>
                  </a:ext>
                </a:extLst>
              </p:cNvPr>
              <p:cNvSpPr/>
              <p:nvPr/>
            </p:nvSpPr>
            <p:spPr bwMode="white">
              <a:xfrm>
                <a:off x="8406938" y="1412776"/>
                <a:ext cx="700292" cy="2069679"/>
              </a:xfrm>
              <a:custGeom>
                <a:avLst/>
                <a:gdLst>
                  <a:gd name="connsiteX0" fmla="*/ 671038 w 700292"/>
                  <a:gd name="connsiteY0" fmla="*/ 0 h 2069679"/>
                  <a:gd name="connsiteX1" fmla="*/ 0 w 700292"/>
                  <a:gd name="connsiteY1" fmla="*/ 2069680 h 2069679"/>
                  <a:gd name="connsiteX2" fmla="*/ 29243 w 700292"/>
                  <a:gd name="connsiteY2" fmla="*/ 2069680 h 2069679"/>
                  <a:gd name="connsiteX3" fmla="*/ 700292 w 700292"/>
                  <a:gd name="connsiteY3" fmla="*/ 0 h 2069679"/>
                </a:gdLst>
                <a:ahLst/>
                <a:cxnLst>
                  <a:cxn ang="0">
                    <a:pos x="connsiteX0" y="connsiteY0"/>
                  </a:cxn>
                  <a:cxn ang="0">
                    <a:pos x="connsiteX1" y="connsiteY1"/>
                  </a:cxn>
                  <a:cxn ang="0">
                    <a:pos x="connsiteX2" y="connsiteY2"/>
                  </a:cxn>
                  <a:cxn ang="0">
                    <a:pos x="connsiteX3" y="connsiteY3"/>
                  </a:cxn>
                </a:cxnLst>
                <a:rect l="l" t="t" r="r" b="b"/>
                <a:pathLst>
                  <a:path w="700292" h="2069679">
                    <a:moveTo>
                      <a:pt x="671038" y="0"/>
                    </a:moveTo>
                    <a:lnTo>
                      <a:pt x="0" y="2069680"/>
                    </a:lnTo>
                    <a:lnTo>
                      <a:pt x="29243" y="2069680"/>
                    </a:lnTo>
                    <a:lnTo>
                      <a:pt x="700292" y="0"/>
                    </a:lnTo>
                    <a:close/>
                  </a:path>
                </a:pathLst>
              </a:custGeom>
              <a:solidFill>
                <a:schemeClr val="bg1"/>
              </a:solidFill>
              <a:ln w="544" cap="flat">
                <a:noFill/>
                <a:prstDash val="solid"/>
                <a:miter/>
              </a:ln>
            </p:spPr>
            <p:txBody>
              <a:bodyPr rtlCol="0" anchor="ctr"/>
              <a:lstStyle/>
              <a:p>
                <a:endParaRPr lang="en-US" sz="1610"/>
              </a:p>
            </p:txBody>
          </p:sp>
        </p:grpSp>
        <p:sp>
          <p:nvSpPr>
            <p:cNvPr id="31" name="Freihandform: Form 30">
              <a:extLst>
                <a:ext uri="{FF2B5EF4-FFF2-40B4-BE49-F238E27FC236}">
                  <a16:creationId xmlns:a16="http://schemas.microsoft.com/office/drawing/2014/main" id="{F1C8C8CD-014C-4780-A48D-3CD803EFA48B}"/>
                </a:ext>
              </a:extLst>
            </p:cNvPr>
            <p:cNvSpPr/>
            <p:nvPr/>
          </p:nvSpPr>
          <p:spPr bwMode="white">
            <a:xfrm>
              <a:off x="10293417" y="3082929"/>
              <a:ext cx="374911" cy="130496"/>
            </a:xfrm>
            <a:custGeom>
              <a:avLst/>
              <a:gdLst>
                <a:gd name="connsiteX0" fmla="*/ 0 w 374911"/>
                <a:gd name="connsiteY0" fmla="*/ 0 h 130496"/>
                <a:gd name="connsiteX1" fmla="*/ 374911 w 374911"/>
                <a:gd name="connsiteY1" fmla="*/ 0 h 130496"/>
                <a:gd name="connsiteX2" fmla="*/ 374911 w 374911"/>
                <a:gd name="connsiteY2" fmla="*/ 130497 h 130496"/>
                <a:gd name="connsiteX3" fmla="*/ 0 w 374911"/>
                <a:gd name="connsiteY3" fmla="*/ 130497 h 130496"/>
              </a:gdLst>
              <a:ahLst/>
              <a:cxnLst>
                <a:cxn ang="0">
                  <a:pos x="connsiteX0" y="connsiteY0"/>
                </a:cxn>
                <a:cxn ang="0">
                  <a:pos x="connsiteX1" y="connsiteY1"/>
                </a:cxn>
                <a:cxn ang="0">
                  <a:pos x="connsiteX2" y="connsiteY2"/>
                </a:cxn>
                <a:cxn ang="0">
                  <a:pos x="connsiteX3" y="connsiteY3"/>
                </a:cxn>
              </a:cxnLst>
              <a:rect l="l" t="t" r="r" b="b"/>
              <a:pathLst>
                <a:path w="374911" h="130496">
                  <a:moveTo>
                    <a:pt x="0" y="0"/>
                  </a:moveTo>
                  <a:lnTo>
                    <a:pt x="374911" y="0"/>
                  </a:lnTo>
                  <a:lnTo>
                    <a:pt x="374911" y="130497"/>
                  </a:lnTo>
                  <a:lnTo>
                    <a:pt x="0" y="130497"/>
                  </a:lnTo>
                  <a:close/>
                </a:path>
              </a:pathLst>
            </a:custGeom>
            <a:solidFill>
              <a:schemeClr val="bg2"/>
            </a:solidFill>
            <a:ln w="544" cap="flat">
              <a:noFill/>
              <a:prstDash val="solid"/>
              <a:miter/>
            </a:ln>
          </p:spPr>
          <p:txBody>
            <a:bodyPr rtlCol="0" anchor="ctr"/>
            <a:lstStyle/>
            <a:p>
              <a:endParaRPr lang="en-US" sz="1610"/>
            </a:p>
          </p:txBody>
        </p:sp>
      </p:grpSp>
      <p:sp>
        <p:nvSpPr>
          <p:cNvPr id="23" name="Textfeld 22">
            <a:extLst>
              <a:ext uri="{FF2B5EF4-FFF2-40B4-BE49-F238E27FC236}">
                <a16:creationId xmlns:a16="http://schemas.microsoft.com/office/drawing/2014/main" id="{BB7C1CD7-FFE2-4D3E-B8D5-03B95F0E4CF6}"/>
              </a:ext>
            </a:extLst>
          </p:cNvPr>
          <p:cNvSpPr txBox="1"/>
          <p:nvPr userDrawn="1"/>
        </p:nvSpPr>
        <p:spPr>
          <a:xfrm>
            <a:off x="3142431" y="-410936"/>
            <a:ext cx="2520294" cy="386400"/>
          </a:xfrm>
          <a:prstGeom prst="rect">
            <a:avLst/>
          </a:prstGeom>
          <a:solidFill>
            <a:schemeClr val="accent5"/>
          </a:solidFill>
        </p:spPr>
        <p:txBody>
          <a:bodyPr vert="horz" wrap="square" lIns="64400" tIns="0" rIns="644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626" b="0" i="0" u="none" baseline="0">
                <a:solidFill>
                  <a:schemeClr val="bg1"/>
                </a:solidFill>
                <a:latin typeface="Arial" panose="020B0604020202020204" pitchFamily="34" charset="0"/>
              </a:rPr>
              <a:t>To insert a partner logo, please use the area marked by guidelines to the left of the SPORTFI</a:t>
            </a:r>
            <a:r>
              <a:rPr lang="en-US" sz="626" b="0" i="0" u="sng" baseline="0">
                <a:solidFill>
                  <a:schemeClr val="bg1"/>
                </a:solidFill>
                <a:latin typeface="Arial" panose="020B0604020202020204" pitchFamily="34" charset="0"/>
              </a:rPr>
              <a:t>V</a:t>
            </a:r>
            <a:r>
              <a:rPr lang="en-US" sz="626" b="0" i="0" u="none" baseline="0">
                <a:solidFill>
                  <a:schemeClr val="bg1"/>
                </a:solidFill>
                <a:latin typeface="Arial" panose="020B0604020202020204" pitchFamily="34" charset="0"/>
              </a:rPr>
              <a:t>E logo. This area shows the maximum height/width for positioning.</a:t>
            </a:r>
          </a:p>
        </p:txBody>
      </p:sp>
    </p:spTree>
    <p:extLst>
      <p:ext uri="{BB962C8B-B14F-4D97-AF65-F5344CB8AC3E}">
        <p14:creationId xmlns:p14="http://schemas.microsoft.com/office/powerpoint/2010/main" val="2155832116"/>
      </p:ext>
    </p:extLst>
  </p:cSld>
  <p:clrMapOvr>
    <a:masterClrMapping/>
  </p:clrMapOvr>
  <p:extLst>
    <p:ext uri="{DCECCB84-F9BA-43D5-87BE-67443E8EF086}">
      <p15:sldGuideLst xmlns:p15="http://schemas.microsoft.com/office/powerpoint/2012/main">
        <p15:guide id="1" pos="3568">
          <p15:clr>
            <a:srgbClr val="A4A3A4"/>
          </p15:clr>
        </p15:guide>
        <p15:guide id="2" pos="1980">
          <p15:clr>
            <a:srgbClr val="A4A3A4"/>
          </p15:clr>
        </p15:guide>
        <p15:guide id="3" orient="horz" pos="1207">
          <p15:clr>
            <a:srgbClr val="A4A3A4"/>
          </p15:clr>
        </p15:guide>
        <p15:guide id="4" orient="horz" pos="1797">
          <p15:clr>
            <a:srgbClr val="A4A3A4"/>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slide | partner | white">
    <p:spTree>
      <p:nvGrpSpPr>
        <p:cNvPr id="1" name=""/>
        <p:cNvGrpSpPr/>
        <p:nvPr/>
      </p:nvGrpSpPr>
      <p:grpSpPr>
        <a:xfrm>
          <a:off x="0" y="0"/>
          <a:ext cx="0" cy="0"/>
          <a:chOff x="0" y="0"/>
          <a:chExt cx="0" cy="0"/>
        </a:xfrm>
      </p:grpSpPr>
      <p:grpSp>
        <p:nvGrpSpPr>
          <p:cNvPr id="5" name="Grafik 3">
            <a:extLst>
              <a:ext uri="{FF2B5EF4-FFF2-40B4-BE49-F238E27FC236}">
                <a16:creationId xmlns:a16="http://schemas.microsoft.com/office/drawing/2014/main" id="{ABACB422-81E3-4CAA-BA55-C6BF2827B5CE}"/>
              </a:ext>
            </a:extLst>
          </p:cNvPr>
          <p:cNvGrpSpPr>
            <a:grpSpLocks noChangeAspect="1"/>
          </p:cNvGrpSpPr>
          <p:nvPr/>
        </p:nvGrpSpPr>
        <p:grpSpPr bwMode="black">
          <a:xfrm>
            <a:off x="5850894" y="1432177"/>
            <a:ext cx="2159438" cy="1278759"/>
            <a:chOff x="8406938" y="1412776"/>
            <a:chExt cx="3126953" cy="2069679"/>
          </a:xfrm>
        </p:grpSpPr>
        <p:sp>
          <p:nvSpPr>
            <p:cNvPr id="6" name="Freihandform: Form 5">
              <a:extLst>
                <a:ext uri="{FF2B5EF4-FFF2-40B4-BE49-F238E27FC236}">
                  <a16:creationId xmlns:a16="http://schemas.microsoft.com/office/drawing/2014/main" id="{44CE8B2F-2260-421B-A021-37A714FFE9EC}"/>
                </a:ext>
              </a:extLst>
            </p:cNvPr>
            <p:cNvSpPr/>
            <p:nvPr/>
          </p:nvSpPr>
          <p:spPr bwMode="black">
            <a:xfrm>
              <a:off x="9668543" y="2530120"/>
              <a:ext cx="363368" cy="487527"/>
            </a:xfrm>
            <a:custGeom>
              <a:avLst/>
              <a:gdLst>
                <a:gd name="connsiteX0" fmla="*/ 0 w 363368"/>
                <a:gd name="connsiteY0" fmla="*/ 487528 h 487527"/>
                <a:gd name="connsiteX1" fmla="*/ 130459 w 363368"/>
                <a:gd name="connsiteY1" fmla="*/ 487528 h 487527"/>
                <a:gd name="connsiteX2" fmla="*/ 130459 w 363368"/>
                <a:gd name="connsiteY2" fmla="*/ 291527 h 487527"/>
                <a:gd name="connsiteX3" fmla="*/ 331147 w 363368"/>
                <a:gd name="connsiteY3" fmla="*/ 291527 h 487527"/>
                <a:gd name="connsiteX4" fmla="*/ 331147 w 363368"/>
                <a:gd name="connsiteY4" fmla="*/ 178535 h 487527"/>
                <a:gd name="connsiteX5" fmla="*/ 130459 w 363368"/>
                <a:gd name="connsiteY5" fmla="*/ 178535 h 487527"/>
                <a:gd name="connsiteX6" fmla="*/ 130459 w 363368"/>
                <a:gd name="connsiteY6" fmla="*/ 113025 h 487527"/>
                <a:gd name="connsiteX7" fmla="*/ 363369 w 363368"/>
                <a:gd name="connsiteY7" fmla="*/ 113025 h 487527"/>
                <a:gd name="connsiteX8" fmla="*/ 363369 w 363368"/>
                <a:gd name="connsiteY8" fmla="*/ 0 h 487527"/>
                <a:gd name="connsiteX9" fmla="*/ 0 w 363368"/>
                <a:gd name="connsiteY9"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368" h="487527">
                  <a:moveTo>
                    <a:pt x="0" y="487528"/>
                  </a:moveTo>
                  <a:lnTo>
                    <a:pt x="130459" y="487528"/>
                  </a:lnTo>
                  <a:lnTo>
                    <a:pt x="130459" y="291527"/>
                  </a:lnTo>
                  <a:lnTo>
                    <a:pt x="331147" y="291527"/>
                  </a:lnTo>
                  <a:lnTo>
                    <a:pt x="331147" y="178535"/>
                  </a:lnTo>
                  <a:lnTo>
                    <a:pt x="130459" y="178535"/>
                  </a:lnTo>
                  <a:lnTo>
                    <a:pt x="130459" y="113025"/>
                  </a:lnTo>
                  <a:lnTo>
                    <a:pt x="363369" y="113025"/>
                  </a:lnTo>
                  <a:lnTo>
                    <a:pt x="363369" y="0"/>
                  </a:lnTo>
                  <a:lnTo>
                    <a:pt x="0" y="0"/>
                  </a:lnTo>
                  <a:close/>
                </a:path>
              </a:pathLst>
            </a:custGeom>
            <a:solidFill>
              <a:srgbClr val="020203"/>
            </a:solidFill>
            <a:ln w="544" cap="flat">
              <a:noFill/>
              <a:prstDash val="solid"/>
              <a:miter/>
            </a:ln>
          </p:spPr>
          <p:txBody>
            <a:bodyPr rtlCol="0" anchor="ctr"/>
            <a:lstStyle/>
            <a:p>
              <a:endParaRPr lang="en-US" sz="1610"/>
            </a:p>
          </p:txBody>
        </p:sp>
        <p:sp>
          <p:nvSpPr>
            <p:cNvPr id="10" name="Freihandform: Form 9">
              <a:extLst>
                <a:ext uri="{FF2B5EF4-FFF2-40B4-BE49-F238E27FC236}">
                  <a16:creationId xmlns:a16="http://schemas.microsoft.com/office/drawing/2014/main" id="{69D2A442-B77D-44E3-A911-9B730E689972}"/>
                </a:ext>
              </a:extLst>
            </p:cNvPr>
            <p:cNvSpPr/>
            <p:nvPr/>
          </p:nvSpPr>
          <p:spPr bwMode="black">
            <a:xfrm>
              <a:off x="10074663" y="2530120"/>
              <a:ext cx="130453" cy="487527"/>
            </a:xfrm>
            <a:custGeom>
              <a:avLst/>
              <a:gdLst>
                <a:gd name="connsiteX0" fmla="*/ 0 w 130453"/>
                <a:gd name="connsiteY0" fmla="*/ 0 h 487527"/>
                <a:gd name="connsiteX1" fmla="*/ 130453 w 130453"/>
                <a:gd name="connsiteY1" fmla="*/ 0 h 487527"/>
                <a:gd name="connsiteX2" fmla="*/ 130453 w 130453"/>
                <a:gd name="connsiteY2" fmla="*/ 487528 h 487527"/>
                <a:gd name="connsiteX3" fmla="*/ 0 w 130453"/>
                <a:gd name="connsiteY3" fmla="*/ 487528 h 487527"/>
              </a:gdLst>
              <a:ahLst/>
              <a:cxnLst>
                <a:cxn ang="0">
                  <a:pos x="connsiteX0" y="connsiteY0"/>
                </a:cxn>
                <a:cxn ang="0">
                  <a:pos x="connsiteX1" y="connsiteY1"/>
                </a:cxn>
                <a:cxn ang="0">
                  <a:pos x="connsiteX2" y="connsiteY2"/>
                </a:cxn>
                <a:cxn ang="0">
                  <a:pos x="connsiteX3" y="connsiteY3"/>
                </a:cxn>
              </a:cxnLst>
              <a:rect l="l" t="t" r="r" b="b"/>
              <a:pathLst>
                <a:path w="130453" h="487527">
                  <a:moveTo>
                    <a:pt x="0" y="0"/>
                  </a:moveTo>
                  <a:lnTo>
                    <a:pt x="130453" y="0"/>
                  </a:lnTo>
                  <a:lnTo>
                    <a:pt x="130453" y="487528"/>
                  </a:lnTo>
                  <a:lnTo>
                    <a:pt x="0" y="487528"/>
                  </a:lnTo>
                  <a:close/>
                </a:path>
              </a:pathLst>
            </a:custGeom>
            <a:solidFill>
              <a:srgbClr val="020203"/>
            </a:solidFill>
            <a:ln w="544" cap="flat">
              <a:noFill/>
              <a:prstDash val="solid"/>
              <a:miter/>
            </a:ln>
          </p:spPr>
          <p:txBody>
            <a:bodyPr rtlCol="0" anchor="ctr"/>
            <a:lstStyle/>
            <a:p>
              <a:endParaRPr lang="en-US" sz="1610"/>
            </a:p>
          </p:txBody>
        </p:sp>
        <p:sp>
          <p:nvSpPr>
            <p:cNvPr id="14" name="Freihandform: Form 13">
              <a:extLst>
                <a:ext uri="{FF2B5EF4-FFF2-40B4-BE49-F238E27FC236}">
                  <a16:creationId xmlns:a16="http://schemas.microsoft.com/office/drawing/2014/main" id="{0E63A576-795F-4334-B7DA-49729FB3DDF5}"/>
                </a:ext>
              </a:extLst>
            </p:cNvPr>
            <p:cNvSpPr/>
            <p:nvPr/>
          </p:nvSpPr>
          <p:spPr bwMode="black">
            <a:xfrm>
              <a:off x="10242117" y="2530120"/>
              <a:ext cx="477498" cy="487527"/>
            </a:xfrm>
            <a:custGeom>
              <a:avLst/>
              <a:gdLst>
                <a:gd name="connsiteX0" fmla="*/ 238752 w 477498"/>
                <a:gd name="connsiteY0" fmla="*/ 341830 h 487527"/>
                <a:gd name="connsiteX1" fmla="*/ 140019 w 477498"/>
                <a:gd name="connsiteY1" fmla="*/ 0 h 487527"/>
                <a:gd name="connsiteX2" fmla="*/ 0 w 477498"/>
                <a:gd name="connsiteY2" fmla="*/ 0 h 487527"/>
                <a:gd name="connsiteX3" fmla="*/ 160627 w 477498"/>
                <a:gd name="connsiteY3" fmla="*/ 487528 h 487527"/>
                <a:gd name="connsiteX4" fmla="*/ 316861 w 477498"/>
                <a:gd name="connsiteY4" fmla="*/ 487528 h 487527"/>
                <a:gd name="connsiteX5" fmla="*/ 476208 w 477498"/>
                <a:gd name="connsiteY5" fmla="*/ 3953 h 487527"/>
                <a:gd name="connsiteX6" fmla="*/ 477499 w 477498"/>
                <a:gd name="connsiteY6" fmla="*/ 0 h 487527"/>
                <a:gd name="connsiteX7" fmla="*/ 337485 w 477498"/>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498" h="487527">
                  <a:moveTo>
                    <a:pt x="238752" y="341830"/>
                  </a:moveTo>
                  <a:lnTo>
                    <a:pt x="140019" y="0"/>
                  </a:lnTo>
                  <a:lnTo>
                    <a:pt x="0" y="0"/>
                  </a:lnTo>
                  <a:lnTo>
                    <a:pt x="160627" y="487528"/>
                  </a:lnTo>
                  <a:lnTo>
                    <a:pt x="316861" y="487528"/>
                  </a:lnTo>
                  <a:lnTo>
                    <a:pt x="476208" y="3953"/>
                  </a:lnTo>
                  <a:lnTo>
                    <a:pt x="477499" y="0"/>
                  </a:lnTo>
                  <a:lnTo>
                    <a:pt x="337485" y="0"/>
                  </a:lnTo>
                  <a:close/>
                </a:path>
              </a:pathLst>
            </a:custGeom>
            <a:solidFill>
              <a:srgbClr val="020203"/>
            </a:solidFill>
            <a:ln w="544" cap="flat">
              <a:noFill/>
              <a:prstDash val="solid"/>
              <a:miter/>
            </a:ln>
          </p:spPr>
          <p:txBody>
            <a:bodyPr rtlCol="0" anchor="ctr"/>
            <a:lstStyle/>
            <a:p>
              <a:endParaRPr lang="en-US" sz="1610"/>
            </a:p>
          </p:txBody>
        </p:sp>
        <p:sp>
          <p:nvSpPr>
            <p:cNvPr id="15" name="Freihandform: Form 14">
              <a:extLst>
                <a:ext uri="{FF2B5EF4-FFF2-40B4-BE49-F238E27FC236}">
                  <a16:creationId xmlns:a16="http://schemas.microsoft.com/office/drawing/2014/main" id="{8D168BB0-8396-4367-9999-53BF98AE3393}"/>
                </a:ext>
              </a:extLst>
            </p:cNvPr>
            <p:cNvSpPr/>
            <p:nvPr/>
          </p:nvSpPr>
          <p:spPr bwMode="black">
            <a:xfrm>
              <a:off x="10756394" y="2530120"/>
              <a:ext cx="374099" cy="487549"/>
            </a:xfrm>
            <a:custGeom>
              <a:avLst/>
              <a:gdLst>
                <a:gd name="connsiteX0" fmla="*/ 130453 w 374099"/>
                <a:gd name="connsiteY0" fmla="*/ 374525 h 487549"/>
                <a:gd name="connsiteX1" fmla="*/ 130453 w 374099"/>
                <a:gd name="connsiteY1" fmla="*/ 286866 h 487549"/>
                <a:gd name="connsiteX2" fmla="*/ 339194 w 374099"/>
                <a:gd name="connsiteY2" fmla="*/ 286866 h 487549"/>
                <a:gd name="connsiteX3" fmla="*/ 339194 w 374099"/>
                <a:gd name="connsiteY3" fmla="*/ 173847 h 487549"/>
                <a:gd name="connsiteX4" fmla="*/ 130453 w 374099"/>
                <a:gd name="connsiteY4" fmla="*/ 173847 h 487549"/>
                <a:gd name="connsiteX5" fmla="*/ 130453 w 374099"/>
                <a:gd name="connsiteY5" fmla="*/ 113014 h 487549"/>
                <a:gd name="connsiteX6" fmla="*/ 360657 w 374099"/>
                <a:gd name="connsiteY6" fmla="*/ 113014 h 487549"/>
                <a:gd name="connsiteX7" fmla="*/ 360657 w 374099"/>
                <a:gd name="connsiteY7" fmla="*/ 0 h 487549"/>
                <a:gd name="connsiteX8" fmla="*/ 0 w 374099"/>
                <a:gd name="connsiteY8" fmla="*/ 0 h 487549"/>
                <a:gd name="connsiteX9" fmla="*/ 0 w 374099"/>
                <a:gd name="connsiteY9" fmla="*/ 487549 h 487549"/>
                <a:gd name="connsiteX10" fmla="*/ 374100 w 374099"/>
                <a:gd name="connsiteY10" fmla="*/ 487549 h 487549"/>
                <a:gd name="connsiteX11" fmla="*/ 374100 w 374099"/>
                <a:gd name="connsiteY11" fmla="*/ 374525 h 48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99" h="487549">
                  <a:moveTo>
                    <a:pt x="130453" y="374525"/>
                  </a:moveTo>
                  <a:lnTo>
                    <a:pt x="130453" y="286866"/>
                  </a:lnTo>
                  <a:lnTo>
                    <a:pt x="339194" y="286866"/>
                  </a:lnTo>
                  <a:lnTo>
                    <a:pt x="339194" y="173847"/>
                  </a:lnTo>
                  <a:lnTo>
                    <a:pt x="130453" y="173847"/>
                  </a:lnTo>
                  <a:lnTo>
                    <a:pt x="130453" y="113014"/>
                  </a:lnTo>
                  <a:lnTo>
                    <a:pt x="360657" y="113014"/>
                  </a:lnTo>
                  <a:lnTo>
                    <a:pt x="360657" y="0"/>
                  </a:lnTo>
                  <a:lnTo>
                    <a:pt x="0" y="0"/>
                  </a:lnTo>
                  <a:lnTo>
                    <a:pt x="0" y="487549"/>
                  </a:lnTo>
                  <a:lnTo>
                    <a:pt x="374100" y="487549"/>
                  </a:lnTo>
                  <a:lnTo>
                    <a:pt x="374100" y="374525"/>
                  </a:lnTo>
                  <a:close/>
                </a:path>
              </a:pathLst>
            </a:custGeom>
            <a:solidFill>
              <a:srgbClr val="020203"/>
            </a:solidFill>
            <a:ln w="544" cap="flat">
              <a:noFill/>
              <a:prstDash val="solid"/>
              <a:miter/>
            </a:ln>
          </p:spPr>
          <p:txBody>
            <a:bodyPr rtlCol="0" anchor="ctr"/>
            <a:lstStyle/>
            <a:p>
              <a:endParaRPr lang="en-US" sz="1610"/>
            </a:p>
          </p:txBody>
        </p:sp>
        <p:grpSp>
          <p:nvGrpSpPr>
            <p:cNvPr id="16" name="Grafik 3">
              <a:extLst>
                <a:ext uri="{FF2B5EF4-FFF2-40B4-BE49-F238E27FC236}">
                  <a16:creationId xmlns:a16="http://schemas.microsoft.com/office/drawing/2014/main" id="{ABACB422-81E3-4CAA-BA55-C6BF2827B5CE}"/>
                </a:ext>
              </a:extLst>
            </p:cNvPr>
            <p:cNvGrpSpPr/>
            <p:nvPr/>
          </p:nvGrpSpPr>
          <p:grpSpPr bwMode="black">
            <a:xfrm>
              <a:off x="8406938" y="1412776"/>
              <a:ext cx="3126953" cy="2069679"/>
              <a:chOff x="8406938" y="1412776"/>
              <a:chExt cx="3126953" cy="2069679"/>
            </a:xfrm>
            <a:solidFill>
              <a:srgbClr val="020203"/>
            </a:solidFill>
          </p:grpSpPr>
          <p:sp>
            <p:nvSpPr>
              <p:cNvPr id="17" name="Freihandform: Form 16">
                <a:extLst>
                  <a:ext uri="{FF2B5EF4-FFF2-40B4-BE49-F238E27FC236}">
                    <a16:creationId xmlns:a16="http://schemas.microsoft.com/office/drawing/2014/main" id="{B979E074-D278-4C4E-9947-CEAC083E9DAF}"/>
                  </a:ext>
                </a:extLst>
              </p:cNvPr>
              <p:cNvSpPr/>
              <p:nvPr/>
            </p:nvSpPr>
            <p:spPr bwMode="black">
              <a:xfrm>
                <a:off x="9260583" y="1897439"/>
                <a:ext cx="420754" cy="503670"/>
              </a:xfrm>
              <a:custGeom>
                <a:avLst/>
                <a:gdLst>
                  <a:gd name="connsiteX0" fmla="*/ 370539 w 420754"/>
                  <a:gd name="connsiteY0" fmla="*/ 236258 h 503670"/>
                  <a:gd name="connsiteX1" fmla="*/ 234140 w 420754"/>
                  <a:gd name="connsiteY1" fmla="*/ 183446 h 503670"/>
                  <a:gd name="connsiteX2" fmla="*/ 212602 w 420754"/>
                  <a:gd name="connsiteY2" fmla="*/ 179411 h 503670"/>
                  <a:gd name="connsiteX3" fmla="*/ 159941 w 420754"/>
                  <a:gd name="connsiteY3" fmla="*/ 161607 h 503670"/>
                  <a:gd name="connsiteX4" fmla="*/ 147582 w 420754"/>
                  <a:gd name="connsiteY4" fmla="*/ 139083 h 503670"/>
                  <a:gd name="connsiteX5" fmla="*/ 157997 w 420754"/>
                  <a:gd name="connsiteY5" fmla="*/ 116891 h 503670"/>
                  <a:gd name="connsiteX6" fmla="*/ 195108 w 420754"/>
                  <a:gd name="connsiteY6" fmla="*/ 107656 h 503670"/>
                  <a:gd name="connsiteX7" fmla="*/ 246522 w 420754"/>
                  <a:gd name="connsiteY7" fmla="*/ 121328 h 503670"/>
                  <a:gd name="connsiteX8" fmla="*/ 274246 w 420754"/>
                  <a:gd name="connsiteY8" fmla="*/ 156582 h 503670"/>
                  <a:gd name="connsiteX9" fmla="*/ 277883 w 420754"/>
                  <a:gd name="connsiteY9" fmla="*/ 166175 h 503670"/>
                  <a:gd name="connsiteX10" fmla="*/ 403550 w 420754"/>
                  <a:gd name="connsiteY10" fmla="*/ 134956 h 503670"/>
                  <a:gd name="connsiteX11" fmla="*/ 398394 w 420754"/>
                  <a:gd name="connsiteY11" fmla="*/ 122553 h 503670"/>
                  <a:gd name="connsiteX12" fmla="*/ 369864 w 420754"/>
                  <a:gd name="connsiteY12" fmla="*/ 74776 h 503670"/>
                  <a:gd name="connsiteX13" fmla="*/ 326634 w 420754"/>
                  <a:gd name="connsiteY13" fmla="*/ 35831 h 503670"/>
                  <a:gd name="connsiteX14" fmla="*/ 268463 w 420754"/>
                  <a:gd name="connsiteY14" fmla="*/ 9539 h 503670"/>
                  <a:gd name="connsiteX15" fmla="*/ 195108 w 420754"/>
                  <a:gd name="connsiteY15" fmla="*/ 0 h 503670"/>
                  <a:gd name="connsiteX16" fmla="*/ 126130 w 420754"/>
                  <a:gd name="connsiteY16" fmla="*/ 9201 h 503670"/>
                  <a:gd name="connsiteX17" fmla="*/ 70192 w 420754"/>
                  <a:gd name="connsiteY17" fmla="*/ 37034 h 503670"/>
                  <a:gd name="connsiteX18" fmla="*/ 33049 w 420754"/>
                  <a:gd name="connsiteY18" fmla="*/ 83020 h 503670"/>
                  <a:gd name="connsiteX19" fmla="*/ 19802 w 420754"/>
                  <a:gd name="connsiteY19" fmla="*/ 144457 h 503670"/>
                  <a:gd name="connsiteX20" fmla="*/ 32401 w 420754"/>
                  <a:gd name="connsiteY20" fmla="*/ 204266 h 503670"/>
                  <a:gd name="connsiteX21" fmla="*/ 69740 w 420754"/>
                  <a:gd name="connsiteY21" fmla="*/ 248329 h 503670"/>
                  <a:gd name="connsiteX22" fmla="*/ 128215 w 420754"/>
                  <a:gd name="connsiteY22" fmla="*/ 278171 h 503670"/>
                  <a:gd name="connsiteX23" fmla="*/ 205736 w 420754"/>
                  <a:gd name="connsiteY23" fmla="*/ 298082 h 503670"/>
                  <a:gd name="connsiteX24" fmla="*/ 227253 w 420754"/>
                  <a:gd name="connsiteY24" fmla="*/ 302117 h 503670"/>
                  <a:gd name="connsiteX25" fmla="*/ 278982 w 420754"/>
                  <a:gd name="connsiteY25" fmla="*/ 322147 h 503670"/>
                  <a:gd name="connsiteX26" fmla="*/ 292294 w 420754"/>
                  <a:gd name="connsiteY26" fmla="*/ 351848 h 503670"/>
                  <a:gd name="connsiteX27" fmla="*/ 278471 w 420754"/>
                  <a:gd name="connsiteY27" fmla="*/ 382719 h 503670"/>
                  <a:gd name="connsiteX28" fmla="*/ 232017 w 420754"/>
                  <a:gd name="connsiteY28" fmla="*/ 396020 h 503670"/>
                  <a:gd name="connsiteX29" fmla="*/ 165870 w 420754"/>
                  <a:gd name="connsiteY29" fmla="*/ 376261 h 503670"/>
                  <a:gd name="connsiteX30" fmla="*/ 128128 w 420754"/>
                  <a:gd name="connsiteY30" fmla="*/ 323187 h 503670"/>
                  <a:gd name="connsiteX31" fmla="*/ 124644 w 420754"/>
                  <a:gd name="connsiteY31" fmla="*/ 313256 h 503670"/>
                  <a:gd name="connsiteX32" fmla="*/ 0 w 420754"/>
                  <a:gd name="connsiteY32" fmla="*/ 344432 h 503670"/>
                  <a:gd name="connsiteX33" fmla="*/ 4372 w 420754"/>
                  <a:gd name="connsiteY33" fmla="*/ 356454 h 503670"/>
                  <a:gd name="connsiteX34" fmla="*/ 35864 w 420754"/>
                  <a:gd name="connsiteY34" fmla="*/ 414493 h 503670"/>
                  <a:gd name="connsiteX35" fmla="*/ 84843 w 420754"/>
                  <a:gd name="connsiteY35" fmla="*/ 461339 h 503670"/>
                  <a:gd name="connsiteX36" fmla="*/ 150092 w 420754"/>
                  <a:gd name="connsiteY36" fmla="*/ 492406 h 503670"/>
                  <a:gd name="connsiteX37" fmla="*/ 232017 w 420754"/>
                  <a:gd name="connsiteY37" fmla="*/ 503671 h 503670"/>
                  <a:gd name="connsiteX38" fmla="*/ 307017 w 420754"/>
                  <a:gd name="connsiteY38" fmla="*/ 492722 h 503670"/>
                  <a:gd name="connsiteX39" fmla="*/ 366750 w 420754"/>
                  <a:gd name="connsiteY39" fmla="*/ 461535 h 503670"/>
                  <a:gd name="connsiteX40" fmla="*/ 406484 w 420754"/>
                  <a:gd name="connsiteY40" fmla="*/ 411956 h 503670"/>
                  <a:gd name="connsiteX41" fmla="*/ 420755 w 420754"/>
                  <a:gd name="connsiteY41" fmla="*/ 346479 h 503670"/>
                  <a:gd name="connsiteX42" fmla="*/ 370539 w 420754"/>
                  <a:gd name="connsiteY42" fmla="*/ 236258 h 5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54" h="503670">
                    <a:moveTo>
                      <a:pt x="370539" y="236258"/>
                    </a:moveTo>
                    <a:cubicBezTo>
                      <a:pt x="338792" y="212226"/>
                      <a:pt x="292910" y="194460"/>
                      <a:pt x="234140" y="183446"/>
                    </a:cubicBezTo>
                    <a:lnTo>
                      <a:pt x="212602" y="179411"/>
                    </a:lnTo>
                    <a:cubicBezTo>
                      <a:pt x="187611" y="174821"/>
                      <a:pt x="169894" y="168843"/>
                      <a:pt x="159941" y="161607"/>
                    </a:cubicBezTo>
                    <a:cubicBezTo>
                      <a:pt x="151616" y="155586"/>
                      <a:pt x="147582" y="148208"/>
                      <a:pt x="147582" y="139083"/>
                    </a:cubicBezTo>
                    <a:cubicBezTo>
                      <a:pt x="147582" y="129718"/>
                      <a:pt x="150979" y="122471"/>
                      <a:pt x="157997" y="116891"/>
                    </a:cubicBezTo>
                    <a:cubicBezTo>
                      <a:pt x="165691" y="110760"/>
                      <a:pt x="178181" y="107656"/>
                      <a:pt x="195108" y="107656"/>
                    </a:cubicBezTo>
                    <a:cubicBezTo>
                      <a:pt x="216288" y="107656"/>
                      <a:pt x="233596" y="112268"/>
                      <a:pt x="246522" y="121328"/>
                    </a:cubicBezTo>
                    <a:cubicBezTo>
                      <a:pt x="259692" y="130584"/>
                      <a:pt x="268757" y="142099"/>
                      <a:pt x="274246" y="156582"/>
                    </a:cubicBezTo>
                    <a:lnTo>
                      <a:pt x="277883" y="166175"/>
                    </a:lnTo>
                    <a:lnTo>
                      <a:pt x="403550" y="134956"/>
                    </a:lnTo>
                    <a:lnTo>
                      <a:pt x="398394" y="122553"/>
                    </a:lnTo>
                    <a:cubicBezTo>
                      <a:pt x="391278" y="105549"/>
                      <a:pt x="381695" y="89466"/>
                      <a:pt x="369864" y="74776"/>
                    </a:cubicBezTo>
                    <a:cubicBezTo>
                      <a:pt x="357984" y="60043"/>
                      <a:pt x="343452" y="46944"/>
                      <a:pt x="326634" y="35831"/>
                    </a:cubicBezTo>
                    <a:cubicBezTo>
                      <a:pt x="309815" y="24708"/>
                      <a:pt x="290242" y="15855"/>
                      <a:pt x="268463" y="9539"/>
                    </a:cubicBezTo>
                    <a:cubicBezTo>
                      <a:pt x="246718" y="3212"/>
                      <a:pt x="222032" y="0"/>
                      <a:pt x="195108" y="0"/>
                    </a:cubicBezTo>
                    <a:cubicBezTo>
                      <a:pt x="170444" y="0"/>
                      <a:pt x="147233" y="3093"/>
                      <a:pt x="126130" y="9201"/>
                    </a:cubicBezTo>
                    <a:cubicBezTo>
                      <a:pt x="104635" y="15419"/>
                      <a:pt x="85818" y="24773"/>
                      <a:pt x="70192" y="37034"/>
                    </a:cubicBezTo>
                    <a:cubicBezTo>
                      <a:pt x="54337" y="49481"/>
                      <a:pt x="41847" y="64954"/>
                      <a:pt x="33049" y="83020"/>
                    </a:cubicBezTo>
                    <a:cubicBezTo>
                      <a:pt x="24272" y="101085"/>
                      <a:pt x="19802" y="121758"/>
                      <a:pt x="19802" y="144457"/>
                    </a:cubicBezTo>
                    <a:cubicBezTo>
                      <a:pt x="19802" y="167177"/>
                      <a:pt x="24033" y="187295"/>
                      <a:pt x="32401" y="204266"/>
                    </a:cubicBezTo>
                    <a:cubicBezTo>
                      <a:pt x="40780" y="221280"/>
                      <a:pt x="53352" y="236111"/>
                      <a:pt x="69740" y="248329"/>
                    </a:cubicBezTo>
                    <a:cubicBezTo>
                      <a:pt x="85617" y="260188"/>
                      <a:pt x="105288" y="270227"/>
                      <a:pt x="128215" y="278171"/>
                    </a:cubicBezTo>
                    <a:cubicBezTo>
                      <a:pt x="150527" y="285919"/>
                      <a:pt x="176613" y="292627"/>
                      <a:pt x="205736" y="298082"/>
                    </a:cubicBezTo>
                    <a:lnTo>
                      <a:pt x="227253" y="302117"/>
                    </a:lnTo>
                    <a:cubicBezTo>
                      <a:pt x="251852" y="306619"/>
                      <a:pt x="269237" y="313381"/>
                      <a:pt x="278982" y="322147"/>
                    </a:cubicBezTo>
                    <a:cubicBezTo>
                      <a:pt x="287933" y="330222"/>
                      <a:pt x="292294" y="339951"/>
                      <a:pt x="292294" y="351848"/>
                    </a:cubicBezTo>
                    <a:cubicBezTo>
                      <a:pt x="292294" y="363848"/>
                      <a:pt x="287781" y="373953"/>
                      <a:pt x="278471" y="382719"/>
                    </a:cubicBezTo>
                    <a:cubicBezTo>
                      <a:pt x="269095" y="391528"/>
                      <a:pt x="253480" y="396020"/>
                      <a:pt x="232017" y="396020"/>
                    </a:cubicBezTo>
                    <a:cubicBezTo>
                      <a:pt x="205224" y="396020"/>
                      <a:pt x="182972" y="389356"/>
                      <a:pt x="165870" y="376261"/>
                    </a:cubicBezTo>
                    <a:cubicBezTo>
                      <a:pt x="148529" y="362938"/>
                      <a:pt x="135821" y="345085"/>
                      <a:pt x="128128" y="323187"/>
                    </a:cubicBezTo>
                    <a:lnTo>
                      <a:pt x="124644" y="313256"/>
                    </a:lnTo>
                    <a:lnTo>
                      <a:pt x="0" y="344432"/>
                    </a:lnTo>
                    <a:lnTo>
                      <a:pt x="4372" y="356454"/>
                    </a:lnTo>
                    <a:cubicBezTo>
                      <a:pt x="11880" y="377105"/>
                      <a:pt x="22459" y="396635"/>
                      <a:pt x="35864" y="414493"/>
                    </a:cubicBezTo>
                    <a:cubicBezTo>
                      <a:pt x="49307" y="432417"/>
                      <a:pt x="65782" y="448185"/>
                      <a:pt x="84843" y="461339"/>
                    </a:cubicBezTo>
                    <a:cubicBezTo>
                      <a:pt x="103878" y="474510"/>
                      <a:pt x="125825" y="484941"/>
                      <a:pt x="150092" y="492406"/>
                    </a:cubicBezTo>
                    <a:cubicBezTo>
                      <a:pt x="174353" y="499871"/>
                      <a:pt x="201903" y="503671"/>
                      <a:pt x="232017" y="503671"/>
                    </a:cubicBezTo>
                    <a:cubicBezTo>
                      <a:pt x="259033" y="503671"/>
                      <a:pt x="284264" y="499969"/>
                      <a:pt x="307017" y="492722"/>
                    </a:cubicBezTo>
                    <a:cubicBezTo>
                      <a:pt x="329933" y="485388"/>
                      <a:pt x="350040" y="474907"/>
                      <a:pt x="366750" y="461535"/>
                    </a:cubicBezTo>
                    <a:cubicBezTo>
                      <a:pt x="383677" y="448005"/>
                      <a:pt x="397065" y="431306"/>
                      <a:pt x="406484" y="411956"/>
                    </a:cubicBezTo>
                    <a:cubicBezTo>
                      <a:pt x="415947" y="392568"/>
                      <a:pt x="420755" y="370528"/>
                      <a:pt x="420755" y="346479"/>
                    </a:cubicBezTo>
                    <a:cubicBezTo>
                      <a:pt x="420749" y="298578"/>
                      <a:pt x="403866" y="261489"/>
                      <a:pt x="370539" y="236258"/>
                    </a:cubicBezTo>
                  </a:path>
                </a:pathLst>
              </a:custGeom>
              <a:solidFill>
                <a:srgbClr val="020203"/>
              </a:solidFill>
              <a:ln w="544" cap="flat">
                <a:noFill/>
                <a:prstDash val="solid"/>
                <a:miter/>
              </a:ln>
            </p:spPr>
            <p:txBody>
              <a:bodyPr rtlCol="0" anchor="ctr"/>
              <a:lstStyle/>
              <a:p>
                <a:endParaRPr lang="en-US" sz="1610"/>
              </a:p>
            </p:txBody>
          </p:sp>
          <p:sp>
            <p:nvSpPr>
              <p:cNvPr id="18" name="Freihandform: Form 17">
                <a:extLst>
                  <a:ext uri="{FF2B5EF4-FFF2-40B4-BE49-F238E27FC236}">
                    <a16:creationId xmlns:a16="http://schemas.microsoft.com/office/drawing/2014/main" id="{1130F08E-2A7B-40BC-B58B-D5683F8D2CA4}"/>
                  </a:ext>
                </a:extLst>
              </p:cNvPr>
              <p:cNvSpPr/>
              <p:nvPr/>
            </p:nvSpPr>
            <p:spPr bwMode="black">
              <a:xfrm>
                <a:off x="10141082" y="1897461"/>
                <a:ext cx="504993" cy="503638"/>
              </a:xfrm>
              <a:custGeom>
                <a:avLst/>
                <a:gdLst>
                  <a:gd name="connsiteX0" fmla="*/ 202170 w 504993"/>
                  <a:gd name="connsiteY0" fmla="*/ 123081 h 503638"/>
                  <a:gd name="connsiteX1" fmla="*/ 252516 w 504993"/>
                  <a:gd name="connsiteY1" fmla="*/ 113030 h 503638"/>
                  <a:gd name="connsiteX2" fmla="*/ 302841 w 504993"/>
                  <a:gd name="connsiteY2" fmla="*/ 123081 h 503638"/>
                  <a:gd name="connsiteX3" fmla="*/ 341111 w 504993"/>
                  <a:gd name="connsiteY3" fmla="*/ 151317 h 503638"/>
                  <a:gd name="connsiteX4" fmla="*/ 365742 w 504993"/>
                  <a:gd name="connsiteY4" fmla="*/ 195146 h 503638"/>
                  <a:gd name="connsiteX5" fmla="*/ 374541 w 504993"/>
                  <a:gd name="connsiteY5" fmla="*/ 251830 h 503638"/>
                  <a:gd name="connsiteX6" fmla="*/ 365742 w 504993"/>
                  <a:gd name="connsiteY6" fmla="*/ 308514 h 503638"/>
                  <a:gd name="connsiteX7" fmla="*/ 341111 w 504993"/>
                  <a:gd name="connsiteY7" fmla="*/ 352321 h 503638"/>
                  <a:gd name="connsiteX8" fmla="*/ 302841 w 504993"/>
                  <a:gd name="connsiteY8" fmla="*/ 380557 h 503638"/>
                  <a:gd name="connsiteX9" fmla="*/ 252516 w 504993"/>
                  <a:gd name="connsiteY9" fmla="*/ 390635 h 503638"/>
                  <a:gd name="connsiteX10" fmla="*/ 202170 w 504993"/>
                  <a:gd name="connsiteY10" fmla="*/ 380557 h 503638"/>
                  <a:gd name="connsiteX11" fmla="*/ 163899 w 504993"/>
                  <a:gd name="connsiteY11" fmla="*/ 352321 h 503638"/>
                  <a:gd name="connsiteX12" fmla="*/ 139257 w 504993"/>
                  <a:gd name="connsiteY12" fmla="*/ 308514 h 503638"/>
                  <a:gd name="connsiteX13" fmla="*/ 130480 w 504993"/>
                  <a:gd name="connsiteY13" fmla="*/ 251830 h 503638"/>
                  <a:gd name="connsiteX14" fmla="*/ 139257 w 504993"/>
                  <a:gd name="connsiteY14" fmla="*/ 195146 h 503638"/>
                  <a:gd name="connsiteX15" fmla="*/ 163899 w 504993"/>
                  <a:gd name="connsiteY15" fmla="*/ 151317 h 503638"/>
                  <a:gd name="connsiteX16" fmla="*/ 202170 w 504993"/>
                  <a:gd name="connsiteY16" fmla="*/ 123081 h 503638"/>
                  <a:gd name="connsiteX17" fmla="*/ 432439 w 504993"/>
                  <a:gd name="connsiteY17" fmla="*/ 70127 h 503638"/>
                  <a:gd name="connsiteX18" fmla="*/ 352414 w 504993"/>
                  <a:gd name="connsiteY18" fmla="*/ 18261 h 503638"/>
                  <a:gd name="connsiteX19" fmla="*/ 252511 w 504993"/>
                  <a:gd name="connsiteY19" fmla="*/ 0 h 503638"/>
                  <a:gd name="connsiteX20" fmla="*/ 152585 w 504993"/>
                  <a:gd name="connsiteY20" fmla="*/ 18261 h 503638"/>
                  <a:gd name="connsiteX21" fmla="*/ 72550 w 504993"/>
                  <a:gd name="connsiteY21" fmla="*/ 70127 h 503638"/>
                  <a:gd name="connsiteX22" fmla="*/ 19334 w 504993"/>
                  <a:gd name="connsiteY22" fmla="*/ 150054 h 503638"/>
                  <a:gd name="connsiteX23" fmla="*/ 0 w 504993"/>
                  <a:gd name="connsiteY23" fmla="*/ 251835 h 503638"/>
                  <a:gd name="connsiteX24" fmla="*/ 19356 w 504993"/>
                  <a:gd name="connsiteY24" fmla="*/ 353955 h 503638"/>
                  <a:gd name="connsiteX25" fmla="*/ 72550 w 504993"/>
                  <a:gd name="connsiteY25" fmla="*/ 433544 h 503638"/>
                  <a:gd name="connsiteX26" fmla="*/ 152585 w 504993"/>
                  <a:gd name="connsiteY26" fmla="*/ 485388 h 503638"/>
                  <a:gd name="connsiteX27" fmla="*/ 252511 w 504993"/>
                  <a:gd name="connsiteY27" fmla="*/ 503638 h 503638"/>
                  <a:gd name="connsiteX28" fmla="*/ 352414 w 504993"/>
                  <a:gd name="connsiteY28" fmla="*/ 485388 h 503638"/>
                  <a:gd name="connsiteX29" fmla="*/ 432439 w 504993"/>
                  <a:gd name="connsiteY29" fmla="*/ 433544 h 503638"/>
                  <a:gd name="connsiteX30" fmla="*/ 485633 w 504993"/>
                  <a:gd name="connsiteY30" fmla="*/ 353955 h 503638"/>
                  <a:gd name="connsiteX31" fmla="*/ 504994 w 504993"/>
                  <a:gd name="connsiteY31" fmla="*/ 251835 h 503638"/>
                  <a:gd name="connsiteX32" fmla="*/ 485655 w 504993"/>
                  <a:gd name="connsiteY32" fmla="*/ 150054 h 503638"/>
                  <a:gd name="connsiteX33" fmla="*/ 432439 w 504993"/>
                  <a:gd name="connsiteY33" fmla="*/ 70127 h 5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93" h="503638">
                    <a:moveTo>
                      <a:pt x="202170" y="123081"/>
                    </a:moveTo>
                    <a:cubicBezTo>
                      <a:pt x="217153" y="116406"/>
                      <a:pt x="234091" y="113030"/>
                      <a:pt x="252516" y="113030"/>
                    </a:cubicBezTo>
                    <a:cubicBezTo>
                      <a:pt x="270897" y="113030"/>
                      <a:pt x="287857" y="116406"/>
                      <a:pt x="302841" y="123081"/>
                    </a:cubicBezTo>
                    <a:cubicBezTo>
                      <a:pt x="317759" y="129767"/>
                      <a:pt x="330652" y="139252"/>
                      <a:pt x="341111" y="151317"/>
                    </a:cubicBezTo>
                    <a:cubicBezTo>
                      <a:pt x="351690" y="163556"/>
                      <a:pt x="360004" y="178306"/>
                      <a:pt x="365742" y="195146"/>
                    </a:cubicBezTo>
                    <a:cubicBezTo>
                      <a:pt x="371590" y="212226"/>
                      <a:pt x="374541" y="231282"/>
                      <a:pt x="374541" y="251830"/>
                    </a:cubicBezTo>
                    <a:cubicBezTo>
                      <a:pt x="374541" y="272351"/>
                      <a:pt x="371590" y="291434"/>
                      <a:pt x="365742" y="308514"/>
                    </a:cubicBezTo>
                    <a:cubicBezTo>
                      <a:pt x="360004" y="325332"/>
                      <a:pt x="351690" y="340082"/>
                      <a:pt x="341111" y="352321"/>
                    </a:cubicBezTo>
                    <a:cubicBezTo>
                      <a:pt x="330630" y="364408"/>
                      <a:pt x="317759" y="373893"/>
                      <a:pt x="302841" y="380557"/>
                    </a:cubicBezTo>
                    <a:cubicBezTo>
                      <a:pt x="287857" y="387232"/>
                      <a:pt x="270897" y="390635"/>
                      <a:pt x="252516" y="390635"/>
                    </a:cubicBezTo>
                    <a:cubicBezTo>
                      <a:pt x="234091" y="390635"/>
                      <a:pt x="217153" y="387238"/>
                      <a:pt x="202170" y="380557"/>
                    </a:cubicBezTo>
                    <a:cubicBezTo>
                      <a:pt x="187230" y="373893"/>
                      <a:pt x="174358" y="364387"/>
                      <a:pt x="163899" y="352321"/>
                    </a:cubicBezTo>
                    <a:cubicBezTo>
                      <a:pt x="153288" y="340082"/>
                      <a:pt x="145006" y="325354"/>
                      <a:pt x="139257" y="308514"/>
                    </a:cubicBezTo>
                    <a:cubicBezTo>
                      <a:pt x="133420" y="291456"/>
                      <a:pt x="130480" y="272400"/>
                      <a:pt x="130480" y="251830"/>
                    </a:cubicBezTo>
                    <a:cubicBezTo>
                      <a:pt x="130480" y="231266"/>
                      <a:pt x="133420" y="212182"/>
                      <a:pt x="139257" y="195146"/>
                    </a:cubicBezTo>
                    <a:cubicBezTo>
                      <a:pt x="145006" y="178306"/>
                      <a:pt x="153288" y="163556"/>
                      <a:pt x="163899" y="151317"/>
                    </a:cubicBezTo>
                    <a:cubicBezTo>
                      <a:pt x="174358" y="139257"/>
                      <a:pt x="187230" y="129773"/>
                      <a:pt x="202170" y="123081"/>
                    </a:cubicBezTo>
                    <a:moveTo>
                      <a:pt x="432439" y="70127"/>
                    </a:moveTo>
                    <a:cubicBezTo>
                      <a:pt x="409947" y="47869"/>
                      <a:pt x="383034" y="30435"/>
                      <a:pt x="352414" y="18261"/>
                    </a:cubicBezTo>
                    <a:cubicBezTo>
                      <a:pt x="321848" y="6152"/>
                      <a:pt x="288249" y="0"/>
                      <a:pt x="252511" y="0"/>
                    </a:cubicBezTo>
                    <a:cubicBezTo>
                      <a:pt x="216756" y="0"/>
                      <a:pt x="183130" y="6152"/>
                      <a:pt x="152585" y="18261"/>
                    </a:cubicBezTo>
                    <a:cubicBezTo>
                      <a:pt x="121965" y="30435"/>
                      <a:pt x="95041" y="47864"/>
                      <a:pt x="72550" y="70127"/>
                    </a:cubicBezTo>
                    <a:cubicBezTo>
                      <a:pt x="50096" y="92352"/>
                      <a:pt x="32183" y="119248"/>
                      <a:pt x="19334" y="150054"/>
                    </a:cubicBezTo>
                    <a:cubicBezTo>
                      <a:pt x="6506" y="180870"/>
                      <a:pt x="0" y="215106"/>
                      <a:pt x="0" y="251835"/>
                    </a:cubicBezTo>
                    <a:cubicBezTo>
                      <a:pt x="0" y="289055"/>
                      <a:pt x="6523" y="323389"/>
                      <a:pt x="19356" y="353955"/>
                    </a:cubicBezTo>
                    <a:cubicBezTo>
                      <a:pt x="32183" y="384532"/>
                      <a:pt x="50096" y="411303"/>
                      <a:pt x="72550" y="433544"/>
                    </a:cubicBezTo>
                    <a:cubicBezTo>
                      <a:pt x="95063" y="455791"/>
                      <a:pt x="121987" y="473257"/>
                      <a:pt x="152585" y="485388"/>
                    </a:cubicBezTo>
                    <a:cubicBezTo>
                      <a:pt x="183130" y="497497"/>
                      <a:pt x="216729" y="503638"/>
                      <a:pt x="252511" y="503638"/>
                    </a:cubicBezTo>
                    <a:cubicBezTo>
                      <a:pt x="288244" y="503638"/>
                      <a:pt x="321870" y="497497"/>
                      <a:pt x="352414" y="485388"/>
                    </a:cubicBezTo>
                    <a:cubicBezTo>
                      <a:pt x="383013" y="473235"/>
                      <a:pt x="409947" y="455796"/>
                      <a:pt x="432439" y="433544"/>
                    </a:cubicBezTo>
                    <a:cubicBezTo>
                      <a:pt x="454882" y="411330"/>
                      <a:pt x="472783" y="384554"/>
                      <a:pt x="485633" y="353955"/>
                    </a:cubicBezTo>
                    <a:cubicBezTo>
                      <a:pt x="498482" y="323345"/>
                      <a:pt x="504994" y="289011"/>
                      <a:pt x="504994" y="251835"/>
                    </a:cubicBezTo>
                    <a:cubicBezTo>
                      <a:pt x="504994" y="215128"/>
                      <a:pt x="498482" y="180892"/>
                      <a:pt x="485655" y="150054"/>
                    </a:cubicBezTo>
                    <a:cubicBezTo>
                      <a:pt x="472783" y="119248"/>
                      <a:pt x="454882" y="92341"/>
                      <a:pt x="432439" y="70127"/>
                    </a:cubicBezTo>
                  </a:path>
                </a:pathLst>
              </a:custGeom>
              <a:solidFill>
                <a:srgbClr val="020203"/>
              </a:solidFill>
              <a:ln w="544" cap="flat">
                <a:noFill/>
                <a:prstDash val="solid"/>
                <a:miter/>
              </a:ln>
            </p:spPr>
            <p:txBody>
              <a:bodyPr rtlCol="0" anchor="ctr"/>
              <a:lstStyle/>
              <a:p>
                <a:endParaRPr lang="en-US" sz="1610"/>
              </a:p>
            </p:txBody>
          </p:sp>
          <p:sp>
            <p:nvSpPr>
              <p:cNvPr id="19" name="Freihandform: Form 18">
                <a:extLst>
                  <a:ext uri="{FF2B5EF4-FFF2-40B4-BE49-F238E27FC236}">
                    <a16:creationId xmlns:a16="http://schemas.microsoft.com/office/drawing/2014/main" id="{95F5BDA4-1C10-4772-8B98-A686A1052CA6}"/>
                  </a:ext>
                </a:extLst>
              </p:cNvPr>
              <p:cNvSpPr/>
              <p:nvPr/>
            </p:nvSpPr>
            <p:spPr bwMode="black">
              <a:xfrm>
                <a:off x="10688396" y="1905514"/>
                <a:ext cx="423313" cy="487527"/>
              </a:xfrm>
              <a:custGeom>
                <a:avLst/>
                <a:gdLst>
                  <a:gd name="connsiteX0" fmla="*/ 267130 w 423313"/>
                  <a:gd name="connsiteY0" fmla="*/ 152509 h 487527"/>
                  <a:gd name="connsiteX1" fmla="*/ 255734 w 423313"/>
                  <a:gd name="connsiteY1" fmla="*/ 180571 h 487527"/>
                  <a:gd name="connsiteX2" fmla="*/ 218928 w 423313"/>
                  <a:gd name="connsiteY2" fmla="*/ 191956 h 487527"/>
                  <a:gd name="connsiteX3" fmla="*/ 130470 w 423313"/>
                  <a:gd name="connsiteY3" fmla="*/ 191956 h 487527"/>
                  <a:gd name="connsiteX4" fmla="*/ 130470 w 423313"/>
                  <a:gd name="connsiteY4" fmla="*/ 113025 h 487527"/>
                  <a:gd name="connsiteX5" fmla="*/ 218928 w 423313"/>
                  <a:gd name="connsiteY5" fmla="*/ 113025 h 487527"/>
                  <a:gd name="connsiteX6" fmla="*/ 255734 w 423313"/>
                  <a:gd name="connsiteY6" fmla="*/ 124410 h 487527"/>
                  <a:gd name="connsiteX7" fmla="*/ 267130 w 423313"/>
                  <a:gd name="connsiteY7" fmla="*/ 152509 h 487527"/>
                  <a:gd name="connsiteX8" fmla="*/ 372058 w 423313"/>
                  <a:gd name="connsiteY8" fmla="*/ 230650 h 487527"/>
                  <a:gd name="connsiteX9" fmla="*/ 397588 w 423313"/>
                  <a:gd name="connsiteY9" fmla="*/ 147783 h 487527"/>
                  <a:gd name="connsiteX10" fmla="*/ 385523 w 423313"/>
                  <a:gd name="connsiteY10" fmla="*/ 88039 h 487527"/>
                  <a:gd name="connsiteX11" fmla="*/ 349877 w 423313"/>
                  <a:gd name="connsiteY11" fmla="*/ 40976 h 487527"/>
                  <a:gd name="connsiteX12" fmla="*/ 293291 w 423313"/>
                  <a:gd name="connsiteY12" fmla="*/ 10628 h 487527"/>
                  <a:gd name="connsiteX13" fmla="*/ 218928 w 423313"/>
                  <a:gd name="connsiteY13" fmla="*/ 0 h 487527"/>
                  <a:gd name="connsiteX14" fmla="*/ 0 w 423313"/>
                  <a:gd name="connsiteY14" fmla="*/ 0 h 487527"/>
                  <a:gd name="connsiteX15" fmla="*/ 0 w 423313"/>
                  <a:gd name="connsiteY15" fmla="*/ 487528 h 487527"/>
                  <a:gd name="connsiteX16" fmla="*/ 130464 w 423313"/>
                  <a:gd name="connsiteY16" fmla="*/ 487528 h 487527"/>
                  <a:gd name="connsiteX17" fmla="*/ 130464 w 423313"/>
                  <a:gd name="connsiteY17" fmla="*/ 304980 h 487527"/>
                  <a:gd name="connsiteX18" fmla="*/ 192870 w 423313"/>
                  <a:gd name="connsiteY18" fmla="*/ 304980 h 487527"/>
                  <a:gd name="connsiteX19" fmla="*/ 280126 w 423313"/>
                  <a:gd name="connsiteY19" fmla="*/ 487528 h 487527"/>
                  <a:gd name="connsiteX20" fmla="*/ 423314 w 423313"/>
                  <a:gd name="connsiteY20" fmla="*/ 487528 h 487527"/>
                  <a:gd name="connsiteX21" fmla="*/ 320079 w 423313"/>
                  <a:gd name="connsiteY21" fmla="*/ 276173 h 487527"/>
                  <a:gd name="connsiteX22" fmla="*/ 372058 w 423313"/>
                  <a:gd name="connsiteY22" fmla="*/ 23065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3313" h="487527">
                    <a:moveTo>
                      <a:pt x="267130" y="152509"/>
                    </a:moveTo>
                    <a:cubicBezTo>
                      <a:pt x="267130" y="163720"/>
                      <a:pt x="263416" y="172921"/>
                      <a:pt x="255734" y="180571"/>
                    </a:cubicBezTo>
                    <a:cubicBezTo>
                      <a:pt x="248193" y="188133"/>
                      <a:pt x="235790" y="191956"/>
                      <a:pt x="218928" y="191956"/>
                    </a:cubicBezTo>
                    <a:lnTo>
                      <a:pt x="130470" y="191956"/>
                    </a:lnTo>
                    <a:lnTo>
                      <a:pt x="130470" y="113025"/>
                    </a:lnTo>
                    <a:lnTo>
                      <a:pt x="218928" y="113025"/>
                    </a:lnTo>
                    <a:cubicBezTo>
                      <a:pt x="235790" y="113025"/>
                      <a:pt x="248193" y="116847"/>
                      <a:pt x="255734" y="124410"/>
                    </a:cubicBezTo>
                    <a:cubicBezTo>
                      <a:pt x="263416" y="132076"/>
                      <a:pt x="267130" y="141266"/>
                      <a:pt x="267130" y="152509"/>
                    </a:cubicBezTo>
                    <a:moveTo>
                      <a:pt x="372058" y="230650"/>
                    </a:moveTo>
                    <a:cubicBezTo>
                      <a:pt x="389007" y="208545"/>
                      <a:pt x="397588" y="180669"/>
                      <a:pt x="397588" y="147783"/>
                    </a:cubicBezTo>
                    <a:cubicBezTo>
                      <a:pt x="397588" y="126125"/>
                      <a:pt x="393532" y="106029"/>
                      <a:pt x="385523" y="88039"/>
                    </a:cubicBezTo>
                    <a:cubicBezTo>
                      <a:pt x="377448" y="69963"/>
                      <a:pt x="365459" y="54141"/>
                      <a:pt x="349877" y="40976"/>
                    </a:cubicBezTo>
                    <a:cubicBezTo>
                      <a:pt x="334468" y="27985"/>
                      <a:pt x="315423" y="17777"/>
                      <a:pt x="293291" y="10628"/>
                    </a:cubicBezTo>
                    <a:cubicBezTo>
                      <a:pt x="271447" y="3577"/>
                      <a:pt x="246424" y="0"/>
                      <a:pt x="218928" y="0"/>
                    </a:cubicBezTo>
                    <a:lnTo>
                      <a:pt x="0" y="0"/>
                    </a:lnTo>
                    <a:lnTo>
                      <a:pt x="0" y="487528"/>
                    </a:lnTo>
                    <a:lnTo>
                      <a:pt x="130464" y="487528"/>
                    </a:lnTo>
                    <a:lnTo>
                      <a:pt x="130464" y="304980"/>
                    </a:lnTo>
                    <a:lnTo>
                      <a:pt x="192870" y="304980"/>
                    </a:lnTo>
                    <a:lnTo>
                      <a:pt x="280126" y="487528"/>
                    </a:lnTo>
                    <a:lnTo>
                      <a:pt x="423314" y="487528"/>
                    </a:lnTo>
                    <a:lnTo>
                      <a:pt x="320079" y="276173"/>
                    </a:lnTo>
                    <a:cubicBezTo>
                      <a:pt x="340447" y="264407"/>
                      <a:pt x="357940" y="249086"/>
                      <a:pt x="372058" y="230650"/>
                    </a:cubicBezTo>
                  </a:path>
                </a:pathLst>
              </a:custGeom>
              <a:solidFill>
                <a:srgbClr val="020203"/>
              </a:solidFill>
              <a:ln w="544" cap="flat">
                <a:noFill/>
                <a:prstDash val="solid"/>
                <a:miter/>
              </a:ln>
            </p:spPr>
            <p:txBody>
              <a:bodyPr rtlCol="0" anchor="ctr"/>
              <a:lstStyle/>
              <a:p>
                <a:endParaRPr lang="en-US" sz="1610"/>
              </a:p>
            </p:txBody>
          </p:sp>
          <p:sp>
            <p:nvSpPr>
              <p:cNvPr id="20" name="Freihandform: Form 19">
                <a:extLst>
                  <a:ext uri="{FF2B5EF4-FFF2-40B4-BE49-F238E27FC236}">
                    <a16:creationId xmlns:a16="http://schemas.microsoft.com/office/drawing/2014/main" id="{0D7DAD39-6282-4458-BF0A-3B03B701EC08}"/>
                  </a:ext>
                </a:extLst>
              </p:cNvPr>
              <p:cNvSpPr/>
              <p:nvPr/>
            </p:nvSpPr>
            <p:spPr bwMode="black">
              <a:xfrm>
                <a:off x="11116845" y="1905514"/>
                <a:ext cx="417046" cy="487527"/>
              </a:xfrm>
              <a:custGeom>
                <a:avLst/>
                <a:gdLst>
                  <a:gd name="connsiteX0" fmla="*/ 0 w 417046"/>
                  <a:gd name="connsiteY0" fmla="*/ 113025 h 487527"/>
                  <a:gd name="connsiteX1" fmla="*/ 142965 w 417046"/>
                  <a:gd name="connsiteY1" fmla="*/ 113025 h 487527"/>
                  <a:gd name="connsiteX2" fmla="*/ 142965 w 417046"/>
                  <a:gd name="connsiteY2" fmla="*/ 487528 h 487527"/>
                  <a:gd name="connsiteX3" fmla="*/ 273423 w 417046"/>
                  <a:gd name="connsiteY3" fmla="*/ 487528 h 487527"/>
                  <a:gd name="connsiteX4" fmla="*/ 273423 w 417046"/>
                  <a:gd name="connsiteY4" fmla="*/ 113025 h 487527"/>
                  <a:gd name="connsiteX5" fmla="*/ 417047 w 417046"/>
                  <a:gd name="connsiteY5" fmla="*/ 113025 h 487527"/>
                  <a:gd name="connsiteX6" fmla="*/ 417047 w 417046"/>
                  <a:gd name="connsiteY6" fmla="*/ 0 h 487527"/>
                  <a:gd name="connsiteX7" fmla="*/ 0 w 417046"/>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46" h="487527">
                    <a:moveTo>
                      <a:pt x="0" y="113025"/>
                    </a:moveTo>
                    <a:lnTo>
                      <a:pt x="142965" y="113025"/>
                    </a:lnTo>
                    <a:lnTo>
                      <a:pt x="142965" y="487528"/>
                    </a:lnTo>
                    <a:lnTo>
                      <a:pt x="273423" y="487528"/>
                    </a:lnTo>
                    <a:lnTo>
                      <a:pt x="273423" y="113025"/>
                    </a:lnTo>
                    <a:lnTo>
                      <a:pt x="417047" y="113025"/>
                    </a:lnTo>
                    <a:lnTo>
                      <a:pt x="417047" y="0"/>
                    </a:lnTo>
                    <a:lnTo>
                      <a:pt x="0" y="0"/>
                    </a:lnTo>
                    <a:close/>
                  </a:path>
                </a:pathLst>
              </a:custGeom>
              <a:solidFill>
                <a:srgbClr val="020203"/>
              </a:solidFill>
              <a:ln w="544" cap="flat">
                <a:noFill/>
                <a:prstDash val="solid"/>
                <a:miter/>
              </a:ln>
            </p:spPr>
            <p:txBody>
              <a:bodyPr rtlCol="0" anchor="ctr"/>
              <a:lstStyle/>
              <a:p>
                <a:endParaRPr lang="en-US" sz="1610"/>
              </a:p>
            </p:txBody>
          </p:sp>
          <p:sp>
            <p:nvSpPr>
              <p:cNvPr id="21" name="Freihandform: Form 20">
                <a:extLst>
                  <a:ext uri="{FF2B5EF4-FFF2-40B4-BE49-F238E27FC236}">
                    <a16:creationId xmlns:a16="http://schemas.microsoft.com/office/drawing/2014/main" id="{A289F4F2-BF6D-4CA5-A582-869B5C80B9A1}"/>
                  </a:ext>
                </a:extLst>
              </p:cNvPr>
              <p:cNvSpPr/>
              <p:nvPr/>
            </p:nvSpPr>
            <p:spPr bwMode="black">
              <a:xfrm>
                <a:off x="9724182" y="1905519"/>
                <a:ext cx="386851" cy="487527"/>
              </a:xfrm>
              <a:custGeom>
                <a:avLst/>
                <a:gdLst>
                  <a:gd name="connsiteX0" fmla="*/ 253687 w 386851"/>
                  <a:gd name="connsiteY0" fmla="*/ 154502 h 487527"/>
                  <a:gd name="connsiteX1" fmla="*/ 241730 w 386851"/>
                  <a:gd name="connsiteY1" fmla="*/ 184839 h 487527"/>
                  <a:gd name="connsiteX2" fmla="*/ 206182 w 386851"/>
                  <a:gd name="connsiteY2" fmla="*/ 196676 h 487527"/>
                  <a:gd name="connsiteX3" fmla="*/ 130464 w 386851"/>
                  <a:gd name="connsiteY3" fmla="*/ 196676 h 487527"/>
                  <a:gd name="connsiteX4" fmla="*/ 130464 w 386851"/>
                  <a:gd name="connsiteY4" fmla="*/ 113025 h 487527"/>
                  <a:gd name="connsiteX5" fmla="*/ 206182 w 386851"/>
                  <a:gd name="connsiteY5" fmla="*/ 113025 h 487527"/>
                  <a:gd name="connsiteX6" fmla="*/ 241806 w 386851"/>
                  <a:gd name="connsiteY6" fmla="*/ 124584 h 487527"/>
                  <a:gd name="connsiteX7" fmla="*/ 253687 w 386851"/>
                  <a:gd name="connsiteY7" fmla="*/ 154502 h 487527"/>
                  <a:gd name="connsiteX8" fmla="*/ 338966 w 386851"/>
                  <a:gd name="connsiteY8" fmla="*/ 43470 h 487527"/>
                  <a:gd name="connsiteX9" fmla="*/ 281715 w 386851"/>
                  <a:gd name="connsiteY9" fmla="*/ 11352 h 487527"/>
                  <a:gd name="connsiteX10" fmla="*/ 206182 w 386851"/>
                  <a:gd name="connsiteY10" fmla="*/ 0 h 487527"/>
                  <a:gd name="connsiteX11" fmla="*/ 0 w 386851"/>
                  <a:gd name="connsiteY11" fmla="*/ 0 h 487527"/>
                  <a:gd name="connsiteX12" fmla="*/ 0 w 386851"/>
                  <a:gd name="connsiteY12" fmla="*/ 487528 h 487527"/>
                  <a:gd name="connsiteX13" fmla="*/ 130464 w 386851"/>
                  <a:gd name="connsiteY13" fmla="*/ 487528 h 487527"/>
                  <a:gd name="connsiteX14" fmla="*/ 130464 w 386851"/>
                  <a:gd name="connsiteY14" fmla="*/ 309668 h 487527"/>
                  <a:gd name="connsiteX15" fmla="*/ 206182 w 386851"/>
                  <a:gd name="connsiteY15" fmla="*/ 309668 h 487527"/>
                  <a:gd name="connsiteX16" fmla="*/ 281715 w 386851"/>
                  <a:gd name="connsiteY16" fmla="*/ 298316 h 487527"/>
                  <a:gd name="connsiteX17" fmla="*/ 338966 w 386851"/>
                  <a:gd name="connsiteY17" fmla="*/ 266198 h 487527"/>
                  <a:gd name="connsiteX18" fmla="*/ 374884 w 386851"/>
                  <a:gd name="connsiteY18" fmla="*/ 216347 h 487527"/>
                  <a:gd name="connsiteX19" fmla="*/ 386851 w 386851"/>
                  <a:gd name="connsiteY19" fmla="*/ 154507 h 487527"/>
                  <a:gd name="connsiteX20" fmla="*/ 374862 w 386851"/>
                  <a:gd name="connsiteY20" fmla="*/ 92961 h 487527"/>
                  <a:gd name="connsiteX21" fmla="*/ 338966 w 386851"/>
                  <a:gd name="connsiteY21" fmla="*/ 4347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6851" h="487527">
                    <a:moveTo>
                      <a:pt x="253687" y="154502"/>
                    </a:moveTo>
                    <a:cubicBezTo>
                      <a:pt x="253687" y="167036"/>
                      <a:pt x="249783" y="176950"/>
                      <a:pt x="241730" y="184839"/>
                    </a:cubicBezTo>
                    <a:cubicBezTo>
                      <a:pt x="233590" y="192805"/>
                      <a:pt x="221972" y="196676"/>
                      <a:pt x="206182" y="196676"/>
                    </a:cubicBezTo>
                    <a:lnTo>
                      <a:pt x="130464" y="196676"/>
                    </a:lnTo>
                    <a:lnTo>
                      <a:pt x="130464" y="113025"/>
                    </a:lnTo>
                    <a:lnTo>
                      <a:pt x="206182" y="113025"/>
                    </a:lnTo>
                    <a:cubicBezTo>
                      <a:pt x="221797" y="113025"/>
                      <a:pt x="233808" y="116918"/>
                      <a:pt x="241806" y="124584"/>
                    </a:cubicBezTo>
                    <a:cubicBezTo>
                      <a:pt x="249832" y="132233"/>
                      <a:pt x="253687" y="142012"/>
                      <a:pt x="253687" y="154502"/>
                    </a:cubicBezTo>
                    <a:moveTo>
                      <a:pt x="338966" y="43470"/>
                    </a:moveTo>
                    <a:cubicBezTo>
                      <a:pt x="323361" y="29798"/>
                      <a:pt x="304093" y="18980"/>
                      <a:pt x="281715" y="11352"/>
                    </a:cubicBezTo>
                    <a:cubicBezTo>
                      <a:pt x="259523" y="3822"/>
                      <a:pt x="234113" y="0"/>
                      <a:pt x="206182" y="0"/>
                    </a:cubicBezTo>
                    <a:lnTo>
                      <a:pt x="0" y="0"/>
                    </a:lnTo>
                    <a:lnTo>
                      <a:pt x="0" y="487528"/>
                    </a:lnTo>
                    <a:lnTo>
                      <a:pt x="130464" y="487528"/>
                    </a:lnTo>
                    <a:lnTo>
                      <a:pt x="130464" y="309668"/>
                    </a:lnTo>
                    <a:lnTo>
                      <a:pt x="206182" y="309668"/>
                    </a:lnTo>
                    <a:cubicBezTo>
                      <a:pt x="234157" y="309668"/>
                      <a:pt x="259588" y="305846"/>
                      <a:pt x="281715" y="298316"/>
                    </a:cubicBezTo>
                    <a:cubicBezTo>
                      <a:pt x="304071" y="290710"/>
                      <a:pt x="323318" y="279913"/>
                      <a:pt x="338966" y="266198"/>
                    </a:cubicBezTo>
                    <a:cubicBezTo>
                      <a:pt x="354766" y="252331"/>
                      <a:pt x="366864" y="235556"/>
                      <a:pt x="374884" y="216347"/>
                    </a:cubicBezTo>
                    <a:cubicBezTo>
                      <a:pt x="382817" y="197324"/>
                      <a:pt x="386851" y="176525"/>
                      <a:pt x="386851" y="154507"/>
                    </a:cubicBezTo>
                    <a:cubicBezTo>
                      <a:pt x="386851" y="132468"/>
                      <a:pt x="382817" y="111756"/>
                      <a:pt x="374862" y="92961"/>
                    </a:cubicBezTo>
                    <a:cubicBezTo>
                      <a:pt x="366842" y="73987"/>
                      <a:pt x="354766" y="57337"/>
                      <a:pt x="338966" y="43470"/>
                    </a:cubicBezTo>
                  </a:path>
                </a:pathLst>
              </a:custGeom>
              <a:solidFill>
                <a:srgbClr val="020203"/>
              </a:solidFill>
              <a:ln w="544" cap="flat">
                <a:noFill/>
                <a:prstDash val="solid"/>
                <a:miter/>
              </a:ln>
            </p:spPr>
            <p:txBody>
              <a:bodyPr rtlCol="0" anchor="ctr"/>
              <a:lstStyle/>
              <a:p>
                <a:endParaRPr lang="en-US" sz="1610"/>
              </a:p>
            </p:txBody>
          </p:sp>
          <p:sp>
            <p:nvSpPr>
              <p:cNvPr id="22" name="Freihandform: Form 21">
                <a:extLst>
                  <a:ext uri="{FF2B5EF4-FFF2-40B4-BE49-F238E27FC236}">
                    <a16:creationId xmlns:a16="http://schemas.microsoft.com/office/drawing/2014/main" id="{665DAFDF-7457-4F7E-A3A3-445946AD75A8}"/>
                  </a:ext>
                </a:extLst>
              </p:cNvPr>
              <p:cNvSpPr/>
              <p:nvPr/>
            </p:nvSpPr>
            <p:spPr bwMode="black">
              <a:xfrm>
                <a:off x="8406938" y="1412776"/>
                <a:ext cx="700292" cy="2069679"/>
              </a:xfrm>
              <a:custGeom>
                <a:avLst/>
                <a:gdLst>
                  <a:gd name="connsiteX0" fmla="*/ 671038 w 700292"/>
                  <a:gd name="connsiteY0" fmla="*/ 0 h 2069679"/>
                  <a:gd name="connsiteX1" fmla="*/ 0 w 700292"/>
                  <a:gd name="connsiteY1" fmla="*/ 2069680 h 2069679"/>
                  <a:gd name="connsiteX2" fmla="*/ 29243 w 700292"/>
                  <a:gd name="connsiteY2" fmla="*/ 2069680 h 2069679"/>
                  <a:gd name="connsiteX3" fmla="*/ 700292 w 700292"/>
                  <a:gd name="connsiteY3" fmla="*/ 0 h 2069679"/>
                </a:gdLst>
                <a:ahLst/>
                <a:cxnLst>
                  <a:cxn ang="0">
                    <a:pos x="connsiteX0" y="connsiteY0"/>
                  </a:cxn>
                  <a:cxn ang="0">
                    <a:pos x="connsiteX1" y="connsiteY1"/>
                  </a:cxn>
                  <a:cxn ang="0">
                    <a:pos x="connsiteX2" y="connsiteY2"/>
                  </a:cxn>
                  <a:cxn ang="0">
                    <a:pos x="connsiteX3" y="connsiteY3"/>
                  </a:cxn>
                </a:cxnLst>
                <a:rect l="l" t="t" r="r" b="b"/>
                <a:pathLst>
                  <a:path w="700292" h="2069679">
                    <a:moveTo>
                      <a:pt x="671038" y="0"/>
                    </a:moveTo>
                    <a:lnTo>
                      <a:pt x="0" y="2069680"/>
                    </a:lnTo>
                    <a:lnTo>
                      <a:pt x="29243" y="2069680"/>
                    </a:lnTo>
                    <a:lnTo>
                      <a:pt x="700292" y="0"/>
                    </a:lnTo>
                    <a:close/>
                  </a:path>
                </a:pathLst>
              </a:custGeom>
              <a:solidFill>
                <a:srgbClr val="020203"/>
              </a:solidFill>
              <a:ln w="544" cap="flat">
                <a:noFill/>
                <a:prstDash val="solid"/>
                <a:miter/>
              </a:ln>
            </p:spPr>
            <p:txBody>
              <a:bodyPr rtlCol="0" anchor="ctr"/>
              <a:lstStyle/>
              <a:p>
                <a:endParaRPr lang="en-US" sz="1610"/>
              </a:p>
            </p:txBody>
          </p:sp>
        </p:grpSp>
        <p:sp>
          <p:nvSpPr>
            <p:cNvPr id="23" name="Freihandform: Form 22">
              <a:extLst>
                <a:ext uri="{FF2B5EF4-FFF2-40B4-BE49-F238E27FC236}">
                  <a16:creationId xmlns:a16="http://schemas.microsoft.com/office/drawing/2014/main" id="{E04A5F4A-7289-42E8-B639-FEF076A7CE28}"/>
                </a:ext>
              </a:extLst>
            </p:cNvPr>
            <p:cNvSpPr/>
            <p:nvPr/>
          </p:nvSpPr>
          <p:spPr bwMode="black">
            <a:xfrm>
              <a:off x="10293417" y="3082929"/>
              <a:ext cx="374911" cy="130496"/>
            </a:xfrm>
            <a:custGeom>
              <a:avLst/>
              <a:gdLst>
                <a:gd name="connsiteX0" fmla="*/ 0 w 374911"/>
                <a:gd name="connsiteY0" fmla="*/ 0 h 130496"/>
                <a:gd name="connsiteX1" fmla="*/ 374911 w 374911"/>
                <a:gd name="connsiteY1" fmla="*/ 0 h 130496"/>
                <a:gd name="connsiteX2" fmla="*/ 374911 w 374911"/>
                <a:gd name="connsiteY2" fmla="*/ 130497 h 130496"/>
                <a:gd name="connsiteX3" fmla="*/ 0 w 374911"/>
                <a:gd name="connsiteY3" fmla="*/ 130497 h 130496"/>
              </a:gdLst>
              <a:ahLst/>
              <a:cxnLst>
                <a:cxn ang="0">
                  <a:pos x="connsiteX0" y="connsiteY0"/>
                </a:cxn>
                <a:cxn ang="0">
                  <a:pos x="connsiteX1" y="connsiteY1"/>
                </a:cxn>
                <a:cxn ang="0">
                  <a:pos x="connsiteX2" y="connsiteY2"/>
                </a:cxn>
                <a:cxn ang="0">
                  <a:pos x="connsiteX3" y="connsiteY3"/>
                </a:cxn>
              </a:cxnLst>
              <a:rect l="l" t="t" r="r" b="b"/>
              <a:pathLst>
                <a:path w="374911" h="130496">
                  <a:moveTo>
                    <a:pt x="0" y="0"/>
                  </a:moveTo>
                  <a:lnTo>
                    <a:pt x="374911" y="0"/>
                  </a:lnTo>
                  <a:lnTo>
                    <a:pt x="374911" y="130497"/>
                  </a:lnTo>
                  <a:lnTo>
                    <a:pt x="0" y="130497"/>
                  </a:lnTo>
                  <a:close/>
                </a:path>
              </a:pathLst>
            </a:custGeom>
            <a:solidFill>
              <a:schemeClr val="bg2"/>
            </a:solidFill>
            <a:ln w="544" cap="flat">
              <a:noFill/>
              <a:prstDash val="solid"/>
              <a:miter/>
            </a:ln>
          </p:spPr>
          <p:txBody>
            <a:bodyPr rtlCol="0" anchor="ctr"/>
            <a:lstStyle/>
            <a:p>
              <a:endParaRPr lang="en-US" sz="1610"/>
            </a:p>
          </p:txBody>
        </p:sp>
      </p:gr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1559090" y="3324679"/>
            <a:ext cx="9286613" cy="901700"/>
          </a:xfrm>
        </p:spPr>
        <p:txBody>
          <a:bodyPr anchor="b"/>
          <a:lstStyle>
            <a:lvl1pPr algn="ctr">
              <a:defRPr sz="2862" baseline="0">
                <a:solidFill>
                  <a:schemeClr val="tx1"/>
                </a:solidFill>
                <a:latin typeface="+mj-lt"/>
              </a:defRPr>
            </a:lvl1pPr>
          </a:lstStyle>
          <a:p>
            <a:r>
              <a:rPr lang="en-US"/>
              <a:t>Title Arial Bold 32 </a:t>
            </a:r>
            <a:r>
              <a:rPr lang="en-US" err="1"/>
              <a:t>pt</a:t>
            </a:r>
            <a:r>
              <a:rPr lang="en-US"/>
              <a:t> </a:t>
            </a:r>
            <a:br>
              <a:rPr lang="en-US"/>
            </a:br>
            <a:r>
              <a:rPr lang="en-US"/>
              <a:t>max 2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gray">
          <a:xfrm>
            <a:off x="1559089" y="4290786"/>
            <a:ext cx="9286614" cy="257600"/>
          </a:xfrm>
        </p:spPr>
        <p:txBody>
          <a:bodyPr tIns="36000"/>
          <a:lstStyle>
            <a:lvl1pPr marL="0" indent="0" algn="ctr">
              <a:lnSpc>
                <a:spcPct val="100000"/>
              </a:lnSpc>
              <a:spcAft>
                <a:spcPts val="0"/>
              </a:spcAft>
              <a:buFont typeface="Arial" panose="020B0604020202020204" pitchFamily="34" charset="0"/>
              <a:buNone/>
              <a:defRPr sz="1073"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073" b="1" cap="all" baseline="0">
                <a:solidFill>
                  <a:schemeClr val="bg2"/>
                </a:solidFill>
                <a:latin typeface="+mn-lt"/>
              </a:defRPr>
            </a:lvl2pPr>
            <a:lvl3pPr marL="0" indent="0" algn="ctr">
              <a:lnSpc>
                <a:spcPct val="100000"/>
              </a:lnSpc>
              <a:spcAft>
                <a:spcPts val="0"/>
              </a:spcAft>
              <a:buNone/>
              <a:defRPr sz="1073" b="1" cap="all">
                <a:solidFill>
                  <a:schemeClr val="bg2"/>
                </a:solidFill>
              </a:defRPr>
            </a:lvl3pPr>
            <a:lvl4pPr marL="0" indent="0" algn="ctr">
              <a:lnSpc>
                <a:spcPct val="100000"/>
              </a:lnSpc>
              <a:spcAft>
                <a:spcPts val="0"/>
              </a:spcAft>
              <a:buNone/>
              <a:defRPr sz="1073" b="1" cap="all">
                <a:solidFill>
                  <a:schemeClr val="bg2"/>
                </a:solidFill>
              </a:defRPr>
            </a:lvl4pPr>
            <a:lvl5pPr marL="0" indent="0" algn="ctr">
              <a:lnSpc>
                <a:spcPct val="100000"/>
              </a:lnSpc>
              <a:spcAft>
                <a:spcPts val="0"/>
              </a:spcAft>
              <a:buNone/>
              <a:defRPr sz="1073" b="1" cap="all">
                <a:solidFill>
                  <a:schemeClr val="bg2"/>
                </a:solidFill>
              </a:defRPr>
            </a:lvl5pPr>
            <a:lvl6pPr marL="0" indent="0" algn="ctr">
              <a:lnSpc>
                <a:spcPct val="100000"/>
              </a:lnSpc>
              <a:spcAft>
                <a:spcPts val="0"/>
              </a:spcAft>
              <a:buNone/>
              <a:defRPr sz="1073" b="1" cap="all">
                <a:solidFill>
                  <a:schemeClr val="bg2"/>
                </a:solidFill>
              </a:defRPr>
            </a:lvl6pPr>
            <a:lvl7pPr marL="0" indent="0" algn="ctr">
              <a:lnSpc>
                <a:spcPct val="100000"/>
              </a:lnSpc>
              <a:spcAft>
                <a:spcPts val="0"/>
              </a:spcAft>
              <a:buNone/>
              <a:defRPr sz="1073" b="1" cap="all">
                <a:solidFill>
                  <a:schemeClr val="bg2"/>
                </a:solidFill>
              </a:defRPr>
            </a:lvl7pPr>
            <a:lvl8pPr marL="0" indent="0" algn="ctr">
              <a:lnSpc>
                <a:spcPct val="100000"/>
              </a:lnSpc>
              <a:spcAft>
                <a:spcPts val="0"/>
              </a:spcAft>
              <a:buNone/>
              <a:defRPr sz="1073" b="1" cap="all">
                <a:solidFill>
                  <a:schemeClr val="bg2"/>
                </a:solidFill>
              </a:defRPr>
            </a:lvl8pPr>
            <a:lvl9pPr marL="0" indent="0" algn="ctr">
              <a:lnSpc>
                <a:spcPct val="100000"/>
              </a:lnSpc>
              <a:spcAft>
                <a:spcPts val="0"/>
              </a:spcAft>
              <a:buNone/>
              <a:defRPr sz="1073" b="1" cap="all">
                <a:solidFill>
                  <a:schemeClr val="bg2"/>
                </a:solidFill>
              </a:defRPr>
            </a:lvl9pPr>
          </a:lstStyle>
          <a:p>
            <a:pPr lvl="0"/>
            <a:r>
              <a:rPr lang="en-US"/>
              <a:t>Date / Month / Year, Arial, 12 </a:t>
            </a:r>
            <a:r>
              <a:rPr lang="en-US" err="1"/>
              <a:t>pt</a:t>
            </a:r>
            <a:endParaRPr lang="en-US"/>
          </a:p>
          <a:p>
            <a:pPr lvl="1"/>
            <a:endParaRPr lang="en-US"/>
          </a:p>
        </p:txBody>
      </p:sp>
      <p:sp>
        <p:nvSpPr>
          <p:cNvPr id="25" name="Textfeld 24">
            <a:extLst>
              <a:ext uri="{FF2B5EF4-FFF2-40B4-BE49-F238E27FC236}">
                <a16:creationId xmlns:a16="http://schemas.microsoft.com/office/drawing/2014/main" id="{1A3531AF-9623-44F5-B29D-93C066A6F8DF}"/>
              </a:ext>
            </a:extLst>
          </p:cNvPr>
          <p:cNvSpPr txBox="1"/>
          <p:nvPr userDrawn="1"/>
        </p:nvSpPr>
        <p:spPr>
          <a:xfrm>
            <a:off x="3142431" y="-410936"/>
            <a:ext cx="2520294" cy="386400"/>
          </a:xfrm>
          <a:prstGeom prst="rect">
            <a:avLst/>
          </a:prstGeom>
          <a:solidFill>
            <a:schemeClr val="accent5"/>
          </a:solidFill>
        </p:spPr>
        <p:txBody>
          <a:bodyPr vert="horz" wrap="square" lIns="64400" tIns="0" rIns="644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626" b="0" i="0" u="none" baseline="0">
                <a:solidFill>
                  <a:schemeClr val="bg1"/>
                </a:solidFill>
                <a:latin typeface="Arial" panose="020B0604020202020204" pitchFamily="34" charset="0"/>
              </a:rPr>
              <a:t>To insert a partner logo, please use the area marked by guidelines to the left of the SPORTFI</a:t>
            </a:r>
            <a:r>
              <a:rPr lang="en-US" sz="626" b="0" i="0" u="sng" baseline="0">
                <a:solidFill>
                  <a:schemeClr val="bg1"/>
                </a:solidFill>
                <a:latin typeface="Arial" panose="020B0604020202020204" pitchFamily="34" charset="0"/>
              </a:rPr>
              <a:t>V</a:t>
            </a:r>
            <a:r>
              <a:rPr lang="en-US" sz="626" b="0" i="0" u="none" baseline="0">
                <a:solidFill>
                  <a:schemeClr val="bg1"/>
                </a:solidFill>
                <a:latin typeface="Arial" panose="020B0604020202020204" pitchFamily="34" charset="0"/>
              </a:rPr>
              <a:t>E logo. This area shows the maximum height/width for positioning.</a:t>
            </a:r>
          </a:p>
        </p:txBody>
      </p:sp>
    </p:spTree>
    <p:extLst>
      <p:ext uri="{BB962C8B-B14F-4D97-AF65-F5344CB8AC3E}">
        <p14:creationId xmlns:p14="http://schemas.microsoft.com/office/powerpoint/2010/main" val="2662312663"/>
      </p:ext>
    </p:extLst>
  </p:cSld>
  <p:clrMapOvr>
    <a:masterClrMapping/>
  </p:clrMapOvr>
  <p:extLst>
    <p:ext uri="{DCECCB84-F9BA-43D5-87BE-67443E8EF086}">
      <p15:sldGuideLst xmlns:p15="http://schemas.microsoft.com/office/powerpoint/2012/main">
        <p15:guide id="1" pos="3568">
          <p15:clr>
            <a:srgbClr val="000000"/>
          </p15:clr>
        </p15:guide>
        <p15:guide id="2" pos="1980">
          <p15:clr>
            <a:srgbClr val="000000"/>
          </p15:clr>
        </p15:guide>
        <p15:guide id="3" orient="horz" pos="1207">
          <p15:clr>
            <a:srgbClr val="000000"/>
          </p15:clr>
        </p15:guide>
        <p15:guide id="4" orient="horz" pos="1797">
          <p15:clr>
            <a:srgbClr val="00000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ivider | picture">
    <p:spTree>
      <p:nvGrpSpPr>
        <p:cNvPr id="1" name=""/>
        <p:cNvGrpSpPr/>
        <p:nvPr/>
      </p:nvGrpSpPr>
      <p:grpSpPr>
        <a:xfrm>
          <a:off x="0" y="0"/>
          <a:ext cx="0" cy="0"/>
          <a:chOff x="0" y="0"/>
          <a:chExt cx="0" cy="0"/>
        </a:xfrm>
      </p:grpSpPr>
      <p:sp>
        <p:nvSpPr>
          <p:cNvPr id="34" name="Bildplatzhalter 33">
            <a:extLst>
              <a:ext uri="{FF2B5EF4-FFF2-40B4-BE49-F238E27FC236}">
                <a16:creationId xmlns:a16="http://schemas.microsoft.com/office/drawing/2014/main" id="{4AE6AD9E-A42C-4097-BA1A-CF086631D339}"/>
              </a:ext>
            </a:extLst>
          </p:cNvPr>
          <p:cNvSpPr>
            <a:spLocks noGrp="1"/>
          </p:cNvSpPr>
          <p:nvPr>
            <p:ph type="pic" sz="quarter" idx="17" hasCustomPrompt="1"/>
          </p:nvPr>
        </p:nvSpPr>
        <p:spPr bwMode="ltGray">
          <a:xfrm>
            <a:off x="2" y="0"/>
            <a:ext cx="12188824" cy="6134100"/>
          </a:xfrm>
          <a:custGeom>
            <a:avLst/>
            <a:gdLst>
              <a:gd name="connsiteX0" fmla="*/ 0 w 12191999"/>
              <a:gd name="connsiteY0" fmla="*/ 0 h 6858000"/>
              <a:gd name="connsiteX1" fmla="*/ 610009 w 12191999"/>
              <a:gd name="connsiteY1" fmla="*/ 0 h 6858000"/>
              <a:gd name="connsiteX2" fmla="*/ 11581986 w 12191999"/>
              <a:gd name="connsiteY2" fmla="*/ 0 h 6858000"/>
              <a:gd name="connsiteX3" fmla="*/ 12191999 w 12191999"/>
              <a:gd name="connsiteY3" fmla="*/ 0 h 6858000"/>
              <a:gd name="connsiteX4" fmla="*/ 12191999 w 12191999"/>
              <a:gd name="connsiteY4" fmla="*/ 6858000 h 6858000"/>
              <a:gd name="connsiteX5" fmla="*/ 11581986 w 12191999"/>
              <a:gd name="connsiteY5" fmla="*/ 6858000 h 6858000"/>
              <a:gd name="connsiteX6" fmla="*/ 6623719 w 12191999"/>
              <a:gd name="connsiteY6" fmla="*/ 6858000 h 6858000"/>
              <a:gd name="connsiteX7" fmla="*/ 5568279 w 12191999"/>
              <a:gd name="connsiteY7" fmla="*/ 6858000 h 6858000"/>
              <a:gd name="connsiteX8" fmla="*/ 610009 w 12191999"/>
              <a:gd name="connsiteY8" fmla="*/ 6858000 h 6858000"/>
              <a:gd name="connsiteX9" fmla="*/ 0 w 12191999"/>
              <a:gd name="connsiteY9" fmla="*/ 6858000 h 6858000"/>
              <a:gd name="connsiteX10" fmla="*/ 0 w 12191999"/>
              <a:gd name="connsiteY10" fmla="*/ 6237312 h 6858000"/>
              <a:gd name="connsiteX11" fmla="*/ 367435 w 12191999"/>
              <a:gd name="connsiteY11" fmla="*/ 6237312 h 6858000"/>
              <a:gd name="connsiteX12" fmla="*/ 367435 w 12191999"/>
              <a:gd name="connsiteY12" fmla="*/ 5181872 h 6858000"/>
              <a:gd name="connsiteX13" fmla="*/ 0 w 12191999"/>
              <a:gd name="connsiteY13" fmla="*/ 51818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6858000">
                <a:moveTo>
                  <a:pt x="0" y="0"/>
                </a:moveTo>
                <a:lnTo>
                  <a:pt x="610009" y="0"/>
                </a:lnTo>
                <a:lnTo>
                  <a:pt x="11581986" y="0"/>
                </a:lnTo>
                <a:lnTo>
                  <a:pt x="12191999" y="0"/>
                </a:lnTo>
                <a:lnTo>
                  <a:pt x="12191999" y="6858000"/>
                </a:lnTo>
                <a:lnTo>
                  <a:pt x="11581986" y="6858000"/>
                </a:lnTo>
                <a:lnTo>
                  <a:pt x="6623719" y="6858000"/>
                </a:lnTo>
                <a:lnTo>
                  <a:pt x="5568279" y="6858000"/>
                </a:lnTo>
                <a:lnTo>
                  <a:pt x="610009" y="6858000"/>
                </a:lnTo>
                <a:lnTo>
                  <a:pt x="0" y="6858000"/>
                </a:lnTo>
                <a:lnTo>
                  <a:pt x="0" y="6237312"/>
                </a:lnTo>
                <a:lnTo>
                  <a:pt x="367435" y="6237312"/>
                </a:lnTo>
                <a:lnTo>
                  <a:pt x="367435" y="5181872"/>
                </a:lnTo>
                <a:lnTo>
                  <a:pt x="0" y="5181872"/>
                </a:lnTo>
                <a:close/>
              </a:path>
            </a:pathLst>
          </a:custGeom>
          <a:solidFill>
            <a:schemeClr val="tx1"/>
          </a:solidFill>
        </p:spPr>
        <p:txBody>
          <a:bodyPr wrap="square" anchor="ctr">
            <a:noAutofit/>
          </a:bodyPr>
          <a:lstStyle>
            <a:lvl1pPr algn="ctr">
              <a:defRPr b="0">
                <a:solidFill>
                  <a:schemeClr val="bg1"/>
                </a:solidFill>
                <a:latin typeface="+mn-lt"/>
              </a:defRPr>
            </a:lvl1pPr>
          </a:lstStyle>
          <a:p>
            <a:r>
              <a:rPr lang="en-US"/>
              <a:t> </a:t>
            </a:r>
          </a:p>
        </p:txBody>
      </p:sp>
      <p:sp>
        <p:nvSpPr>
          <p:cNvPr id="20" name="Textplatzhalter 19">
            <a:extLst>
              <a:ext uri="{FF2B5EF4-FFF2-40B4-BE49-F238E27FC236}">
                <a16:creationId xmlns:a16="http://schemas.microsoft.com/office/drawing/2014/main" id="{A419FA91-E2B6-456E-9C31-2328CBB43A92}"/>
              </a:ext>
            </a:extLst>
          </p:cNvPr>
          <p:cNvSpPr>
            <a:spLocks noGrp="1"/>
          </p:cNvSpPr>
          <p:nvPr>
            <p:ph type="body" sz="quarter" idx="20" hasCustomPrompt="1"/>
          </p:nvPr>
        </p:nvSpPr>
        <p:spPr bwMode="gray">
          <a:xfrm>
            <a:off x="0" y="0"/>
            <a:ext cx="12188825" cy="6134100"/>
          </a:xfrm>
          <a:custGeom>
            <a:avLst/>
            <a:gdLst>
              <a:gd name="connsiteX0" fmla="*/ 3 w 12192000"/>
              <a:gd name="connsiteY0" fmla="*/ 5181849 h 6858000"/>
              <a:gd name="connsiteX1" fmla="*/ 3 w 12192000"/>
              <a:gd name="connsiteY1" fmla="*/ 6237289 h 6858000"/>
              <a:gd name="connsiteX2" fmla="*/ 367436 w 12192000"/>
              <a:gd name="connsiteY2" fmla="*/ 6237289 h 6858000"/>
              <a:gd name="connsiteX3" fmla="*/ 367436 w 12192000"/>
              <a:gd name="connsiteY3" fmla="*/ 5181849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 y="5181849"/>
                </a:moveTo>
                <a:lnTo>
                  <a:pt x="3" y="6237289"/>
                </a:lnTo>
                <a:lnTo>
                  <a:pt x="367436" y="6237289"/>
                </a:lnTo>
                <a:lnTo>
                  <a:pt x="367436" y="5181849"/>
                </a:lnTo>
                <a:close/>
                <a:moveTo>
                  <a:pt x="0" y="0"/>
                </a:moveTo>
                <a:lnTo>
                  <a:pt x="12192000" y="0"/>
                </a:lnTo>
                <a:lnTo>
                  <a:pt x="12192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
        <p:nvSpPr>
          <p:cNvPr id="2" name="Titel 1">
            <a:extLst>
              <a:ext uri="{FF2B5EF4-FFF2-40B4-BE49-F238E27FC236}">
                <a16:creationId xmlns:a16="http://schemas.microsoft.com/office/drawing/2014/main" id="{11BC60E2-A177-45EB-93BA-786D5EF40FF4}"/>
              </a:ext>
            </a:extLst>
          </p:cNvPr>
          <p:cNvSpPr>
            <a:spLocks noGrp="1"/>
          </p:cNvSpPr>
          <p:nvPr>
            <p:ph type="title" hasCustomPrompt="1"/>
          </p:nvPr>
        </p:nvSpPr>
        <p:spPr bwMode="gray">
          <a:xfrm>
            <a:off x="623231" y="4677329"/>
            <a:ext cx="5326757" cy="901600"/>
          </a:xfrm>
        </p:spPr>
        <p:txBody>
          <a:bodyPr rIns="0" anchor="ctr"/>
          <a:lstStyle>
            <a:lvl1pPr>
              <a:defRPr sz="2862">
                <a:solidFill>
                  <a:schemeClr val="bg1"/>
                </a:solidFill>
                <a:latin typeface="+mn-lt"/>
              </a:defRPr>
            </a:lvl1pPr>
          </a:lstStyle>
          <a:p>
            <a:r>
              <a:rPr lang="en-US"/>
              <a:t>Divider, Arial Bold, </a:t>
            </a:r>
            <a:br>
              <a:rPr lang="en-US"/>
            </a:br>
            <a:r>
              <a:rPr lang="en-US"/>
              <a:t>32 </a:t>
            </a:r>
            <a:r>
              <a:rPr lang="en-US" err="1"/>
              <a:t>pt</a:t>
            </a:r>
            <a:r>
              <a:rPr lang="en-US"/>
              <a:t>, Max two lines</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3230" y="4033157"/>
            <a:ext cx="1439625" cy="579600"/>
          </a:xfrm>
        </p:spPr>
        <p:txBody>
          <a:bodyPr anchor="ctr"/>
          <a:lstStyle>
            <a:lvl1pPr marL="0" indent="0" algn="l">
              <a:lnSpc>
                <a:spcPct val="100000"/>
              </a:lnSpc>
              <a:spcAft>
                <a:spcPts val="0"/>
              </a:spcAft>
              <a:buFont typeface="Arial" panose="020B0604020202020204" pitchFamily="34" charset="0"/>
              <a:buNone/>
              <a:defRPr sz="3578" b="1">
                <a:solidFill>
                  <a:schemeClr val="bg2"/>
                </a:solidFill>
                <a:latin typeface="+mn-lt"/>
              </a:defRPr>
            </a:lvl1pPr>
            <a:lvl2pPr marL="0" indent="0" algn="l">
              <a:lnSpc>
                <a:spcPct val="100000"/>
              </a:lnSpc>
              <a:spcAft>
                <a:spcPts val="0"/>
              </a:spcAft>
              <a:buFont typeface="Arial" panose="020B0604020202020204" pitchFamily="34" charset="0"/>
              <a:buNone/>
              <a:defRPr sz="3578" b="1">
                <a:solidFill>
                  <a:schemeClr val="bg2"/>
                </a:solidFill>
                <a:latin typeface="+mn-lt"/>
              </a:defRPr>
            </a:lvl2pPr>
            <a:lvl3pPr marL="0" indent="0" algn="l">
              <a:lnSpc>
                <a:spcPct val="100000"/>
              </a:lnSpc>
              <a:spcAft>
                <a:spcPts val="0"/>
              </a:spcAft>
              <a:buFont typeface="Arial" panose="020B0604020202020204" pitchFamily="34" charset="0"/>
              <a:buNone/>
              <a:defRPr sz="3578" b="1">
                <a:solidFill>
                  <a:schemeClr val="bg2"/>
                </a:solidFill>
                <a:latin typeface="+mn-lt"/>
              </a:defRPr>
            </a:lvl3pPr>
            <a:lvl4pPr marL="0" indent="0" algn="l">
              <a:lnSpc>
                <a:spcPct val="100000"/>
              </a:lnSpc>
              <a:spcAft>
                <a:spcPts val="0"/>
              </a:spcAft>
              <a:buNone/>
              <a:defRPr sz="3578" b="1">
                <a:solidFill>
                  <a:schemeClr val="bg2"/>
                </a:solidFill>
                <a:latin typeface="+mn-lt"/>
              </a:defRPr>
            </a:lvl4pPr>
            <a:lvl5pPr marL="0" indent="0" algn="l">
              <a:lnSpc>
                <a:spcPct val="100000"/>
              </a:lnSpc>
              <a:spcAft>
                <a:spcPts val="0"/>
              </a:spcAft>
              <a:buNone/>
              <a:defRPr sz="3578" b="1">
                <a:solidFill>
                  <a:schemeClr val="bg2"/>
                </a:solidFill>
                <a:latin typeface="+mn-lt"/>
              </a:defRPr>
            </a:lvl5pPr>
            <a:lvl6pPr marL="0" indent="0" algn="l">
              <a:lnSpc>
                <a:spcPct val="100000"/>
              </a:lnSpc>
              <a:spcAft>
                <a:spcPts val="0"/>
              </a:spcAft>
              <a:buNone/>
              <a:defRPr sz="3578" b="1">
                <a:solidFill>
                  <a:schemeClr val="bg2"/>
                </a:solidFill>
                <a:latin typeface="+mn-lt"/>
              </a:defRPr>
            </a:lvl6pPr>
            <a:lvl7pPr marL="0" indent="0" algn="l">
              <a:lnSpc>
                <a:spcPct val="100000"/>
              </a:lnSpc>
              <a:spcAft>
                <a:spcPts val="0"/>
              </a:spcAft>
              <a:buNone/>
              <a:defRPr sz="3578" b="1">
                <a:solidFill>
                  <a:schemeClr val="bg2"/>
                </a:solidFill>
                <a:latin typeface="+mn-lt"/>
              </a:defRPr>
            </a:lvl7pPr>
            <a:lvl8pPr marL="0" indent="0" algn="l">
              <a:lnSpc>
                <a:spcPct val="100000"/>
              </a:lnSpc>
              <a:spcAft>
                <a:spcPts val="0"/>
              </a:spcAft>
              <a:buNone/>
              <a:defRPr sz="3578" b="1">
                <a:solidFill>
                  <a:schemeClr val="bg2"/>
                </a:solidFill>
                <a:latin typeface="+mn-lt"/>
              </a:defRPr>
            </a:lvl8pPr>
            <a:lvl9pPr marL="0" indent="0" algn="l">
              <a:lnSpc>
                <a:spcPct val="100000"/>
              </a:lnSpc>
              <a:spcAft>
                <a:spcPts val="0"/>
              </a:spcAft>
              <a:buNone/>
              <a:defRPr sz="3578" b="1">
                <a:solidFill>
                  <a:schemeClr val="bg2"/>
                </a:solidFill>
                <a:latin typeface="+mn-lt"/>
              </a:defRPr>
            </a:lvl9pPr>
          </a:lstStyle>
          <a:p>
            <a:pPr lvl="0"/>
            <a:r>
              <a:rPr lang="en-US"/>
              <a:t>00</a:t>
            </a:r>
          </a:p>
        </p:txBody>
      </p:sp>
      <p:sp>
        <p:nvSpPr>
          <p:cNvPr id="6" name="Datumsplatzhalter 5">
            <a:extLst>
              <a:ext uri="{FF2B5EF4-FFF2-40B4-BE49-F238E27FC236}">
                <a16:creationId xmlns:a16="http://schemas.microsoft.com/office/drawing/2014/main" id="{C2FE6DEE-F08E-49D1-8BBE-7D98F0306A3B}"/>
              </a:ext>
            </a:extLst>
          </p:cNvPr>
          <p:cNvSpPr>
            <a:spLocks noGrp="1"/>
          </p:cNvSpPr>
          <p:nvPr>
            <p:ph type="dt" sz="half" idx="14"/>
          </p:nvPr>
        </p:nvSpPr>
        <p:spPr bwMode="gray"/>
        <p:txBody>
          <a:bodyPr/>
          <a:lstStyle>
            <a:lvl1pPr>
              <a:defRPr>
                <a:solidFill>
                  <a:schemeClr val="bg1"/>
                </a:solidFill>
              </a:defRPr>
            </a:lvl1pPr>
          </a:lstStyle>
          <a:p>
            <a:r>
              <a:rPr lang="de-DE"/>
              <a:t>Date</a:t>
            </a:r>
            <a:endParaRPr lang="en-US"/>
          </a:p>
        </p:txBody>
      </p:sp>
      <p:sp>
        <p:nvSpPr>
          <p:cNvPr id="22" name="Fußzeilenplatzhalter 21">
            <a:extLst>
              <a:ext uri="{FF2B5EF4-FFF2-40B4-BE49-F238E27FC236}">
                <a16:creationId xmlns:a16="http://schemas.microsoft.com/office/drawing/2014/main" id="{E0B3631B-C641-42E6-AFD5-B95921B9B174}"/>
              </a:ext>
            </a:extLst>
          </p:cNvPr>
          <p:cNvSpPr>
            <a:spLocks noGrp="1"/>
          </p:cNvSpPr>
          <p:nvPr>
            <p:ph type="ftr" sz="quarter" idx="15"/>
          </p:nvPr>
        </p:nvSpPr>
        <p:spPr bwMode="gray"/>
        <p:txBody>
          <a:bodyPr/>
          <a:lstStyle>
            <a:lvl1pPr>
              <a:defRPr>
                <a:solidFill>
                  <a:schemeClr val="bg1"/>
                </a:solidFill>
              </a:defRPr>
            </a:lvl1pPr>
          </a:lstStyle>
          <a:p>
            <a:r>
              <a:rPr lang="en-US"/>
              <a:t>Title of the presentation</a:t>
            </a:r>
          </a:p>
        </p:txBody>
      </p:sp>
      <p:sp>
        <p:nvSpPr>
          <p:cNvPr id="23" name="Foliennummernplatzhalter 22">
            <a:extLst>
              <a:ext uri="{FF2B5EF4-FFF2-40B4-BE49-F238E27FC236}">
                <a16:creationId xmlns:a16="http://schemas.microsoft.com/office/drawing/2014/main" id="{4F60334C-59D0-46CD-929E-AD5F57134899}"/>
              </a:ext>
            </a:extLst>
          </p:cNvPr>
          <p:cNvSpPr>
            <a:spLocks noGrp="1"/>
          </p:cNvSpPr>
          <p:nvPr>
            <p:ph type="sldNum" sz="quarter" idx="16"/>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12" name="Textplatzhalter 3">
            <a:extLst>
              <a:ext uri="{FF2B5EF4-FFF2-40B4-BE49-F238E27FC236}">
                <a16:creationId xmlns:a16="http://schemas.microsoft.com/office/drawing/2014/main" id="{D9022AB6-A86E-47B3-84F9-293E4B4D4AB4}"/>
              </a:ext>
            </a:extLst>
          </p:cNvPr>
          <p:cNvSpPr>
            <a:spLocks noGrp="1" noChangeAspect="1"/>
          </p:cNvSpPr>
          <p:nvPr>
            <p:ph type="body" sz="quarter" idx="18" hasCustomPrompt="1"/>
          </p:nvPr>
        </p:nvSpPr>
        <p:spPr bwMode="gray">
          <a:xfrm>
            <a:off x="9081778" y="5401829"/>
            <a:ext cx="1079719" cy="128653"/>
          </a:xfrm>
          <a:blipFill>
            <a:blip r:embed="rId2"/>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13" name="Textplatzhalter 33">
            <a:extLst>
              <a:ext uri="{FF2B5EF4-FFF2-40B4-BE49-F238E27FC236}">
                <a16:creationId xmlns:a16="http://schemas.microsoft.com/office/drawing/2014/main" id="{8790B95C-5F7D-4BA2-94B8-3EAC426B793A}"/>
              </a:ext>
            </a:extLst>
          </p:cNvPr>
          <p:cNvSpPr>
            <a:spLocks noGrp="1"/>
          </p:cNvSpPr>
          <p:nvPr>
            <p:ph type="body" sz="quarter" idx="19" hasCustomPrompt="1"/>
          </p:nvPr>
        </p:nvSpPr>
        <p:spPr bwMode="gray">
          <a:xfrm>
            <a:off x="9921425" y="5545517"/>
            <a:ext cx="107972" cy="322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834163947"/>
      </p:ext>
    </p:extLst>
  </p:cSld>
  <p:clrMapOvr>
    <a:masterClrMapping/>
  </p:clrMapOvr>
  <p:extLst>
    <p:ext uri="{DCECCB84-F9BA-43D5-87BE-67443E8EF086}">
      <p15:sldGuideLst xmlns:p15="http://schemas.microsoft.com/office/powerpoint/2012/main">
        <p15:guide id="1" pos="3749">
          <p15:clr>
            <a:srgbClr val="F26B43"/>
          </p15:clr>
        </p15:guide>
        <p15:guide id="2" pos="3931">
          <p15:clr>
            <a:srgbClr val="F26B43"/>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ivider | picture 1/2">
    <p:spTree>
      <p:nvGrpSpPr>
        <p:cNvPr id="1" name=""/>
        <p:cNvGrpSpPr/>
        <p:nvPr/>
      </p:nvGrpSpPr>
      <p:grpSpPr>
        <a:xfrm>
          <a:off x="0" y="0"/>
          <a:ext cx="0" cy="0"/>
          <a:chOff x="0" y="0"/>
          <a:chExt cx="0" cy="0"/>
        </a:xfrm>
      </p:grpSpPr>
      <p:sp>
        <p:nvSpPr>
          <p:cNvPr id="127" name="Bildplatzhalter 126">
            <a:extLst>
              <a:ext uri="{FF2B5EF4-FFF2-40B4-BE49-F238E27FC236}">
                <a16:creationId xmlns:a16="http://schemas.microsoft.com/office/drawing/2014/main" id="{5DDFCDE0-1161-4605-B9E3-2607A70946B3}"/>
              </a:ext>
            </a:extLst>
          </p:cNvPr>
          <p:cNvSpPr>
            <a:spLocks noGrp="1"/>
          </p:cNvSpPr>
          <p:nvPr>
            <p:ph type="pic" sz="quarter" idx="25" hasCustomPrompt="1"/>
          </p:nvPr>
        </p:nvSpPr>
        <p:spPr>
          <a:xfrm>
            <a:off x="6094412" y="0"/>
            <a:ext cx="6094413" cy="6134100"/>
          </a:xfrm>
          <a:solidFill>
            <a:schemeClr val="accent6"/>
          </a:solidFill>
        </p:spPr>
        <p:txBody>
          <a:bodyPr/>
          <a:lstStyle>
            <a:lvl1pPr>
              <a:defRPr/>
            </a:lvl1pPr>
          </a:lstStyle>
          <a:p>
            <a:r>
              <a:rPr lang="de-DE"/>
              <a:t> </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4255" y="2358571"/>
            <a:ext cx="1439625" cy="579600"/>
          </a:xfrm>
        </p:spPr>
        <p:txBody>
          <a:bodyPr anchor="b"/>
          <a:lstStyle>
            <a:lvl1pPr marL="0" indent="0">
              <a:lnSpc>
                <a:spcPct val="100000"/>
              </a:lnSpc>
              <a:spcAft>
                <a:spcPts val="0"/>
              </a:spcAft>
              <a:buFont typeface="Arial" panose="020B0604020202020204" pitchFamily="34" charset="0"/>
              <a:buNone/>
              <a:defRPr sz="3578" b="1">
                <a:solidFill>
                  <a:schemeClr val="bg2"/>
                </a:solidFill>
                <a:latin typeface="+mn-lt"/>
              </a:defRPr>
            </a:lvl1pPr>
            <a:lvl2pPr marL="0" indent="0">
              <a:lnSpc>
                <a:spcPct val="100000"/>
              </a:lnSpc>
              <a:spcAft>
                <a:spcPts val="0"/>
              </a:spcAft>
              <a:buFont typeface="Arial" panose="020B0604020202020204" pitchFamily="34" charset="0"/>
              <a:buNone/>
              <a:defRPr sz="3578" b="1">
                <a:solidFill>
                  <a:schemeClr val="bg2"/>
                </a:solidFill>
                <a:latin typeface="+mn-lt"/>
              </a:defRPr>
            </a:lvl2pPr>
            <a:lvl3pPr marL="0" indent="0">
              <a:lnSpc>
                <a:spcPct val="100000"/>
              </a:lnSpc>
              <a:spcAft>
                <a:spcPts val="0"/>
              </a:spcAft>
              <a:buFont typeface="Arial" panose="020B0604020202020204" pitchFamily="34" charset="0"/>
              <a:buNone/>
              <a:defRPr sz="3578" b="1">
                <a:solidFill>
                  <a:schemeClr val="bg2"/>
                </a:solidFill>
                <a:latin typeface="+mn-lt"/>
              </a:defRPr>
            </a:lvl3pPr>
            <a:lvl4pPr marL="0" indent="0">
              <a:lnSpc>
                <a:spcPct val="100000"/>
              </a:lnSpc>
              <a:spcAft>
                <a:spcPts val="0"/>
              </a:spcAft>
              <a:buNone/>
              <a:defRPr sz="3578" b="1">
                <a:solidFill>
                  <a:schemeClr val="bg2"/>
                </a:solidFill>
                <a:latin typeface="+mn-lt"/>
              </a:defRPr>
            </a:lvl4pPr>
            <a:lvl5pPr marL="0" indent="0">
              <a:lnSpc>
                <a:spcPct val="100000"/>
              </a:lnSpc>
              <a:spcAft>
                <a:spcPts val="0"/>
              </a:spcAft>
              <a:buNone/>
              <a:defRPr sz="3578" b="1">
                <a:solidFill>
                  <a:schemeClr val="bg2"/>
                </a:solidFill>
                <a:latin typeface="+mn-lt"/>
              </a:defRPr>
            </a:lvl5pPr>
            <a:lvl6pPr marL="0" indent="0">
              <a:lnSpc>
                <a:spcPct val="100000"/>
              </a:lnSpc>
              <a:spcAft>
                <a:spcPts val="0"/>
              </a:spcAft>
              <a:buNone/>
              <a:defRPr sz="3578" b="1">
                <a:solidFill>
                  <a:schemeClr val="bg2"/>
                </a:solidFill>
                <a:latin typeface="+mn-lt"/>
              </a:defRPr>
            </a:lvl6pPr>
            <a:lvl7pPr marL="0" indent="0">
              <a:lnSpc>
                <a:spcPct val="100000"/>
              </a:lnSpc>
              <a:spcAft>
                <a:spcPts val="0"/>
              </a:spcAft>
              <a:buNone/>
              <a:defRPr sz="3578" b="1">
                <a:solidFill>
                  <a:schemeClr val="bg2"/>
                </a:solidFill>
                <a:latin typeface="+mn-lt"/>
              </a:defRPr>
            </a:lvl7pPr>
            <a:lvl8pPr marL="0" indent="0">
              <a:lnSpc>
                <a:spcPct val="100000"/>
              </a:lnSpc>
              <a:spcAft>
                <a:spcPts val="0"/>
              </a:spcAft>
              <a:buNone/>
              <a:defRPr sz="3578" b="1">
                <a:solidFill>
                  <a:schemeClr val="bg2"/>
                </a:solidFill>
                <a:latin typeface="+mn-lt"/>
              </a:defRPr>
            </a:lvl8pPr>
            <a:lvl9pPr marL="0" indent="0">
              <a:lnSpc>
                <a:spcPct val="100000"/>
              </a:lnSpc>
              <a:spcAft>
                <a:spcPts val="0"/>
              </a:spcAft>
              <a:buNone/>
              <a:defRPr sz="3578" b="1">
                <a:solidFill>
                  <a:schemeClr val="bg2"/>
                </a:solidFill>
                <a:latin typeface="+mn-lt"/>
              </a:defRPr>
            </a:lvl9pPr>
          </a:lstStyle>
          <a:p>
            <a:pPr lvl="0"/>
            <a:r>
              <a:rPr lang="en-US"/>
              <a:t>00</a:t>
            </a:r>
          </a:p>
        </p:txBody>
      </p:sp>
      <p:sp>
        <p:nvSpPr>
          <p:cNvPr id="15" name="Fußzeilenplatzhalter 14">
            <a:extLst>
              <a:ext uri="{FF2B5EF4-FFF2-40B4-BE49-F238E27FC236}">
                <a16:creationId xmlns:a16="http://schemas.microsoft.com/office/drawing/2014/main" id="{D4E7617A-DBC3-40BC-8C51-AF7291839E7B}"/>
              </a:ext>
            </a:extLst>
          </p:cNvPr>
          <p:cNvSpPr>
            <a:spLocks noGrp="1"/>
          </p:cNvSpPr>
          <p:nvPr>
            <p:ph type="ftr" sz="quarter" idx="15"/>
          </p:nvPr>
        </p:nvSpPr>
        <p:spPr bwMode="white"/>
        <p:txBody>
          <a:bodyPr/>
          <a:lstStyle>
            <a:lvl1pPr>
              <a:defRPr>
                <a:solidFill>
                  <a:schemeClr val="bg1"/>
                </a:solidFill>
              </a:defRPr>
            </a:lvl1pPr>
          </a:lstStyle>
          <a:p>
            <a:r>
              <a:rPr lang="en-US"/>
              <a:t>Title of the presentation</a:t>
            </a:r>
          </a:p>
        </p:txBody>
      </p:sp>
      <p:sp>
        <p:nvSpPr>
          <p:cNvPr id="4" name="Datumsplatzhalter 3">
            <a:extLst>
              <a:ext uri="{FF2B5EF4-FFF2-40B4-BE49-F238E27FC236}">
                <a16:creationId xmlns:a16="http://schemas.microsoft.com/office/drawing/2014/main" id="{4564567E-7E76-46E6-BCB6-8888D21914D8}"/>
              </a:ext>
            </a:extLst>
          </p:cNvPr>
          <p:cNvSpPr>
            <a:spLocks noGrp="1"/>
          </p:cNvSpPr>
          <p:nvPr>
            <p:ph type="dt" sz="half" idx="18"/>
          </p:nvPr>
        </p:nvSpPr>
        <p:spPr bwMode="white"/>
        <p:txBody>
          <a:bodyPr/>
          <a:lstStyle>
            <a:lvl1pPr>
              <a:defRPr>
                <a:solidFill>
                  <a:schemeClr val="bg1"/>
                </a:solidFill>
              </a:defRPr>
            </a:lvl1pPr>
          </a:lstStyle>
          <a:p>
            <a:r>
              <a:rPr lang="de-DE"/>
              <a:t>Date</a:t>
            </a:r>
            <a:endParaRPr lang="en-US"/>
          </a:p>
        </p:txBody>
      </p:sp>
      <p:sp>
        <p:nvSpPr>
          <p:cNvPr id="10" name="Titel 1">
            <a:extLst>
              <a:ext uri="{FF2B5EF4-FFF2-40B4-BE49-F238E27FC236}">
                <a16:creationId xmlns:a16="http://schemas.microsoft.com/office/drawing/2014/main" id="{2AAEA2F6-B974-4370-AC73-A51335145A1A}"/>
              </a:ext>
            </a:extLst>
          </p:cNvPr>
          <p:cNvSpPr>
            <a:spLocks noGrp="1"/>
          </p:cNvSpPr>
          <p:nvPr>
            <p:ph type="title" hasCustomPrompt="1"/>
          </p:nvPr>
        </p:nvSpPr>
        <p:spPr bwMode="gray">
          <a:xfrm>
            <a:off x="623230" y="3002743"/>
            <a:ext cx="5326758" cy="901600"/>
          </a:xfrm>
        </p:spPr>
        <p:txBody>
          <a:bodyPr rIns="144000" anchor="ctr"/>
          <a:lstStyle>
            <a:lvl1pPr>
              <a:defRPr sz="2862">
                <a:solidFill>
                  <a:schemeClr val="bg1"/>
                </a:solidFill>
                <a:latin typeface="+mn-lt"/>
              </a:defRPr>
            </a:lvl1pPr>
          </a:lstStyle>
          <a:p>
            <a:r>
              <a:rPr lang="en-US"/>
              <a:t>Divider, Arial Bold, </a:t>
            </a:r>
            <a:br>
              <a:rPr lang="en-US"/>
            </a:br>
            <a:r>
              <a:rPr lang="en-US"/>
              <a:t>32 </a:t>
            </a:r>
            <a:r>
              <a:rPr lang="en-US" err="1"/>
              <a:t>pt</a:t>
            </a:r>
            <a:r>
              <a:rPr lang="en-US"/>
              <a:t>, Max two lines</a:t>
            </a:r>
          </a:p>
        </p:txBody>
      </p:sp>
      <p:grpSp>
        <p:nvGrpSpPr>
          <p:cNvPr id="39" name="Grafik 11">
            <a:extLst>
              <a:ext uri="{FF2B5EF4-FFF2-40B4-BE49-F238E27FC236}">
                <a16:creationId xmlns:a16="http://schemas.microsoft.com/office/drawing/2014/main" id="{C18E5B37-072A-40BD-A4CC-9383B82351C7}"/>
              </a:ext>
            </a:extLst>
          </p:cNvPr>
          <p:cNvGrpSpPr/>
          <p:nvPr userDrawn="1"/>
        </p:nvGrpSpPr>
        <p:grpSpPr bwMode="gray">
          <a:xfrm>
            <a:off x="610757" y="5402085"/>
            <a:ext cx="1079724" cy="176805"/>
            <a:chOff x="2963711" y="6039598"/>
            <a:chExt cx="1080005" cy="197670"/>
          </a:xfrm>
        </p:grpSpPr>
        <p:grpSp>
          <p:nvGrpSpPr>
            <p:cNvPr id="40" name="Grafik 11">
              <a:extLst>
                <a:ext uri="{FF2B5EF4-FFF2-40B4-BE49-F238E27FC236}">
                  <a16:creationId xmlns:a16="http://schemas.microsoft.com/office/drawing/2014/main" id="{E0FE6473-095D-4C20-A5DB-6C0AEAFCE665}"/>
                </a:ext>
              </a:extLst>
            </p:cNvPr>
            <p:cNvGrpSpPr/>
            <p:nvPr/>
          </p:nvGrpSpPr>
          <p:grpSpPr bwMode="gray">
            <a:xfrm>
              <a:off x="2963711" y="6039598"/>
              <a:ext cx="1080005" cy="144003"/>
              <a:chOff x="2963711" y="6039598"/>
              <a:chExt cx="1080005" cy="144003"/>
            </a:xfrm>
            <a:solidFill>
              <a:srgbClr val="FFFFFF"/>
            </a:solidFill>
          </p:grpSpPr>
          <p:sp>
            <p:nvSpPr>
              <p:cNvPr id="42" name="Freihandform: Form 41">
                <a:extLst>
                  <a:ext uri="{FF2B5EF4-FFF2-40B4-BE49-F238E27FC236}">
                    <a16:creationId xmlns:a16="http://schemas.microsoft.com/office/drawing/2014/main" id="{1464829E-6811-4287-AF32-C4BA703DBDD7}"/>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sz="1610"/>
              </a:p>
            </p:txBody>
          </p:sp>
          <p:sp>
            <p:nvSpPr>
              <p:cNvPr id="43" name="Freihandform: Form 42">
                <a:extLst>
                  <a:ext uri="{FF2B5EF4-FFF2-40B4-BE49-F238E27FC236}">
                    <a16:creationId xmlns:a16="http://schemas.microsoft.com/office/drawing/2014/main" id="{AAB04EEC-A1E7-4E94-9963-DCF286CAC206}"/>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sz="1610"/>
              </a:p>
            </p:txBody>
          </p:sp>
          <p:sp>
            <p:nvSpPr>
              <p:cNvPr id="44" name="Freihandform: Form 43">
                <a:extLst>
                  <a:ext uri="{FF2B5EF4-FFF2-40B4-BE49-F238E27FC236}">
                    <a16:creationId xmlns:a16="http://schemas.microsoft.com/office/drawing/2014/main" id="{1160995B-A00F-4487-AB5E-5148871DDDCB}"/>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sz="1610"/>
              </a:p>
            </p:txBody>
          </p:sp>
          <p:sp>
            <p:nvSpPr>
              <p:cNvPr id="45" name="Freihandform: Form 44">
                <a:extLst>
                  <a:ext uri="{FF2B5EF4-FFF2-40B4-BE49-F238E27FC236}">
                    <a16:creationId xmlns:a16="http://schemas.microsoft.com/office/drawing/2014/main" id="{EBAA33A0-C0A2-48CE-BABB-7B9EF5EA3B5C}"/>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sz="1610"/>
              </a:p>
            </p:txBody>
          </p:sp>
          <p:sp>
            <p:nvSpPr>
              <p:cNvPr id="46" name="Freihandform: Form 45">
                <a:extLst>
                  <a:ext uri="{FF2B5EF4-FFF2-40B4-BE49-F238E27FC236}">
                    <a16:creationId xmlns:a16="http://schemas.microsoft.com/office/drawing/2014/main" id="{9807D43C-D7F4-418C-9A7D-A894E6EF45E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sz="1610"/>
              </a:p>
            </p:txBody>
          </p:sp>
          <p:sp>
            <p:nvSpPr>
              <p:cNvPr id="47" name="Freihandform: Form 46">
                <a:extLst>
                  <a:ext uri="{FF2B5EF4-FFF2-40B4-BE49-F238E27FC236}">
                    <a16:creationId xmlns:a16="http://schemas.microsoft.com/office/drawing/2014/main" id="{75C476AB-0F1E-4F7D-BE4F-8EA3303D17D3}"/>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sz="1610"/>
              </a:p>
            </p:txBody>
          </p:sp>
          <p:sp>
            <p:nvSpPr>
              <p:cNvPr id="48" name="Freihandform: Form 47">
                <a:extLst>
                  <a:ext uri="{FF2B5EF4-FFF2-40B4-BE49-F238E27FC236}">
                    <a16:creationId xmlns:a16="http://schemas.microsoft.com/office/drawing/2014/main" id="{7300B1C0-DEA3-499F-81B0-AA1F62F19E73}"/>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sz="1610"/>
              </a:p>
            </p:txBody>
          </p:sp>
          <p:sp>
            <p:nvSpPr>
              <p:cNvPr id="49" name="Freihandform: Form 48">
                <a:extLst>
                  <a:ext uri="{FF2B5EF4-FFF2-40B4-BE49-F238E27FC236}">
                    <a16:creationId xmlns:a16="http://schemas.microsoft.com/office/drawing/2014/main" id="{979829B5-1E0B-4374-BA45-6CB1A34D5970}"/>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sz="1610"/>
              </a:p>
            </p:txBody>
          </p:sp>
          <p:sp>
            <p:nvSpPr>
              <p:cNvPr id="50" name="Freihandform: Form 49">
                <a:extLst>
                  <a:ext uri="{FF2B5EF4-FFF2-40B4-BE49-F238E27FC236}">
                    <a16:creationId xmlns:a16="http://schemas.microsoft.com/office/drawing/2014/main" id="{2F031907-FAF7-4254-AF41-84D7EBBAC47C}"/>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sz="1610"/>
              </a:p>
            </p:txBody>
          </p:sp>
        </p:grpSp>
        <p:sp>
          <p:nvSpPr>
            <p:cNvPr id="41" name="Freihandform: Form 40">
              <a:extLst>
                <a:ext uri="{FF2B5EF4-FFF2-40B4-BE49-F238E27FC236}">
                  <a16:creationId xmlns:a16="http://schemas.microsoft.com/office/drawing/2014/main" id="{C8E19C24-23D6-4ADF-A771-D33F031F123B}"/>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sz="1610"/>
            </a:p>
          </p:txBody>
        </p:sp>
      </p:grpSp>
      <p:sp>
        <p:nvSpPr>
          <p:cNvPr id="141" name="Textplatzhalter 140">
            <a:extLst>
              <a:ext uri="{FF2B5EF4-FFF2-40B4-BE49-F238E27FC236}">
                <a16:creationId xmlns:a16="http://schemas.microsoft.com/office/drawing/2014/main" id="{978C03CC-B96D-441D-8AE0-61F73A8EA5EE}"/>
              </a:ext>
            </a:extLst>
          </p:cNvPr>
          <p:cNvSpPr>
            <a:spLocks noGrp="1"/>
          </p:cNvSpPr>
          <p:nvPr>
            <p:ph type="body" sz="quarter" idx="24" hasCustomPrompt="1"/>
          </p:nvPr>
        </p:nvSpPr>
        <p:spPr bwMode="gray">
          <a:xfrm>
            <a:off x="6094412" y="0"/>
            <a:ext cx="6094413" cy="61341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144" name="Textplatzhalter 143">
            <a:extLst>
              <a:ext uri="{FF2B5EF4-FFF2-40B4-BE49-F238E27FC236}">
                <a16:creationId xmlns:a16="http://schemas.microsoft.com/office/drawing/2014/main" id="{2D7718B2-2CBC-4694-A303-CE8AC567A33D}"/>
              </a:ext>
            </a:extLst>
          </p:cNvPr>
          <p:cNvSpPr>
            <a:spLocks noGrp="1"/>
          </p:cNvSpPr>
          <p:nvPr>
            <p:ph type="body" sz="quarter" idx="26" hasCustomPrompt="1"/>
          </p:nvPr>
        </p:nvSpPr>
        <p:spPr bwMode="gray">
          <a:xfrm>
            <a:off x="5572549" y="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145" name="Textplatzhalter 144">
            <a:extLst>
              <a:ext uri="{FF2B5EF4-FFF2-40B4-BE49-F238E27FC236}">
                <a16:creationId xmlns:a16="http://schemas.microsoft.com/office/drawing/2014/main" id="{A8C997C6-51B1-4DC4-BAC6-4339C53666CD}"/>
              </a:ext>
            </a:extLst>
          </p:cNvPr>
          <p:cNvSpPr>
            <a:spLocks noGrp="1"/>
          </p:cNvSpPr>
          <p:nvPr>
            <p:ph type="body" sz="quarter" idx="27" hasCustomPrompt="1"/>
          </p:nvPr>
        </p:nvSpPr>
        <p:spPr bwMode="gray">
          <a:xfrm>
            <a:off x="5572549" y="581210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Tree>
    <p:extLst>
      <p:ext uri="{BB962C8B-B14F-4D97-AF65-F5344CB8AC3E}">
        <p14:creationId xmlns:p14="http://schemas.microsoft.com/office/powerpoint/2010/main" val="177063837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vider | plain">
    <p:spTree>
      <p:nvGrpSpPr>
        <p:cNvPr id="1" name=""/>
        <p:cNvGrpSpPr/>
        <p:nvPr/>
      </p:nvGrpSpPr>
      <p:grpSpPr>
        <a:xfrm>
          <a:off x="0" y="0"/>
          <a:ext cx="0" cy="0"/>
          <a:chOff x="0" y="0"/>
          <a:chExt cx="0" cy="0"/>
        </a:xfrm>
      </p:grpSpPr>
      <p:sp>
        <p:nvSpPr>
          <p:cNvPr id="18" name="Rechteck 17">
            <a:extLst>
              <a:ext uri="{FF2B5EF4-FFF2-40B4-BE49-F238E27FC236}">
                <a16:creationId xmlns:a16="http://schemas.microsoft.com/office/drawing/2014/main" id="{91B466DC-2BD6-45F5-8F57-C80E80E9238A}"/>
              </a:ext>
            </a:extLst>
          </p:cNvPr>
          <p:cNvSpPr/>
          <p:nvPr userDrawn="1"/>
        </p:nvSpPr>
        <p:spPr bwMode="ltGray">
          <a:xfrm>
            <a:off x="0" y="0"/>
            <a:ext cx="12188825" cy="6134100"/>
          </a:xfrm>
          <a:prstGeom prst="rect">
            <a:avLst/>
          </a:prstGeom>
          <a:solidFill>
            <a:srgbClr val="0001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2147" b="0" i="0" u="none" baseline="0">
              <a:solidFill>
                <a:srgbClr val="FFFFFF"/>
              </a:solidFill>
              <a:latin typeface="Arial" panose="020B0604020202020204" pitchFamily="34" charset="0"/>
            </a:endParaRPr>
          </a:p>
        </p:txBody>
      </p:sp>
      <p:grpSp>
        <p:nvGrpSpPr>
          <p:cNvPr id="6" name="Grafik 9">
            <a:extLst>
              <a:ext uri="{FF2B5EF4-FFF2-40B4-BE49-F238E27FC236}">
                <a16:creationId xmlns:a16="http://schemas.microsoft.com/office/drawing/2014/main" id="{E7CDCC12-856C-43C6-B868-2A7902A807EB}"/>
              </a:ext>
            </a:extLst>
          </p:cNvPr>
          <p:cNvGrpSpPr/>
          <p:nvPr userDrawn="1"/>
        </p:nvGrpSpPr>
        <p:grpSpPr bwMode="white">
          <a:xfrm>
            <a:off x="7397341" y="0"/>
            <a:ext cx="4791484" cy="6134100"/>
            <a:chOff x="-456728" y="3068960"/>
            <a:chExt cx="144000" cy="206052"/>
          </a:xfrm>
        </p:grpSpPr>
        <p:sp>
          <p:nvSpPr>
            <p:cNvPr id="8" name="Freihandform: Form 7">
              <a:extLst>
                <a:ext uri="{FF2B5EF4-FFF2-40B4-BE49-F238E27FC236}">
                  <a16:creationId xmlns:a16="http://schemas.microsoft.com/office/drawing/2014/main" id="{E54C331E-5A0D-498A-BDD8-2B2E1B05A289}"/>
                </a:ext>
              </a:extLst>
            </p:cNvPr>
            <p:cNvSpPr/>
            <p:nvPr/>
          </p:nvSpPr>
          <p:spPr bwMode="white">
            <a:xfrm>
              <a:off x="-456728" y="3068960"/>
              <a:ext cx="143999" cy="147022"/>
            </a:xfrm>
            <a:custGeom>
              <a:avLst/>
              <a:gdLst>
                <a:gd name="connsiteX0" fmla="*/ 72001 w 143999"/>
                <a:gd name="connsiteY0" fmla="*/ 103086 h 147022"/>
                <a:gd name="connsiteX1" fmla="*/ 42224 w 143999"/>
                <a:gd name="connsiteY1" fmla="*/ 0 h 147022"/>
                <a:gd name="connsiteX2" fmla="*/ 0 w 143999"/>
                <a:gd name="connsiteY2" fmla="*/ 0 h 147022"/>
                <a:gd name="connsiteX3" fmla="*/ 48443 w 143999"/>
                <a:gd name="connsiteY3" fmla="*/ 147022 h 147022"/>
                <a:gd name="connsiteX4" fmla="*/ 95559 w 143999"/>
                <a:gd name="connsiteY4" fmla="*/ 147022 h 147022"/>
                <a:gd name="connsiteX5" fmla="*/ 143608 w 143999"/>
                <a:gd name="connsiteY5" fmla="*/ 1191 h 147022"/>
                <a:gd name="connsiteX6" fmla="*/ 143999 w 143999"/>
                <a:gd name="connsiteY6" fmla="*/ 0 h 147022"/>
                <a:gd name="connsiteX7" fmla="*/ 101775 w 143999"/>
                <a:gd name="connsiteY7" fmla="*/ 0 h 147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999" h="147022">
                  <a:moveTo>
                    <a:pt x="72001" y="103086"/>
                  </a:moveTo>
                  <a:lnTo>
                    <a:pt x="42224" y="0"/>
                  </a:lnTo>
                  <a:lnTo>
                    <a:pt x="0" y="0"/>
                  </a:lnTo>
                  <a:lnTo>
                    <a:pt x="48443" y="147022"/>
                  </a:lnTo>
                  <a:lnTo>
                    <a:pt x="95559" y="147022"/>
                  </a:lnTo>
                  <a:lnTo>
                    <a:pt x="143608" y="1191"/>
                  </a:lnTo>
                  <a:lnTo>
                    <a:pt x="143999" y="0"/>
                  </a:lnTo>
                  <a:lnTo>
                    <a:pt x="101775" y="0"/>
                  </a:lnTo>
                  <a:close/>
                </a:path>
              </a:pathLst>
            </a:custGeom>
            <a:solidFill>
              <a:schemeClr val="bg1"/>
            </a:solidFill>
            <a:ln w="28" cap="flat">
              <a:noFill/>
              <a:prstDash val="solid"/>
              <a:miter/>
            </a:ln>
          </p:spPr>
          <p:txBody>
            <a:bodyPr rtlCol="0" anchor="ctr"/>
            <a:lstStyle/>
            <a:p>
              <a:endParaRPr lang="en-US" sz="1610"/>
            </a:p>
          </p:txBody>
        </p:sp>
        <p:sp>
          <p:nvSpPr>
            <p:cNvPr id="9" name="Freihandform: Form 8">
              <a:extLst>
                <a:ext uri="{FF2B5EF4-FFF2-40B4-BE49-F238E27FC236}">
                  <a16:creationId xmlns:a16="http://schemas.microsoft.com/office/drawing/2014/main" id="{BB095ADC-2E46-42E7-9CC8-14ADE262651B}"/>
                </a:ext>
              </a:extLst>
            </p:cNvPr>
            <p:cNvSpPr/>
            <p:nvPr/>
          </p:nvSpPr>
          <p:spPr bwMode="white">
            <a:xfrm>
              <a:off x="-441255" y="3235666"/>
              <a:ext cx="113057" cy="39354"/>
            </a:xfrm>
            <a:custGeom>
              <a:avLst/>
              <a:gdLst>
                <a:gd name="connsiteX0" fmla="*/ 0 w 113057"/>
                <a:gd name="connsiteY0" fmla="*/ 0 h 39354"/>
                <a:gd name="connsiteX1" fmla="*/ 113058 w 113057"/>
                <a:gd name="connsiteY1" fmla="*/ 0 h 39354"/>
                <a:gd name="connsiteX2" fmla="*/ 113058 w 113057"/>
                <a:gd name="connsiteY2" fmla="*/ 39354 h 39354"/>
                <a:gd name="connsiteX3" fmla="*/ 0 w 113057"/>
                <a:gd name="connsiteY3" fmla="*/ 39354 h 39354"/>
              </a:gdLst>
              <a:ahLst/>
              <a:cxnLst>
                <a:cxn ang="0">
                  <a:pos x="connsiteX0" y="connsiteY0"/>
                </a:cxn>
                <a:cxn ang="0">
                  <a:pos x="connsiteX1" y="connsiteY1"/>
                </a:cxn>
                <a:cxn ang="0">
                  <a:pos x="connsiteX2" y="connsiteY2"/>
                </a:cxn>
                <a:cxn ang="0">
                  <a:pos x="connsiteX3" y="connsiteY3"/>
                </a:cxn>
              </a:cxnLst>
              <a:rect l="l" t="t" r="r" b="b"/>
              <a:pathLst>
                <a:path w="113057" h="39354">
                  <a:moveTo>
                    <a:pt x="0" y="0"/>
                  </a:moveTo>
                  <a:lnTo>
                    <a:pt x="113058" y="0"/>
                  </a:lnTo>
                  <a:lnTo>
                    <a:pt x="113058" y="39354"/>
                  </a:lnTo>
                  <a:lnTo>
                    <a:pt x="0" y="39354"/>
                  </a:lnTo>
                  <a:close/>
                </a:path>
              </a:pathLst>
            </a:custGeom>
            <a:solidFill>
              <a:schemeClr val="bg2"/>
            </a:solidFill>
            <a:ln w="28" cap="flat">
              <a:noFill/>
              <a:prstDash val="solid"/>
              <a:miter/>
            </a:ln>
          </p:spPr>
          <p:txBody>
            <a:bodyPr rtlCol="0" anchor="ctr"/>
            <a:lstStyle/>
            <a:p>
              <a:endParaRPr lang="en-US" sz="1610"/>
            </a:p>
          </p:txBody>
        </p:sp>
      </p:gr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4255" y="2358571"/>
            <a:ext cx="1439625" cy="579600"/>
          </a:xfrm>
        </p:spPr>
        <p:txBody>
          <a:bodyPr anchor="b"/>
          <a:lstStyle>
            <a:lvl1pPr marL="0" indent="0">
              <a:lnSpc>
                <a:spcPct val="100000"/>
              </a:lnSpc>
              <a:spcAft>
                <a:spcPts val="0"/>
              </a:spcAft>
              <a:buFont typeface="Arial" panose="020B0604020202020204" pitchFamily="34" charset="0"/>
              <a:buNone/>
              <a:defRPr sz="3578" b="1">
                <a:solidFill>
                  <a:schemeClr val="bg2"/>
                </a:solidFill>
                <a:latin typeface="+mn-lt"/>
              </a:defRPr>
            </a:lvl1pPr>
            <a:lvl2pPr marL="0" indent="0">
              <a:lnSpc>
                <a:spcPct val="100000"/>
              </a:lnSpc>
              <a:spcAft>
                <a:spcPts val="0"/>
              </a:spcAft>
              <a:buFont typeface="Arial" panose="020B0604020202020204" pitchFamily="34" charset="0"/>
              <a:buNone/>
              <a:defRPr sz="3578" b="1">
                <a:solidFill>
                  <a:schemeClr val="bg2"/>
                </a:solidFill>
                <a:latin typeface="+mn-lt"/>
              </a:defRPr>
            </a:lvl2pPr>
            <a:lvl3pPr marL="0" indent="0">
              <a:lnSpc>
                <a:spcPct val="100000"/>
              </a:lnSpc>
              <a:spcAft>
                <a:spcPts val="0"/>
              </a:spcAft>
              <a:buFont typeface="Arial" panose="020B0604020202020204" pitchFamily="34" charset="0"/>
              <a:buNone/>
              <a:defRPr sz="3578" b="1">
                <a:solidFill>
                  <a:schemeClr val="bg2"/>
                </a:solidFill>
                <a:latin typeface="+mn-lt"/>
              </a:defRPr>
            </a:lvl3pPr>
            <a:lvl4pPr marL="0" indent="0">
              <a:lnSpc>
                <a:spcPct val="100000"/>
              </a:lnSpc>
              <a:spcAft>
                <a:spcPts val="0"/>
              </a:spcAft>
              <a:buNone/>
              <a:defRPr sz="3578" b="1">
                <a:solidFill>
                  <a:schemeClr val="bg2"/>
                </a:solidFill>
                <a:latin typeface="+mn-lt"/>
              </a:defRPr>
            </a:lvl4pPr>
            <a:lvl5pPr marL="0" indent="0">
              <a:lnSpc>
                <a:spcPct val="100000"/>
              </a:lnSpc>
              <a:spcAft>
                <a:spcPts val="0"/>
              </a:spcAft>
              <a:buNone/>
              <a:defRPr sz="3578" b="1">
                <a:solidFill>
                  <a:schemeClr val="bg2"/>
                </a:solidFill>
                <a:latin typeface="+mn-lt"/>
              </a:defRPr>
            </a:lvl5pPr>
            <a:lvl6pPr marL="0" indent="0">
              <a:lnSpc>
                <a:spcPct val="100000"/>
              </a:lnSpc>
              <a:spcAft>
                <a:spcPts val="0"/>
              </a:spcAft>
              <a:buNone/>
              <a:defRPr sz="3578" b="1">
                <a:solidFill>
                  <a:schemeClr val="bg2"/>
                </a:solidFill>
                <a:latin typeface="+mn-lt"/>
              </a:defRPr>
            </a:lvl6pPr>
            <a:lvl7pPr marL="0" indent="0">
              <a:lnSpc>
                <a:spcPct val="100000"/>
              </a:lnSpc>
              <a:spcAft>
                <a:spcPts val="0"/>
              </a:spcAft>
              <a:buNone/>
              <a:defRPr sz="3578" b="1">
                <a:solidFill>
                  <a:schemeClr val="bg2"/>
                </a:solidFill>
                <a:latin typeface="+mn-lt"/>
              </a:defRPr>
            </a:lvl7pPr>
            <a:lvl8pPr marL="0" indent="0">
              <a:lnSpc>
                <a:spcPct val="100000"/>
              </a:lnSpc>
              <a:spcAft>
                <a:spcPts val="0"/>
              </a:spcAft>
              <a:buNone/>
              <a:defRPr sz="3578" b="1">
                <a:solidFill>
                  <a:schemeClr val="bg2"/>
                </a:solidFill>
                <a:latin typeface="+mn-lt"/>
              </a:defRPr>
            </a:lvl8pPr>
            <a:lvl9pPr marL="0" indent="0">
              <a:lnSpc>
                <a:spcPct val="100000"/>
              </a:lnSpc>
              <a:spcAft>
                <a:spcPts val="0"/>
              </a:spcAft>
              <a:buNone/>
              <a:defRPr sz="3578" b="1">
                <a:solidFill>
                  <a:schemeClr val="bg2"/>
                </a:solidFill>
                <a:latin typeface="+mn-lt"/>
              </a:defRPr>
            </a:lvl9pPr>
          </a:lstStyle>
          <a:p>
            <a:pPr lvl="0"/>
            <a:r>
              <a:rPr lang="en-US"/>
              <a:t>00</a:t>
            </a:r>
          </a:p>
        </p:txBody>
      </p:sp>
      <p:sp>
        <p:nvSpPr>
          <p:cNvPr id="5" name="Datumsplatzhalter 4">
            <a:extLst>
              <a:ext uri="{FF2B5EF4-FFF2-40B4-BE49-F238E27FC236}">
                <a16:creationId xmlns:a16="http://schemas.microsoft.com/office/drawing/2014/main" id="{1E3CD4B2-EC57-4694-A5B1-C322F7B0552A}"/>
              </a:ext>
            </a:extLst>
          </p:cNvPr>
          <p:cNvSpPr>
            <a:spLocks noGrp="1"/>
          </p:cNvSpPr>
          <p:nvPr>
            <p:ph type="dt" sz="half" idx="14"/>
          </p:nvPr>
        </p:nvSpPr>
        <p:spPr bwMode="white"/>
        <p:txBody>
          <a:bodyPr/>
          <a:lstStyle>
            <a:lvl1pPr>
              <a:defRPr>
                <a:solidFill>
                  <a:schemeClr val="bg1"/>
                </a:solidFill>
              </a:defRPr>
            </a:lvl1pPr>
          </a:lstStyle>
          <a:p>
            <a:r>
              <a:rPr lang="de-DE"/>
              <a:t>Date</a:t>
            </a:r>
            <a:endParaRPr lang="en-US"/>
          </a:p>
        </p:txBody>
      </p:sp>
      <p:sp>
        <p:nvSpPr>
          <p:cNvPr id="15" name="Fußzeilenplatzhalter 14">
            <a:extLst>
              <a:ext uri="{FF2B5EF4-FFF2-40B4-BE49-F238E27FC236}">
                <a16:creationId xmlns:a16="http://schemas.microsoft.com/office/drawing/2014/main" id="{D4E7617A-DBC3-40BC-8C51-AF7291839E7B}"/>
              </a:ext>
            </a:extLst>
          </p:cNvPr>
          <p:cNvSpPr>
            <a:spLocks noGrp="1"/>
          </p:cNvSpPr>
          <p:nvPr>
            <p:ph type="ftr" sz="quarter" idx="15"/>
          </p:nvPr>
        </p:nvSpPr>
        <p:spPr bwMode="white"/>
        <p:txBody>
          <a:bodyPr/>
          <a:lstStyle>
            <a:lvl1pPr>
              <a:defRPr>
                <a:solidFill>
                  <a:schemeClr val="bg1"/>
                </a:solidFill>
              </a:defRPr>
            </a:lvl1pPr>
          </a:lstStyle>
          <a:p>
            <a:r>
              <a:rPr lang="en-US"/>
              <a:t>Title of the presentation</a:t>
            </a:r>
          </a:p>
        </p:txBody>
      </p:sp>
      <p:sp>
        <p:nvSpPr>
          <p:cNvPr id="17" name="Titel 1">
            <a:extLst>
              <a:ext uri="{FF2B5EF4-FFF2-40B4-BE49-F238E27FC236}">
                <a16:creationId xmlns:a16="http://schemas.microsoft.com/office/drawing/2014/main" id="{35FA0AA6-EADC-462B-8AE1-05726AEBE313}"/>
              </a:ext>
            </a:extLst>
          </p:cNvPr>
          <p:cNvSpPr>
            <a:spLocks noGrp="1"/>
          </p:cNvSpPr>
          <p:nvPr>
            <p:ph type="title" hasCustomPrompt="1"/>
          </p:nvPr>
        </p:nvSpPr>
        <p:spPr bwMode="gray">
          <a:xfrm>
            <a:off x="623230" y="3002743"/>
            <a:ext cx="5326758" cy="901600"/>
          </a:xfrm>
        </p:spPr>
        <p:txBody>
          <a:bodyPr rIns="144000" anchor="ctr"/>
          <a:lstStyle>
            <a:lvl1pPr>
              <a:defRPr sz="2862">
                <a:solidFill>
                  <a:schemeClr val="bg1"/>
                </a:solidFill>
                <a:latin typeface="+mn-lt"/>
              </a:defRPr>
            </a:lvl1pPr>
          </a:lstStyle>
          <a:p>
            <a:r>
              <a:rPr lang="en-US"/>
              <a:t>Divider, Arial Bold, </a:t>
            </a:r>
            <a:br>
              <a:rPr lang="en-US"/>
            </a:br>
            <a:r>
              <a:rPr lang="en-US"/>
              <a:t>32 </a:t>
            </a:r>
            <a:r>
              <a:rPr lang="en-US" err="1"/>
              <a:t>pt</a:t>
            </a:r>
            <a:r>
              <a:rPr lang="en-US"/>
              <a:t>, Max two lines</a:t>
            </a:r>
          </a:p>
        </p:txBody>
      </p:sp>
    </p:spTree>
    <p:extLst>
      <p:ext uri="{BB962C8B-B14F-4D97-AF65-F5344CB8AC3E}">
        <p14:creationId xmlns:p14="http://schemas.microsoft.com/office/powerpoint/2010/main" val="3776596006"/>
      </p:ext>
    </p:extLst>
  </p:cSld>
  <p:clrMapOvr>
    <a:masterClrMapping/>
  </p:clrMapOvr>
  <p:extLst>
    <p:ext uri="{DCECCB84-F9BA-43D5-87BE-67443E8EF086}">
      <p15:sldGuideLst xmlns:p15="http://schemas.microsoft.com/office/powerpoint/2012/main">
        <p15:guide id="1" pos="3749">
          <p15:clr>
            <a:srgbClr val="F26B43"/>
          </p15:clr>
        </p15:guide>
        <p15:guide id="2" pos="3931">
          <p15:clr>
            <a:srgbClr val="F26B43"/>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Intro | on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6520" y="1392464"/>
            <a:ext cx="5371050" cy="772821"/>
          </a:xfrm>
        </p:spPr>
        <p:txBody>
          <a:bodyPr/>
          <a:lstStyle>
            <a:lvl1pPr>
              <a:defRPr sz="2862"/>
            </a:lvl1pPr>
          </a:lstStyle>
          <a:p>
            <a:r>
              <a:rPr lang="en-US"/>
              <a:t>Headline, Arial Bold, 32 PT, 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gray">
          <a:xfrm>
            <a:off x="5546520" y="2487429"/>
            <a:ext cx="5371050" cy="3091479"/>
          </a:xfrm>
        </p:spPr>
        <p:txBody>
          <a:bodyPr/>
          <a:lstStyle>
            <a:lvl1pPr>
              <a:defRPr sz="1610">
                <a:solidFill>
                  <a:schemeClr val="tx1"/>
                </a:solidFill>
              </a:defRPr>
            </a:lvl1pPr>
            <a:lvl2pPr>
              <a:defRPr sz="1610">
                <a:solidFill>
                  <a:schemeClr val="tx1"/>
                </a:solidFill>
              </a:defRPr>
            </a:lvl2pPr>
            <a:lvl3pPr>
              <a:defRPr sz="1610">
                <a:solidFill>
                  <a:schemeClr val="tx1"/>
                </a:solidFill>
              </a:defRPr>
            </a:lvl3pPr>
            <a:lvl4pPr>
              <a:defRPr sz="1610">
                <a:solidFill>
                  <a:schemeClr val="tx1"/>
                </a:solidFill>
              </a:defRPr>
            </a:lvl4pPr>
            <a:lvl5pPr>
              <a:defRPr sz="1610">
                <a:solidFill>
                  <a:schemeClr val="tx1"/>
                </a:solidFill>
              </a:defRPr>
            </a:lvl5pPr>
            <a:lvl6pPr>
              <a:defRPr sz="1610"/>
            </a:lvl6pPr>
            <a:lvl7pPr>
              <a:defRPr sz="1610"/>
            </a:lvl7pPr>
            <a:lvl8pPr>
              <a:defRPr sz="1610"/>
            </a:lvl8pPr>
            <a:lvl9pPr>
              <a:defRPr sz="1610"/>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p>
            <a:r>
              <a:rPr lang="en-US"/>
              <a:t>Title of the presentation</a:t>
            </a:r>
          </a:p>
        </p:txBody>
      </p:sp>
      <p:sp>
        <p:nvSpPr>
          <p:cNvPr id="15" name="Foliennummernplatzhalter 14">
            <a:extLst>
              <a:ext uri="{FF2B5EF4-FFF2-40B4-BE49-F238E27FC236}">
                <a16:creationId xmlns:a16="http://schemas.microsoft.com/office/drawing/2014/main" id="{25FD4D1A-E18C-472D-9175-A7445FEC82C7}"/>
              </a:ext>
            </a:extLst>
          </p:cNvPr>
          <p:cNvSpPr>
            <a:spLocks noGrp="1"/>
          </p:cNvSpPr>
          <p:nvPr>
            <p:ph type="sldNum" sz="quarter" idx="16"/>
          </p:nvPr>
        </p:nvSpPr>
        <p:spPr bwMode="gray"/>
        <p:txBody>
          <a:bodyPr/>
          <a:lstStyle/>
          <a:p>
            <a:fld id="{96FF1F4F-4717-426F-83A6-412729423D60}" type="slidenum">
              <a:rPr lang="en-US" smtClean="0"/>
              <a:pPr/>
              <a:t>‹#›</a:t>
            </a:fld>
            <a:endParaRPr lang="en-US"/>
          </a:p>
        </p:txBody>
      </p:sp>
    </p:spTree>
    <p:extLst>
      <p:ext uri="{BB962C8B-B14F-4D97-AF65-F5344CB8AC3E}">
        <p14:creationId xmlns:p14="http://schemas.microsoft.com/office/powerpoint/2010/main" val="832485687"/>
      </p:ext>
    </p:extLst>
  </p:cSld>
  <p:clrMapOvr>
    <a:masterClrMapping/>
  </p:clrMapOvr>
  <p:extLst>
    <p:ext uri="{DCECCB84-F9BA-43D5-87BE-67443E8EF086}">
      <p15:sldGuideLst xmlns:p15="http://schemas.microsoft.com/office/powerpoint/2012/main">
        <p15:guide id="3" pos="6879">
          <p15:clr>
            <a:srgbClr val="F26B43"/>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Intro | one content | blac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white">
          <a:xfrm>
            <a:off x="5546520" y="1328057"/>
            <a:ext cx="5371050" cy="837229"/>
          </a:xfrm>
        </p:spPr>
        <p:txBody>
          <a:bodyPr/>
          <a:lstStyle>
            <a:lvl1pPr>
              <a:defRPr sz="2862">
                <a:solidFill>
                  <a:schemeClr val="bg1"/>
                </a:solidFill>
              </a:defRPr>
            </a:lvl1pPr>
          </a:lstStyle>
          <a:p>
            <a:r>
              <a:rPr lang="en-US"/>
              <a:t>Headline, Arial Bold, 32 PT, 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white">
          <a:xfrm>
            <a:off x="5546520" y="2487386"/>
            <a:ext cx="5371050" cy="3091522"/>
          </a:xfrm>
        </p:spPr>
        <p:txBody>
          <a:bodyPr/>
          <a:lstStyle>
            <a:lvl1pPr>
              <a:defRPr sz="1610">
                <a:solidFill>
                  <a:schemeClr val="bg1"/>
                </a:solidFill>
              </a:defRPr>
            </a:lvl1pPr>
            <a:lvl2pPr>
              <a:defRPr sz="1610">
                <a:solidFill>
                  <a:schemeClr val="bg1"/>
                </a:solidFill>
              </a:defRPr>
            </a:lvl2pPr>
            <a:lvl3pPr>
              <a:defRPr sz="1610">
                <a:solidFill>
                  <a:schemeClr val="bg1"/>
                </a:solidFill>
              </a:defRPr>
            </a:lvl3pPr>
            <a:lvl4pPr>
              <a:defRPr sz="1610">
                <a:solidFill>
                  <a:schemeClr val="bg1"/>
                </a:solidFill>
              </a:defRPr>
            </a:lvl4pPr>
            <a:lvl5pPr>
              <a:defRPr sz="1610">
                <a:solidFill>
                  <a:schemeClr val="bg1"/>
                </a:solidFill>
              </a:defRPr>
            </a:lvl5pPr>
            <a:lvl6pPr>
              <a:defRPr sz="1610">
                <a:solidFill>
                  <a:schemeClr val="bg1"/>
                </a:solidFill>
              </a:defRPr>
            </a:lvl6pPr>
            <a:lvl7pPr>
              <a:defRPr sz="1610">
                <a:solidFill>
                  <a:schemeClr val="bg1"/>
                </a:solidFill>
              </a:defRPr>
            </a:lvl7pPr>
            <a:lvl8pPr>
              <a:defRPr sz="1610">
                <a:solidFill>
                  <a:schemeClr val="bg1"/>
                </a:solidFill>
              </a:defRPr>
            </a:lvl8pPr>
            <a:lvl9pPr>
              <a:defRPr sz="1610">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5" name="Datumsplatzhalter 4">
            <a:extLst>
              <a:ext uri="{FF2B5EF4-FFF2-40B4-BE49-F238E27FC236}">
                <a16:creationId xmlns:a16="http://schemas.microsoft.com/office/drawing/2014/main" id="{740C642F-FFE6-4F8E-8430-B55902267A94}"/>
              </a:ext>
            </a:extLst>
          </p:cNvPr>
          <p:cNvSpPr>
            <a:spLocks noGrp="1"/>
          </p:cNvSpPr>
          <p:nvPr>
            <p:ph type="dt" sz="half" idx="14"/>
          </p:nvPr>
        </p:nvSpPr>
        <p:spPr bwMode="white"/>
        <p:txBody>
          <a:bodyPr/>
          <a:lstStyle>
            <a:lvl1pPr>
              <a:defRPr>
                <a:solidFill>
                  <a:schemeClr val="bg1"/>
                </a:solidFill>
              </a:defRPr>
            </a:lvl1pPr>
          </a:lstStyle>
          <a:p>
            <a:r>
              <a:rPr lang="de-DE"/>
              <a:t>Date</a:t>
            </a:r>
            <a:endParaRPr lang="en-US"/>
          </a:p>
        </p:txBody>
      </p:sp>
      <p:sp>
        <p:nvSpPr>
          <p:cNvPr id="6" name="Fußzeilenplatzhalter 5">
            <a:extLst>
              <a:ext uri="{FF2B5EF4-FFF2-40B4-BE49-F238E27FC236}">
                <a16:creationId xmlns:a16="http://schemas.microsoft.com/office/drawing/2014/main" id="{AAD11831-DF44-47FA-829D-3E47DFF02185}"/>
              </a:ext>
            </a:extLst>
          </p:cNvPr>
          <p:cNvSpPr>
            <a:spLocks noGrp="1"/>
          </p:cNvSpPr>
          <p:nvPr>
            <p:ph type="ftr" sz="quarter" idx="15"/>
          </p:nvPr>
        </p:nvSpPr>
        <p:spPr bwMode="white"/>
        <p:txBody>
          <a:bodyPr/>
          <a:lstStyle>
            <a:lvl1pPr>
              <a:defRPr>
                <a:solidFill>
                  <a:schemeClr val="bg1"/>
                </a:solidFill>
              </a:defRPr>
            </a:lvl1pPr>
          </a:lstStyle>
          <a:p>
            <a:r>
              <a:rPr lang="en-US"/>
              <a:t>Title of the presentation</a:t>
            </a:r>
          </a:p>
        </p:txBody>
      </p:sp>
      <p:sp>
        <p:nvSpPr>
          <p:cNvPr id="19" name="Foliennummernplatzhalter 18">
            <a:extLst>
              <a:ext uri="{FF2B5EF4-FFF2-40B4-BE49-F238E27FC236}">
                <a16:creationId xmlns:a16="http://schemas.microsoft.com/office/drawing/2014/main" id="{FCA6C234-2250-4042-807E-5951B5EC2C95}"/>
              </a:ext>
            </a:extLst>
          </p:cNvPr>
          <p:cNvSpPr>
            <a:spLocks noGrp="1"/>
          </p:cNvSpPr>
          <p:nvPr>
            <p:ph type="sldNum" sz="quarter" idx="16"/>
          </p:nvPr>
        </p:nvSpPr>
        <p:spPr bwMode="white"/>
        <p:txBody>
          <a:bodyPr/>
          <a:lstStyle>
            <a:lvl1pPr>
              <a:defRPr>
                <a:solidFill>
                  <a:schemeClr val="bg1"/>
                </a:solidFill>
              </a:defRPr>
            </a:lvl1pPr>
          </a:lstStyle>
          <a:p>
            <a:fld id="{96FF1F4F-4717-426F-83A6-412729423D60}" type="slidenum">
              <a:rPr lang="en-US" smtClean="0"/>
              <a:pPr/>
              <a:t>‹#›</a:t>
            </a:fld>
            <a:endParaRPr lang="en-US"/>
          </a:p>
        </p:txBody>
      </p:sp>
    </p:spTree>
    <p:extLst>
      <p:ext uri="{BB962C8B-B14F-4D97-AF65-F5344CB8AC3E}">
        <p14:creationId xmlns:p14="http://schemas.microsoft.com/office/powerpoint/2010/main" val="2030898038"/>
      </p:ext>
    </p:extLst>
  </p:cSld>
  <p:clrMapOvr>
    <a:masterClrMapping/>
  </p:clrMapOvr>
  <p:extLst>
    <p:ext uri="{DCECCB84-F9BA-43D5-87BE-67443E8EF086}">
      <p15:sldGuideLst xmlns:p15="http://schemas.microsoft.com/office/powerpoint/2012/main">
        <p15:guide id="1" orient="horz">
          <p15:clr>
            <a:srgbClr val="F26B43"/>
          </p15:clr>
        </p15:guide>
        <p15:guide id="3" pos="6879">
          <p15:clr>
            <a:srgbClr val="F26B43"/>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Intro | one content | colo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6520" y="1328057"/>
            <a:ext cx="5371050" cy="837229"/>
          </a:xfrm>
        </p:spPr>
        <p:txBody>
          <a:bodyPr/>
          <a:lstStyle>
            <a:lvl1pPr>
              <a:defRPr sz="2862">
                <a:solidFill>
                  <a:schemeClr val="bg1"/>
                </a:solidFill>
              </a:defRPr>
            </a:lvl1pPr>
          </a:lstStyle>
          <a:p>
            <a:r>
              <a:rPr lang="en-US"/>
              <a:t>Headline, Arial Bold, 32 PT, 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gray">
          <a:xfrm>
            <a:off x="5546520" y="2487386"/>
            <a:ext cx="5371050" cy="3091522"/>
          </a:xfrm>
        </p:spPr>
        <p:txBody>
          <a:bodyPr/>
          <a:lstStyle>
            <a:lvl1pPr>
              <a:defRPr sz="1610">
                <a:solidFill>
                  <a:schemeClr val="bg1"/>
                </a:solidFill>
              </a:defRPr>
            </a:lvl1pPr>
            <a:lvl2pPr>
              <a:buClr>
                <a:schemeClr val="bg1"/>
              </a:buClr>
              <a:defRPr sz="1610">
                <a:solidFill>
                  <a:schemeClr val="bg1"/>
                </a:solidFill>
              </a:defRPr>
            </a:lvl2pPr>
            <a:lvl3pPr>
              <a:buClrTx/>
              <a:defRPr sz="1610">
                <a:solidFill>
                  <a:schemeClr val="bg1"/>
                </a:solidFill>
              </a:defRPr>
            </a:lvl3pPr>
            <a:lvl4pPr>
              <a:defRPr sz="1610">
                <a:solidFill>
                  <a:schemeClr val="bg1"/>
                </a:solidFill>
              </a:defRPr>
            </a:lvl4pPr>
            <a:lvl5pPr>
              <a:defRPr sz="1610">
                <a:solidFill>
                  <a:schemeClr val="bg1"/>
                </a:solidFill>
              </a:defRPr>
            </a:lvl5pPr>
            <a:lvl6pPr>
              <a:defRPr sz="1610">
                <a:solidFill>
                  <a:schemeClr val="bg1"/>
                </a:solidFill>
              </a:defRPr>
            </a:lvl6pPr>
            <a:lvl7pPr>
              <a:defRPr sz="1610">
                <a:solidFill>
                  <a:schemeClr val="bg1"/>
                </a:solidFill>
              </a:defRPr>
            </a:lvl7pPr>
            <a:lvl8pPr>
              <a:defRPr sz="1610">
                <a:solidFill>
                  <a:schemeClr val="bg1"/>
                </a:solidFill>
              </a:defRPr>
            </a:lvl8pPr>
            <a:lvl9pPr>
              <a:defRPr sz="1610">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5" name="Datumsplatzhalter 4">
            <a:extLst>
              <a:ext uri="{FF2B5EF4-FFF2-40B4-BE49-F238E27FC236}">
                <a16:creationId xmlns:a16="http://schemas.microsoft.com/office/drawing/2014/main" id="{139EA4E0-9FE9-4B07-A24F-8D2269789704}"/>
              </a:ext>
            </a:extLst>
          </p:cNvPr>
          <p:cNvSpPr>
            <a:spLocks noGrp="1"/>
          </p:cNvSpPr>
          <p:nvPr>
            <p:ph type="dt" sz="half" idx="14"/>
          </p:nvPr>
        </p:nvSpPr>
        <p:spPr bwMode="gray"/>
        <p:txBody>
          <a:bodyPr/>
          <a:lstStyle>
            <a:lvl1pPr>
              <a:defRPr>
                <a:solidFill>
                  <a:schemeClr val="bg1"/>
                </a:solidFill>
              </a:defRPr>
            </a:lvl1pPr>
          </a:lstStyle>
          <a:p>
            <a:r>
              <a:rPr lang="de-DE"/>
              <a:t>Date</a:t>
            </a:r>
            <a:endParaRPr lang="en-US"/>
          </a:p>
        </p:txBody>
      </p:sp>
      <p:sp>
        <p:nvSpPr>
          <p:cNvPr id="6" name="Fußzeilenplatzhalter 5">
            <a:extLst>
              <a:ext uri="{FF2B5EF4-FFF2-40B4-BE49-F238E27FC236}">
                <a16:creationId xmlns:a16="http://schemas.microsoft.com/office/drawing/2014/main" id="{E5B9C914-4EA0-415D-8DF2-DECB3399B2D9}"/>
              </a:ext>
            </a:extLst>
          </p:cNvPr>
          <p:cNvSpPr>
            <a:spLocks noGrp="1"/>
          </p:cNvSpPr>
          <p:nvPr>
            <p:ph type="ftr" sz="quarter" idx="15"/>
          </p:nvPr>
        </p:nvSpPr>
        <p:spPr bwMode="gray"/>
        <p:txBody>
          <a:bodyPr/>
          <a:lstStyle>
            <a:lvl1pPr>
              <a:defRPr>
                <a:solidFill>
                  <a:schemeClr val="bg1"/>
                </a:solidFill>
              </a:defRPr>
            </a:lvl1pPr>
          </a:lstStyle>
          <a:p>
            <a:r>
              <a:rPr lang="en-US"/>
              <a:t>Title of the presentation</a:t>
            </a:r>
          </a:p>
        </p:txBody>
      </p:sp>
      <p:sp>
        <p:nvSpPr>
          <p:cNvPr id="19" name="Foliennummernplatzhalter 18">
            <a:extLst>
              <a:ext uri="{FF2B5EF4-FFF2-40B4-BE49-F238E27FC236}">
                <a16:creationId xmlns:a16="http://schemas.microsoft.com/office/drawing/2014/main" id="{D0C74FA2-F84A-45C5-BD99-82A22DBBEBA1}"/>
              </a:ext>
            </a:extLst>
          </p:cNvPr>
          <p:cNvSpPr>
            <a:spLocks noGrp="1"/>
          </p:cNvSpPr>
          <p:nvPr>
            <p:ph type="sldNum" sz="quarter" idx="16"/>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3" name="Grafik 3">
            <a:extLst>
              <a:ext uri="{FF2B5EF4-FFF2-40B4-BE49-F238E27FC236}">
                <a16:creationId xmlns:a16="http://schemas.microsoft.com/office/drawing/2014/main" id="{D86CF03C-4982-4DFC-8EB8-CEF1440B650D}"/>
              </a:ext>
            </a:extLst>
          </p:cNvPr>
          <p:cNvSpPr/>
          <p:nvPr userDrawn="1"/>
        </p:nvSpPr>
        <p:spPr>
          <a:xfrm>
            <a:off x="5572549" y="0"/>
            <a:ext cx="1043728" cy="322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sz="1610"/>
          </a:p>
        </p:txBody>
      </p:sp>
      <p:sp>
        <p:nvSpPr>
          <p:cNvPr id="4" name="Grafik 3">
            <a:extLst>
              <a:ext uri="{FF2B5EF4-FFF2-40B4-BE49-F238E27FC236}">
                <a16:creationId xmlns:a16="http://schemas.microsoft.com/office/drawing/2014/main" id="{D6706DC3-82A7-49AD-8B3D-71B95C47F634}"/>
              </a:ext>
            </a:extLst>
          </p:cNvPr>
          <p:cNvSpPr/>
          <p:nvPr userDrawn="1"/>
        </p:nvSpPr>
        <p:spPr>
          <a:xfrm>
            <a:off x="5572549" y="5812100"/>
            <a:ext cx="1043728" cy="322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sz="1610"/>
          </a:p>
        </p:txBody>
      </p:sp>
      <p:cxnSp>
        <p:nvCxnSpPr>
          <p:cNvPr id="9" name="Gerader Verbinder 8">
            <a:extLst>
              <a:ext uri="{FF2B5EF4-FFF2-40B4-BE49-F238E27FC236}">
                <a16:creationId xmlns:a16="http://schemas.microsoft.com/office/drawing/2014/main" id="{6ADFEB53-E8C8-4DFD-A254-400771018072}"/>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C54A3DE3-42E6-4CB3-ABC0-E7A450804E56}"/>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A77817C3-EA03-4ECC-807F-26917E923101}"/>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7FE55EBB-EF9A-408F-8389-C9140DB44614}"/>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CE57352B-96FE-46CF-A4F2-CE79000B6E13}"/>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FFE47B58-8463-414E-B158-98328491C3AF}"/>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56CB184F-3CBC-4BA0-9592-8677235CD8FF}"/>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AB9DA883-BA76-4DA1-BC5F-64EBE974F4C3}"/>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ABD305A3-628E-4996-8B9F-AEDF5DB25DF7}"/>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4C3DD3B1-7F93-43F7-BCA3-A5322FEC0F47}"/>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DCEF7C6D-9925-45B2-96E7-B4C8C2682027}"/>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A429AC04-10EC-4490-8B9A-A5A743D11C25}"/>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B97DC146-D808-495F-B23F-3373741ABCF4}"/>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83C7C179-5622-4A85-8437-3BC6EDDBDC2B}"/>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46179FC3-2C2E-4E83-BF1C-89F8EB78E90E}"/>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161320C6-FBF1-4CC7-A478-FB15D561A2EA}"/>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0F4D9122-3056-45C5-902E-FC05F8507CE7}"/>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58DD0FE0-C43D-4202-BC3B-276CFA4F71A6}"/>
              </a:ext>
            </a:extLst>
          </p:cNvPr>
          <p:cNvCxnSpPr/>
          <p:nvPr userDrawn="1"/>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7901092"/>
      </p:ext>
    </p:extLst>
  </p:cSld>
  <p:clrMapOvr>
    <a:masterClrMapping/>
  </p:clrMapOvr>
  <p:extLst>
    <p:ext uri="{DCECCB84-F9BA-43D5-87BE-67443E8EF086}">
      <p15:sldGuideLst xmlns:p15="http://schemas.microsoft.com/office/powerpoint/2012/main">
        <p15:guide id="3" pos="6879">
          <p15:clr>
            <a:srgbClr val="F26B43"/>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One content | big picture">
    <p:spTree>
      <p:nvGrpSpPr>
        <p:cNvPr id="1" name=""/>
        <p:cNvGrpSpPr/>
        <p:nvPr/>
      </p:nvGrpSpPr>
      <p:grpSpPr>
        <a:xfrm>
          <a:off x="0" y="0"/>
          <a:ext cx="0" cy="0"/>
          <a:chOff x="0" y="0"/>
          <a:chExt cx="0" cy="0"/>
        </a:xfrm>
      </p:grpSpPr>
      <p:sp>
        <p:nvSpPr>
          <p:cNvPr id="20" name="Bildplatzhalter 126">
            <a:extLst>
              <a:ext uri="{FF2B5EF4-FFF2-40B4-BE49-F238E27FC236}">
                <a16:creationId xmlns:a16="http://schemas.microsoft.com/office/drawing/2014/main" id="{A3E52AFB-39CB-4D68-B02B-E01051A97472}"/>
              </a:ext>
            </a:extLst>
          </p:cNvPr>
          <p:cNvSpPr>
            <a:spLocks noGrp="1"/>
          </p:cNvSpPr>
          <p:nvPr>
            <p:ph type="pic" sz="quarter" idx="25" hasCustomPrompt="1"/>
          </p:nvPr>
        </p:nvSpPr>
        <p:spPr>
          <a:xfrm>
            <a:off x="6094412" y="0"/>
            <a:ext cx="6094413" cy="6134100"/>
          </a:xfrm>
          <a:solidFill>
            <a:schemeClr val="accent6"/>
          </a:solidFill>
        </p:spPr>
        <p:txBody>
          <a:bodyPr/>
          <a:lstStyle>
            <a:lvl1pPr>
              <a:defRPr/>
            </a:lvl1pPr>
          </a:lstStyle>
          <a:p>
            <a:r>
              <a:rPr lang="de-DE"/>
              <a:t> </a:t>
            </a:r>
          </a:p>
        </p:txBody>
      </p:sp>
      <p:sp>
        <p:nvSpPr>
          <p:cNvPr id="21" name="Textplatzhalter 20">
            <a:extLst>
              <a:ext uri="{FF2B5EF4-FFF2-40B4-BE49-F238E27FC236}">
                <a16:creationId xmlns:a16="http://schemas.microsoft.com/office/drawing/2014/main" id="{C936F6DE-5508-4891-96E6-E61E4B5D23B1}"/>
              </a:ext>
            </a:extLst>
          </p:cNvPr>
          <p:cNvSpPr>
            <a:spLocks noGrp="1"/>
          </p:cNvSpPr>
          <p:nvPr>
            <p:ph type="body" sz="quarter" idx="24" hasCustomPrompt="1"/>
          </p:nvPr>
        </p:nvSpPr>
        <p:spPr bwMode="gray">
          <a:xfrm>
            <a:off x="6094412" y="0"/>
            <a:ext cx="6094413" cy="61341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2" name="Textplatzhalter 21">
            <a:extLst>
              <a:ext uri="{FF2B5EF4-FFF2-40B4-BE49-F238E27FC236}">
                <a16:creationId xmlns:a16="http://schemas.microsoft.com/office/drawing/2014/main" id="{BF219A68-FB4D-4B48-99C8-9E7EFF357922}"/>
              </a:ext>
            </a:extLst>
          </p:cNvPr>
          <p:cNvSpPr>
            <a:spLocks noGrp="1"/>
          </p:cNvSpPr>
          <p:nvPr>
            <p:ph type="body" sz="quarter" idx="26" hasCustomPrompt="1"/>
          </p:nvPr>
        </p:nvSpPr>
        <p:spPr bwMode="gray">
          <a:xfrm>
            <a:off x="5572549" y="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23" name="Textplatzhalter 22">
            <a:extLst>
              <a:ext uri="{FF2B5EF4-FFF2-40B4-BE49-F238E27FC236}">
                <a16:creationId xmlns:a16="http://schemas.microsoft.com/office/drawing/2014/main" id="{2192181B-B3CC-46C9-A180-953364D2AD29}"/>
              </a:ext>
            </a:extLst>
          </p:cNvPr>
          <p:cNvSpPr>
            <a:spLocks noGrp="1"/>
          </p:cNvSpPr>
          <p:nvPr>
            <p:ph type="body" sz="quarter" idx="27" hasCustomPrompt="1"/>
          </p:nvPr>
        </p:nvSpPr>
        <p:spPr bwMode="gray">
          <a:xfrm>
            <a:off x="5572549" y="581210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3230" y="2229780"/>
            <a:ext cx="5326758" cy="3349128"/>
          </a:xfrm>
        </p:spPr>
        <p:txBody>
          <a:bodyPr rIns="0"/>
          <a:lstStyle>
            <a:lvl1pPr>
              <a:defRPr sz="1610">
                <a:solidFill>
                  <a:schemeClr val="tx1"/>
                </a:solidFill>
              </a:defRPr>
            </a:lvl1pPr>
            <a:lvl2pPr>
              <a:defRPr sz="1610">
                <a:solidFill>
                  <a:schemeClr val="tx1"/>
                </a:solidFill>
              </a:defRPr>
            </a:lvl2pPr>
            <a:lvl3pPr>
              <a:defRPr sz="1610">
                <a:solidFill>
                  <a:schemeClr val="tx1"/>
                </a:solidFill>
              </a:defRPr>
            </a:lvl3pPr>
            <a:lvl4pPr>
              <a:defRPr sz="1610">
                <a:solidFill>
                  <a:schemeClr val="tx1"/>
                </a:solidFill>
              </a:defRPr>
            </a:lvl4pPr>
            <a:lvl5pPr>
              <a:defRPr sz="1610">
                <a:solidFill>
                  <a:schemeClr val="tx1"/>
                </a:solidFill>
              </a:defRPr>
            </a:lvl5pPr>
            <a:lvl6pPr>
              <a:defRPr sz="1610"/>
            </a:lvl6pPr>
            <a:lvl7pPr>
              <a:defRPr sz="1610"/>
            </a:lvl7pPr>
            <a:lvl8pPr>
              <a:defRPr sz="1610"/>
            </a:lvl8pPr>
            <a:lvl9pPr>
              <a:defRPr sz="1610"/>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r>
              <a:rPr lang="de-DE"/>
              <a:t>Date</a:t>
            </a:r>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3230" y="490764"/>
            <a:ext cx="5326758" cy="193200"/>
          </a:xfrm>
        </p:spPr>
        <p:txBody>
          <a:bodyPr rIns="0"/>
          <a:lstStyle/>
          <a:p>
            <a:r>
              <a:rPr lang="en-US"/>
              <a:t>Title of the presentation</a:t>
            </a:r>
          </a:p>
        </p:txBody>
      </p:sp>
      <p:sp>
        <p:nvSpPr>
          <p:cNvPr id="2" name="Titel 1">
            <a:extLst>
              <a:ext uri="{FF2B5EF4-FFF2-40B4-BE49-F238E27FC236}">
                <a16:creationId xmlns:a16="http://schemas.microsoft.com/office/drawing/2014/main" id="{4D6ED68A-333D-4B27-BD96-573E3B458AB2}"/>
              </a:ext>
            </a:extLst>
          </p:cNvPr>
          <p:cNvSpPr>
            <a:spLocks noGrp="1"/>
          </p:cNvSpPr>
          <p:nvPr>
            <p:ph type="title" hasCustomPrompt="1"/>
          </p:nvPr>
        </p:nvSpPr>
        <p:spPr>
          <a:xfrm>
            <a:off x="623230" y="748393"/>
            <a:ext cx="5326758" cy="772939"/>
          </a:xfrm>
        </p:spPr>
        <p:txBody>
          <a:bodyPr/>
          <a:lstStyle>
            <a:lvl1pPr>
              <a:defRPr sz="2862"/>
            </a:lvl1pPr>
          </a:lstStyle>
          <a:p>
            <a:r>
              <a:rPr lang="en-US"/>
              <a:t>Headline, Arial Bold, </a:t>
            </a:r>
            <a:br>
              <a:rPr lang="en-US"/>
            </a:br>
            <a:r>
              <a:rPr lang="en-US"/>
              <a:t>32 PT, Max 2 Lines</a:t>
            </a:r>
          </a:p>
        </p:txBody>
      </p:sp>
      <p:sp>
        <p:nvSpPr>
          <p:cNvPr id="17" name="Textplatzhalter 3">
            <a:extLst>
              <a:ext uri="{FF2B5EF4-FFF2-40B4-BE49-F238E27FC236}">
                <a16:creationId xmlns:a16="http://schemas.microsoft.com/office/drawing/2014/main" id="{435E0FB2-CB82-4030-8F67-D5C4179CEB34}"/>
              </a:ext>
            </a:extLst>
          </p:cNvPr>
          <p:cNvSpPr>
            <a:spLocks noGrp="1"/>
          </p:cNvSpPr>
          <p:nvPr>
            <p:ph type="body" sz="quarter" idx="21" hasCustomPrompt="1"/>
          </p:nvPr>
        </p:nvSpPr>
        <p:spPr>
          <a:xfrm>
            <a:off x="623230" y="1521278"/>
            <a:ext cx="5326758" cy="257600"/>
          </a:xfrm>
        </p:spPr>
        <p:txBody>
          <a:bodyPr tIns="36000"/>
          <a:lstStyle>
            <a:lvl1pPr marL="0" indent="0">
              <a:lnSpc>
                <a:spcPct val="100000"/>
              </a:lnSpc>
              <a:spcBef>
                <a:spcPts val="0"/>
              </a:spcBef>
              <a:buFont typeface="Arial" panose="020B0604020202020204" pitchFamily="34" charset="0"/>
              <a:buNone/>
              <a:defRPr sz="1610" b="1" cap="all" spc="27" baseline="0">
                <a:solidFill>
                  <a:schemeClr val="bg2"/>
                </a:solidFill>
                <a:latin typeface="+mj-lt"/>
              </a:defRPr>
            </a:lvl1pPr>
            <a:lvl2pPr marL="0" indent="0">
              <a:lnSpc>
                <a:spcPct val="100000"/>
              </a:lnSpc>
              <a:spcBef>
                <a:spcPts val="0"/>
              </a:spcBef>
              <a:buNone/>
              <a:defRPr sz="1610" b="1" cap="all" spc="27" baseline="0">
                <a:solidFill>
                  <a:schemeClr val="bg2"/>
                </a:solidFill>
                <a:latin typeface="+mj-lt"/>
              </a:defRPr>
            </a:lvl2pPr>
            <a:lvl3pPr marL="0" indent="0">
              <a:lnSpc>
                <a:spcPct val="100000"/>
              </a:lnSpc>
              <a:spcBef>
                <a:spcPts val="0"/>
              </a:spcBef>
              <a:buNone/>
              <a:defRPr sz="1610" b="1" cap="all" spc="27" baseline="0">
                <a:solidFill>
                  <a:schemeClr val="bg2"/>
                </a:solidFill>
                <a:latin typeface="+mj-lt"/>
              </a:defRPr>
            </a:lvl3pPr>
            <a:lvl4pPr marL="0" indent="0">
              <a:lnSpc>
                <a:spcPct val="100000"/>
              </a:lnSpc>
              <a:spcBef>
                <a:spcPts val="0"/>
              </a:spcBef>
              <a:buNone/>
              <a:defRPr sz="1610" b="1" cap="all" spc="27" baseline="0">
                <a:solidFill>
                  <a:schemeClr val="bg2"/>
                </a:solidFill>
                <a:latin typeface="+mj-lt"/>
              </a:defRPr>
            </a:lvl4pPr>
            <a:lvl5pPr marL="0" indent="0">
              <a:lnSpc>
                <a:spcPct val="100000"/>
              </a:lnSpc>
              <a:spcBef>
                <a:spcPts val="0"/>
              </a:spcBef>
              <a:buNone/>
              <a:defRPr sz="1610" b="1" cap="all" spc="27" baseline="0">
                <a:solidFill>
                  <a:schemeClr val="bg2"/>
                </a:solidFill>
                <a:latin typeface="+mj-lt"/>
              </a:defRPr>
            </a:lvl5pPr>
            <a:lvl6pPr marL="0" indent="0">
              <a:lnSpc>
                <a:spcPct val="100000"/>
              </a:lnSpc>
              <a:spcBef>
                <a:spcPts val="0"/>
              </a:spcBef>
              <a:buNone/>
              <a:defRPr sz="1610" b="1" cap="all" spc="27" baseline="0">
                <a:solidFill>
                  <a:schemeClr val="bg2"/>
                </a:solidFill>
                <a:latin typeface="+mj-lt"/>
              </a:defRPr>
            </a:lvl6pPr>
            <a:lvl7pPr marL="0" indent="0">
              <a:lnSpc>
                <a:spcPct val="100000"/>
              </a:lnSpc>
              <a:spcBef>
                <a:spcPts val="0"/>
              </a:spcBef>
              <a:buNone/>
              <a:defRPr sz="1610" b="1" cap="all" spc="27" baseline="0">
                <a:solidFill>
                  <a:schemeClr val="bg2"/>
                </a:solidFill>
                <a:latin typeface="+mj-lt"/>
              </a:defRPr>
            </a:lvl7pPr>
            <a:lvl8pPr marL="0" indent="0">
              <a:lnSpc>
                <a:spcPct val="100000"/>
              </a:lnSpc>
              <a:spcBef>
                <a:spcPts val="0"/>
              </a:spcBef>
              <a:buNone/>
              <a:defRPr sz="1610" b="1" cap="all" spc="27" baseline="0">
                <a:solidFill>
                  <a:schemeClr val="bg2"/>
                </a:solidFill>
                <a:latin typeface="+mj-lt"/>
              </a:defRPr>
            </a:lvl8pPr>
            <a:lvl9pPr marL="0" indent="0">
              <a:lnSpc>
                <a:spcPct val="100000"/>
              </a:lnSpc>
              <a:spcBef>
                <a:spcPts val="0"/>
              </a:spcBef>
              <a:buNone/>
              <a:defRPr sz="1610" b="1" cap="all" spc="27" baseline="0">
                <a:solidFill>
                  <a:schemeClr val="bg2"/>
                </a:solidFill>
                <a:latin typeface="+mj-lt"/>
              </a:defRPr>
            </a:lvl9pPr>
          </a:lstStyle>
          <a:p>
            <a:r>
              <a:rPr lang="en-US"/>
              <a:t>Optional Subline, Arial Bold, 18 PT</a:t>
            </a:r>
          </a:p>
        </p:txBody>
      </p:sp>
      <p:sp>
        <p:nvSpPr>
          <p:cNvPr id="18" name="Foliennummernplatzhalter 17">
            <a:extLst>
              <a:ext uri="{FF2B5EF4-FFF2-40B4-BE49-F238E27FC236}">
                <a16:creationId xmlns:a16="http://schemas.microsoft.com/office/drawing/2014/main" id="{798E8FBB-9131-45B7-BEA2-A2501D5E5E2D}"/>
              </a:ext>
            </a:extLst>
          </p:cNvPr>
          <p:cNvSpPr>
            <a:spLocks noGrp="1"/>
          </p:cNvSpPr>
          <p:nvPr>
            <p:ph type="sldNum" sz="quarter" idx="20"/>
          </p:nvPr>
        </p:nvSpPr>
        <p:spPr bwMode="gray"/>
        <p:txBody>
          <a:bodyPr/>
          <a:lstStyle>
            <a:lvl1pPr>
              <a:defRPr>
                <a:solidFill>
                  <a:schemeClr val="bg1"/>
                </a:solidFill>
              </a:defRPr>
            </a:lvl1pPr>
          </a:lstStyle>
          <a:p>
            <a:fld id="{96FF1F4F-4717-426F-83A6-412729423D60}" type="slidenum">
              <a:rPr lang="en-US" smtClean="0"/>
              <a:pPr/>
              <a:t>‹#›</a:t>
            </a:fld>
            <a:endParaRPr lang="en-US"/>
          </a:p>
        </p:txBody>
      </p:sp>
      <p:cxnSp>
        <p:nvCxnSpPr>
          <p:cNvPr id="12" name="Gerader Verbinder 11">
            <a:extLst>
              <a:ext uri="{FF2B5EF4-FFF2-40B4-BE49-F238E27FC236}">
                <a16:creationId xmlns:a16="http://schemas.microsoft.com/office/drawing/2014/main" id="{40C25488-882F-47A2-AF73-00F87CCC1582}"/>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061414A1-8A24-487E-B247-6AE9FE6CED57}"/>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DEA1C136-116C-4355-942A-4A88E46CEF0D}"/>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1A7FB122-14A1-4B2F-817E-DACCA959D15B}"/>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170C95A4-A8EE-4E71-AD7B-46AFA00BE34D}"/>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5FEA7650-A681-4BC7-B18C-DE90094981FF}"/>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7DA99643-DB52-40B9-8507-A5FB1AAB145E}"/>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14393182-3558-439E-BA35-7E5BA70D8E6D}"/>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BE8E5A2D-8133-4580-8CA7-1D1BE9D652F8}"/>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03CA57B0-3D47-4ECD-AF67-DE3122786420}"/>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90B201D4-5EDF-478E-941B-79A1DF2C30E8}"/>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EDC2E690-ABDE-47E8-8D35-E92DB491BAFF}"/>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82EC6545-4AB7-4219-BD5F-71FEE682615A}"/>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36C3E5D5-3DD1-4707-A97E-963E24114DED}"/>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E015D72A-266F-49B3-8CD1-950C4A14C127}"/>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2CAD0685-93A3-4E7F-B1EA-6E894E912AAA}"/>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C785F856-D696-485D-BCF2-FA698D6D22C3}"/>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CF5999D9-8B9F-4D4D-ADA0-5569967AFBA0}"/>
              </a:ext>
            </a:extLst>
          </p:cNvPr>
          <p:cNvCxnSpPr/>
          <p:nvPr userDrawn="1"/>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0147947"/>
      </p:ext>
    </p:extLst>
  </p:cSld>
  <p:clrMapOvr>
    <a:masterClrMapping/>
  </p:clrMapOvr>
  <p:extLst>
    <p:ext uri="{DCECCB84-F9BA-43D5-87BE-67443E8EF086}">
      <p15:sldGuideLst xmlns:p15="http://schemas.microsoft.com/office/powerpoint/2012/main">
        <p15:guide id="4" orient="horz" pos="1207">
          <p15:clr>
            <a:srgbClr val="F26B43"/>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Big picture | one content">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38391" y="2229291"/>
            <a:ext cx="5326758" cy="3349617"/>
          </a:xfrm>
        </p:spPr>
        <p:txBody>
          <a:bodyPr lIns="0" rIns="0"/>
          <a:lstStyle>
            <a:lvl1pPr>
              <a:defRPr sz="1610">
                <a:solidFill>
                  <a:schemeClr val="tx1"/>
                </a:solidFill>
              </a:defRPr>
            </a:lvl1pPr>
            <a:lvl2pPr>
              <a:defRPr sz="1610">
                <a:solidFill>
                  <a:schemeClr val="tx1"/>
                </a:solidFill>
              </a:defRPr>
            </a:lvl2pPr>
            <a:lvl3pPr>
              <a:defRPr sz="1610">
                <a:solidFill>
                  <a:schemeClr val="tx1"/>
                </a:solidFill>
              </a:defRPr>
            </a:lvl3pPr>
            <a:lvl4pPr>
              <a:defRPr sz="1610">
                <a:solidFill>
                  <a:schemeClr val="tx1"/>
                </a:solidFill>
              </a:defRPr>
            </a:lvl4pPr>
            <a:lvl5pPr>
              <a:defRPr sz="1610">
                <a:solidFill>
                  <a:schemeClr val="tx1"/>
                </a:solidFill>
              </a:defRPr>
            </a:lvl5pPr>
            <a:lvl6pPr>
              <a:defRPr sz="1610"/>
            </a:lvl6pPr>
            <a:lvl7pPr>
              <a:defRPr sz="1610"/>
            </a:lvl7pPr>
            <a:lvl8pPr>
              <a:defRPr sz="1610"/>
            </a:lvl8pPr>
            <a:lvl9pPr>
              <a:defRPr sz="1610"/>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38391" y="490764"/>
            <a:ext cx="5326758" cy="193200"/>
          </a:xfrm>
        </p:spPr>
        <p:txBody>
          <a:bodyPr lIns="0" rIns="0"/>
          <a:lstStyle/>
          <a:p>
            <a:r>
              <a:rPr lang="en-US"/>
              <a:t>Title of the presentation</a:t>
            </a:r>
          </a:p>
        </p:txBody>
      </p:sp>
      <p:sp>
        <p:nvSpPr>
          <p:cNvPr id="18" name="Foliennummernplatzhalter 17">
            <a:extLst>
              <a:ext uri="{FF2B5EF4-FFF2-40B4-BE49-F238E27FC236}">
                <a16:creationId xmlns:a16="http://schemas.microsoft.com/office/drawing/2014/main" id="{798E8FBB-9131-45B7-BEA2-A2501D5E5E2D}"/>
              </a:ext>
            </a:extLst>
          </p:cNvPr>
          <p:cNvSpPr>
            <a:spLocks noGrp="1"/>
          </p:cNvSpPr>
          <p:nvPr>
            <p:ph type="sldNum" sz="quarter" idx="20"/>
          </p:nvPr>
        </p:nvSpPr>
        <p:spPr bwMode="gray"/>
        <p:txBody>
          <a:bodyPr/>
          <a:lstStyle/>
          <a:p>
            <a:fld id="{96FF1F4F-4717-426F-83A6-412729423D60}" type="slidenum">
              <a:rPr lang="en-US" smtClean="0"/>
              <a:pPr/>
              <a:t>‹#›</a:t>
            </a:fld>
            <a:endParaRPr lang="en-US"/>
          </a:p>
        </p:txBody>
      </p:sp>
      <p:sp>
        <p:nvSpPr>
          <p:cNvPr id="2" name="Titel 1">
            <a:extLst>
              <a:ext uri="{FF2B5EF4-FFF2-40B4-BE49-F238E27FC236}">
                <a16:creationId xmlns:a16="http://schemas.microsoft.com/office/drawing/2014/main" id="{523E8AA4-CB49-4DC4-8AF1-87A6279E1F6E}"/>
              </a:ext>
            </a:extLst>
          </p:cNvPr>
          <p:cNvSpPr>
            <a:spLocks noGrp="1"/>
          </p:cNvSpPr>
          <p:nvPr>
            <p:ph type="title" hasCustomPrompt="1"/>
          </p:nvPr>
        </p:nvSpPr>
        <p:spPr>
          <a:xfrm>
            <a:off x="6238837" y="748304"/>
            <a:ext cx="5325542" cy="772378"/>
          </a:xfrm>
        </p:spPr>
        <p:txBody>
          <a:bodyPr/>
          <a:lstStyle>
            <a:lvl1pPr>
              <a:defRPr sz="2862"/>
            </a:lvl1pPr>
          </a:lstStyle>
          <a:p>
            <a:r>
              <a:rPr lang="en-US"/>
              <a:t>Headline, Arial Bold, </a:t>
            </a:r>
            <a:br>
              <a:rPr lang="en-US"/>
            </a:br>
            <a:r>
              <a:rPr lang="en-US"/>
              <a:t>32 PT, Max 2 Lines</a:t>
            </a:r>
          </a:p>
        </p:txBody>
      </p:sp>
      <p:sp>
        <p:nvSpPr>
          <p:cNvPr id="11" name="Textplatzhalter 3">
            <a:extLst>
              <a:ext uri="{FF2B5EF4-FFF2-40B4-BE49-F238E27FC236}">
                <a16:creationId xmlns:a16="http://schemas.microsoft.com/office/drawing/2014/main" id="{066B44F9-D4E4-4C64-A9BB-70CA474C77EA}"/>
              </a:ext>
            </a:extLst>
          </p:cNvPr>
          <p:cNvSpPr>
            <a:spLocks noGrp="1"/>
          </p:cNvSpPr>
          <p:nvPr>
            <p:ph type="body" sz="quarter" idx="17" hasCustomPrompt="1"/>
          </p:nvPr>
        </p:nvSpPr>
        <p:spPr>
          <a:xfrm>
            <a:off x="6238837" y="1521278"/>
            <a:ext cx="5325346" cy="257600"/>
          </a:xfrm>
        </p:spPr>
        <p:txBody>
          <a:bodyPr tIns="36000"/>
          <a:lstStyle>
            <a:lvl1pPr marL="0" indent="0">
              <a:lnSpc>
                <a:spcPct val="100000"/>
              </a:lnSpc>
              <a:spcBef>
                <a:spcPts val="0"/>
              </a:spcBef>
              <a:buFont typeface="Arial" panose="020B0604020202020204" pitchFamily="34" charset="0"/>
              <a:buNone/>
              <a:defRPr sz="1610" b="1" cap="all" spc="27" baseline="0">
                <a:solidFill>
                  <a:schemeClr val="bg2"/>
                </a:solidFill>
                <a:latin typeface="+mj-lt"/>
              </a:defRPr>
            </a:lvl1pPr>
            <a:lvl2pPr marL="0" indent="0">
              <a:lnSpc>
                <a:spcPct val="100000"/>
              </a:lnSpc>
              <a:spcBef>
                <a:spcPts val="0"/>
              </a:spcBef>
              <a:buNone/>
              <a:defRPr sz="1610" b="1" cap="all" spc="27" baseline="0">
                <a:solidFill>
                  <a:schemeClr val="bg2"/>
                </a:solidFill>
                <a:latin typeface="+mj-lt"/>
              </a:defRPr>
            </a:lvl2pPr>
            <a:lvl3pPr marL="0" indent="0">
              <a:lnSpc>
                <a:spcPct val="100000"/>
              </a:lnSpc>
              <a:spcBef>
                <a:spcPts val="0"/>
              </a:spcBef>
              <a:buNone/>
              <a:defRPr sz="1610" b="1" cap="all" spc="27" baseline="0">
                <a:solidFill>
                  <a:schemeClr val="bg2"/>
                </a:solidFill>
                <a:latin typeface="+mj-lt"/>
              </a:defRPr>
            </a:lvl3pPr>
            <a:lvl4pPr marL="0" indent="0">
              <a:lnSpc>
                <a:spcPct val="100000"/>
              </a:lnSpc>
              <a:spcBef>
                <a:spcPts val="0"/>
              </a:spcBef>
              <a:buNone/>
              <a:defRPr sz="1610" b="1" cap="all" spc="27" baseline="0">
                <a:solidFill>
                  <a:schemeClr val="bg2"/>
                </a:solidFill>
                <a:latin typeface="+mj-lt"/>
              </a:defRPr>
            </a:lvl4pPr>
            <a:lvl5pPr marL="0" indent="0">
              <a:lnSpc>
                <a:spcPct val="100000"/>
              </a:lnSpc>
              <a:spcBef>
                <a:spcPts val="0"/>
              </a:spcBef>
              <a:buNone/>
              <a:defRPr sz="1610" b="1" cap="all" spc="27" baseline="0">
                <a:solidFill>
                  <a:schemeClr val="bg2"/>
                </a:solidFill>
                <a:latin typeface="+mj-lt"/>
              </a:defRPr>
            </a:lvl5pPr>
            <a:lvl6pPr marL="0" indent="0">
              <a:lnSpc>
                <a:spcPct val="100000"/>
              </a:lnSpc>
              <a:spcBef>
                <a:spcPts val="0"/>
              </a:spcBef>
              <a:buNone/>
              <a:defRPr sz="1610" b="1" cap="all" spc="27" baseline="0">
                <a:solidFill>
                  <a:schemeClr val="bg2"/>
                </a:solidFill>
                <a:latin typeface="+mj-lt"/>
              </a:defRPr>
            </a:lvl6pPr>
            <a:lvl7pPr marL="0" indent="0">
              <a:lnSpc>
                <a:spcPct val="100000"/>
              </a:lnSpc>
              <a:spcBef>
                <a:spcPts val="0"/>
              </a:spcBef>
              <a:buNone/>
              <a:defRPr sz="1610" b="1" cap="all" spc="27" baseline="0">
                <a:solidFill>
                  <a:schemeClr val="bg2"/>
                </a:solidFill>
                <a:latin typeface="+mj-lt"/>
              </a:defRPr>
            </a:lvl7pPr>
            <a:lvl8pPr marL="0" indent="0">
              <a:lnSpc>
                <a:spcPct val="100000"/>
              </a:lnSpc>
              <a:spcBef>
                <a:spcPts val="0"/>
              </a:spcBef>
              <a:buNone/>
              <a:defRPr sz="1610" b="1" cap="all" spc="27" baseline="0">
                <a:solidFill>
                  <a:schemeClr val="bg2"/>
                </a:solidFill>
                <a:latin typeface="+mj-lt"/>
              </a:defRPr>
            </a:lvl8pPr>
            <a:lvl9pPr marL="0" indent="0">
              <a:lnSpc>
                <a:spcPct val="100000"/>
              </a:lnSpc>
              <a:spcBef>
                <a:spcPts val="0"/>
              </a:spcBef>
              <a:buNone/>
              <a:defRPr sz="1610" b="1" cap="all" spc="27" baseline="0">
                <a:solidFill>
                  <a:schemeClr val="bg2"/>
                </a:solidFill>
                <a:latin typeface="+mj-lt"/>
              </a:defRPr>
            </a:lvl9pPr>
          </a:lstStyle>
          <a:p>
            <a:r>
              <a:rPr lang="en-US"/>
              <a:t>Optional Subline, Arial Bold, 18 PT</a:t>
            </a:r>
          </a:p>
        </p:txBody>
      </p:sp>
      <p:sp>
        <p:nvSpPr>
          <p:cNvPr id="19" name="Bildplatzhalter 126">
            <a:extLst>
              <a:ext uri="{FF2B5EF4-FFF2-40B4-BE49-F238E27FC236}">
                <a16:creationId xmlns:a16="http://schemas.microsoft.com/office/drawing/2014/main" id="{D0100567-6D2F-49F4-937E-9209CE93211F}"/>
              </a:ext>
            </a:extLst>
          </p:cNvPr>
          <p:cNvSpPr>
            <a:spLocks noGrp="1"/>
          </p:cNvSpPr>
          <p:nvPr>
            <p:ph type="pic" sz="quarter" idx="25" hasCustomPrompt="1"/>
          </p:nvPr>
        </p:nvSpPr>
        <p:spPr>
          <a:xfrm>
            <a:off x="0" y="0"/>
            <a:ext cx="6094413" cy="6134100"/>
          </a:xfrm>
          <a:solidFill>
            <a:schemeClr val="accent6"/>
          </a:solidFill>
        </p:spPr>
        <p:txBody>
          <a:bodyPr/>
          <a:lstStyle>
            <a:lvl1pPr>
              <a:defRPr/>
            </a:lvl1pPr>
          </a:lstStyle>
          <a:p>
            <a:r>
              <a:rPr lang="de-DE"/>
              <a:t> </a:t>
            </a:r>
          </a:p>
        </p:txBody>
      </p:sp>
      <p:sp>
        <p:nvSpPr>
          <p:cNvPr id="20" name="Textplatzhalter 19">
            <a:extLst>
              <a:ext uri="{FF2B5EF4-FFF2-40B4-BE49-F238E27FC236}">
                <a16:creationId xmlns:a16="http://schemas.microsoft.com/office/drawing/2014/main" id="{A05442E4-A459-478B-9C7C-757E5EC9F589}"/>
              </a:ext>
            </a:extLst>
          </p:cNvPr>
          <p:cNvSpPr>
            <a:spLocks noGrp="1"/>
          </p:cNvSpPr>
          <p:nvPr>
            <p:ph type="body" sz="quarter" idx="24" hasCustomPrompt="1"/>
          </p:nvPr>
        </p:nvSpPr>
        <p:spPr bwMode="gray">
          <a:xfrm>
            <a:off x="0" y="0"/>
            <a:ext cx="6094413" cy="61341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1" name="Textplatzhalter 20">
            <a:extLst>
              <a:ext uri="{FF2B5EF4-FFF2-40B4-BE49-F238E27FC236}">
                <a16:creationId xmlns:a16="http://schemas.microsoft.com/office/drawing/2014/main" id="{E1A95469-1C5E-47BF-9B64-F32090987B66}"/>
              </a:ext>
            </a:extLst>
          </p:cNvPr>
          <p:cNvSpPr>
            <a:spLocks noGrp="1"/>
          </p:cNvSpPr>
          <p:nvPr>
            <p:ph type="body" sz="quarter" idx="26" hasCustomPrompt="1"/>
          </p:nvPr>
        </p:nvSpPr>
        <p:spPr bwMode="gray">
          <a:xfrm>
            <a:off x="5572549" y="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22" name="Textplatzhalter 21">
            <a:extLst>
              <a:ext uri="{FF2B5EF4-FFF2-40B4-BE49-F238E27FC236}">
                <a16:creationId xmlns:a16="http://schemas.microsoft.com/office/drawing/2014/main" id="{00EC49D5-EA29-4063-AF49-2E3D6F9BA297}"/>
              </a:ext>
            </a:extLst>
          </p:cNvPr>
          <p:cNvSpPr>
            <a:spLocks noGrp="1"/>
          </p:cNvSpPr>
          <p:nvPr>
            <p:ph type="body" sz="quarter" idx="27" hasCustomPrompt="1"/>
          </p:nvPr>
        </p:nvSpPr>
        <p:spPr bwMode="gray">
          <a:xfrm>
            <a:off x="5572549" y="581210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lvl1pPr>
              <a:defRPr>
                <a:solidFill>
                  <a:schemeClr val="bg1"/>
                </a:solidFill>
              </a:defRPr>
            </a:lvl1pPr>
          </a:lstStyle>
          <a:p>
            <a:r>
              <a:rPr lang="de-DE"/>
              <a:t>Date</a:t>
            </a:r>
            <a:endParaRPr lang="en-US"/>
          </a:p>
        </p:txBody>
      </p:sp>
      <p:cxnSp>
        <p:nvCxnSpPr>
          <p:cNvPr id="12" name="Gerader Verbinder 11">
            <a:extLst>
              <a:ext uri="{FF2B5EF4-FFF2-40B4-BE49-F238E27FC236}">
                <a16:creationId xmlns:a16="http://schemas.microsoft.com/office/drawing/2014/main" id="{E664BAAF-4A98-4EC9-91B0-84BEBF022AF6}"/>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B13D0EA4-8916-4029-94A8-9FD10888C55B}"/>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62A33527-D7B6-445F-ACDD-953C41595C48}"/>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640F011E-3A59-4A1B-B1D6-C7F4CDFD2077}"/>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F8FB6E32-51E7-46BF-9480-294E3CB01487}"/>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ABD6D05E-395A-499E-B551-B16E949C00FC}"/>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A8CABB4E-72D7-446B-B60F-61B3EBEEBD17}"/>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3DF05B0-4C5F-4737-91F1-D799C16FBA57}"/>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F49AB6F9-6EEF-428C-B2FE-CE0EAADEB0ED}"/>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822765FD-9F69-4588-914C-913381D235E0}"/>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E9A5B3ED-0F41-4F29-924F-1453B2FD7D32}"/>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E791F63F-1A5C-4F6F-BFE8-01051AF06047}"/>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775C9C71-7145-47B1-B223-AB585B1F456F}"/>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F4CB3D5C-5F01-427B-A7C2-19B1F897052C}"/>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44714973-2FB7-48AF-91E4-FDF40D874E6F}"/>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9ED4B2AF-F382-40B2-BFA1-B4C766B77994}"/>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0109F398-0880-4A54-992C-213657E991EB}"/>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F063CF4D-3AEC-490D-AA00-0E3109D8E60F}"/>
              </a:ext>
            </a:extLst>
          </p:cNvPr>
          <p:cNvCxnSpPr/>
          <p:nvPr userDrawn="1"/>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389691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One content | two pictures">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3230" y="2229291"/>
            <a:ext cx="5326758" cy="3349617"/>
          </a:xfrm>
        </p:spPr>
        <p:txBody>
          <a:bodyPr rIns="0"/>
          <a:lstStyle>
            <a:lvl1pPr>
              <a:defRPr sz="1610">
                <a:solidFill>
                  <a:schemeClr val="tx1"/>
                </a:solidFill>
              </a:defRPr>
            </a:lvl1pPr>
            <a:lvl2pPr>
              <a:defRPr sz="1610">
                <a:solidFill>
                  <a:schemeClr val="tx1"/>
                </a:solidFill>
              </a:defRPr>
            </a:lvl2pPr>
            <a:lvl3pPr>
              <a:defRPr sz="1610">
                <a:solidFill>
                  <a:schemeClr val="tx1"/>
                </a:solidFill>
              </a:defRPr>
            </a:lvl3pPr>
            <a:lvl4pPr>
              <a:defRPr sz="1610">
                <a:solidFill>
                  <a:schemeClr val="tx1"/>
                </a:solidFill>
              </a:defRPr>
            </a:lvl4pPr>
            <a:lvl5pPr>
              <a:defRPr sz="1610">
                <a:solidFill>
                  <a:schemeClr val="tx1"/>
                </a:solidFill>
              </a:defRPr>
            </a:lvl5pPr>
            <a:lvl6pPr>
              <a:defRPr sz="1610"/>
            </a:lvl6pPr>
            <a:lvl7pPr>
              <a:defRPr sz="1610"/>
            </a:lvl7pPr>
            <a:lvl8pPr>
              <a:defRPr sz="1610"/>
            </a:lvl8pPr>
            <a:lvl9pPr>
              <a:defRPr sz="1610"/>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r>
              <a:rPr lang="de-DE"/>
              <a:t>Date</a:t>
            </a:r>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3230" y="490764"/>
            <a:ext cx="5326758" cy="193200"/>
          </a:xfrm>
        </p:spPr>
        <p:txBody>
          <a:bodyPr rIns="0"/>
          <a:lstStyle/>
          <a:p>
            <a:r>
              <a:rPr lang="en-US"/>
              <a:t>Title of the presentation</a:t>
            </a:r>
          </a:p>
        </p:txBody>
      </p:sp>
      <p:sp>
        <p:nvSpPr>
          <p:cNvPr id="2" name="Titel 1">
            <a:extLst>
              <a:ext uri="{FF2B5EF4-FFF2-40B4-BE49-F238E27FC236}">
                <a16:creationId xmlns:a16="http://schemas.microsoft.com/office/drawing/2014/main" id="{7E4B02F9-0024-4FDB-8A18-650E9D057322}"/>
              </a:ext>
            </a:extLst>
          </p:cNvPr>
          <p:cNvSpPr>
            <a:spLocks noGrp="1"/>
          </p:cNvSpPr>
          <p:nvPr>
            <p:ph type="title" hasCustomPrompt="1"/>
          </p:nvPr>
        </p:nvSpPr>
        <p:spPr>
          <a:xfrm>
            <a:off x="623230" y="748304"/>
            <a:ext cx="5326758" cy="772378"/>
          </a:xfrm>
        </p:spPr>
        <p:txBody>
          <a:bodyPr/>
          <a:lstStyle>
            <a:lvl1pPr>
              <a:defRPr sz="2862"/>
            </a:lvl1pPr>
          </a:lstStyle>
          <a:p>
            <a:r>
              <a:rPr lang="en-US"/>
              <a:t>Headline, Arial Bold, 32 PT, Max 2 Lines</a:t>
            </a:r>
          </a:p>
        </p:txBody>
      </p:sp>
      <p:sp>
        <p:nvSpPr>
          <p:cNvPr id="11" name="Textplatzhalter 3">
            <a:extLst>
              <a:ext uri="{FF2B5EF4-FFF2-40B4-BE49-F238E27FC236}">
                <a16:creationId xmlns:a16="http://schemas.microsoft.com/office/drawing/2014/main" id="{2C7BBC44-F676-4729-AF09-A68DDAACF273}"/>
              </a:ext>
            </a:extLst>
          </p:cNvPr>
          <p:cNvSpPr>
            <a:spLocks noGrp="1"/>
          </p:cNvSpPr>
          <p:nvPr>
            <p:ph type="body" sz="quarter" idx="22" hasCustomPrompt="1"/>
          </p:nvPr>
        </p:nvSpPr>
        <p:spPr>
          <a:xfrm>
            <a:off x="623230" y="1521278"/>
            <a:ext cx="5326758" cy="257600"/>
          </a:xfrm>
        </p:spPr>
        <p:txBody>
          <a:bodyPr tIns="36000"/>
          <a:lstStyle>
            <a:lvl1pPr marL="0" indent="0">
              <a:lnSpc>
                <a:spcPct val="100000"/>
              </a:lnSpc>
              <a:spcBef>
                <a:spcPts val="0"/>
              </a:spcBef>
              <a:buFont typeface="Arial" panose="020B0604020202020204" pitchFamily="34" charset="0"/>
              <a:buNone/>
              <a:defRPr sz="1610" b="1" cap="all" spc="27" baseline="0">
                <a:solidFill>
                  <a:schemeClr val="bg2"/>
                </a:solidFill>
                <a:latin typeface="+mj-lt"/>
              </a:defRPr>
            </a:lvl1pPr>
            <a:lvl2pPr marL="0" indent="0">
              <a:lnSpc>
                <a:spcPct val="100000"/>
              </a:lnSpc>
              <a:spcBef>
                <a:spcPts val="0"/>
              </a:spcBef>
              <a:buNone/>
              <a:defRPr sz="1610" b="1" cap="all" spc="27" baseline="0">
                <a:solidFill>
                  <a:schemeClr val="bg2"/>
                </a:solidFill>
                <a:latin typeface="+mj-lt"/>
              </a:defRPr>
            </a:lvl2pPr>
            <a:lvl3pPr marL="0" indent="0">
              <a:lnSpc>
                <a:spcPct val="100000"/>
              </a:lnSpc>
              <a:spcBef>
                <a:spcPts val="0"/>
              </a:spcBef>
              <a:buNone/>
              <a:defRPr sz="1610" b="1" cap="all" spc="27" baseline="0">
                <a:solidFill>
                  <a:schemeClr val="bg2"/>
                </a:solidFill>
                <a:latin typeface="+mj-lt"/>
              </a:defRPr>
            </a:lvl3pPr>
            <a:lvl4pPr marL="0" indent="0">
              <a:lnSpc>
                <a:spcPct val="100000"/>
              </a:lnSpc>
              <a:spcBef>
                <a:spcPts val="0"/>
              </a:spcBef>
              <a:buNone/>
              <a:defRPr sz="1610" b="1" cap="all" spc="27" baseline="0">
                <a:solidFill>
                  <a:schemeClr val="bg2"/>
                </a:solidFill>
                <a:latin typeface="+mj-lt"/>
              </a:defRPr>
            </a:lvl4pPr>
            <a:lvl5pPr marL="0" indent="0">
              <a:lnSpc>
                <a:spcPct val="100000"/>
              </a:lnSpc>
              <a:spcBef>
                <a:spcPts val="0"/>
              </a:spcBef>
              <a:buNone/>
              <a:defRPr sz="1610" b="1" cap="all" spc="27" baseline="0">
                <a:solidFill>
                  <a:schemeClr val="bg2"/>
                </a:solidFill>
                <a:latin typeface="+mj-lt"/>
              </a:defRPr>
            </a:lvl5pPr>
            <a:lvl6pPr marL="0" indent="0">
              <a:lnSpc>
                <a:spcPct val="100000"/>
              </a:lnSpc>
              <a:spcBef>
                <a:spcPts val="0"/>
              </a:spcBef>
              <a:buNone/>
              <a:defRPr sz="1610" b="1" cap="all" spc="27" baseline="0">
                <a:solidFill>
                  <a:schemeClr val="bg2"/>
                </a:solidFill>
                <a:latin typeface="+mj-lt"/>
              </a:defRPr>
            </a:lvl6pPr>
            <a:lvl7pPr marL="0" indent="0">
              <a:lnSpc>
                <a:spcPct val="100000"/>
              </a:lnSpc>
              <a:spcBef>
                <a:spcPts val="0"/>
              </a:spcBef>
              <a:buNone/>
              <a:defRPr sz="1610" b="1" cap="all" spc="27" baseline="0">
                <a:solidFill>
                  <a:schemeClr val="bg2"/>
                </a:solidFill>
                <a:latin typeface="+mj-lt"/>
              </a:defRPr>
            </a:lvl7pPr>
            <a:lvl8pPr marL="0" indent="0">
              <a:lnSpc>
                <a:spcPct val="100000"/>
              </a:lnSpc>
              <a:spcBef>
                <a:spcPts val="0"/>
              </a:spcBef>
              <a:buNone/>
              <a:defRPr sz="1610" b="1" cap="all" spc="27" baseline="0">
                <a:solidFill>
                  <a:schemeClr val="bg2"/>
                </a:solidFill>
                <a:latin typeface="+mj-lt"/>
              </a:defRPr>
            </a:lvl8pPr>
            <a:lvl9pPr marL="0" indent="0">
              <a:lnSpc>
                <a:spcPct val="100000"/>
              </a:lnSpc>
              <a:spcBef>
                <a:spcPts val="0"/>
              </a:spcBef>
              <a:buNone/>
              <a:defRPr sz="1610" b="1" cap="all" spc="27" baseline="0">
                <a:solidFill>
                  <a:schemeClr val="bg2"/>
                </a:solidFill>
                <a:latin typeface="+mj-lt"/>
              </a:defRPr>
            </a:lvl9pPr>
          </a:lstStyle>
          <a:p>
            <a:r>
              <a:rPr lang="en-US"/>
              <a:t>Optional Subline, Arial Bold, 18 PT</a:t>
            </a:r>
          </a:p>
        </p:txBody>
      </p:sp>
      <p:sp>
        <p:nvSpPr>
          <p:cNvPr id="12" name="Bildplatzhalter 11">
            <a:extLst>
              <a:ext uri="{FF2B5EF4-FFF2-40B4-BE49-F238E27FC236}">
                <a16:creationId xmlns:a16="http://schemas.microsoft.com/office/drawing/2014/main" id="{CE701161-73E5-4E40-8CB5-A866C196F4FC}"/>
              </a:ext>
            </a:extLst>
          </p:cNvPr>
          <p:cNvSpPr>
            <a:spLocks noGrp="1"/>
          </p:cNvSpPr>
          <p:nvPr>
            <p:ph type="pic" sz="quarter" idx="35" hasCustomPrompt="1"/>
          </p:nvPr>
        </p:nvSpPr>
        <p:spPr bwMode="gray">
          <a:xfrm>
            <a:off x="6094412" y="3130947"/>
            <a:ext cx="6094413" cy="3003154"/>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5" name="Bildplatzhalter 14">
            <a:extLst>
              <a:ext uri="{FF2B5EF4-FFF2-40B4-BE49-F238E27FC236}">
                <a16:creationId xmlns:a16="http://schemas.microsoft.com/office/drawing/2014/main" id="{9BD27581-A61C-4994-AFEC-392034A04F57}"/>
              </a:ext>
            </a:extLst>
          </p:cNvPr>
          <p:cNvSpPr>
            <a:spLocks noGrp="1"/>
          </p:cNvSpPr>
          <p:nvPr>
            <p:ph type="pic" sz="quarter" idx="34" hasCustomPrompt="1"/>
          </p:nvPr>
        </p:nvSpPr>
        <p:spPr bwMode="gray">
          <a:xfrm>
            <a:off x="6094412" y="0"/>
            <a:ext cx="6094413" cy="3003154"/>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7" name="Textplatzhalter 16">
            <a:extLst>
              <a:ext uri="{FF2B5EF4-FFF2-40B4-BE49-F238E27FC236}">
                <a16:creationId xmlns:a16="http://schemas.microsoft.com/office/drawing/2014/main" id="{B15CF589-97AA-42F3-A8C4-E4AD17257F06}"/>
              </a:ext>
            </a:extLst>
          </p:cNvPr>
          <p:cNvSpPr>
            <a:spLocks noGrp="1"/>
          </p:cNvSpPr>
          <p:nvPr>
            <p:ph type="body" sz="quarter" idx="32" hasCustomPrompt="1"/>
          </p:nvPr>
        </p:nvSpPr>
        <p:spPr bwMode="gray">
          <a:xfrm>
            <a:off x="6094412" y="0"/>
            <a:ext cx="6094413" cy="3002643"/>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0" name="Textplatzhalter 19">
            <a:extLst>
              <a:ext uri="{FF2B5EF4-FFF2-40B4-BE49-F238E27FC236}">
                <a16:creationId xmlns:a16="http://schemas.microsoft.com/office/drawing/2014/main" id="{32C087CC-8400-48F0-9F9B-B58475BBBCEF}"/>
              </a:ext>
            </a:extLst>
          </p:cNvPr>
          <p:cNvSpPr>
            <a:spLocks noGrp="1"/>
          </p:cNvSpPr>
          <p:nvPr>
            <p:ph type="body" sz="quarter" idx="26" hasCustomPrompt="1"/>
          </p:nvPr>
        </p:nvSpPr>
        <p:spPr bwMode="gray">
          <a:xfrm>
            <a:off x="5572549" y="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21" name="Textplatzhalter 20">
            <a:extLst>
              <a:ext uri="{FF2B5EF4-FFF2-40B4-BE49-F238E27FC236}">
                <a16:creationId xmlns:a16="http://schemas.microsoft.com/office/drawing/2014/main" id="{5F741C02-F03F-490F-A8D2-D6D6C035FDF5}"/>
              </a:ext>
            </a:extLst>
          </p:cNvPr>
          <p:cNvSpPr>
            <a:spLocks noGrp="1"/>
          </p:cNvSpPr>
          <p:nvPr>
            <p:ph type="body" sz="quarter" idx="36" hasCustomPrompt="1"/>
          </p:nvPr>
        </p:nvSpPr>
        <p:spPr bwMode="gray">
          <a:xfrm>
            <a:off x="6094412" y="3131457"/>
            <a:ext cx="6094413" cy="3002643"/>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2" name="Textplatzhalter 21">
            <a:extLst>
              <a:ext uri="{FF2B5EF4-FFF2-40B4-BE49-F238E27FC236}">
                <a16:creationId xmlns:a16="http://schemas.microsoft.com/office/drawing/2014/main" id="{3BC0A6B0-F916-48F9-BD33-DCD6EEE746F3}"/>
              </a:ext>
            </a:extLst>
          </p:cNvPr>
          <p:cNvSpPr>
            <a:spLocks noGrp="1"/>
          </p:cNvSpPr>
          <p:nvPr>
            <p:ph type="body" sz="quarter" idx="27" hasCustomPrompt="1"/>
          </p:nvPr>
        </p:nvSpPr>
        <p:spPr bwMode="gray">
          <a:xfrm>
            <a:off x="5572549" y="581210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18" name="Foliennummernplatzhalter 17">
            <a:extLst>
              <a:ext uri="{FF2B5EF4-FFF2-40B4-BE49-F238E27FC236}">
                <a16:creationId xmlns:a16="http://schemas.microsoft.com/office/drawing/2014/main" id="{798E8FBB-9131-45B7-BEA2-A2501D5E5E2D}"/>
              </a:ext>
            </a:extLst>
          </p:cNvPr>
          <p:cNvSpPr>
            <a:spLocks noGrp="1"/>
          </p:cNvSpPr>
          <p:nvPr>
            <p:ph type="sldNum" sz="quarter" idx="20"/>
          </p:nvPr>
        </p:nvSpPr>
        <p:spPr bwMode="gray"/>
        <p:txBody>
          <a:bodyPr/>
          <a:lstStyle>
            <a:lvl1pPr>
              <a:defRPr>
                <a:solidFill>
                  <a:schemeClr val="bg1"/>
                </a:solidFill>
              </a:defRPr>
            </a:lvl1pPr>
          </a:lstStyle>
          <a:p>
            <a:fld id="{96FF1F4F-4717-426F-83A6-412729423D60}" type="slidenum">
              <a:rPr lang="en-US" smtClean="0"/>
              <a:pPr/>
              <a:t>‹#›</a:t>
            </a:fld>
            <a:endParaRPr lang="en-US"/>
          </a:p>
        </p:txBody>
      </p:sp>
      <p:cxnSp>
        <p:nvCxnSpPr>
          <p:cNvPr id="14" name="Gerader Verbinder 13">
            <a:extLst>
              <a:ext uri="{FF2B5EF4-FFF2-40B4-BE49-F238E27FC236}">
                <a16:creationId xmlns:a16="http://schemas.microsoft.com/office/drawing/2014/main" id="{AE3A1E11-A2F8-40EE-A685-9EE11C7A14C5}"/>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81AA6022-09D3-4BAD-8E36-6D7A28E31120}"/>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364CA44A-20FC-4F58-9BE8-E09211EB00E3}"/>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73152068-AFB4-40BC-A340-F46C18EC3B8E}"/>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35A4B615-23B5-4927-8BC3-024F2E1D2EF7}"/>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BEEF7533-B72D-4121-83EA-9F7B5A486769}"/>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17650187-00E2-4100-9B1F-F0B998532DA0}"/>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F5A981F9-87E3-435A-835C-F1677DBDE836}"/>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C6AFD369-10E9-4561-92E4-1C1EDC43C225}"/>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871D2C7D-14F9-4E0A-B8E1-D1B637BD8EE2}"/>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1D231403-734B-494D-8471-FB22424F86F0}"/>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E0023E6A-3D61-409A-B0D3-CDD3E4FBF79A}"/>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AA23688A-D88F-4CEF-9086-770903F910E0}"/>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4C26ACD5-3507-4AB0-8902-F7684BD65A8E}"/>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65446216-34B3-4601-947D-2E313FA2ACA4}"/>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0CCB7817-5CA9-45AA-8C7B-BBD3005B16F0}"/>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B4A873C0-722A-464A-845C-1573E7216F4D}"/>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DE6D8D53-44B2-4497-8B8B-1CE1CDA26C54}"/>
              </a:ext>
            </a:extLst>
          </p:cNvPr>
          <p:cNvCxnSpPr/>
          <p:nvPr userDrawn="1"/>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9990746"/>
      </p:ext>
    </p:extLst>
  </p:cSld>
  <p:clrMapOvr>
    <a:masterClrMapping/>
  </p:clrMapOvr>
  <p:extLst>
    <p:ext uri="{DCECCB84-F9BA-43D5-87BE-67443E8EF086}">
      <p15:sldGuideLst xmlns:p15="http://schemas.microsoft.com/office/powerpoint/2012/main">
        <p15:guide id="4" orient="horz" pos="1207">
          <p15:clr>
            <a:srgbClr val="F26B43"/>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wo pictures | one content">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165832" y="3324700"/>
            <a:ext cx="4751860" cy="2254208"/>
          </a:xfrm>
        </p:spPr>
        <p:txBody>
          <a:bodyPr rIns="0"/>
          <a:lstStyle>
            <a:lvl1pPr>
              <a:defRPr sz="1610">
                <a:solidFill>
                  <a:schemeClr val="tx1"/>
                </a:solidFill>
              </a:defRPr>
            </a:lvl1pPr>
            <a:lvl2pPr>
              <a:defRPr sz="1610">
                <a:solidFill>
                  <a:schemeClr val="tx1"/>
                </a:solidFill>
              </a:defRPr>
            </a:lvl2pPr>
            <a:lvl3pPr>
              <a:defRPr sz="1610">
                <a:solidFill>
                  <a:schemeClr val="tx1"/>
                </a:solidFill>
              </a:defRPr>
            </a:lvl3pPr>
            <a:lvl4pPr>
              <a:defRPr sz="1610">
                <a:solidFill>
                  <a:schemeClr val="tx1"/>
                </a:solidFill>
              </a:defRPr>
            </a:lvl4pPr>
            <a:lvl5pPr>
              <a:defRPr sz="1610">
                <a:solidFill>
                  <a:schemeClr val="tx1"/>
                </a:solidFill>
              </a:defRPr>
            </a:lvl5pPr>
            <a:lvl6pPr>
              <a:defRPr sz="1610"/>
            </a:lvl6pPr>
            <a:lvl7pPr>
              <a:defRPr sz="1610"/>
            </a:lvl7pPr>
            <a:lvl8pPr>
              <a:defRPr sz="1610"/>
            </a:lvl8pPr>
            <a:lvl9pPr>
              <a:defRPr sz="1610"/>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Titel 5">
            <a:extLst>
              <a:ext uri="{FF2B5EF4-FFF2-40B4-BE49-F238E27FC236}">
                <a16:creationId xmlns:a16="http://schemas.microsoft.com/office/drawing/2014/main" id="{AAC81EC6-C954-40F8-B337-01B89A39A801}"/>
              </a:ext>
            </a:extLst>
          </p:cNvPr>
          <p:cNvSpPr>
            <a:spLocks noGrp="1"/>
          </p:cNvSpPr>
          <p:nvPr>
            <p:ph type="title" hasCustomPrompt="1"/>
          </p:nvPr>
        </p:nvSpPr>
        <p:spPr bwMode="gray">
          <a:xfrm>
            <a:off x="1271132" y="3582372"/>
            <a:ext cx="4751863" cy="1159264"/>
          </a:xfrm>
        </p:spPr>
        <p:txBody>
          <a:bodyPr rIns="0"/>
          <a:lstStyle>
            <a:lvl1pPr>
              <a:defRPr sz="2862"/>
            </a:lvl1pPr>
          </a:lstStyle>
          <a:p>
            <a:r>
              <a:rPr lang="en-US"/>
              <a:t>Headline, Arial Bold, 32 PT, </a:t>
            </a:r>
            <a:br>
              <a:rPr lang="en-US"/>
            </a:br>
            <a:r>
              <a:rPr lang="en-US"/>
              <a:t>Max 3 Lines</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r>
              <a:rPr lang="de-DE"/>
              <a:t>Date</a:t>
            </a:r>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1271132" y="3324743"/>
            <a:ext cx="4751863" cy="193200"/>
          </a:xfrm>
        </p:spPr>
        <p:txBody>
          <a:bodyPr rIns="0"/>
          <a:lstStyle/>
          <a:p>
            <a:r>
              <a:rPr lang="en-US"/>
              <a:t>Title of the presentation</a:t>
            </a:r>
          </a:p>
        </p:txBody>
      </p:sp>
      <p:sp>
        <p:nvSpPr>
          <p:cNvPr id="18" name="Foliennummernplatzhalter 17">
            <a:extLst>
              <a:ext uri="{FF2B5EF4-FFF2-40B4-BE49-F238E27FC236}">
                <a16:creationId xmlns:a16="http://schemas.microsoft.com/office/drawing/2014/main" id="{798E8FBB-9131-45B7-BEA2-A2501D5E5E2D}"/>
              </a:ext>
            </a:extLst>
          </p:cNvPr>
          <p:cNvSpPr>
            <a:spLocks noGrp="1"/>
          </p:cNvSpPr>
          <p:nvPr>
            <p:ph type="sldNum" sz="quarter" idx="20"/>
          </p:nvPr>
        </p:nvSpPr>
        <p:spPr bwMode="gray"/>
        <p:txBody>
          <a:bodyPr/>
          <a:lstStyle/>
          <a:p>
            <a:fld id="{96FF1F4F-4717-426F-83A6-412729423D60}" type="slidenum">
              <a:rPr lang="en-US" smtClean="0"/>
              <a:pPr/>
              <a:t>‹#›</a:t>
            </a:fld>
            <a:endParaRPr lang="en-US"/>
          </a:p>
        </p:txBody>
      </p:sp>
      <p:sp>
        <p:nvSpPr>
          <p:cNvPr id="11" name="Textplatzhalter 3">
            <a:extLst>
              <a:ext uri="{FF2B5EF4-FFF2-40B4-BE49-F238E27FC236}">
                <a16:creationId xmlns:a16="http://schemas.microsoft.com/office/drawing/2014/main" id="{E6B4EAA8-7D77-417E-92E6-B46C6ABF27DE}"/>
              </a:ext>
            </a:extLst>
          </p:cNvPr>
          <p:cNvSpPr>
            <a:spLocks noGrp="1"/>
          </p:cNvSpPr>
          <p:nvPr>
            <p:ph type="body" sz="quarter" idx="17" hasCustomPrompt="1"/>
          </p:nvPr>
        </p:nvSpPr>
        <p:spPr>
          <a:xfrm>
            <a:off x="1271256" y="4806072"/>
            <a:ext cx="4751737" cy="772836"/>
          </a:xfrm>
        </p:spPr>
        <p:txBody>
          <a:bodyPr tIns="0"/>
          <a:lstStyle>
            <a:lvl1pPr marL="0" indent="0">
              <a:lnSpc>
                <a:spcPct val="100000"/>
              </a:lnSpc>
              <a:spcBef>
                <a:spcPts val="0"/>
              </a:spcBef>
              <a:buFont typeface="Arial" panose="020B0604020202020204" pitchFamily="34" charset="0"/>
              <a:buNone/>
              <a:defRPr sz="1610" b="1" cap="all" spc="27" baseline="0">
                <a:solidFill>
                  <a:schemeClr val="bg2"/>
                </a:solidFill>
                <a:latin typeface="+mj-lt"/>
              </a:defRPr>
            </a:lvl1pPr>
            <a:lvl2pPr marL="0" indent="0">
              <a:lnSpc>
                <a:spcPct val="100000"/>
              </a:lnSpc>
              <a:spcBef>
                <a:spcPts val="0"/>
              </a:spcBef>
              <a:buNone/>
              <a:defRPr sz="1610" b="1" cap="all" spc="27" baseline="0">
                <a:solidFill>
                  <a:schemeClr val="bg2"/>
                </a:solidFill>
                <a:latin typeface="+mj-lt"/>
              </a:defRPr>
            </a:lvl2pPr>
            <a:lvl3pPr marL="0" indent="0">
              <a:lnSpc>
                <a:spcPct val="100000"/>
              </a:lnSpc>
              <a:spcBef>
                <a:spcPts val="0"/>
              </a:spcBef>
              <a:buNone/>
              <a:defRPr sz="1610" b="1" cap="all" spc="27" baseline="0">
                <a:solidFill>
                  <a:schemeClr val="bg2"/>
                </a:solidFill>
                <a:latin typeface="+mj-lt"/>
              </a:defRPr>
            </a:lvl3pPr>
            <a:lvl4pPr marL="0" indent="0">
              <a:lnSpc>
                <a:spcPct val="100000"/>
              </a:lnSpc>
              <a:spcBef>
                <a:spcPts val="0"/>
              </a:spcBef>
              <a:buNone/>
              <a:defRPr sz="1610" b="1" cap="all" spc="27" baseline="0">
                <a:solidFill>
                  <a:schemeClr val="bg2"/>
                </a:solidFill>
                <a:latin typeface="+mj-lt"/>
              </a:defRPr>
            </a:lvl4pPr>
            <a:lvl5pPr marL="0" indent="0">
              <a:lnSpc>
                <a:spcPct val="100000"/>
              </a:lnSpc>
              <a:spcBef>
                <a:spcPts val="0"/>
              </a:spcBef>
              <a:buNone/>
              <a:defRPr sz="1610" b="1" cap="all" spc="27" baseline="0">
                <a:solidFill>
                  <a:schemeClr val="bg2"/>
                </a:solidFill>
                <a:latin typeface="+mj-lt"/>
              </a:defRPr>
            </a:lvl5pPr>
            <a:lvl6pPr marL="0" indent="0">
              <a:lnSpc>
                <a:spcPct val="100000"/>
              </a:lnSpc>
              <a:spcBef>
                <a:spcPts val="0"/>
              </a:spcBef>
              <a:buNone/>
              <a:defRPr sz="1610" b="1" cap="all" spc="27" baseline="0">
                <a:solidFill>
                  <a:schemeClr val="bg2"/>
                </a:solidFill>
                <a:latin typeface="+mj-lt"/>
              </a:defRPr>
            </a:lvl6pPr>
            <a:lvl7pPr marL="0" indent="0">
              <a:lnSpc>
                <a:spcPct val="100000"/>
              </a:lnSpc>
              <a:spcBef>
                <a:spcPts val="0"/>
              </a:spcBef>
              <a:buNone/>
              <a:defRPr sz="1610" b="1" cap="all" spc="27" baseline="0">
                <a:solidFill>
                  <a:schemeClr val="bg2"/>
                </a:solidFill>
                <a:latin typeface="+mj-lt"/>
              </a:defRPr>
            </a:lvl7pPr>
            <a:lvl8pPr marL="0" indent="0">
              <a:lnSpc>
                <a:spcPct val="100000"/>
              </a:lnSpc>
              <a:spcBef>
                <a:spcPts val="0"/>
              </a:spcBef>
              <a:buNone/>
              <a:defRPr sz="1610" b="1" cap="all" spc="27" baseline="0">
                <a:solidFill>
                  <a:schemeClr val="bg2"/>
                </a:solidFill>
                <a:latin typeface="+mj-lt"/>
              </a:defRPr>
            </a:lvl8pPr>
            <a:lvl9pPr marL="0" indent="0">
              <a:lnSpc>
                <a:spcPct val="100000"/>
              </a:lnSpc>
              <a:spcBef>
                <a:spcPts val="0"/>
              </a:spcBef>
              <a:buNone/>
              <a:defRPr sz="1610" b="1" cap="all" spc="27" baseline="0">
                <a:solidFill>
                  <a:schemeClr val="bg2"/>
                </a:solidFill>
                <a:latin typeface="+mj-lt"/>
              </a:defRPr>
            </a:lvl9pPr>
          </a:lstStyle>
          <a:p>
            <a:r>
              <a:rPr lang="en-US"/>
              <a:t>Optional Subline, Arial Bold, </a:t>
            </a:r>
            <a:br>
              <a:rPr lang="en-US"/>
            </a:br>
            <a:r>
              <a:rPr lang="en-US"/>
              <a:t>18 PT, Max 2 Lines</a:t>
            </a:r>
          </a:p>
        </p:txBody>
      </p:sp>
      <p:sp>
        <p:nvSpPr>
          <p:cNvPr id="14" name="Bildplatzhalter 13">
            <a:extLst>
              <a:ext uri="{FF2B5EF4-FFF2-40B4-BE49-F238E27FC236}">
                <a16:creationId xmlns:a16="http://schemas.microsoft.com/office/drawing/2014/main" id="{A88806CB-9275-4D5F-9039-B6089D09AA9E}"/>
              </a:ext>
            </a:extLst>
          </p:cNvPr>
          <p:cNvSpPr>
            <a:spLocks noGrp="1"/>
          </p:cNvSpPr>
          <p:nvPr>
            <p:ph type="pic" sz="quarter" idx="35" hasCustomPrompt="1"/>
          </p:nvPr>
        </p:nvSpPr>
        <p:spPr bwMode="gray">
          <a:xfrm>
            <a:off x="1" y="0"/>
            <a:ext cx="5949988" cy="3067050"/>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5" name="Bildplatzhalter 14">
            <a:extLst>
              <a:ext uri="{FF2B5EF4-FFF2-40B4-BE49-F238E27FC236}">
                <a16:creationId xmlns:a16="http://schemas.microsoft.com/office/drawing/2014/main" id="{CE8FFC51-D85C-4B8A-8FCD-C21C69B4D36D}"/>
              </a:ext>
            </a:extLst>
          </p:cNvPr>
          <p:cNvSpPr>
            <a:spLocks noGrp="1"/>
          </p:cNvSpPr>
          <p:nvPr>
            <p:ph type="pic" sz="quarter" idx="34" hasCustomPrompt="1"/>
          </p:nvPr>
        </p:nvSpPr>
        <p:spPr bwMode="gray">
          <a:xfrm>
            <a:off x="6238837" y="0"/>
            <a:ext cx="5949987" cy="3067050"/>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7" name="Textplatzhalter 16">
            <a:extLst>
              <a:ext uri="{FF2B5EF4-FFF2-40B4-BE49-F238E27FC236}">
                <a16:creationId xmlns:a16="http://schemas.microsoft.com/office/drawing/2014/main" id="{3AD542E8-741C-4841-AE7A-A3675D26B4B5}"/>
              </a:ext>
            </a:extLst>
          </p:cNvPr>
          <p:cNvSpPr>
            <a:spLocks noGrp="1"/>
          </p:cNvSpPr>
          <p:nvPr>
            <p:ph type="body" sz="quarter" idx="32" hasCustomPrompt="1"/>
          </p:nvPr>
        </p:nvSpPr>
        <p:spPr bwMode="gray">
          <a:xfrm>
            <a:off x="6238838" y="0"/>
            <a:ext cx="5949987" cy="3067050"/>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0" name="Textplatzhalter 19">
            <a:extLst>
              <a:ext uri="{FF2B5EF4-FFF2-40B4-BE49-F238E27FC236}">
                <a16:creationId xmlns:a16="http://schemas.microsoft.com/office/drawing/2014/main" id="{18116E01-9983-478F-A538-589D2FA27DCA}"/>
              </a:ext>
            </a:extLst>
          </p:cNvPr>
          <p:cNvSpPr>
            <a:spLocks noGrp="1"/>
          </p:cNvSpPr>
          <p:nvPr>
            <p:ph type="body" sz="quarter" idx="36" hasCustomPrompt="1"/>
          </p:nvPr>
        </p:nvSpPr>
        <p:spPr bwMode="gray">
          <a:xfrm>
            <a:off x="1" y="0"/>
            <a:ext cx="5949988" cy="3067050"/>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1" name="Textplatzhalter 20">
            <a:extLst>
              <a:ext uri="{FF2B5EF4-FFF2-40B4-BE49-F238E27FC236}">
                <a16:creationId xmlns:a16="http://schemas.microsoft.com/office/drawing/2014/main" id="{B37C4415-901B-4585-A4CC-B17FC43184B6}"/>
              </a:ext>
            </a:extLst>
          </p:cNvPr>
          <p:cNvSpPr>
            <a:spLocks noGrp="1"/>
          </p:cNvSpPr>
          <p:nvPr>
            <p:ph type="body" sz="quarter" idx="26" hasCustomPrompt="1"/>
          </p:nvPr>
        </p:nvSpPr>
        <p:spPr bwMode="gray">
          <a:xfrm>
            <a:off x="5572549" y="0"/>
            <a:ext cx="1043728" cy="322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Tree>
    <p:extLst>
      <p:ext uri="{BB962C8B-B14F-4D97-AF65-F5344CB8AC3E}">
        <p14:creationId xmlns:p14="http://schemas.microsoft.com/office/powerpoint/2010/main" val="2099227132"/>
      </p:ext>
    </p:extLst>
  </p:cSld>
  <p:clrMapOvr>
    <a:masterClrMapping/>
  </p:clrMapOvr>
  <p:extLst>
    <p:ext uri="{DCECCB84-F9BA-43D5-87BE-67443E8EF086}">
      <p15:sldGuideLst xmlns:p15="http://schemas.microsoft.com/office/powerpoint/2012/main">
        <p15:guide id="3" orient="horz" pos="2160">
          <p15:clr>
            <a:srgbClr val="F26B43"/>
          </p15:clr>
        </p15:guide>
        <p15:guide id="4" pos="6879">
          <p15:clr>
            <a:srgbClr val="F26B43"/>
          </p15:clr>
        </p15:guide>
        <p15:guide id="5" pos="801">
          <p15:clr>
            <a:srgbClr val="F26B43"/>
          </p15:clr>
        </p15:guide>
        <p15:guide id="6" orient="horz" pos="2523">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ig numb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476300" y="1456871"/>
            <a:ext cx="6553973" cy="3735594"/>
          </a:xfrm>
        </p:spPr>
        <p:txBody>
          <a:bodyPr wrap="none" anchor="t"/>
          <a:lstStyle>
            <a:lvl1pPr>
              <a:defRPr sz="30767">
                <a:solidFill>
                  <a:schemeClr val="bg2"/>
                </a:solidFill>
              </a:defRPr>
            </a:lvl1pPr>
          </a:lstStyle>
          <a:p>
            <a:r>
              <a:rPr lang="en-US"/>
              <a:t>00</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p>
            <a:r>
              <a:rPr lang="en-US"/>
              <a:t>Title of the presentation</a:t>
            </a:r>
          </a:p>
        </p:txBody>
      </p:sp>
      <p:sp>
        <p:nvSpPr>
          <p:cNvPr id="15" name="Foliennummernplatzhalter 14">
            <a:extLst>
              <a:ext uri="{FF2B5EF4-FFF2-40B4-BE49-F238E27FC236}">
                <a16:creationId xmlns:a16="http://schemas.microsoft.com/office/drawing/2014/main" id="{25FD4D1A-E18C-472D-9175-A7445FEC82C7}"/>
              </a:ext>
            </a:extLst>
          </p:cNvPr>
          <p:cNvSpPr>
            <a:spLocks noGrp="1"/>
          </p:cNvSpPr>
          <p:nvPr>
            <p:ph type="sldNum" sz="quarter" idx="16"/>
          </p:nvPr>
        </p:nvSpPr>
        <p:spPr bwMode="gray"/>
        <p:txBody>
          <a:bodyPr/>
          <a:lstStyle/>
          <a:p>
            <a:fld id="{96FF1F4F-4717-426F-83A6-412729423D60}" type="slidenum">
              <a:rPr lang="en-US" smtClean="0"/>
              <a:pPr/>
              <a:t>‹#›</a:t>
            </a:fld>
            <a:endParaRPr lang="en-US"/>
          </a:p>
        </p:txBody>
      </p:sp>
      <p:sp>
        <p:nvSpPr>
          <p:cNvPr id="4" name="Textplatzhalter 3">
            <a:extLst>
              <a:ext uri="{FF2B5EF4-FFF2-40B4-BE49-F238E27FC236}">
                <a16:creationId xmlns:a16="http://schemas.microsoft.com/office/drawing/2014/main" id="{77161A68-ED05-4918-8556-E2999803744F}"/>
              </a:ext>
            </a:extLst>
          </p:cNvPr>
          <p:cNvSpPr>
            <a:spLocks noGrp="1"/>
          </p:cNvSpPr>
          <p:nvPr>
            <p:ph type="body" sz="quarter" idx="17" hasCustomPrompt="1"/>
          </p:nvPr>
        </p:nvSpPr>
        <p:spPr>
          <a:xfrm>
            <a:off x="7030794" y="1456872"/>
            <a:ext cx="4534307" cy="3720263"/>
          </a:xfrm>
        </p:spPr>
        <p:txBody>
          <a:bodyPr bIns="324000" anchor="b"/>
          <a:lstStyle>
            <a:lvl1pPr>
              <a:defRPr sz="2862" b="1"/>
            </a:lvl1pPr>
            <a:lvl2pPr marL="318049" indent="-318049">
              <a:defRPr sz="2862" b="1"/>
            </a:lvl2pPr>
            <a:lvl3pPr marL="647456" indent="-329408">
              <a:defRPr sz="2862" b="1"/>
            </a:lvl3pPr>
            <a:lvl4pPr marL="965505" indent="-318049">
              <a:defRPr sz="2862" b="1"/>
            </a:lvl4pPr>
            <a:lvl5pPr marL="965505" indent="-318049">
              <a:defRPr sz="2862" b="1"/>
            </a:lvl5pPr>
            <a:lvl6pPr marL="965505" indent="-318049">
              <a:defRPr sz="2862" b="1"/>
            </a:lvl6pPr>
            <a:lvl7pPr marL="965505" indent="-318049">
              <a:defRPr sz="2862" b="1"/>
            </a:lvl7pPr>
            <a:lvl8pPr marL="965505" indent="-318049">
              <a:defRPr sz="2862" b="1"/>
            </a:lvl8pPr>
            <a:lvl9pPr marL="965505" indent="-318049">
              <a:defRPr sz="2862" b="1"/>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3" name="MIO_VALID_LAYOUT">
            <a:extLst>
              <a:ext uri="{FF2B5EF4-FFF2-40B4-BE49-F238E27FC236}">
                <a16:creationId xmlns:a16="http://schemas.microsoft.com/office/drawing/2014/main" id="{B4245E6D-AA79-4533-8339-2C4D633017CC}"/>
              </a:ext>
            </a:extLst>
          </p:cNvPr>
          <p:cNvSpPr/>
          <p:nvPr userDrawn="1"/>
        </p:nvSpPr>
        <p:spPr bwMode="gray">
          <a:xfrm>
            <a:off x="11997531" y="5965372"/>
            <a:ext cx="191294" cy="168728"/>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268"/>
              </a:spcBef>
              <a:spcAft>
                <a:spcPts val="268"/>
              </a:spcAft>
              <a:buClr>
                <a:schemeClr val="bg1"/>
              </a:buClr>
              <a:buSzPct val="100000"/>
              <a:buFont typeface="Arial" panose="020B0604020202020204" pitchFamily="34" charset="0"/>
              <a:buNone/>
            </a:pPr>
            <a:endParaRPr lang="en-GB" sz="1431" kern="0">
              <a:solidFill>
                <a:srgbClr val="FFFFFF"/>
              </a:solidFill>
              <a:latin typeface="Verdana"/>
            </a:endParaRPr>
          </a:p>
        </p:txBody>
      </p:sp>
    </p:spTree>
    <p:extLst>
      <p:ext uri="{BB962C8B-B14F-4D97-AF65-F5344CB8AC3E}">
        <p14:creationId xmlns:p14="http://schemas.microsoft.com/office/powerpoint/2010/main" val="149911738"/>
      </p:ext>
    </p:extLst>
  </p:cSld>
  <p:clrMapOvr>
    <a:masterClrMapping/>
  </p:clrMapOvr>
  <p:extLst>
    <p:ext uri="{DCECCB84-F9BA-43D5-87BE-67443E8EF086}">
      <p15:sldGuideLst xmlns:p15="http://schemas.microsoft.com/office/powerpoint/2012/main">
        <p15:guide id="3" pos="6879">
          <p15:clr>
            <a:srgbClr val="F26B43"/>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623725" y="683985"/>
            <a:ext cx="10941375" cy="4894922"/>
          </a:xfrm>
        </p:spPr>
        <p:txBody>
          <a:bodyPr wrap="none" anchor="ctr"/>
          <a:lstStyle>
            <a:lvl1pPr algn="ctr">
              <a:defRPr sz="7871">
                <a:solidFill>
                  <a:schemeClr val="tx1"/>
                </a:solidFill>
              </a:defRPr>
            </a:lvl1pPr>
          </a:lstStyle>
          <a:p>
            <a:r>
              <a:rPr lang="en-US"/>
              <a:t>Solid Statement, </a:t>
            </a:r>
            <a:br>
              <a:rPr lang="en-US"/>
            </a:br>
            <a:r>
              <a:rPr lang="en-US"/>
              <a:t>Bold, 88 </a:t>
            </a:r>
            <a:r>
              <a:rPr lang="en-US" err="1"/>
              <a:t>pt</a:t>
            </a:r>
            <a:endParaRPr lang="en-US"/>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p>
            <a:r>
              <a:rPr lang="en-US"/>
              <a:t>Title of the presentation</a:t>
            </a:r>
          </a:p>
        </p:txBody>
      </p:sp>
      <p:sp>
        <p:nvSpPr>
          <p:cNvPr id="15" name="Foliennummernplatzhalter 14">
            <a:extLst>
              <a:ext uri="{FF2B5EF4-FFF2-40B4-BE49-F238E27FC236}">
                <a16:creationId xmlns:a16="http://schemas.microsoft.com/office/drawing/2014/main" id="{25FD4D1A-E18C-472D-9175-A7445FEC82C7}"/>
              </a:ext>
            </a:extLst>
          </p:cNvPr>
          <p:cNvSpPr>
            <a:spLocks noGrp="1"/>
          </p:cNvSpPr>
          <p:nvPr>
            <p:ph type="sldNum" sz="quarter" idx="16"/>
          </p:nvPr>
        </p:nvSpPr>
        <p:spPr bwMode="gray"/>
        <p:txBody>
          <a:bodyPr/>
          <a:lstStyle/>
          <a:p>
            <a:fld id="{96FF1F4F-4717-426F-83A6-412729423D60}" type="slidenum">
              <a:rPr lang="en-US" smtClean="0"/>
              <a:pPr/>
              <a:t>‹#›</a:t>
            </a:fld>
            <a:endParaRPr lang="en-US"/>
          </a:p>
        </p:txBody>
      </p:sp>
      <p:sp>
        <p:nvSpPr>
          <p:cNvPr id="3" name="MIO_VALID_LAYOUT">
            <a:extLst>
              <a:ext uri="{FF2B5EF4-FFF2-40B4-BE49-F238E27FC236}">
                <a16:creationId xmlns:a16="http://schemas.microsoft.com/office/drawing/2014/main" id="{C33D2968-54EF-4DC3-94A9-0C504FD0E934}"/>
              </a:ext>
            </a:extLst>
          </p:cNvPr>
          <p:cNvSpPr/>
          <p:nvPr userDrawn="1"/>
        </p:nvSpPr>
        <p:spPr bwMode="gray">
          <a:xfrm>
            <a:off x="11997531" y="5965372"/>
            <a:ext cx="191294" cy="168728"/>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268"/>
              </a:spcBef>
              <a:spcAft>
                <a:spcPts val="268"/>
              </a:spcAft>
              <a:buClr>
                <a:schemeClr val="bg1"/>
              </a:buClr>
              <a:buSzPct val="100000"/>
              <a:buFont typeface="Arial" panose="020B0604020202020204" pitchFamily="34" charset="0"/>
              <a:buNone/>
            </a:pPr>
            <a:endParaRPr lang="en-GB" sz="1431" kern="0">
              <a:solidFill>
                <a:srgbClr val="FFFFFF"/>
              </a:solidFill>
              <a:latin typeface="Verdana"/>
            </a:endParaRPr>
          </a:p>
        </p:txBody>
      </p:sp>
    </p:spTree>
    <p:extLst>
      <p:ext uri="{BB962C8B-B14F-4D97-AF65-F5344CB8AC3E}">
        <p14:creationId xmlns:p14="http://schemas.microsoft.com/office/powerpoint/2010/main" val="3844186758"/>
      </p:ext>
    </p:extLst>
  </p:cSld>
  <p:clrMapOvr>
    <a:masterClrMapping/>
  </p:clrMapOvr>
  <p:extLst>
    <p:ext uri="{DCECCB84-F9BA-43D5-87BE-67443E8EF086}">
      <p15:sldGuideLst xmlns:p15="http://schemas.microsoft.com/office/powerpoint/2012/main">
        <p15:guide id="3" pos="6879">
          <p15:clr>
            <a:srgbClr val="F26B43"/>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ig Statement | blac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623725" y="683985"/>
            <a:ext cx="10941375" cy="4894922"/>
          </a:xfrm>
        </p:spPr>
        <p:txBody>
          <a:bodyPr wrap="none" anchor="ctr"/>
          <a:lstStyle>
            <a:lvl1pPr algn="ctr">
              <a:defRPr sz="7871">
                <a:solidFill>
                  <a:schemeClr val="bg1"/>
                </a:solidFill>
              </a:defRPr>
            </a:lvl1pPr>
          </a:lstStyle>
          <a:p>
            <a:r>
              <a:rPr lang="en-US"/>
              <a:t>Solid </a:t>
            </a:r>
            <a:br>
              <a:rPr lang="en-US"/>
            </a:br>
            <a:r>
              <a:rPr lang="en-US"/>
              <a:t>Statement, </a:t>
            </a:r>
            <a:br>
              <a:rPr lang="en-US"/>
            </a:br>
            <a:r>
              <a:rPr lang="en-US"/>
              <a:t>Bold, 88 </a:t>
            </a:r>
            <a:r>
              <a:rPr lang="en-US" err="1"/>
              <a:t>pt</a:t>
            </a:r>
            <a:endParaRPr lang="en-US"/>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lvl1pPr>
              <a:defRPr>
                <a:solidFill>
                  <a:schemeClr val="bg1"/>
                </a:solidFill>
              </a:defRPr>
            </a:lvl1p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lvl1pPr>
              <a:defRPr>
                <a:solidFill>
                  <a:schemeClr val="bg1"/>
                </a:solidFill>
              </a:defRPr>
            </a:lvl1pPr>
          </a:lstStyle>
          <a:p>
            <a:r>
              <a:rPr lang="en-US"/>
              <a:t>Title of the presentation</a:t>
            </a:r>
          </a:p>
        </p:txBody>
      </p:sp>
      <p:sp>
        <p:nvSpPr>
          <p:cNvPr id="15" name="Foliennummernplatzhalter 14">
            <a:extLst>
              <a:ext uri="{FF2B5EF4-FFF2-40B4-BE49-F238E27FC236}">
                <a16:creationId xmlns:a16="http://schemas.microsoft.com/office/drawing/2014/main" id="{25FD4D1A-E18C-472D-9175-A7445FEC82C7}"/>
              </a:ext>
            </a:extLst>
          </p:cNvPr>
          <p:cNvSpPr>
            <a:spLocks noGrp="1"/>
          </p:cNvSpPr>
          <p:nvPr>
            <p:ph type="sldNum" sz="quarter" idx="16"/>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3" name="MIO_VALID_LAYOUT">
            <a:extLst>
              <a:ext uri="{FF2B5EF4-FFF2-40B4-BE49-F238E27FC236}">
                <a16:creationId xmlns:a16="http://schemas.microsoft.com/office/drawing/2014/main" id="{4722069E-0AF5-4389-AAB6-719270CAC0DB}"/>
              </a:ext>
            </a:extLst>
          </p:cNvPr>
          <p:cNvSpPr/>
          <p:nvPr userDrawn="1"/>
        </p:nvSpPr>
        <p:spPr bwMode="gray">
          <a:xfrm>
            <a:off x="11997531" y="5965372"/>
            <a:ext cx="191294" cy="168728"/>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268"/>
              </a:spcBef>
              <a:spcAft>
                <a:spcPts val="268"/>
              </a:spcAft>
              <a:buClr>
                <a:schemeClr val="bg1"/>
              </a:buClr>
              <a:buSzPct val="100000"/>
              <a:buFont typeface="Arial" panose="020B0604020202020204" pitchFamily="34" charset="0"/>
              <a:buNone/>
            </a:pPr>
            <a:endParaRPr lang="en-GB" sz="1431" kern="0">
              <a:solidFill>
                <a:srgbClr val="FFFFFF"/>
              </a:solidFill>
              <a:latin typeface="Verdana"/>
            </a:endParaRPr>
          </a:p>
        </p:txBody>
      </p:sp>
    </p:spTree>
    <p:extLst>
      <p:ext uri="{BB962C8B-B14F-4D97-AF65-F5344CB8AC3E}">
        <p14:creationId xmlns:p14="http://schemas.microsoft.com/office/powerpoint/2010/main" val="3409695605"/>
      </p:ext>
    </p:extLst>
  </p:cSld>
  <p:clrMapOvr>
    <a:masterClrMapping/>
  </p:clrMapOvr>
  <p:extLst>
    <p:ext uri="{DCECCB84-F9BA-43D5-87BE-67443E8EF086}">
      <p15:sldGuideLst xmlns:p15="http://schemas.microsoft.com/office/powerpoint/2012/main">
        <p15:guide id="3" pos="6879">
          <p15:clr>
            <a:srgbClr val="F26B43"/>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Big Statement | colo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623725" y="683985"/>
            <a:ext cx="10941375" cy="4894922"/>
          </a:xfrm>
        </p:spPr>
        <p:txBody>
          <a:bodyPr wrap="none" anchor="ctr"/>
          <a:lstStyle>
            <a:lvl1pPr algn="ctr">
              <a:defRPr sz="7871">
                <a:solidFill>
                  <a:schemeClr val="bg1"/>
                </a:solidFill>
              </a:defRPr>
            </a:lvl1pPr>
          </a:lstStyle>
          <a:p>
            <a:r>
              <a:rPr lang="en-US"/>
              <a:t>Solid </a:t>
            </a:r>
            <a:br>
              <a:rPr lang="en-US"/>
            </a:br>
            <a:r>
              <a:rPr lang="en-US"/>
              <a:t>Statement, </a:t>
            </a:r>
            <a:br>
              <a:rPr lang="en-US"/>
            </a:br>
            <a:r>
              <a:rPr lang="en-US"/>
              <a:t>Bold, 88 </a:t>
            </a:r>
            <a:r>
              <a:rPr lang="en-US" err="1"/>
              <a:t>pt</a:t>
            </a:r>
            <a:endParaRPr lang="en-US"/>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lvl1pPr>
              <a:defRPr>
                <a:solidFill>
                  <a:schemeClr val="bg1"/>
                </a:solidFill>
              </a:defRPr>
            </a:lvl1p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lvl1pPr>
              <a:defRPr>
                <a:solidFill>
                  <a:schemeClr val="bg1"/>
                </a:solidFill>
              </a:defRPr>
            </a:lvl1pPr>
          </a:lstStyle>
          <a:p>
            <a:r>
              <a:rPr lang="en-US"/>
              <a:t>Title of the presentation</a:t>
            </a:r>
          </a:p>
        </p:txBody>
      </p:sp>
      <p:sp>
        <p:nvSpPr>
          <p:cNvPr id="15" name="Foliennummernplatzhalter 14">
            <a:extLst>
              <a:ext uri="{FF2B5EF4-FFF2-40B4-BE49-F238E27FC236}">
                <a16:creationId xmlns:a16="http://schemas.microsoft.com/office/drawing/2014/main" id="{25FD4D1A-E18C-472D-9175-A7445FEC82C7}"/>
              </a:ext>
            </a:extLst>
          </p:cNvPr>
          <p:cNvSpPr>
            <a:spLocks noGrp="1"/>
          </p:cNvSpPr>
          <p:nvPr>
            <p:ph type="sldNum" sz="quarter" idx="16"/>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5" name="Grafik 2">
            <a:extLst>
              <a:ext uri="{FF2B5EF4-FFF2-40B4-BE49-F238E27FC236}">
                <a16:creationId xmlns:a16="http://schemas.microsoft.com/office/drawing/2014/main" id="{93880F01-EC0F-4440-98AD-4273CB70DD16}"/>
              </a:ext>
            </a:extLst>
          </p:cNvPr>
          <p:cNvSpPr/>
          <p:nvPr/>
        </p:nvSpPr>
        <p:spPr>
          <a:xfrm>
            <a:off x="5573848" y="0"/>
            <a:ext cx="1042716" cy="322000"/>
          </a:xfrm>
          <a:custGeom>
            <a:avLst/>
            <a:gdLst>
              <a:gd name="connsiteX0" fmla="*/ 0 w 1043927"/>
              <a:gd name="connsiteY0" fmla="*/ 0 h 363377"/>
              <a:gd name="connsiteX1" fmla="*/ 1043928 w 1043927"/>
              <a:gd name="connsiteY1" fmla="*/ 0 h 363377"/>
              <a:gd name="connsiteX2" fmla="*/ 1043928 w 1043927"/>
              <a:gd name="connsiteY2" fmla="*/ 363378 h 363377"/>
              <a:gd name="connsiteX3" fmla="*/ 0 w 1043927"/>
              <a:gd name="connsiteY3" fmla="*/ 363378 h 363377"/>
            </a:gdLst>
            <a:ahLst/>
            <a:cxnLst>
              <a:cxn ang="0">
                <a:pos x="connsiteX0" y="connsiteY0"/>
              </a:cxn>
              <a:cxn ang="0">
                <a:pos x="connsiteX1" y="connsiteY1"/>
              </a:cxn>
              <a:cxn ang="0">
                <a:pos x="connsiteX2" y="connsiteY2"/>
              </a:cxn>
              <a:cxn ang="0">
                <a:pos x="connsiteX3" y="connsiteY3"/>
              </a:cxn>
            </a:cxnLst>
            <a:rect l="l" t="t" r="r" b="b"/>
            <a:pathLst>
              <a:path w="1043927" h="363377">
                <a:moveTo>
                  <a:pt x="0" y="0"/>
                </a:moveTo>
                <a:lnTo>
                  <a:pt x="1043928" y="0"/>
                </a:lnTo>
                <a:lnTo>
                  <a:pt x="1043928" y="363378"/>
                </a:lnTo>
                <a:lnTo>
                  <a:pt x="0" y="363378"/>
                </a:lnTo>
                <a:close/>
              </a:path>
            </a:pathLst>
          </a:custGeom>
          <a:solidFill>
            <a:schemeClr val="bg1"/>
          </a:solidFill>
          <a:ln w="3175" cap="flat">
            <a:solidFill>
              <a:schemeClr val="bg1"/>
            </a:solidFill>
            <a:prstDash val="solid"/>
            <a:miter/>
          </a:ln>
        </p:spPr>
        <p:txBody>
          <a:bodyPr rtlCol="0" anchor="ctr"/>
          <a:lstStyle/>
          <a:p>
            <a:endParaRPr lang="de-DE" sz="1610"/>
          </a:p>
        </p:txBody>
      </p:sp>
      <p:sp>
        <p:nvSpPr>
          <p:cNvPr id="6" name="Grafik 3">
            <a:extLst>
              <a:ext uri="{FF2B5EF4-FFF2-40B4-BE49-F238E27FC236}">
                <a16:creationId xmlns:a16="http://schemas.microsoft.com/office/drawing/2014/main" id="{0C4DB55D-921B-47DF-AFC0-5E87FEA1A5FB}"/>
              </a:ext>
            </a:extLst>
          </p:cNvPr>
          <p:cNvSpPr/>
          <p:nvPr/>
        </p:nvSpPr>
        <p:spPr>
          <a:xfrm>
            <a:off x="5573848" y="5812100"/>
            <a:ext cx="1042716" cy="322000"/>
          </a:xfrm>
          <a:custGeom>
            <a:avLst/>
            <a:gdLst>
              <a:gd name="connsiteX0" fmla="*/ 0 w 1043927"/>
              <a:gd name="connsiteY0" fmla="*/ 0 h 363377"/>
              <a:gd name="connsiteX1" fmla="*/ 1043928 w 1043927"/>
              <a:gd name="connsiteY1" fmla="*/ 0 h 363377"/>
              <a:gd name="connsiteX2" fmla="*/ 1043928 w 1043927"/>
              <a:gd name="connsiteY2" fmla="*/ 363378 h 363377"/>
              <a:gd name="connsiteX3" fmla="*/ 0 w 1043927"/>
              <a:gd name="connsiteY3" fmla="*/ 363378 h 363377"/>
            </a:gdLst>
            <a:ahLst/>
            <a:cxnLst>
              <a:cxn ang="0">
                <a:pos x="connsiteX0" y="connsiteY0"/>
              </a:cxn>
              <a:cxn ang="0">
                <a:pos x="connsiteX1" y="connsiteY1"/>
              </a:cxn>
              <a:cxn ang="0">
                <a:pos x="connsiteX2" y="connsiteY2"/>
              </a:cxn>
              <a:cxn ang="0">
                <a:pos x="connsiteX3" y="connsiteY3"/>
              </a:cxn>
            </a:cxnLst>
            <a:rect l="l" t="t" r="r" b="b"/>
            <a:pathLst>
              <a:path w="1043927" h="363377">
                <a:moveTo>
                  <a:pt x="0" y="0"/>
                </a:moveTo>
                <a:lnTo>
                  <a:pt x="1043928" y="0"/>
                </a:lnTo>
                <a:lnTo>
                  <a:pt x="1043928" y="363378"/>
                </a:lnTo>
                <a:lnTo>
                  <a:pt x="0" y="363378"/>
                </a:lnTo>
                <a:close/>
              </a:path>
            </a:pathLst>
          </a:custGeom>
          <a:solidFill>
            <a:schemeClr val="bg1"/>
          </a:solidFill>
          <a:ln w="3175" cap="flat">
            <a:solidFill>
              <a:schemeClr val="bg1"/>
            </a:solidFill>
            <a:prstDash val="solid"/>
            <a:miter/>
          </a:ln>
        </p:spPr>
        <p:txBody>
          <a:bodyPr rtlCol="0" anchor="ctr"/>
          <a:lstStyle/>
          <a:p>
            <a:endParaRPr lang="de-DE" sz="1610"/>
          </a:p>
        </p:txBody>
      </p:sp>
      <p:sp>
        <p:nvSpPr>
          <p:cNvPr id="3" name="MIO_VALID_LAYOUT">
            <a:extLst>
              <a:ext uri="{FF2B5EF4-FFF2-40B4-BE49-F238E27FC236}">
                <a16:creationId xmlns:a16="http://schemas.microsoft.com/office/drawing/2014/main" id="{EB5ED93A-7134-4A53-8A3D-D37624EE4323}"/>
              </a:ext>
            </a:extLst>
          </p:cNvPr>
          <p:cNvSpPr/>
          <p:nvPr userDrawn="1"/>
        </p:nvSpPr>
        <p:spPr bwMode="gray">
          <a:xfrm>
            <a:off x="11997531" y="5965372"/>
            <a:ext cx="191294" cy="168728"/>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268"/>
              </a:spcBef>
              <a:spcAft>
                <a:spcPts val="268"/>
              </a:spcAft>
              <a:buClr>
                <a:schemeClr val="bg1"/>
              </a:buClr>
              <a:buSzPct val="100000"/>
              <a:buFont typeface="Arial" panose="020B0604020202020204" pitchFamily="34" charset="0"/>
              <a:buNone/>
            </a:pPr>
            <a:endParaRPr lang="en-GB" sz="1431" kern="0">
              <a:solidFill>
                <a:srgbClr val="FFFFFF"/>
              </a:solidFill>
              <a:latin typeface="Verdana"/>
            </a:endParaRPr>
          </a:p>
        </p:txBody>
      </p:sp>
      <p:cxnSp>
        <p:nvCxnSpPr>
          <p:cNvPr id="9" name="Gerader Verbinder 8">
            <a:extLst>
              <a:ext uri="{FF2B5EF4-FFF2-40B4-BE49-F238E27FC236}">
                <a16:creationId xmlns:a16="http://schemas.microsoft.com/office/drawing/2014/main" id="{7EFA09C1-630D-46AE-8B22-61FAC88C0B44}"/>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0DE5C17B-1C2D-409F-ACD1-4DE25EDB30C5}"/>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3586B56E-C517-4DC8-98AF-55F0D3A678D8}"/>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EA1139D1-6860-4C8E-A54E-8620AF441D08}"/>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4ECDB24A-621F-4F32-8B10-79C28A948382}"/>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B2D156A2-C9BC-4750-B6A1-F813943E619E}"/>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F41107A8-E88A-42BA-A8F9-AC4543A3BF46}"/>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1FFBBE32-5C31-4F85-91B1-A1404F101F96}"/>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80E6C725-CB67-45FC-99D1-9DF33BA4D2E4}"/>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1814A888-6DB7-4C5E-BAFD-21B827ECB24B}"/>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A72E890C-2AD3-47E9-B44A-2EBA6F4917E0}"/>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92940EE0-6E0B-43B7-A2BE-F0C5FBA5F227}"/>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2E210319-756D-4FE0-B2B9-392ABDAA70EB}"/>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6C458B69-400C-4789-B57A-3AD879C9252D}"/>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230A4FA4-0025-4F65-967B-8BF4D7FD57C1}"/>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D674E4B6-C369-4B1E-BAA5-10883B508DF5}"/>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9BA8DE06-F649-4D12-8C89-40B28F38B8ED}"/>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302B5E54-3BEB-41B5-A670-AAAD4094DFAC}"/>
              </a:ext>
            </a:extLst>
          </p:cNvPr>
          <p:cNvCxnSpPr/>
          <p:nvPr userDrawn="1"/>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48406"/>
      </p:ext>
    </p:extLst>
  </p:cSld>
  <p:clrMapOvr>
    <a:masterClrMapping/>
  </p:clrMapOvr>
  <p:extLst>
    <p:ext uri="{DCECCB84-F9BA-43D5-87BE-67443E8EF086}">
      <p15:sldGuideLst xmlns:p15="http://schemas.microsoft.com/office/powerpoint/2012/main">
        <p15:guide id="3" pos="6879">
          <p15:clr>
            <a:srgbClr val="F26B43"/>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ig picture">
    <p:spTree>
      <p:nvGrpSpPr>
        <p:cNvPr id="1" name=""/>
        <p:cNvGrpSpPr/>
        <p:nvPr/>
      </p:nvGrpSpPr>
      <p:grpSpPr>
        <a:xfrm>
          <a:off x="0" y="0"/>
          <a:ext cx="0" cy="0"/>
          <a:chOff x="0" y="0"/>
          <a:chExt cx="0" cy="0"/>
        </a:xfrm>
      </p:grpSpPr>
      <p:sp>
        <p:nvSpPr>
          <p:cNvPr id="18" name="Bildplatzhalter 17">
            <a:extLst>
              <a:ext uri="{FF2B5EF4-FFF2-40B4-BE49-F238E27FC236}">
                <a16:creationId xmlns:a16="http://schemas.microsoft.com/office/drawing/2014/main" id="{4A32967D-7100-4C5B-BAA6-66F8C0280D07}"/>
              </a:ext>
            </a:extLst>
          </p:cNvPr>
          <p:cNvSpPr>
            <a:spLocks noGrp="1"/>
          </p:cNvSpPr>
          <p:nvPr>
            <p:ph type="pic" sz="quarter" idx="18" hasCustomPrompt="1"/>
          </p:nvPr>
        </p:nvSpPr>
        <p:spPr bwMode="gray">
          <a:xfrm>
            <a:off x="0" y="0"/>
            <a:ext cx="12188825" cy="6134100"/>
          </a:xfrm>
          <a:custGeom>
            <a:avLst/>
            <a:gdLst>
              <a:gd name="connsiteX0" fmla="*/ 0 w 12192000"/>
              <a:gd name="connsiteY0" fmla="*/ 0 h 6858000"/>
              <a:gd name="connsiteX1" fmla="*/ 5574000 w 12192000"/>
              <a:gd name="connsiteY1" fmla="*/ 0 h 6858000"/>
              <a:gd name="connsiteX2" fmla="*/ 5574000 w 12192000"/>
              <a:gd name="connsiteY2" fmla="*/ 360000 h 6858000"/>
              <a:gd name="connsiteX3" fmla="*/ 6618000 w 12192000"/>
              <a:gd name="connsiteY3" fmla="*/ 360000 h 6858000"/>
              <a:gd name="connsiteX4" fmla="*/ 6618000 w 12192000"/>
              <a:gd name="connsiteY4" fmla="*/ 0 h 6858000"/>
              <a:gd name="connsiteX5" fmla="*/ 12192000 w 12192000"/>
              <a:gd name="connsiteY5" fmla="*/ 0 h 6858000"/>
              <a:gd name="connsiteX6" fmla="*/ 12192000 w 12192000"/>
              <a:gd name="connsiteY6" fmla="*/ 6858000 h 6858000"/>
              <a:gd name="connsiteX7" fmla="*/ 6618000 w 12192000"/>
              <a:gd name="connsiteY7" fmla="*/ 6858000 h 6858000"/>
              <a:gd name="connsiteX8" fmla="*/ 6618000 w 12192000"/>
              <a:gd name="connsiteY8" fmla="*/ 6498000 h 6858000"/>
              <a:gd name="connsiteX9" fmla="*/ 5574000 w 12192000"/>
              <a:gd name="connsiteY9" fmla="*/ 6498000 h 6858000"/>
              <a:gd name="connsiteX10" fmla="*/ 5574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5574000" y="0"/>
                </a:lnTo>
                <a:lnTo>
                  <a:pt x="5574000" y="360000"/>
                </a:lnTo>
                <a:lnTo>
                  <a:pt x="6618000" y="360000"/>
                </a:lnTo>
                <a:lnTo>
                  <a:pt x="6618000" y="0"/>
                </a:lnTo>
                <a:lnTo>
                  <a:pt x="12192000" y="0"/>
                </a:lnTo>
                <a:lnTo>
                  <a:pt x="12192000" y="6858000"/>
                </a:lnTo>
                <a:lnTo>
                  <a:pt x="6618000" y="6858000"/>
                </a:lnTo>
                <a:lnTo>
                  <a:pt x="6618000" y="6498000"/>
                </a:lnTo>
                <a:lnTo>
                  <a:pt x="5574000" y="6498000"/>
                </a:lnTo>
                <a:lnTo>
                  <a:pt x="5574000" y="6858000"/>
                </a:lnTo>
                <a:lnTo>
                  <a:pt x="0" y="6858000"/>
                </a:lnTo>
                <a:close/>
              </a:path>
            </a:pathLst>
          </a:custGeom>
          <a:solidFill>
            <a:schemeClr val="accent6"/>
          </a:solidFill>
        </p:spPr>
        <p:txBody>
          <a:bodyPr wrap="square">
            <a:noAutofit/>
          </a:bodyPr>
          <a:lstStyle>
            <a:lvl1pPr>
              <a:defRPr/>
            </a:lvl1pPr>
          </a:lstStyle>
          <a:p>
            <a:r>
              <a:rPr lang="de-DE"/>
              <a:t> </a:t>
            </a:r>
          </a:p>
        </p:txBody>
      </p:sp>
      <p:sp>
        <p:nvSpPr>
          <p:cNvPr id="20" name="Textplatzhalter 19">
            <a:extLst>
              <a:ext uri="{FF2B5EF4-FFF2-40B4-BE49-F238E27FC236}">
                <a16:creationId xmlns:a16="http://schemas.microsoft.com/office/drawing/2014/main" id="{EA77BD86-6423-4300-B232-FCAFC740389D}"/>
              </a:ext>
            </a:extLst>
          </p:cNvPr>
          <p:cNvSpPr>
            <a:spLocks noGrp="1"/>
          </p:cNvSpPr>
          <p:nvPr>
            <p:ph type="body" sz="quarter" idx="17" hasCustomPrompt="1"/>
          </p:nvPr>
        </p:nvSpPr>
        <p:spPr bwMode="gray">
          <a:xfrm>
            <a:off x="0" y="0"/>
            <a:ext cx="12188825" cy="6134100"/>
          </a:xfrm>
          <a:custGeom>
            <a:avLst/>
            <a:gdLst>
              <a:gd name="connsiteX0" fmla="*/ 0 w 12192000"/>
              <a:gd name="connsiteY0" fmla="*/ 0 h 6858000"/>
              <a:gd name="connsiteX1" fmla="*/ 5574000 w 12192000"/>
              <a:gd name="connsiteY1" fmla="*/ 0 h 6858000"/>
              <a:gd name="connsiteX2" fmla="*/ 5574000 w 12192000"/>
              <a:gd name="connsiteY2" fmla="*/ 360000 h 6858000"/>
              <a:gd name="connsiteX3" fmla="*/ 6618000 w 12192000"/>
              <a:gd name="connsiteY3" fmla="*/ 360000 h 6858000"/>
              <a:gd name="connsiteX4" fmla="*/ 6618000 w 12192000"/>
              <a:gd name="connsiteY4" fmla="*/ 0 h 6858000"/>
              <a:gd name="connsiteX5" fmla="*/ 12192000 w 12192000"/>
              <a:gd name="connsiteY5" fmla="*/ 0 h 6858000"/>
              <a:gd name="connsiteX6" fmla="*/ 12192000 w 12192000"/>
              <a:gd name="connsiteY6" fmla="*/ 6858000 h 6858000"/>
              <a:gd name="connsiteX7" fmla="*/ 6618000 w 12192000"/>
              <a:gd name="connsiteY7" fmla="*/ 6858000 h 6858000"/>
              <a:gd name="connsiteX8" fmla="*/ 6618000 w 12192000"/>
              <a:gd name="connsiteY8" fmla="*/ 6498000 h 6858000"/>
              <a:gd name="connsiteX9" fmla="*/ 5574000 w 12192000"/>
              <a:gd name="connsiteY9" fmla="*/ 6498000 h 6858000"/>
              <a:gd name="connsiteX10" fmla="*/ 5574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5574000" y="0"/>
                </a:lnTo>
                <a:lnTo>
                  <a:pt x="5574000" y="360000"/>
                </a:lnTo>
                <a:lnTo>
                  <a:pt x="6618000" y="360000"/>
                </a:lnTo>
                <a:lnTo>
                  <a:pt x="6618000" y="0"/>
                </a:lnTo>
                <a:lnTo>
                  <a:pt x="12192000" y="0"/>
                </a:lnTo>
                <a:lnTo>
                  <a:pt x="12192000" y="6858000"/>
                </a:lnTo>
                <a:lnTo>
                  <a:pt x="6618000" y="6858000"/>
                </a:lnTo>
                <a:lnTo>
                  <a:pt x="6618000" y="6498000"/>
                </a:lnTo>
                <a:lnTo>
                  <a:pt x="5574000" y="6498000"/>
                </a:lnTo>
                <a:lnTo>
                  <a:pt x="5574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
        <p:nvSpPr>
          <p:cNvPr id="5" name="Datumsplatzhalter 4">
            <a:extLst>
              <a:ext uri="{FF2B5EF4-FFF2-40B4-BE49-F238E27FC236}">
                <a16:creationId xmlns:a16="http://schemas.microsoft.com/office/drawing/2014/main" id="{FDE13769-E8CA-4C88-A23D-25D4FA628581}"/>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6" name="Fußzeilenplatzhalter 5">
            <a:extLst>
              <a:ext uri="{FF2B5EF4-FFF2-40B4-BE49-F238E27FC236}">
                <a16:creationId xmlns:a16="http://schemas.microsoft.com/office/drawing/2014/main" id="{7F0D9A8C-C082-4478-8FE7-E231FA3FC352}"/>
              </a:ext>
            </a:extLst>
          </p:cNvPr>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10" name="Foliennummernplatzhalter 9">
            <a:extLst>
              <a:ext uri="{FF2B5EF4-FFF2-40B4-BE49-F238E27FC236}">
                <a16:creationId xmlns:a16="http://schemas.microsoft.com/office/drawing/2014/main" id="{3304231E-62FF-4FCB-8BB6-E40B7D8E7A9F}"/>
              </a:ext>
            </a:extLst>
          </p:cNvPr>
          <p:cNvSpPr>
            <a:spLocks noGrp="1"/>
          </p:cNvSpPr>
          <p:nvPr>
            <p:ph type="sldNum" sz="quarter" idx="12"/>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2" name="MIO_VALID_LAYOUT">
            <a:extLst>
              <a:ext uri="{FF2B5EF4-FFF2-40B4-BE49-F238E27FC236}">
                <a16:creationId xmlns:a16="http://schemas.microsoft.com/office/drawing/2014/main" id="{291FD379-20B6-41E1-AC6A-94CD3588B265}"/>
              </a:ext>
            </a:extLst>
          </p:cNvPr>
          <p:cNvSpPr/>
          <p:nvPr userDrawn="1"/>
        </p:nvSpPr>
        <p:spPr bwMode="gray">
          <a:xfrm>
            <a:off x="11997531" y="5965372"/>
            <a:ext cx="191294" cy="168728"/>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268"/>
              </a:spcBef>
              <a:spcAft>
                <a:spcPts val="268"/>
              </a:spcAft>
              <a:buClr>
                <a:schemeClr val="bg1"/>
              </a:buClr>
              <a:buSzPct val="100000"/>
              <a:buFont typeface="Arial" panose="020B0604020202020204" pitchFamily="34" charset="0"/>
              <a:buNone/>
            </a:pPr>
            <a:endParaRPr lang="en-GB" sz="1431" kern="0">
              <a:solidFill>
                <a:srgbClr val="FFFFFF"/>
              </a:solidFill>
              <a:latin typeface="Verdana"/>
            </a:endParaRPr>
          </a:p>
        </p:txBody>
      </p:sp>
    </p:spTree>
    <p:extLst>
      <p:ext uri="{BB962C8B-B14F-4D97-AF65-F5344CB8AC3E}">
        <p14:creationId xmlns:p14="http://schemas.microsoft.com/office/powerpoint/2010/main" val="1090928881"/>
      </p:ext>
    </p:extLst>
  </p:cSld>
  <p:clrMapOvr>
    <a:masterClrMapping/>
  </p:clrMapOvr>
  <p:extLst>
    <p:ext uri="{DCECCB84-F9BA-43D5-87BE-67443E8EF086}">
      <p15:sldGuideLst xmlns:p15="http://schemas.microsoft.com/office/powerpoint/2012/main">
        <p15:guide id="1" pos="3749">
          <p15:clr>
            <a:srgbClr val="F26B43"/>
          </p15:clr>
        </p15:guide>
        <p15:guide id="2" pos="3931">
          <p15:clr>
            <a:srgbClr val="F26B43"/>
          </p15:clr>
        </p15:guide>
        <p15:guide id="3" pos="1980">
          <p15:clr>
            <a:srgbClr val="F26B43"/>
          </p15:clr>
        </p15:guide>
        <p15:guide id="4" pos="2162">
          <p15:clr>
            <a:srgbClr val="F26B43"/>
          </p15:clr>
        </p15:guide>
        <p15:guide id="5" pos="5518">
          <p15:clr>
            <a:srgbClr val="F26B43"/>
          </p15:clr>
        </p15:guide>
        <p15:guide id="6" pos="5700">
          <p15:clr>
            <a:srgbClr val="F26B43"/>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ig picture | Text">
    <p:spTree>
      <p:nvGrpSpPr>
        <p:cNvPr id="1" name=""/>
        <p:cNvGrpSpPr/>
        <p:nvPr/>
      </p:nvGrpSpPr>
      <p:grpSpPr>
        <a:xfrm>
          <a:off x="0" y="0"/>
          <a:ext cx="0" cy="0"/>
          <a:chOff x="0" y="0"/>
          <a:chExt cx="0" cy="0"/>
        </a:xfrm>
      </p:grpSpPr>
      <p:sp>
        <p:nvSpPr>
          <p:cNvPr id="8" name="Bildplatzhalter 7">
            <a:extLst>
              <a:ext uri="{FF2B5EF4-FFF2-40B4-BE49-F238E27FC236}">
                <a16:creationId xmlns:a16="http://schemas.microsoft.com/office/drawing/2014/main" id="{8E90E71F-47FC-4404-B63A-A763EE5BC29E}"/>
              </a:ext>
            </a:extLst>
          </p:cNvPr>
          <p:cNvSpPr>
            <a:spLocks noGrp="1"/>
          </p:cNvSpPr>
          <p:nvPr>
            <p:ph type="pic" sz="quarter" idx="18" hasCustomPrompt="1"/>
          </p:nvPr>
        </p:nvSpPr>
        <p:spPr bwMode="gray">
          <a:xfrm>
            <a:off x="0" y="0"/>
            <a:ext cx="12188825" cy="6134100"/>
          </a:xfrm>
          <a:custGeom>
            <a:avLst/>
            <a:gdLst>
              <a:gd name="connsiteX0" fmla="*/ 0 w 12192000"/>
              <a:gd name="connsiteY0" fmla="*/ 0 h 6858000"/>
              <a:gd name="connsiteX1" fmla="*/ 5574000 w 12192000"/>
              <a:gd name="connsiteY1" fmla="*/ 0 h 6858000"/>
              <a:gd name="connsiteX2" fmla="*/ 5574000 w 12192000"/>
              <a:gd name="connsiteY2" fmla="*/ 360000 h 6858000"/>
              <a:gd name="connsiteX3" fmla="*/ 6618000 w 12192000"/>
              <a:gd name="connsiteY3" fmla="*/ 360000 h 6858000"/>
              <a:gd name="connsiteX4" fmla="*/ 6618000 w 12192000"/>
              <a:gd name="connsiteY4" fmla="*/ 0 h 6858000"/>
              <a:gd name="connsiteX5" fmla="*/ 12192000 w 12192000"/>
              <a:gd name="connsiteY5" fmla="*/ 0 h 6858000"/>
              <a:gd name="connsiteX6" fmla="*/ 12192000 w 12192000"/>
              <a:gd name="connsiteY6" fmla="*/ 6858000 h 6858000"/>
              <a:gd name="connsiteX7" fmla="*/ 6618000 w 12192000"/>
              <a:gd name="connsiteY7" fmla="*/ 6858000 h 6858000"/>
              <a:gd name="connsiteX8" fmla="*/ 6618000 w 12192000"/>
              <a:gd name="connsiteY8" fmla="*/ 6498000 h 6858000"/>
              <a:gd name="connsiteX9" fmla="*/ 5574000 w 12192000"/>
              <a:gd name="connsiteY9" fmla="*/ 6498000 h 6858000"/>
              <a:gd name="connsiteX10" fmla="*/ 5574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5574000" y="0"/>
                </a:lnTo>
                <a:lnTo>
                  <a:pt x="5574000" y="360000"/>
                </a:lnTo>
                <a:lnTo>
                  <a:pt x="6618000" y="360000"/>
                </a:lnTo>
                <a:lnTo>
                  <a:pt x="6618000" y="0"/>
                </a:lnTo>
                <a:lnTo>
                  <a:pt x="12192000" y="0"/>
                </a:lnTo>
                <a:lnTo>
                  <a:pt x="12192000" y="6858000"/>
                </a:lnTo>
                <a:lnTo>
                  <a:pt x="6618000" y="6858000"/>
                </a:lnTo>
                <a:lnTo>
                  <a:pt x="6618000" y="6498000"/>
                </a:lnTo>
                <a:lnTo>
                  <a:pt x="5574000" y="6498000"/>
                </a:lnTo>
                <a:lnTo>
                  <a:pt x="5574000" y="6858000"/>
                </a:lnTo>
                <a:lnTo>
                  <a:pt x="0" y="6858000"/>
                </a:lnTo>
                <a:close/>
              </a:path>
            </a:pathLst>
          </a:custGeom>
          <a:solidFill>
            <a:schemeClr val="accent6"/>
          </a:solidFill>
        </p:spPr>
        <p:txBody>
          <a:bodyPr wrap="square">
            <a:noAutofit/>
          </a:bodyPr>
          <a:lstStyle>
            <a:lvl1pPr>
              <a:defRPr/>
            </a:lvl1pPr>
          </a:lstStyle>
          <a:p>
            <a:r>
              <a:rPr lang="de-DE"/>
              <a:t> </a:t>
            </a:r>
          </a:p>
        </p:txBody>
      </p:sp>
      <p:sp>
        <p:nvSpPr>
          <p:cNvPr id="9" name="Textplatzhalter 8">
            <a:extLst>
              <a:ext uri="{FF2B5EF4-FFF2-40B4-BE49-F238E27FC236}">
                <a16:creationId xmlns:a16="http://schemas.microsoft.com/office/drawing/2014/main" id="{C174AACE-45DE-4A29-90CF-437FB020A9B9}"/>
              </a:ext>
            </a:extLst>
          </p:cNvPr>
          <p:cNvSpPr>
            <a:spLocks noGrp="1"/>
          </p:cNvSpPr>
          <p:nvPr>
            <p:ph type="body" sz="quarter" idx="17" hasCustomPrompt="1"/>
          </p:nvPr>
        </p:nvSpPr>
        <p:spPr bwMode="gray">
          <a:xfrm>
            <a:off x="0" y="0"/>
            <a:ext cx="12188825" cy="6134100"/>
          </a:xfrm>
          <a:custGeom>
            <a:avLst/>
            <a:gdLst>
              <a:gd name="connsiteX0" fmla="*/ 0 w 12192000"/>
              <a:gd name="connsiteY0" fmla="*/ 0 h 6858000"/>
              <a:gd name="connsiteX1" fmla="*/ 5574000 w 12192000"/>
              <a:gd name="connsiteY1" fmla="*/ 0 h 6858000"/>
              <a:gd name="connsiteX2" fmla="*/ 5574000 w 12192000"/>
              <a:gd name="connsiteY2" fmla="*/ 360000 h 6858000"/>
              <a:gd name="connsiteX3" fmla="*/ 6618000 w 12192000"/>
              <a:gd name="connsiteY3" fmla="*/ 360000 h 6858000"/>
              <a:gd name="connsiteX4" fmla="*/ 6618000 w 12192000"/>
              <a:gd name="connsiteY4" fmla="*/ 0 h 6858000"/>
              <a:gd name="connsiteX5" fmla="*/ 12192000 w 12192000"/>
              <a:gd name="connsiteY5" fmla="*/ 0 h 6858000"/>
              <a:gd name="connsiteX6" fmla="*/ 12192000 w 12192000"/>
              <a:gd name="connsiteY6" fmla="*/ 6858000 h 6858000"/>
              <a:gd name="connsiteX7" fmla="*/ 6618000 w 12192000"/>
              <a:gd name="connsiteY7" fmla="*/ 6858000 h 6858000"/>
              <a:gd name="connsiteX8" fmla="*/ 6618000 w 12192000"/>
              <a:gd name="connsiteY8" fmla="*/ 6498000 h 6858000"/>
              <a:gd name="connsiteX9" fmla="*/ 5574000 w 12192000"/>
              <a:gd name="connsiteY9" fmla="*/ 6498000 h 6858000"/>
              <a:gd name="connsiteX10" fmla="*/ 5574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0" y="0"/>
                </a:moveTo>
                <a:lnTo>
                  <a:pt x="5574000" y="0"/>
                </a:lnTo>
                <a:lnTo>
                  <a:pt x="5574000" y="360000"/>
                </a:lnTo>
                <a:lnTo>
                  <a:pt x="6618000" y="360000"/>
                </a:lnTo>
                <a:lnTo>
                  <a:pt x="6618000" y="0"/>
                </a:lnTo>
                <a:lnTo>
                  <a:pt x="12192000" y="0"/>
                </a:lnTo>
                <a:lnTo>
                  <a:pt x="12192000" y="6858000"/>
                </a:lnTo>
                <a:lnTo>
                  <a:pt x="6618000" y="6858000"/>
                </a:lnTo>
                <a:lnTo>
                  <a:pt x="6618000" y="6498000"/>
                </a:lnTo>
                <a:lnTo>
                  <a:pt x="5574000" y="6498000"/>
                </a:lnTo>
                <a:lnTo>
                  <a:pt x="5574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
        <p:nvSpPr>
          <p:cNvPr id="5" name="Datumsplatzhalter 4">
            <a:extLst>
              <a:ext uri="{FF2B5EF4-FFF2-40B4-BE49-F238E27FC236}">
                <a16:creationId xmlns:a16="http://schemas.microsoft.com/office/drawing/2014/main" id="{FDE13769-E8CA-4C88-A23D-25D4FA628581}"/>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6" name="Fußzeilenplatzhalter 5">
            <a:extLst>
              <a:ext uri="{FF2B5EF4-FFF2-40B4-BE49-F238E27FC236}">
                <a16:creationId xmlns:a16="http://schemas.microsoft.com/office/drawing/2014/main" id="{7F0D9A8C-C082-4478-8FE7-E231FA3FC352}"/>
              </a:ext>
            </a:extLst>
          </p:cNvPr>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10" name="Foliennummernplatzhalter 9">
            <a:extLst>
              <a:ext uri="{FF2B5EF4-FFF2-40B4-BE49-F238E27FC236}">
                <a16:creationId xmlns:a16="http://schemas.microsoft.com/office/drawing/2014/main" id="{3304231E-62FF-4FCB-8BB6-E40B7D8E7A9F}"/>
              </a:ext>
            </a:extLst>
          </p:cNvPr>
          <p:cNvSpPr>
            <a:spLocks noGrp="1"/>
          </p:cNvSpPr>
          <p:nvPr>
            <p:ph type="sldNum" sz="quarter" idx="12"/>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2" name="Titel 1">
            <a:extLst>
              <a:ext uri="{FF2B5EF4-FFF2-40B4-BE49-F238E27FC236}">
                <a16:creationId xmlns:a16="http://schemas.microsoft.com/office/drawing/2014/main" id="{536ACFD4-DC9E-4C61-960A-343AD82C3775}"/>
              </a:ext>
            </a:extLst>
          </p:cNvPr>
          <p:cNvSpPr>
            <a:spLocks noGrp="1"/>
          </p:cNvSpPr>
          <p:nvPr>
            <p:ph type="title" hasCustomPrompt="1"/>
          </p:nvPr>
        </p:nvSpPr>
        <p:spPr>
          <a:xfrm>
            <a:off x="622509" y="683985"/>
            <a:ext cx="10942592" cy="4894922"/>
          </a:xfrm>
        </p:spPr>
        <p:txBody>
          <a:bodyPr anchor="ctr"/>
          <a:lstStyle>
            <a:lvl1pPr algn="ctr">
              <a:defRPr sz="7871">
                <a:solidFill>
                  <a:schemeClr val="bg1"/>
                </a:solidFill>
              </a:defRPr>
            </a:lvl1pPr>
          </a:lstStyle>
          <a:p>
            <a:r>
              <a:rPr lang="de-DE"/>
              <a:t>Short </a:t>
            </a:r>
            <a:r>
              <a:rPr lang="de-DE" err="1"/>
              <a:t>text</a:t>
            </a:r>
            <a:endParaRPr lang="de-DE"/>
          </a:p>
        </p:txBody>
      </p:sp>
      <p:sp>
        <p:nvSpPr>
          <p:cNvPr id="3" name="MIO_VALID_LAYOUT">
            <a:extLst>
              <a:ext uri="{FF2B5EF4-FFF2-40B4-BE49-F238E27FC236}">
                <a16:creationId xmlns:a16="http://schemas.microsoft.com/office/drawing/2014/main" id="{EF12680A-E298-4AA9-B2BB-8E9245B0B705}"/>
              </a:ext>
            </a:extLst>
          </p:cNvPr>
          <p:cNvSpPr/>
          <p:nvPr userDrawn="1"/>
        </p:nvSpPr>
        <p:spPr bwMode="gray">
          <a:xfrm>
            <a:off x="11997531" y="5965372"/>
            <a:ext cx="191294" cy="168728"/>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268"/>
              </a:spcBef>
              <a:spcAft>
                <a:spcPts val="268"/>
              </a:spcAft>
              <a:buClr>
                <a:schemeClr val="bg1"/>
              </a:buClr>
              <a:buSzPct val="100000"/>
              <a:buFont typeface="Arial" panose="020B0604020202020204" pitchFamily="34" charset="0"/>
              <a:buNone/>
            </a:pPr>
            <a:endParaRPr lang="en-GB" sz="1431" kern="0">
              <a:solidFill>
                <a:srgbClr val="FFFFFF"/>
              </a:solidFill>
              <a:latin typeface="Verdana"/>
            </a:endParaRPr>
          </a:p>
        </p:txBody>
      </p:sp>
    </p:spTree>
    <p:extLst>
      <p:ext uri="{BB962C8B-B14F-4D97-AF65-F5344CB8AC3E}">
        <p14:creationId xmlns:p14="http://schemas.microsoft.com/office/powerpoint/2010/main" val="2332592446"/>
      </p:ext>
    </p:extLst>
  </p:cSld>
  <p:clrMapOvr>
    <a:masterClrMapping/>
  </p:clrMapOvr>
  <p:extLst>
    <p:ext uri="{DCECCB84-F9BA-43D5-87BE-67443E8EF086}">
      <p15:sldGuideLst xmlns:p15="http://schemas.microsoft.com/office/powerpoint/2012/main">
        <p15:guide id="1" pos="3749">
          <p15:clr>
            <a:srgbClr val="F26B43"/>
          </p15:clr>
        </p15:guide>
        <p15:guide id="2" pos="3931">
          <p15:clr>
            <a:srgbClr val="F26B43"/>
          </p15:clr>
        </p15:guide>
        <p15:guide id="3" pos="1980">
          <p15:clr>
            <a:srgbClr val="F26B43"/>
          </p15:clr>
        </p15:guide>
        <p15:guide id="4" pos="2162">
          <p15:clr>
            <a:srgbClr val="F26B43"/>
          </p15:clr>
        </p15:guide>
        <p15:guide id="5" pos="5518">
          <p15:clr>
            <a:srgbClr val="F26B43"/>
          </p15:clr>
        </p15:guide>
        <p15:guide id="6" pos="5700">
          <p15:clr>
            <a:srgbClr val="F26B43"/>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Picture 1/2 | statement">
    <p:spTree>
      <p:nvGrpSpPr>
        <p:cNvPr id="1" name=""/>
        <p:cNvGrpSpPr/>
        <p:nvPr/>
      </p:nvGrpSpPr>
      <p:grpSpPr>
        <a:xfrm>
          <a:off x="0" y="0"/>
          <a:ext cx="0" cy="0"/>
          <a:chOff x="0" y="0"/>
          <a:chExt cx="0" cy="0"/>
        </a:xfrm>
      </p:grpSpPr>
      <p:sp>
        <p:nvSpPr>
          <p:cNvPr id="18" name="Bildplatzhalter 17">
            <a:extLst>
              <a:ext uri="{FF2B5EF4-FFF2-40B4-BE49-F238E27FC236}">
                <a16:creationId xmlns:a16="http://schemas.microsoft.com/office/drawing/2014/main" id="{E6EE0176-FE27-4878-BC31-A15353B2DF28}"/>
              </a:ext>
            </a:extLst>
          </p:cNvPr>
          <p:cNvSpPr>
            <a:spLocks noGrp="1"/>
          </p:cNvSpPr>
          <p:nvPr>
            <p:ph type="pic" sz="quarter" idx="32" hasCustomPrompt="1"/>
          </p:nvPr>
        </p:nvSpPr>
        <p:spPr bwMode="gray">
          <a:xfrm>
            <a:off x="6094412" y="0"/>
            <a:ext cx="6094413" cy="6134100"/>
          </a:xfrm>
          <a:custGeom>
            <a:avLst/>
            <a:gdLst>
              <a:gd name="connsiteX0" fmla="*/ 1 w 6096001"/>
              <a:gd name="connsiteY0" fmla="*/ 0 h 6858000"/>
              <a:gd name="connsiteX1" fmla="*/ 527720 w 6096001"/>
              <a:gd name="connsiteY1" fmla="*/ 0 h 6858000"/>
              <a:gd name="connsiteX2" fmla="*/ 863601 w 6096001"/>
              <a:gd name="connsiteY2" fmla="*/ 0 h 6858000"/>
              <a:gd name="connsiteX3" fmla="*/ 5472113 w 6096001"/>
              <a:gd name="connsiteY3" fmla="*/ 0 h 6858000"/>
              <a:gd name="connsiteX4" fmla="*/ 5760640 w 6096001"/>
              <a:gd name="connsiteY4" fmla="*/ 0 h 6858000"/>
              <a:gd name="connsiteX5" fmla="*/ 6096000 w 6096001"/>
              <a:gd name="connsiteY5" fmla="*/ 0 h 6858000"/>
              <a:gd name="connsiteX6" fmla="*/ 6096001 w 6096001"/>
              <a:gd name="connsiteY6" fmla="*/ 0 h 6858000"/>
              <a:gd name="connsiteX7" fmla="*/ 6096001 w 6096001"/>
              <a:gd name="connsiteY7" fmla="*/ 6237288 h 6858000"/>
              <a:gd name="connsiteX8" fmla="*/ 6096001 w 6096001"/>
              <a:gd name="connsiteY8" fmla="*/ 6858000 h 6858000"/>
              <a:gd name="connsiteX9" fmla="*/ 6096000 w 6096001"/>
              <a:gd name="connsiteY9" fmla="*/ 6858000 h 6858000"/>
              <a:gd name="connsiteX10" fmla="*/ 5760640 w 6096001"/>
              <a:gd name="connsiteY10" fmla="*/ 6858000 h 6858000"/>
              <a:gd name="connsiteX11" fmla="*/ 5472113 w 6096001"/>
              <a:gd name="connsiteY11" fmla="*/ 6858000 h 6858000"/>
              <a:gd name="connsiteX12" fmla="*/ 527720 w 6096001"/>
              <a:gd name="connsiteY12" fmla="*/ 6858000 h 6858000"/>
              <a:gd name="connsiteX13" fmla="*/ 1 w 6096001"/>
              <a:gd name="connsiteY13" fmla="*/ 6858000 h 6858000"/>
              <a:gd name="connsiteX14" fmla="*/ 1 w 6096001"/>
              <a:gd name="connsiteY14" fmla="*/ 6490565 h 6858000"/>
              <a:gd name="connsiteX15" fmla="*/ 0 w 6096001"/>
              <a:gd name="connsiteY15" fmla="*/ 6490565 h 6858000"/>
              <a:gd name="connsiteX16" fmla="*/ 0 w 6096001"/>
              <a:gd name="connsiteY16" fmla="*/ 5805448 h 6858000"/>
              <a:gd name="connsiteX17" fmla="*/ 1 w 6096001"/>
              <a:gd name="connsiteY17" fmla="*/ 5805448 h 6858000"/>
              <a:gd name="connsiteX18" fmla="*/ 1 w 6096001"/>
              <a:gd name="connsiteY18" fmla="*/ 4897760 h 6858000"/>
              <a:gd name="connsiteX19" fmla="*/ 0 w 6096001"/>
              <a:gd name="connsiteY19" fmla="*/ 4897760 h 6858000"/>
              <a:gd name="connsiteX20" fmla="*/ 0 w 6096001"/>
              <a:gd name="connsiteY20" fmla="*/ 4443755 h 6858000"/>
              <a:gd name="connsiteX21" fmla="*/ 1 w 6096001"/>
              <a:gd name="connsiteY21" fmla="*/ 4443755 h 6858000"/>
              <a:gd name="connsiteX22" fmla="*/ 1 w 6096001"/>
              <a:gd name="connsiteY22" fmla="*/ 3430309 h 6858000"/>
              <a:gd name="connsiteX23" fmla="*/ 0 w 6096001"/>
              <a:gd name="connsiteY23" fmla="*/ 3430305 h 6858000"/>
              <a:gd name="connsiteX24" fmla="*/ 0 w 6096001"/>
              <a:gd name="connsiteY24" fmla="*/ 367913 h 6858000"/>
              <a:gd name="connsiteX25" fmla="*/ 1 w 6096001"/>
              <a:gd name="connsiteY25" fmla="*/ 3679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96001" h="6858000">
                <a:moveTo>
                  <a:pt x="1" y="0"/>
                </a:moveTo>
                <a:lnTo>
                  <a:pt x="527720" y="0"/>
                </a:lnTo>
                <a:lnTo>
                  <a:pt x="863601" y="0"/>
                </a:lnTo>
                <a:lnTo>
                  <a:pt x="5472113" y="0"/>
                </a:lnTo>
                <a:lnTo>
                  <a:pt x="5760640" y="0"/>
                </a:lnTo>
                <a:lnTo>
                  <a:pt x="6096000" y="0"/>
                </a:lnTo>
                <a:lnTo>
                  <a:pt x="6096001" y="0"/>
                </a:lnTo>
                <a:lnTo>
                  <a:pt x="6096001" y="6237288"/>
                </a:lnTo>
                <a:lnTo>
                  <a:pt x="6096001" y="6858000"/>
                </a:lnTo>
                <a:lnTo>
                  <a:pt x="6096000" y="6858000"/>
                </a:lnTo>
                <a:lnTo>
                  <a:pt x="5760640" y="6858000"/>
                </a:lnTo>
                <a:lnTo>
                  <a:pt x="5472113" y="6858000"/>
                </a:lnTo>
                <a:lnTo>
                  <a:pt x="527720" y="6858000"/>
                </a:lnTo>
                <a:lnTo>
                  <a:pt x="1" y="6858000"/>
                </a:lnTo>
                <a:lnTo>
                  <a:pt x="1" y="6490565"/>
                </a:lnTo>
                <a:lnTo>
                  <a:pt x="0" y="6490565"/>
                </a:lnTo>
                <a:lnTo>
                  <a:pt x="0" y="5805448"/>
                </a:lnTo>
                <a:lnTo>
                  <a:pt x="1" y="5805448"/>
                </a:lnTo>
                <a:lnTo>
                  <a:pt x="1" y="4897760"/>
                </a:lnTo>
                <a:lnTo>
                  <a:pt x="0" y="4897760"/>
                </a:lnTo>
                <a:lnTo>
                  <a:pt x="0" y="4443755"/>
                </a:lnTo>
                <a:lnTo>
                  <a:pt x="1" y="4443755"/>
                </a:lnTo>
                <a:lnTo>
                  <a:pt x="1" y="3430309"/>
                </a:lnTo>
                <a:lnTo>
                  <a:pt x="0" y="3430305"/>
                </a:lnTo>
                <a:lnTo>
                  <a:pt x="0" y="367913"/>
                </a:lnTo>
                <a:lnTo>
                  <a:pt x="1" y="367913"/>
                </a:lnTo>
                <a:close/>
              </a:path>
            </a:pathLst>
          </a:custGeom>
          <a:solidFill>
            <a:schemeClr val="accent6"/>
          </a:solidFill>
        </p:spPr>
        <p:txBody>
          <a:bodyPr wrap="square">
            <a:noAutofit/>
          </a:bodyPr>
          <a:lstStyle>
            <a:lvl1pPr>
              <a:defRPr/>
            </a:lvl1pPr>
          </a:lstStyle>
          <a:p>
            <a:r>
              <a:rPr lang="de-DE"/>
              <a:t> </a:t>
            </a:r>
          </a:p>
        </p:txBody>
      </p:sp>
      <p:sp>
        <p:nvSpPr>
          <p:cNvPr id="5" name="Datumsplatzhalter 4">
            <a:extLst>
              <a:ext uri="{FF2B5EF4-FFF2-40B4-BE49-F238E27FC236}">
                <a16:creationId xmlns:a16="http://schemas.microsoft.com/office/drawing/2014/main" id="{FDE13769-E8CA-4C88-A23D-25D4FA628581}"/>
              </a:ext>
            </a:extLst>
          </p:cNvPr>
          <p:cNvSpPr>
            <a:spLocks noGrp="1"/>
          </p:cNvSpPr>
          <p:nvPr>
            <p:ph type="dt" sz="half" idx="10"/>
          </p:nvPr>
        </p:nvSpPr>
        <p:spPr bwMode="gray"/>
        <p:txBody>
          <a:bodyPr/>
          <a:lstStyle>
            <a:lvl1pPr>
              <a:defRPr>
                <a:solidFill>
                  <a:schemeClr val="tx1"/>
                </a:solidFill>
              </a:defRPr>
            </a:lvl1pPr>
          </a:lstStyle>
          <a:p>
            <a:r>
              <a:rPr lang="de-DE"/>
              <a:t>Date</a:t>
            </a:r>
            <a:endParaRPr lang="en-US"/>
          </a:p>
        </p:txBody>
      </p:sp>
      <p:sp>
        <p:nvSpPr>
          <p:cNvPr id="26" name="Titel 1">
            <a:extLst>
              <a:ext uri="{FF2B5EF4-FFF2-40B4-BE49-F238E27FC236}">
                <a16:creationId xmlns:a16="http://schemas.microsoft.com/office/drawing/2014/main" id="{AE65F074-A632-43DF-B191-889FF8B3ED0E}"/>
              </a:ext>
            </a:extLst>
          </p:cNvPr>
          <p:cNvSpPr>
            <a:spLocks noGrp="1"/>
          </p:cNvSpPr>
          <p:nvPr>
            <p:ph type="title" hasCustomPrompt="1"/>
          </p:nvPr>
        </p:nvSpPr>
        <p:spPr bwMode="gray">
          <a:xfrm>
            <a:off x="623230" y="2358571"/>
            <a:ext cx="3455100" cy="2383066"/>
          </a:xfrm>
          <a:noFill/>
        </p:spPr>
        <p:txBody>
          <a:bodyPr anchor="ctr"/>
          <a:lstStyle>
            <a:lvl1pPr algn="l">
              <a:defRPr sz="2862">
                <a:solidFill>
                  <a:schemeClr val="tx1"/>
                </a:solidFill>
              </a:defRPr>
            </a:lvl1pPr>
          </a:lstStyle>
          <a:p>
            <a:r>
              <a:rPr lang="en-US"/>
              <a:t>Solid Statement, </a:t>
            </a:r>
            <a:br>
              <a:rPr lang="en-US"/>
            </a:br>
            <a:r>
              <a:rPr lang="en-US"/>
              <a:t>Arial Bold, </a:t>
            </a:r>
            <a:br>
              <a:rPr lang="en-US"/>
            </a:br>
            <a:r>
              <a:rPr lang="en-US"/>
              <a:t>32 </a:t>
            </a:r>
            <a:r>
              <a:rPr lang="en-US" err="1"/>
              <a:t>pt</a:t>
            </a:r>
            <a:r>
              <a:rPr lang="en-US"/>
              <a:t>, in Red, Black or White</a:t>
            </a:r>
          </a:p>
        </p:txBody>
      </p:sp>
      <p:sp>
        <p:nvSpPr>
          <p:cNvPr id="6" name="Fußzeilenplatzhalter 5">
            <a:extLst>
              <a:ext uri="{FF2B5EF4-FFF2-40B4-BE49-F238E27FC236}">
                <a16:creationId xmlns:a16="http://schemas.microsoft.com/office/drawing/2014/main" id="{7F0D9A8C-C082-4478-8FE7-E231FA3FC352}"/>
              </a:ext>
            </a:extLst>
          </p:cNvPr>
          <p:cNvSpPr>
            <a:spLocks noGrp="1"/>
          </p:cNvSpPr>
          <p:nvPr>
            <p:ph type="ftr" sz="quarter" idx="11"/>
          </p:nvPr>
        </p:nvSpPr>
        <p:spPr bwMode="gray">
          <a:xfrm>
            <a:off x="623230" y="490764"/>
            <a:ext cx="3455484" cy="193200"/>
          </a:xfrm>
        </p:spPr>
        <p:txBody>
          <a:bodyPr/>
          <a:lstStyle>
            <a:lvl1pPr>
              <a:defRPr>
                <a:solidFill>
                  <a:schemeClr val="tx1"/>
                </a:solidFill>
              </a:defRPr>
            </a:lvl1pPr>
          </a:lstStyle>
          <a:p>
            <a:r>
              <a:rPr lang="en-US"/>
              <a:t>Title of the presentation</a:t>
            </a:r>
          </a:p>
        </p:txBody>
      </p:sp>
      <p:sp>
        <p:nvSpPr>
          <p:cNvPr id="20" name="Textplatzhalter 19">
            <a:extLst>
              <a:ext uri="{FF2B5EF4-FFF2-40B4-BE49-F238E27FC236}">
                <a16:creationId xmlns:a16="http://schemas.microsoft.com/office/drawing/2014/main" id="{85F1C971-AFF9-449F-B1DB-FEEF38AEB82A}"/>
              </a:ext>
            </a:extLst>
          </p:cNvPr>
          <p:cNvSpPr>
            <a:spLocks noGrp="1"/>
          </p:cNvSpPr>
          <p:nvPr>
            <p:ph type="body" sz="quarter" idx="31" hasCustomPrompt="1"/>
          </p:nvPr>
        </p:nvSpPr>
        <p:spPr bwMode="gray">
          <a:xfrm>
            <a:off x="6094412" y="0"/>
            <a:ext cx="6094413" cy="61341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de-DE" dirty="0"/>
            </a:lvl1pPr>
          </a:lstStyle>
          <a:p>
            <a:pPr lvl="0">
              <a:lnSpc>
                <a:spcPct val="100000"/>
              </a:lnSpc>
              <a:spcBef>
                <a:spcPts val="0"/>
              </a:spcBef>
            </a:pPr>
            <a:r>
              <a:rPr lang="de-DE"/>
              <a:t> </a:t>
            </a:r>
          </a:p>
        </p:txBody>
      </p:sp>
      <p:sp>
        <p:nvSpPr>
          <p:cNvPr id="17" name="Textplatzhalter 16">
            <a:extLst>
              <a:ext uri="{FF2B5EF4-FFF2-40B4-BE49-F238E27FC236}">
                <a16:creationId xmlns:a16="http://schemas.microsoft.com/office/drawing/2014/main" id="{4661A056-F43A-49B3-8802-0B8FA8822150}"/>
              </a:ext>
            </a:extLst>
          </p:cNvPr>
          <p:cNvSpPr>
            <a:spLocks noGrp="1"/>
          </p:cNvSpPr>
          <p:nvPr userDrawn="1">
            <p:ph type="body" sz="quarter" idx="27" hasCustomPrompt="1"/>
          </p:nvPr>
        </p:nvSpPr>
        <p:spPr bwMode="gray">
          <a:xfrm>
            <a:off x="4790974" y="0"/>
            <a:ext cx="2605721" cy="6134100"/>
          </a:xfrm>
          <a:custGeom>
            <a:avLst/>
            <a:gdLst>
              <a:gd name="connsiteX0" fmla="*/ 781778 w 2606400"/>
              <a:gd name="connsiteY0" fmla="*/ 6498000 h 6858000"/>
              <a:gd name="connsiteX1" fmla="*/ 1825778 w 2606400"/>
              <a:gd name="connsiteY1" fmla="*/ 6498000 h 6858000"/>
              <a:gd name="connsiteX2" fmla="*/ 1825778 w 2606400"/>
              <a:gd name="connsiteY2" fmla="*/ 6858000 h 6858000"/>
              <a:gd name="connsiteX3" fmla="*/ 781778 w 2606400"/>
              <a:gd name="connsiteY3" fmla="*/ 6858000 h 6858000"/>
              <a:gd name="connsiteX4" fmla="*/ 0 w 2606400"/>
              <a:gd name="connsiteY4" fmla="*/ 4897760 h 6858000"/>
              <a:gd name="connsiteX5" fmla="*/ 2606400 w 2606400"/>
              <a:gd name="connsiteY5" fmla="*/ 4897760 h 6858000"/>
              <a:gd name="connsiteX6" fmla="*/ 2606400 w 2606400"/>
              <a:gd name="connsiteY6" fmla="*/ 5804960 h 6858000"/>
              <a:gd name="connsiteX7" fmla="*/ 0 w 2606400"/>
              <a:gd name="connsiteY7" fmla="*/ 5804960 h 6858000"/>
              <a:gd name="connsiteX8" fmla="*/ 781778 w 2606400"/>
              <a:gd name="connsiteY8" fmla="*/ 0 h 6858000"/>
              <a:gd name="connsiteX9" fmla="*/ 1825778 w 2606400"/>
              <a:gd name="connsiteY9" fmla="*/ 0 h 6858000"/>
              <a:gd name="connsiteX10" fmla="*/ 1825778 w 2606400"/>
              <a:gd name="connsiteY10" fmla="*/ 360000 h 6858000"/>
              <a:gd name="connsiteX11" fmla="*/ 781778 w 2606400"/>
              <a:gd name="connsiteY11" fmla="*/ 360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06400" h="6858000">
                <a:moveTo>
                  <a:pt x="781778" y="6498000"/>
                </a:moveTo>
                <a:lnTo>
                  <a:pt x="1825778" y="6498000"/>
                </a:lnTo>
                <a:lnTo>
                  <a:pt x="1825778" y="6858000"/>
                </a:lnTo>
                <a:lnTo>
                  <a:pt x="781778" y="6858000"/>
                </a:lnTo>
                <a:close/>
                <a:moveTo>
                  <a:pt x="0" y="4897760"/>
                </a:moveTo>
                <a:lnTo>
                  <a:pt x="2606400" y="4897760"/>
                </a:lnTo>
                <a:lnTo>
                  <a:pt x="2606400" y="5804960"/>
                </a:lnTo>
                <a:lnTo>
                  <a:pt x="0" y="5804960"/>
                </a:lnTo>
                <a:close/>
                <a:moveTo>
                  <a:pt x="781778" y="0"/>
                </a:moveTo>
                <a:lnTo>
                  <a:pt x="1825778" y="0"/>
                </a:lnTo>
                <a:lnTo>
                  <a:pt x="1825778" y="360000"/>
                </a:lnTo>
                <a:lnTo>
                  <a:pt x="781778" y="360000"/>
                </a:lnTo>
                <a:close/>
              </a:path>
            </a:pathLst>
          </a:custGeom>
          <a:solidFill>
            <a:schemeClr val="bg2"/>
          </a:solidFill>
          <a:ln w="3175">
            <a:solidFill>
              <a:schemeClr val="bg2"/>
            </a:solidFill>
          </a:ln>
        </p:spPr>
        <p:txBody>
          <a:bodyPr vert="horz" wrap="square" lIns="0" tIns="0" rIns="0" bIns="0" rtlCol="0">
            <a:noAutofit/>
          </a:bodyPr>
          <a:lstStyle>
            <a:lvl1pPr algn="ctr">
              <a:defRPr lang="en-US" sz="100" dirty="0">
                <a:solidFill>
                  <a:schemeClr val="bg2"/>
                </a:solidFill>
              </a:defRPr>
            </a:lvl1pPr>
          </a:lstStyle>
          <a:p>
            <a:pPr lvl="0">
              <a:lnSpc>
                <a:spcPct val="100000"/>
              </a:lnSpc>
              <a:spcBef>
                <a:spcPts val="0"/>
              </a:spcBef>
            </a:pPr>
            <a:r>
              <a:rPr lang="en-US"/>
              <a:t> </a:t>
            </a:r>
          </a:p>
        </p:txBody>
      </p:sp>
      <p:sp>
        <p:nvSpPr>
          <p:cNvPr id="10" name="Foliennummernplatzhalter 9">
            <a:extLst>
              <a:ext uri="{FF2B5EF4-FFF2-40B4-BE49-F238E27FC236}">
                <a16:creationId xmlns:a16="http://schemas.microsoft.com/office/drawing/2014/main" id="{3304231E-62FF-4FCB-8BB6-E40B7D8E7A9F}"/>
              </a:ext>
            </a:extLst>
          </p:cNvPr>
          <p:cNvSpPr>
            <a:spLocks noGrp="1"/>
          </p:cNvSpPr>
          <p:nvPr userDrawn="1">
            <p:ph type="sldNum" sz="quarter" idx="12"/>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2" name="MIO_VALID_LAYOUT">
            <a:extLst>
              <a:ext uri="{FF2B5EF4-FFF2-40B4-BE49-F238E27FC236}">
                <a16:creationId xmlns:a16="http://schemas.microsoft.com/office/drawing/2014/main" id="{D37919EB-8BB4-43AD-9789-E14554B6DD22}"/>
              </a:ext>
            </a:extLst>
          </p:cNvPr>
          <p:cNvSpPr/>
          <p:nvPr userDrawn="1"/>
        </p:nvSpPr>
        <p:spPr bwMode="gray">
          <a:xfrm>
            <a:off x="11997531" y="5965372"/>
            <a:ext cx="191294" cy="168728"/>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268"/>
              </a:spcBef>
              <a:spcAft>
                <a:spcPts val="268"/>
              </a:spcAft>
              <a:buClr>
                <a:schemeClr val="bg1"/>
              </a:buClr>
              <a:buSzPct val="100000"/>
              <a:buFont typeface="Arial" panose="020B0604020202020204" pitchFamily="34" charset="0"/>
              <a:buNone/>
            </a:pPr>
            <a:endParaRPr lang="en-GB" sz="1431" kern="0">
              <a:solidFill>
                <a:srgbClr val="FFFFFF"/>
              </a:solidFill>
              <a:latin typeface="Verdana"/>
            </a:endParaRPr>
          </a:p>
        </p:txBody>
      </p:sp>
      <p:sp>
        <p:nvSpPr>
          <p:cNvPr id="22" name="Textplatzhalter 21">
            <a:extLst>
              <a:ext uri="{FF2B5EF4-FFF2-40B4-BE49-F238E27FC236}">
                <a16:creationId xmlns:a16="http://schemas.microsoft.com/office/drawing/2014/main" id="{1E7DD1C2-AB61-43F8-A0DB-F47641DC4C86}"/>
              </a:ext>
            </a:extLst>
          </p:cNvPr>
          <p:cNvSpPr>
            <a:spLocks noGrp="1"/>
          </p:cNvSpPr>
          <p:nvPr>
            <p:ph type="body" sz="quarter" idx="33" hasCustomPrompt="1"/>
          </p:nvPr>
        </p:nvSpPr>
        <p:spPr bwMode="gray">
          <a:xfrm>
            <a:off x="4434189" y="941615"/>
            <a:ext cx="3320428" cy="3033078"/>
          </a:xfrm>
          <a:custGeom>
            <a:avLst/>
            <a:gdLst>
              <a:gd name="connsiteX0" fmla="*/ 0 w 3321293"/>
              <a:gd name="connsiteY0" fmla="*/ 0 h 3391019"/>
              <a:gd name="connsiteX1" fmla="*/ 973884 w 3321293"/>
              <a:gd name="connsiteY1" fmla="*/ 0 h 3391019"/>
              <a:gd name="connsiteX2" fmla="*/ 1660681 w 3321293"/>
              <a:gd name="connsiteY2" fmla="*/ 2377648 h 3391019"/>
              <a:gd name="connsiteX3" fmla="*/ 2347409 w 3321293"/>
              <a:gd name="connsiteY3" fmla="*/ 0 h 3391019"/>
              <a:gd name="connsiteX4" fmla="*/ 3321293 w 3321293"/>
              <a:gd name="connsiteY4" fmla="*/ 0 h 3391019"/>
              <a:gd name="connsiteX5" fmla="*/ 3312275 w 3321293"/>
              <a:gd name="connsiteY5" fmla="*/ 27470 h 3391019"/>
              <a:gd name="connsiteX6" fmla="*/ 2204039 w 3321293"/>
              <a:gd name="connsiteY6" fmla="*/ 3391019 h 3391019"/>
              <a:gd name="connsiteX7" fmla="*/ 1117323 w 3321293"/>
              <a:gd name="connsiteY7" fmla="*/ 3391019 h 3391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1293" h="3391019">
                <a:moveTo>
                  <a:pt x="0" y="0"/>
                </a:moveTo>
                <a:lnTo>
                  <a:pt x="973884" y="0"/>
                </a:lnTo>
                <a:lnTo>
                  <a:pt x="1660681" y="2377648"/>
                </a:lnTo>
                <a:lnTo>
                  <a:pt x="2347409" y="0"/>
                </a:lnTo>
                <a:lnTo>
                  <a:pt x="3321293" y="0"/>
                </a:lnTo>
                <a:lnTo>
                  <a:pt x="3312275" y="27470"/>
                </a:lnTo>
                <a:lnTo>
                  <a:pt x="2204039" y="3391019"/>
                </a:lnTo>
                <a:lnTo>
                  <a:pt x="1117323" y="3391019"/>
                </a:lnTo>
                <a:close/>
              </a:path>
            </a:pathLst>
          </a:custGeom>
          <a:solidFill>
            <a:schemeClr val="tx1"/>
          </a:solidFill>
          <a:ln w="3175">
            <a:solidFill>
              <a:schemeClr val="tx1"/>
            </a:solidFill>
          </a:ln>
        </p:spPr>
        <p:txBody>
          <a:bodyPr vert="horz" wrap="square" lIns="0" tIns="0" rIns="0" bIns="0" rtlCol="0" anchor="b">
            <a:noAutofit/>
          </a:bodyPr>
          <a:lstStyle>
            <a:lvl1pPr algn="ctr">
              <a:defRPr lang="de-DE" sz="100" dirty="0">
                <a:solidFill>
                  <a:schemeClr val="tx1"/>
                </a:solidFill>
              </a:defRPr>
            </a:lvl1pPr>
          </a:lstStyle>
          <a:p>
            <a:pPr lvl="0">
              <a:lnSpc>
                <a:spcPct val="100000"/>
              </a:lnSpc>
              <a:spcBef>
                <a:spcPts val="0"/>
              </a:spcBef>
            </a:pPr>
            <a:r>
              <a:rPr lang="de-DE"/>
              <a:t> </a:t>
            </a:r>
          </a:p>
        </p:txBody>
      </p:sp>
      <p:cxnSp>
        <p:nvCxnSpPr>
          <p:cNvPr id="11" name="Gerader Verbinder 10">
            <a:extLst>
              <a:ext uri="{FF2B5EF4-FFF2-40B4-BE49-F238E27FC236}">
                <a16:creationId xmlns:a16="http://schemas.microsoft.com/office/drawing/2014/main" id="{8E8B22B9-8736-4AF5-BB7A-5D8560E096B8}"/>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A0CE2CF4-810D-4EA8-8FA9-219322DDC211}"/>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9F662489-3444-4090-9E51-346ACA1AD32B}"/>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090C3857-D86C-4D3C-ABC5-0AC0B2DC5CB1}"/>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596A8649-BA36-4B71-8820-13CB951C9B01}"/>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BC868D10-DBD9-4D0E-946A-2D494C273EF9}"/>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B957B520-09BB-4DF0-9B9C-263492562B42}"/>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42AE5F3A-F8F1-4125-9F7F-315EF534990C}"/>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C4EFA75C-DE5C-455D-BF7C-F8158D85A65C}"/>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16FE091-0393-4B8D-99E4-7204499CC43B}"/>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CA690DCF-1BA2-45FC-9B6C-4630EE15653F}"/>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9F27D01A-0901-4EEB-BDBE-4CDF55480DF2}"/>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C972EECD-7555-419D-8F2F-D83AF0366C58}"/>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7A26C471-6A97-48D7-A62D-132FFCA21680}"/>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608AC482-1B05-4320-980D-EF373174718A}"/>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65A96452-927B-4CB2-984B-BDD75DB7DCA3}"/>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5188F146-A8C0-48CE-BC07-C7B136433340}"/>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C7407E1F-1FE4-4CF3-B521-4FB73C2F69A4}"/>
              </a:ext>
            </a:extLst>
          </p:cNvPr>
          <p:cNvCxnSpPr/>
          <p:nvPr userDrawn="1"/>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314535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Statement | Picture 1/2">
    <p:spTree>
      <p:nvGrpSpPr>
        <p:cNvPr id="1" name=""/>
        <p:cNvGrpSpPr/>
        <p:nvPr/>
      </p:nvGrpSpPr>
      <p:grpSpPr>
        <a:xfrm>
          <a:off x="0" y="0"/>
          <a:ext cx="0" cy="0"/>
          <a:chOff x="0" y="0"/>
          <a:chExt cx="0" cy="0"/>
        </a:xfrm>
      </p:grpSpPr>
      <p:sp>
        <p:nvSpPr>
          <p:cNvPr id="26" name="Titel 1">
            <a:extLst>
              <a:ext uri="{FF2B5EF4-FFF2-40B4-BE49-F238E27FC236}">
                <a16:creationId xmlns:a16="http://schemas.microsoft.com/office/drawing/2014/main" id="{AE65F074-A632-43DF-B191-889FF8B3ED0E}"/>
              </a:ext>
            </a:extLst>
          </p:cNvPr>
          <p:cNvSpPr>
            <a:spLocks noGrp="1"/>
          </p:cNvSpPr>
          <p:nvPr>
            <p:ph type="title" hasCustomPrompt="1"/>
          </p:nvPr>
        </p:nvSpPr>
        <p:spPr bwMode="gray">
          <a:xfrm>
            <a:off x="8110495" y="2358571"/>
            <a:ext cx="3455100" cy="2383066"/>
          </a:xfrm>
          <a:noFill/>
        </p:spPr>
        <p:txBody>
          <a:bodyPr anchor="ctr"/>
          <a:lstStyle>
            <a:lvl1pPr algn="l">
              <a:defRPr sz="2862">
                <a:solidFill>
                  <a:schemeClr val="tx1"/>
                </a:solidFill>
              </a:defRPr>
            </a:lvl1pPr>
          </a:lstStyle>
          <a:p>
            <a:r>
              <a:rPr lang="en-US"/>
              <a:t>Solid Statement, </a:t>
            </a:r>
            <a:br>
              <a:rPr lang="en-US"/>
            </a:br>
            <a:r>
              <a:rPr lang="en-US"/>
              <a:t>Arial Bold, </a:t>
            </a:r>
            <a:br>
              <a:rPr lang="en-US"/>
            </a:br>
            <a:r>
              <a:rPr lang="en-US"/>
              <a:t>32 </a:t>
            </a:r>
            <a:r>
              <a:rPr lang="en-US" err="1"/>
              <a:t>pt</a:t>
            </a:r>
            <a:r>
              <a:rPr lang="en-US"/>
              <a:t>, in Red, Black or White</a:t>
            </a:r>
          </a:p>
        </p:txBody>
      </p:sp>
      <p:sp>
        <p:nvSpPr>
          <p:cNvPr id="10" name="Foliennummernplatzhalter 9">
            <a:extLst>
              <a:ext uri="{FF2B5EF4-FFF2-40B4-BE49-F238E27FC236}">
                <a16:creationId xmlns:a16="http://schemas.microsoft.com/office/drawing/2014/main" id="{3304231E-62FF-4FCB-8BB6-E40B7D8E7A9F}"/>
              </a:ext>
            </a:extLst>
          </p:cNvPr>
          <p:cNvSpPr>
            <a:spLocks noGrp="1"/>
          </p:cNvSpPr>
          <p:nvPr>
            <p:ph type="sldNum" sz="quarter" idx="12"/>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5" name="Datumsplatzhalter 4">
            <a:extLst>
              <a:ext uri="{FF2B5EF4-FFF2-40B4-BE49-F238E27FC236}">
                <a16:creationId xmlns:a16="http://schemas.microsoft.com/office/drawing/2014/main" id="{FDE13769-E8CA-4C88-A23D-25D4FA628581}"/>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6" name="Fußzeilenplatzhalter 5">
            <a:extLst>
              <a:ext uri="{FF2B5EF4-FFF2-40B4-BE49-F238E27FC236}">
                <a16:creationId xmlns:a16="http://schemas.microsoft.com/office/drawing/2014/main" id="{7F0D9A8C-C082-4478-8FE7-E231FA3FC352}"/>
              </a:ext>
            </a:extLst>
          </p:cNvPr>
          <p:cNvSpPr>
            <a:spLocks noGrp="1"/>
          </p:cNvSpPr>
          <p:nvPr>
            <p:ph type="ftr" sz="quarter" idx="11"/>
          </p:nvPr>
        </p:nvSpPr>
        <p:spPr bwMode="gray">
          <a:xfrm>
            <a:off x="623230" y="490764"/>
            <a:ext cx="5255215" cy="193200"/>
          </a:xfrm>
        </p:spPr>
        <p:txBody>
          <a:bodyPr/>
          <a:lstStyle>
            <a:lvl1pPr>
              <a:defRPr sz="894">
                <a:solidFill>
                  <a:schemeClr val="bg1"/>
                </a:solidFill>
              </a:defRPr>
            </a:lvl1pPr>
            <a:lvl2pPr>
              <a:defRPr sz="894"/>
            </a:lvl2pPr>
            <a:lvl3pPr>
              <a:defRPr sz="894"/>
            </a:lvl3pPr>
            <a:lvl4pPr>
              <a:defRPr sz="894"/>
            </a:lvl4pPr>
            <a:lvl5pPr>
              <a:defRPr sz="894"/>
            </a:lvl5pPr>
            <a:lvl6pPr>
              <a:defRPr sz="894"/>
            </a:lvl6pPr>
            <a:lvl7pPr>
              <a:defRPr sz="894"/>
            </a:lvl7pPr>
            <a:lvl8pPr>
              <a:defRPr sz="894"/>
            </a:lvl8pPr>
            <a:lvl9pPr>
              <a:defRPr sz="894"/>
            </a:lvl9pPr>
          </a:lstStyle>
          <a:p>
            <a:r>
              <a:rPr lang="en-US"/>
              <a:t>Title of the presentation</a:t>
            </a:r>
          </a:p>
        </p:txBody>
      </p:sp>
      <p:sp>
        <p:nvSpPr>
          <p:cNvPr id="2" name="MIO_VALID_LAYOUT">
            <a:extLst>
              <a:ext uri="{FF2B5EF4-FFF2-40B4-BE49-F238E27FC236}">
                <a16:creationId xmlns:a16="http://schemas.microsoft.com/office/drawing/2014/main" id="{C5CA4DA2-72CC-42C4-89AE-C9F418840991}"/>
              </a:ext>
            </a:extLst>
          </p:cNvPr>
          <p:cNvSpPr/>
          <p:nvPr userDrawn="1"/>
        </p:nvSpPr>
        <p:spPr bwMode="gray">
          <a:xfrm>
            <a:off x="11997531" y="5965372"/>
            <a:ext cx="191294" cy="168728"/>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268"/>
              </a:spcBef>
              <a:spcAft>
                <a:spcPts val="268"/>
              </a:spcAft>
              <a:buClr>
                <a:schemeClr val="bg1"/>
              </a:buClr>
              <a:buSzPct val="100000"/>
              <a:buFont typeface="Arial" panose="020B0604020202020204" pitchFamily="34" charset="0"/>
              <a:buNone/>
            </a:pPr>
            <a:endParaRPr lang="en-GB" sz="1431" kern="0">
              <a:solidFill>
                <a:srgbClr val="FFFFFF"/>
              </a:solidFill>
              <a:latin typeface="Verdana"/>
            </a:endParaRPr>
          </a:p>
        </p:txBody>
      </p:sp>
      <p:sp>
        <p:nvSpPr>
          <p:cNvPr id="17" name="Bildplatzhalter 16">
            <a:extLst>
              <a:ext uri="{FF2B5EF4-FFF2-40B4-BE49-F238E27FC236}">
                <a16:creationId xmlns:a16="http://schemas.microsoft.com/office/drawing/2014/main" id="{6C5221E2-2793-4FC9-A00B-9A19E548D4A8}"/>
              </a:ext>
            </a:extLst>
          </p:cNvPr>
          <p:cNvSpPr>
            <a:spLocks noGrp="1"/>
          </p:cNvSpPr>
          <p:nvPr>
            <p:ph type="pic" sz="quarter" idx="32" hasCustomPrompt="1"/>
          </p:nvPr>
        </p:nvSpPr>
        <p:spPr bwMode="gray">
          <a:xfrm>
            <a:off x="1" y="0"/>
            <a:ext cx="6094413" cy="6134100"/>
          </a:xfrm>
          <a:custGeom>
            <a:avLst/>
            <a:gdLst>
              <a:gd name="connsiteX0" fmla="*/ 1 w 6096001"/>
              <a:gd name="connsiteY0" fmla="*/ 0 h 6858000"/>
              <a:gd name="connsiteX1" fmla="*/ 527720 w 6096001"/>
              <a:gd name="connsiteY1" fmla="*/ 0 h 6858000"/>
              <a:gd name="connsiteX2" fmla="*/ 863601 w 6096001"/>
              <a:gd name="connsiteY2" fmla="*/ 0 h 6858000"/>
              <a:gd name="connsiteX3" fmla="*/ 5472113 w 6096001"/>
              <a:gd name="connsiteY3" fmla="*/ 0 h 6858000"/>
              <a:gd name="connsiteX4" fmla="*/ 5760640 w 6096001"/>
              <a:gd name="connsiteY4" fmla="*/ 0 h 6858000"/>
              <a:gd name="connsiteX5" fmla="*/ 6096000 w 6096001"/>
              <a:gd name="connsiteY5" fmla="*/ 0 h 6858000"/>
              <a:gd name="connsiteX6" fmla="*/ 6096001 w 6096001"/>
              <a:gd name="connsiteY6" fmla="*/ 0 h 6858000"/>
              <a:gd name="connsiteX7" fmla="*/ 6096001 w 6096001"/>
              <a:gd name="connsiteY7" fmla="*/ 6237288 h 6858000"/>
              <a:gd name="connsiteX8" fmla="*/ 6096001 w 6096001"/>
              <a:gd name="connsiteY8" fmla="*/ 6858000 h 6858000"/>
              <a:gd name="connsiteX9" fmla="*/ 6096000 w 6096001"/>
              <a:gd name="connsiteY9" fmla="*/ 6858000 h 6858000"/>
              <a:gd name="connsiteX10" fmla="*/ 5760640 w 6096001"/>
              <a:gd name="connsiteY10" fmla="*/ 6858000 h 6858000"/>
              <a:gd name="connsiteX11" fmla="*/ 5472113 w 6096001"/>
              <a:gd name="connsiteY11" fmla="*/ 6858000 h 6858000"/>
              <a:gd name="connsiteX12" fmla="*/ 527720 w 6096001"/>
              <a:gd name="connsiteY12" fmla="*/ 6858000 h 6858000"/>
              <a:gd name="connsiteX13" fmla="*/ 1 w 6096001"/>
              <a:gd name="connsiteY13" fmla="*/ 6858000 h 6858000"/>
              <a:gd name="connsiteX14" fmla="*/ 1 w 6096001"/>
              <a:gd name="connsiteY14" fmla="*/ 6490565 h 6858000"/>
              <a:gd name="connsiteX15" fmla="*/ 0 w 6096001"/>
              <a:gd name="connsiteY15" fmla="*/ 6490565 h 6858000"/>
              <a:gd name="connsiteX16" fmla="*/ 0 w 6096001"/>
              <a:gd name="connsiteY16" fmla="*/ 5805448 h 6858000"/>
              <a:gd name="connsiteX17" fmla="*/ 1 w 6096001"/>
              <a:gd name="connsiteY17" fmla="*/ 5805448 h 6858000"/>
              <a:gd name="connsiteX18" fmla="*/ 1 w 6096001"/>
              <a:gd name="connsiteY18" fmla="*/ 4897760 h 6858000"/>
              <a:gd name="connsiteX19" fmla="*/ 0 w 6096001"/>
              <a:gd name="connsiteY19" fmla="*/ 4897760 h 6858000"/>
              <a:gd name="connsiteX20" fmla="*/ 0 w 6096001"/>
              <a:gd name="connsiteY20" fmla="*/ 4443755 h 6858000"/>
              <a:gd name="connsiteX21" fmla="*/ 1 w 6096001"/>
              <a:gd name="connsiteY21" fmla="*/ 4443755 h 6858000"/>
              <a:gd name="connsiteX22" fmla="*/ 1 w 6096001"/>
              <a:gd name="connsiteY22" fmla="*/ 3430309 h 6858000"/>
              <a:gd name="connsiteX23" fmla="*/ 0 w 6096001"/>
              <a:gd name="connsiteY23" fmla="*/ 3430305 h 6858000"/>
              <a:gd name="connsiteX24" fmla="*/ 0 w 6096001"/>
              <a:gd name="connsiteY24" fmla="*/ 367913 h 6858000"/>
              <a:gd name="connsiteX25" fmla="*/ 1 w 6096001"/>
              <a:gd name="connsiteY25" fmla="*/ 3679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96001" h="6858000">
                <a:moveTo>
                  <a:pt x="1" y="0"/>
                </a:moveTo>
                <a:lnTo>
                  <a:pt x="527720" y="0"/>
                </a:lnTo>
                <a:lnTo>
                  <a:pt x="863601" y="0"/>
                </a:lnTo>
                <a:lnTo>
                  <a:pt x="5472113" y="0"/>
                </a:lnTo>
                <a:lnTo>
                  <a:pt x="5760640" y="0"/>
                </a:lnTo>
                <a:lnTo>
                  <a:pt x="6096000" y="0"/>
                </a:lnTo>
                <a:lnTo>
                  <a:pt x="6096001" y="0"/>
                </a:lnTo>
                <a:lnTo>
                  <a:pt x="6096001" y="6237288"/>
                </a:lnTo>
                <a:lnTo>
                  <a:pt x="6096001" y="6858000"/>
                </a:lnTo>
                <a:lnTo>
                  <a:pt x="6096000" y="6858000"/>
                </a:lnTo>
                <a:lnTo>
                  <a:pt x="5760640" y="6858000"/>
                </a:lnTo>
                <a:lnTo>
                  <a:pt x="5472113" y="6858000"/>
                </a:lnTo>
                <a:lnTo>
                  <a:pt x="527720" y="6858000"/>
                </a:lnTo>
                <a:lnTo>
                  <a:pt x="1" y="6858000"/>
                </a:lnTo>
                <a:lnTo>
                  <a:pt x="1" y="6490565"/>
                </a:lnTo>
                <a:lnTo>
                  <a:pt x="0" y="6490565"/>
                </a:lnTo>
                <a:lnTo>
                  <a:pt x="0" y="5805448"/>
                </a:lnTo>
                <a:lnTo>
                  <a:pt x="1" y="5805448"/>
                </a:lnTo>
                <a:lnTo>
                  <a:pt x="1" y="4897760"/>
                </a:lnTo>
                <a:lnTo>
                  <a:pt x="0" y="4897760"/>
                </a:lnTo>
                <a:lnTo>
                  <a:pt x="0" y="4443755"/>
                </a:lnTo>
                <a:lnTo>
                  <a:pt x="1" y="4443755"/>
                </a:lnTo>
                <a:lnTo>
                  <a:pt x="1" y="3430309"/>
                </a:lnTo>
                <a:lnTo>
                  <a:pt x="0" y="3430305"/>
                </a:lnTo>
                <a:lnTo>
                  <a:pt x="0" y="367913"/>
                </a:lnTo>
                <a:lnTo>
                  <a:pt x="1" y="367913"/>
                </a:lnTo>
                <a:close/>
              </a:path>
            </a:pathLst>
          </a:custGeom>
          <a:solidFill>
            <a:schemeClr val="accent6"/>
          </a:solidFill>
        </p:spPr>
        <p:txBody>
          <a:bodyPr wrap="square">
            <a:noAutofit/>
          </a:bodyPr>
          <a:lstStyle>
            <a:lvl1pPr>
              <a:defRPr/>
            </a:lvl1pPr>
          </a:lstStyle>
          <a:p>
            <a:r>
              <a:rPr lang="de-DE"/>
              <a:t> </a:t>
            </a:r>
          </a:p>
        </p:txBody>
      </p:sp>
      <p:sp>
        <p:nvSpPr>
          <p:cNvPr id="18" name="Textplatzhalter 17">
            <a:extLst>
              <a:ext uri="{FF2B5EF4-FFF2-40B4-BE49-F238E27FC236}">
                <a16:creationId xmlns:a16="http://schemas.microsoft.com/office/drawing/2014/main" id="{27CD41D8-504A-4E8D-B193-EFFF44B8BFAE}"/>
              </a:ext>
            </a:extLst>
          </p:cNvPr>
          <p:cNvSpPr>
            <a:spLocks noGrp="1"/>
          </p:cNvSpPr>
          <p:nvPr>
            <p:ph type="body" sz="quarter" idx="31" hasCustomPrompt="1"/>
          </p:nvPr>
        </p:nvSpPr>
        <p:spPr bwMode="gray">
          <a:xfrm>
            <a:off x="0" y="0"/>
            <a:ext cx="6094413" cy="61341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de-DE" dirty="0"/>
            </a:lvl1pPr>
          </a:lstStyle>
          <a:p>
            <a:pPr lvl="0">
              <a:lnSpc>
                <a:spcPct val="100000"/>
              </a:lnSpc>
              <a:spcBef>
                <a:spcPts val="0"/>
              </a:spcBef>
            </a:pPr>
            <a:r>
              <a:rPr lang="de-DE"/>
              <a:t> </a:t>
            </a:r>
          </a:p>
        </p:txBody>
      </p:sp>
      <p:sp>
        <p:nvSpPr>
          <p:cNvPr id="19" name="Textplatzhalter 18">
            <a:extLst>
              <a:ext uri="{FF2B5EF4-FFF2-40B4-BE49-F238E27FC236}">
                <a16:creationId xmlns:a16="http://schemas.microsoft.com/office/drawing/2014/main" id="{C83FF33E-4BA4-4FA6-9411-2854573F9BFC}"/>
              </a:ext>
            </a:extLst>
          </p:cNvPr>
          <p:cNvSpPr>
            <a:spLocks noGrp="1"/>
          </p:cNvSpPr>
          <p:nvPr>
            <p:ph type="body" sz="quarter" idx="27" hasCustomPrompt="1"/>
          </p:nvPr>
        </p:nvSpPr>
        <p:spPr bwMode="gray">
          <a:xfrm>
            <a:off x="4790974" y="0"/>
            <a:ext cx="2605721" cy="6134100"/>
          </a:xfrm>
          <a:custGeom>
            <a:avLst/>
            <a:gdLst>
              <a:gd name="connsiteX0" fmla="*/ 781778 w 2606400"/>
              <a:gd name="connsiteY0" fmla="*/ 6498000 h 6858000"/>
              <a:gd name="connsiteX1" fmla="*/ 1825778 w 2606400"/>
              <a:gd name="connsiteY1" fmla="*/ 6498000 h 6858000"/>
              <a:gd name="connsiteX2" fmla="*/ 1825778 w 2606400"/>
              <a:gd name="connsiteY2" fmla="*/ 6858000 h 6858000"/>
              <a:gd name="connsiteX3" fmla="*/ 781778 w 2606400"/>
              <a:gd name="connsiteY3" fmla="*/ 6858000 h 6858000"/>
              <a:gd name="connsiteX4" fmla="*/ 0 w 2606400"/>
              <a:gd name="connsiteY4" fmla="*/ 4897760 h 6858000"/>
              <a:gd name="connsiteX5" fmla="*/ 2606400 w 2606400"/>
              <a:gd name="connsiteY5" fmla="*/ 4897760 h 6858000"/>
              <a:gd name="connsiteX6" fmla="*/ 2606400 w 2606400"/>
              <a:gd name="connsiteY6" fmla="*/ 5804960 h 6858000"/>
              <a:gd name="connsiteX7" fmla="*/ 0 w 2606400"/>
              <a:gd name="connsiteY7" fmla="*/ 5804960 h 6858000"/>
              <a:gd name="connsiteX8" fmla="*/ 781778 w 2606400"/>
              <a:gd name="connsiteY8" fmla="*/ 0 h 6858000"/>
              <a:gd name="connsiteX9" fmla="*/ 1825778 w 2606400"/>
              <a:gd name="connsiteY9" fmla="*/ 0 h 6858000"/>
              <a:gd name="connsiteX10" fmla="*/ 1825778 w 2606400"/>
              <a:gd name="connsiteY10" fmla="*/ 360000 h 6858000"/>
              <a:gd name="connsiteX11" fmla="*/ 781778 w 2606400"/>
              <a:gd name="connsiteY11" fmla="*/ 360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06400" h="6858000">
                <a:moveTo>
                  <a:pt x="781778" y="6498000"/>
                </a:moveTo>
                <a:lnTo>
                  <a:pt x="1825778" y="6498000"/>
                </a:lnTo>
                <a:lnTo>
                  <a:pt x="1825778" y="6858000"/>
                </a:lnTo>
                <a:lnTo>
                  <a:pt x="781778" y="6858000"/>
                </a:lnTo>
                <a:close/>
                <a:moveTo>
                  <a:pt x="0" y="4897760"/>
                </a:moveTo>
                <a:lnTo>
                  <a:pt x="2606400" y="4897760"/>
                </a:lnTo>
                <a:lnTo>
                  <a:pt x="2606400" y="5804960"/>
                </a:lnTo>
                <a:lnTo>
                  <a:pt x="0" y="5804960"/>
                </a:lnTo>
                <a:close/>
                <a:moveTo>
                  <a:pt x="781778" y="0"/>
                </a:moveTo>
                <a:lnTo>
                  <a:pt x="1825778" y="0"/>
                </a:lnTo>
                <a:lnTo>
                  <a:pt x="1825778" y="360000"/>
                </a:lnTo>
                <a:lnTo>
                  <a:pt x="781778" y="360000"/>
                </a:lnTo>
                <a:close/>
              </a:path>
            </a:pathLst>
          </a:custGeom>
          <a:solidFill>
            <a:schemeClr val="bg2"/>
          </a:solidFill>
          <a:ln w="3175">
            <a:solidFill>
              <a:schemeClr val="bg2"/>
            </a:solidFill>
          </a:ln>
        </p:spPr>
        <p:txBody>
          <a:bodyPr vert="horz" wrap="square" lIns="0" tIns="0" rIns="0" bIns="0" rtlCol="0">
            <a:noAutofit/>
          </a:bodyPr>
          <a:lstStyle>
            <a:lvl1pPr algn="ctr">
              <a:defRPr lang="en-US" sz="100" dirty="0">
                <a:solidFill>
                  <a:schemeClr val="bg2"/>
                </a:solidFill>
              </a:defRPr>
            </a:lvl1pPr>
          </a:lstStyle>
          <a:p>
            <a:pPr lvl="0">
              <a:lnSpc>
                <a:spcPct val="100000"/>
              </a:lnSpc>
              <a:spcBef>
                <a:spcPts val="0"/>
              </a:spcBef>
            </a:pPr>
            <a:r>
              <a:rPr lang="en-US"/>
              <a:t> </a:t>
            </a:r>
          </a:p>
        </p:txBody>
      </p:sp>
      <p:sp>
        <p:nvSpPr>
          <p:cNvPr id="20" name="Textplatzhalter 19">
            <a:extLst>
              <a:ext uri="{FF2B5EF4-FFF2-40B4-BE49-F238E27FC236}">
                <a16:creationId xmlns:a16="http://schemas.microsoft.com/office/drawing/2014/main" id="{034647D7-3078-4D4F-9E28-4CF9D091AB51}"/>
              </a:ext>
            </a:extLst>
          </p:cNvPr>
          <p:cNvSpPr>
            <a:spLocks noGrp="1"/>
          </p:cNvSpPr>
          <p:nvPr>
            <p:ph type="body" sz="quarter" idx="33" hasCustomPrompt="1"/>
          </p:nvPr>
        </p:nvSpPr>
        <p:spPr bwMode="gray">
          <a:xfrm>
            <a:off x="4434189" y="941615"/>
            <a:ext cx="3320428" cy="3033078"/>
          </a:xfrm>
          <a:custGeom>
            <a:avLst/>
            <a:gdLst>
              <a:gd name="connsiteX0" fmla="*/ 0 w 3321293"/>
              <a:gd name="connsiteY0" fmla="*/ 0 h 3391019"/>
              <a:gd name="connsiteX1" fmla="*/ 973884 w 3321293"/>
              <a:gd name="connsiteY1" fmla="*/ 0 h 3391019"/>
              <a:gd name="connsiteX2" fmla="*/ 1660681 w 3321293"/>
              <a:gd name="connsiteY2" fmla="*/ 2377648 h 3391019"/>
              <a:gd name="connsiteX3" fmla="*/ 2347409 w 3321293"/>
              <a:gd name="connsiteY3" fmla="*/ 0 h 3391019"/>
              <a:gd name="connsiteX4" fmla="*/ 3321293 w 3321293"/>
              <a:gd name="connsiteY4" fmla="*/ 0 h 3391019"/>
              <a:gd name="connsiteX5" fmla="*/ 3312275 w 3321293"/>
              <a:gd name="connsiteY5" fmla="*/ 27470 h 3391019"/>
              <a:gd name="connsiteX6" fmla="*/ 2204039 w 3321293"/>
              <a:gd name="connsiteY6" fmla="*/ 3391019 h 3391019"/>
              <a:gd name="connsiteX7" fmla="*/ 1117323 w 3321293"/>
              <a:gd name="connsiteY7" fmla="*/ 3391019 h 3391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1293" h="3391019">
                <a:moveTo>
                  <a:pt x="0" y="0"/>
                </a:moveTo>
                <a:lnTo>
                  <a:pt x="973884" y="0"/>
                </a:lnTo>
                <a:lnTo>
                  <a:pt x="1660681" y="2377648"/>
                </a:lnTo>
                <a:lnTo>
                  <a:pt x="2347409" y="0"/>
                </a:lnTo>
                <a:lnTo>
                  <a:pt x="3321293" y="0"/>
                </a:lnTo>
                <a:lnTo>
                  <a:pt x="3312275" y="27470"/>
                </a:lnTo>
                <a:lnTo>
                  <a:pt x="2204039" y="3391019"/>
                </a:lnTo>
                <a:lnTo>
                  <a:pt x="1117323" y="3391019"/>
                </a:lnTo>
                <a:close/>
              </a:path>
            </a:pathLst>
          </a:custGeom>
          <a:solidFill>
            <a:schemeClr val="tx1"/>
          </a:solidFill>
          <a:ln w="3175">
            <a:solidFill>
              <a:schemeClr val="tx1"/>
            </a:solidFill>
          </a:ln>
        </p:spPr>
        <p:txBody>
          <a:bodyPr vert="horz" wrap="square" lIns="0" tIns="0" rIns="0" bIns="0" rtlCol="0" anchor="b">
            <a:noAutofit/>
          </a:bodyPr>
          <a:lstStyle>
            <a:lvl1pPr algn="ctr">
              <a:defRPr lang="de-DE" sz="100" dirty="0">
                <a:solidFill>
                  <a:schemeClr val="tx1"/>
                </a:solidFill>
              </a:defRPr>
            </a:lvl1pPr>
          </a:lstStyle>
          <a:p>
            <a:pPr lvl="0">
              <a:lnSpc>
                <a:spcPct val="100000"/>
              </a:lnSpc>
              <a:spcBef>
                <a:spcPts val="0"/>
              </a:spcBef>
            </a:pPr>
            <a:r>
              <a:rPr lang="de-DE"/>
              <a:t> </a:t>
            </a:r>
          </a:p>
        </p:txBody>
      </p:sp>
      <p:cxnSp>
        <p:nvCxnSpPr>
          <p:cNvPr id="11" name="Gerader Verbinder 10">
            <a:extLst>
              <a:ext uri="{FF2B5EF4-FFF2-40B4-BE49-F238E27FC236}">
                <a16:creationId xmlns:a16="http://schemas.microsoft.com/office/drawing/2014/main" id="{8AFD2BCC-C5EB-4E24-85AD-1DB7ED7559C8}"/>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C38D6034-008E-4849-8814-40633C873F6A}"/>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85891C57-7861-4C6F-8B1B-0B929E192093}"/>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14453E15-8539-452C-B56E-5904D4D08D71}"/>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35A8C42D-0965-4706-A680-9611AB055F22}"/>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1185E269-4555-4440-8B1B-F3FEA3C36F42}"/>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E15BF9D4-32D2-448D-B079-A2B551AD68E4}"/>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0E69788A-86B4-41BB-90D6-C4BDCFF2B02F}"/>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49AA9DF1-0C73-4FCD-8CE6-AEF4A19BD66E}"/>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1DFC4335-BF79-4103-9DA8-7881EC04323D}"/>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A41F8496-822E-45F5-9ABD-7C5D97683735}"/>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73D40205-07A7-4E62-9C74-6D17DE438BAA}"/>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6328349C-A83E-4DBA-9C93-BFA3B2B99C5D}"/>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CB7BDE8E-AA03-4CBE-A77C-9EBCAEA79507}"/>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AFF5860D-D3F9-4183-A4E9-DDAEAFB6469B}"/>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9607278D-EDBB-4089-BD91-4CDC9E210AB8}"/>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5F4976BC-2C06-488C-AFE8-37973E0EF731}"/>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3E312ADF-FCCF-4B5A-ADC7-457B581412E1}"/>
              </a:ext>
            </a:extLst>
          </p:cNvPr>
          <p:cNvCxnSpPr/>
          <p:nvPr userDrawn="1"/>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386392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Picture 1/2 | statement | black">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FDE13769-E8CA-4C88-A23D-25D4FA628581}"/>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26" name="Titel 1">
            <a:extLst>
              <a:ext uri="{FF2B5EF4-FFF2-40B4-BE49-F238E27FC236}">
                <a16:creationId xmlns:a16="http://schemas.microsoft.com/office/drawing/2014/main" id="{AE65F074-A632-43DF-B191-889FF8B3ED0E}"/>
              </a:ext>
            </a:extLst>
          </p:cNvPr>
          <p:cNvSpPr>
            <a:spLocks noGrp="1"/>
          </p:cNvSpPr>
          <p:nvPr>
            <p:ph type="title" hasCustomPrompt="1"/>
          </p:nvPr>
        </p:nvSpPr>
        <p:spPr bwMode="gray">
          <a:xfrm>
            <a:off x="623230" y="2358571"/>
            <a:ext cx="3455100" cy="2383066"/>
          </a:xfrm>
          <a:noFill/>
        </p:spPr>
        <p:txBody>
          <a:bodyPr anchor="ctr"/>
          <a:lstStyle>
            <a:lvl1pPr algn="l">
              <a:defRPr sz="2862">
                <a:solidFill>
                  <a:schemeClr val="bg1"/>
                </a:solidFill>
              </a:defRPr>
            </a:lvl1pPr>
          </a:lstStyle>
          <a:p>
            <a:r>
              <a:rPr lang="en-US"/>
              <a:t>Solid Statement, </a:t>
            </a:r>
            <a:br>
              <a:rPr lang="en-US"/>
            </a:br>
            <a:r>
              <a:rPr lang="en-US"/>
              <a:t>Arial Bold, </a:t>
            </a:r>
            <a:br>
              <a:rPr lang="en-US"/>
            </a:br>
            <a:r>
              <a:rPr lang="en-US"/>
              <a:t>32 </a:t>
            </a:r>
            <a:r>
              <a:rPr lang="en-US" err="1"/>
              <a:t>pt</a:t>
            </a:r>
            <a:r>
              <a:rPr lang="en-US"/>
              <a:t>, in Red, Black or White</a:t>
            </a:r>
          </a:p>
        </p:txBody>
      </p:sp>
      <p:sp>
        <p:nvSpPr>
          <p:cNvPr id="10" name="Foliennummernplatzhalter 9">
            <a:extLst>
              <a:ext uri="{FF2B5EF4-FFF2-40B4-BE49-F238E27FC236}">
                <a16:creationId xmlns:a16="http://schemas.microsoft.com/office/drawing/2014/main" id="{3304231E-62FF-4FCB-8BB6-E40B7D8E7A9F}"/>
              </a:ext>
            </a:extLst>
          </p:cNvPr>
          <p:cNvSpPr>
            <a:spLocks noGrp="1"/>
          </p:cNvSpPr>
          <p:nvPr>
            <p:ph type="sldNum" sz="quarter" idx="12"/>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6" name="Fußzeilenplatzhalter 5">
            <a:extLst>
              <a:ext uri="{FF2B5EF4-FFF2-40B4-BE49-F238E27FC236}">
                <a16:creationId xmlns:a16="http://schemas.microsoft.com/office/drawing/2014/main" id="{7F0D9A8C-C082-4478-8FE7-E231FA3FC352}"/>
              </a:ext>
            </a:extLst>
          </p:cNvPr>
          <p:cNvSpPr>
            <a:spLocks noGrp="1"/>
          </p:cNvSpPr>
          <p:nvPr>
            <p:ph type="ftr" sz="quarter" idx="11"/>
          </p:nvPr>
        </p:nvSpPr>
        <p:spPr bwMode="gray">
          <a:xfrm>
            <a:off x="623230" y="490764"/>
            <a:ext cx="3455100" cy="193200"/>
          </a:xfrm>
        </p:spPr>
        <p:txBody>
          <a:bodyPr/>
          <a:lstStyle>
            <a:lvl1pPr>
              <a:defRPr>
                <a:solidFill>
                  <a:schemeClr val="bg1"/>
                </a:solidFill>
              </a:defRPr>
            </a:lvl1pPr>
          </a:lstStyle>
          <a:p>
            <a:r>
              <a:rPr lang="en-US"/>
              <a:t>Title of the presentation</a:t>
            </a:r>
          </a:p>
        </p:txBody>
      </p:sp>
      <p:sp>
        <p:nvSpPr>
          <p:cNvPr id="2" name="MIO_VALID_LAYOUT">
            <a:extLst>
              <a:ext uri="{FF2B5EF4-FFF2-40B4-BE49-F238E27FC236}">
                <a16:creationId xmlns:a16="http://schemas.microsoft.com/office/drawing/2014/main" id="{ED6D1543-1190-4557-B98C-9D644E4B675D}"/>
              </a:ext>
            </a:extLst>
          </p:cNvPr>
          <p:cNvSpPr/>
          <p:nvPr userDrawn="1"/>
        </p:nvSpPr>
        <p:spPr bwMode="gray">
          <a:xfrm>
            <a:off x="11997531" y="5965372"/>
            <a:ext cx="191294" cy="168728"/>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268"/>
              </a:spcBef>
              <a:spcAft>
                <a:spcPts val="268"/>
              </a:spcAft>
              <a:buClr>
                <a:schemeClr val="bg1"/>
              </a:buClr>
              <a:buSzPct val="100000"/>
              <a:buFont typeface="Arial" panose="020B0604020202020204" pitchFamily="34" charset="0"/>
              <a:buNone/>
            </a:pPr>
            <a:endParaRPr lang="en-GB" sz="1431" kern="0">
              <a:solidFill>
                <a:srgbClr val="FFFFFF"/>
              </a:solidFill>
              <a:latin typeface="Verdana"/>
            </a:endParaRPr>
          </a:p>
        </p:txBody>
      </p:sp>
      <p:sp>
        <p:nvSpPr>
          <p:cNvPr id="16" name="Bildplatzhalter 15">
            <a:extLst>
              <a:ext uri="{FF2B5EF4-FFF2-40B4-BE49-F238E27FC236}">
                <a16:creationId xmlns:a16="http://schemas.microsoft.com/office/drawing/2014/main" id="{419EB2FD-6F4B-4882-975E-B945B900FD5C}"/>
              </a:ext>
            </a:extLst>
          </p:cNvPr>
          <p:cNvSpPr>
            <a:spLocks noGrp="1"/>
          </p:cNvSpPr>
          <p:nvPr>
            <p:ph type="pic" sz="quarter" idx="32" hasCustomPrompt="1"/>
          </p:nvPr>
        </p:nvSpPr>
        <p:spPr bwMode="gray">
          <a:xfrm>
            <a:off x="6094412" y="0"/>
            <a:ext cx="6094413" cy="6134100"/>
          </a:xfrm>
          <a:custGeom>
            <a:avLst/>
            <a:gdLst>
              <a:gd name="connsiteX0" fmla="*/ 1 w 6096001"/>
              <a:gd name="connsiteY0" fmla="*/ 0 h 6858000"/>
              <a:gd name="connsiteX1" fmla="*/ 527720 w 6096001"/>
              <a:gd name="connsiteY1" fmla="*/ 0 h 6858000"/>
              <a:gd name="connsiteX2" fmla="*/ 863601 w 6096001"/>
              <a:gd name="connsiteY2" fmla="*/ 0 h 6858000"/>
              <a:gd name="connsiteX3" fmla="*/ 5472113 w 6096001"/>
              <a:gd name="connsiteY3" fmla="*/ 0 h 6858000"/>
              <a:gd name="connsiteX4" fmla="*/ 5760640 w 6096001"/>
              <a:gd name="connsiteY4" fmla="*/ 0 h 6858000"/>
              <a:gd name="connsiteX5" fmla="*/ 6096000 w 6096001"/>
              <a:gd name="connsiteY5" fmla="*/ 0 h 6858000"/>
              <a:gd name="connsiteX6" fmla="*/ 6096001 w 6096001"/>
              <a:gd name="connsiteY6" fmla="*/ 0 h 6858000"/>
              <a:gd name="connsiteX7" fmla="*/ 6096001 w 6096001"/>
              <a:gd name="connsiteY7" fmla="*/ 6237288 h 6858000"/>
              <a:gd name="connsiteX8" fmla="*/ 6096001 w 6096001"/>
              <a:gd name="connsiteY8" fmla="*/ 6858000 h 6858000"/>
              <a:gd name="connsiteX9" fmla="*/ 6096000 w 6096001"/>
              <a:gd name="connsiteY9" fmla="*/ 6858000 h 6858000"/>
              <a:gd name="connsiteX10" fmla="*/ 5760640 w 6096001"/>
              <a:gd name="connsiteY10" fmla="*/ 6858000 h 6858000"/>
              <a:gd name="connsiteX11" fmla="*/ 5472113 w 6096001"/>
              <a:gd name="connsiteY11" fmla="*/ 6858000 h 6858000"/>
              <a:gd name="connsiteX12" fmla="*/ 527720 w 6096001"/>
              <a:gd name="connsiteY12" fmla="*/ 6858000 h 6858000"/>
              <a:gd name="connsiteX13" fmla="*/ 1 w 6096001"/>
              <a:gd name="connsiteY13" fmla="*/ 6858000 h 6858000"/>
              <a:gd name="connsiteX14" fmla="*/ 1 w 6096001"/>
              <a:gd name="connsiteY14" fmla="*/ 6490565 h 6858000"/>
              <a:gd name="connsiteX15" fmla="*/ 0 w 6096001"/>
              <a:gd name="connsiteY15" fmla="*/ 6490565 h 6858000"/>
              <a:gd name="connsiteX16" fmla="*/ 0 w 6096001"/>
              <a:gd name="connsiteY16" fmla="*/ 5805448 h 6858000"/>
              <a:gd name="connsiteX17" fmla="*/ 1 w 6096001"/>
              <a:gd name="connsiteY17" fmla="*/ 5805448 h 6858000"/>
              <a:gd name="connsiteX18" fmla="*/ 1 w 6096001"/>
              <a:gd name="connsiteY18" fmla="*/ 4897760 h 6858000"/>
              <a:gd name="connsiteX19" fmla="*/ 0 w 6096001"/>
              <a:gd name="connsiteY19" fmla="*/ 4897760 h 6858000"/>
              <a:gd name="connsiteX20" fmla="*/ 0 w 6096001"/>
              <a:gd name="connsiteY20" fmla="*/ 4443755 h 6858000"/>
              <a:gd name="connsiteX21" fmla="*/ 1 w 6096001"/>
              <a:gd name="connsiteY21" fmla="*/ 4443755 h 6858000"/>
              <a:gd name="connsiteX22" fmla="*/ 1 w 6096001"/>
              <a:gd name="connsiteY22" fmla="*/ 3430309 h 6858000"/>
              <a:gd name="connsiteX23" fmla="*/ 0 w 6096001"/>
              <a:gd name="connsiteY23" fmla="*/ 3430305 h 6858000"/>
              <a:gd name="connsiteX24" fmla="*/ 0 w 6096001"/>
              <a:gd name="connsiteY24" fmla="*/ 367913 h 6858000"/>
              <a:gd name="connsiteX25" fmla="*/ 1 w 6096001"/>
              <a:gd name="connsiteY25" fmla="*/ 3679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96001" h="6858000">
                <a:moveTo>
                  <a:pt x="1" y="0"/>
                </a:moveTo>
                <a:lnTo>
                  <a:pt x="527720" y="0"/>
                </a:lnTo>
                <a:lnTo>
                  <a:pt x="863601" y="0"/>
                </a:lnTo>
                <a:lnTo>
                  <a:pt x="5472113" y="0"/>
                </a:lnTo>
                <a:lnTo>
                  <a:pt x="5760640" y="0"/>
                </a:lnTo>
                <a:lnTo>
                  <a:pt x="6096000" y="0"/>
                </a:lnTo>
                <a:lnTo>
                  <a:pt x="6096001" y="0"/>
                </a:lnTo>
                <a:lnTo>
                  <a:pt x="6096001" y="6237288"/>
                </a:lnTo>
                <a:lnTo>
                  <a:pt x="6096001" y="6858000"/>
                </a:lnTo>
                <a:lnTo>
                  <a:pt x="6096000" y="6858000"/>
                </a:lnTo>
                <a:lnTo>
                  <a:pt x="5760640" y="6858000"/>
                </a:lnTo>
                <a:lnTo>
                  <a:pt x="5472113" y="6858000"/>
                </a:lnTo>
                <a:lnTo>
                  <a:pt x="527720" y="6858000"/>
                </a:lnTo>
                <a:lnTo>
                  <a:pt x="1" y="6858000"/>
                </a:lnTo>
                <a:lnTo>
                  <a:pt x="1" y="6490565"/>
                </a:lnTo>
                <a:lnTo>
                  <a:pt x="0" y="6490565"/>
                </a:lnTo>
                <a:lnTo>
                  <a:pt x="0" y="5805448"/>
                </a:lnTo>
                <a:lnTo>
                  <a:pt x="1" y="5805448"/>
                </a:lnTo>
                <a:lnTo>
                  <a:pt x="1" y="4897760"/>
                </a:lnTo>
                <a:lnTo>
                  <a:pt x="0" y="4897760"/>
                </a:lnTo>
                <a:lnTo>
                  <a:pt x="0" y="4443755"/>
                </a:lnTo>
                <a:lnTo>
                  <a:pt x="1" y="4443755"/>
                </a:lnTo>
                <a:lnTo>
                  <a:pt x="1" y="3430309"/>
                </a:lnTo>
                <a:lnTo>
                  <a:pt x="0" y="3430305"/>
                </a:lnTo>
                <a:lnTo>
                  <a:pt x="0" y="367913"/>
                </a:lnTo>
                <a:lnTo>
                  <a:pt x="1" y="367913"/>
                </a:lnTo>
                <a:close/>
              </a:path>
            </a:pathLst>
          </a:custGeom>
          <a:solidFill>
            <a:schemeClr val="accent6"/>
          </a:solidFill>
        </p:spPr>
        <p:txBody>
          <a:bodyPr wrap="square">
            <a:noAutofit/>
          </a:bodyPr>
          <a:lstStyle>
            <a:lvl1pPr>
              <a:defRPr/>
            </a:lvl1pPr>
          </a:lstStyle>
          <a:p>
            <a:r>
              <a:rPr lang="de-DE"/>
              <a:t> </a:t>
            </a:r>
          </a:p>
        </p:txBody>
      </p:sp>
      <p:sp>
        <p:nvSpPr>
          <p:cNvPr id="17" name="Textplatzhalter 16">
            <a:extLst>
              <a:ext uri="{FF2B5EF4-FFF2-40B4-BE49-F238E27FC236}">
                <a16:creationId xmlns:a16="http://schemas.microsoft.com/office/drawing/2014/main" id="{A015CD12-B6E5-48C2-91D0-EA07C4E5EBDE}"/>
              </a:ext>
            </a:extLst>
          </p:cNvPr>
          <p:cNvSpPr>
            <a:spLocks noGrp="1"/>
          </p:cNvSpPr>
          <p:nvPr>
            <p:ph type="body" sz="quarter" idx="31" hasCustomPrompt="1"/>
          </p:nvPr>
        </p:nvSpPr>
        <p:spPr bwMode="gray">
          <a:xfrm>
            <a:off x="6094412" y="0"/>
            <a:ext cx="6094413" cy="61341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de-DE" dirty="0"/>
            </a:lvl1pPr>
          </a:lstStyle>
          <a:p>
            <a:pPr lvl="0">
              <a:lnSpc>
                <a:spcPct val="100000"/>
              </a:lnSpc>
              <a:spcBef>
                <a:spcPts val="0"/>
              </a:spcBef>
            </a:pPr>
            <a:r>
              <a:rPr lang="de-DE"/>
              <a:t> </a:t>
            </a:r>
          </a:p>
        </p:txBody>
      </p:sp>
      <p:sp>
        <p:nvSpPr>
          <p:cNvPr id="18" name="Textplatzhalter 17">
            <a:extLst>
              <a:ext uri="{FF2B5EF4-FFF2-40B4-BE49-F238E27FC236}">
                <a16:creationId xmlns:a16="http://schemas.microsoft.com/office/drawing/2014/main" id="{E4959BFE-B00D-44EC-B5DB-B96FA5C59F14}"/>
              </a:ext>
            </a:extLst>
          </p:cNvPr>
          <p:cNvSpPr>
            <a:spLocks noGrp="1"/>
          </p:cNvSpPr>
          <p:nvPr>
            <p:ph type="body" sz="quarter" idx="27" hasCustomPrompt="1"/>
          </p:nvPr>
        </p:nvSpPr>
        <p:spPr bwMode="gray">
          <a:xfrm>
            <a:off x="4790974" y="0"/>
            <a:ext cx="2605721" cy="6134100"/>
          </a:xfrm>
          <a:custGeom>
            <a:avLst/>
            <a:gdLst>
              <a:gd name="connsiteX0" fmla="*/ 781778 w 2606400"/>
              <a:gd name="connsiteY0" fmla="*/ 6498000 h 6858000"/>
              <a:gd name="connsiteX1" fmla="*/ 1825778 w 2606400"/>
              <a:gd name="connsiteY1" fmla="*/ 6498000 h 6858000"/>
              <a:gd name="connsiteX2" fmla="*/ 1825778 w 2606400"/>
              <a:gd name="connsiteY2" fmla="*/ 6858000 h 6858000"/>
              <a:gd name="connsiteX3" fmla="*/ 781778 w 2606400"/>
              <a:gd name="connsiteY3" fmla="*/ 6858000 h 6858000"/>
              <a:gd name="connsiteX4" fmla="*/ 0 w 2606400"/>
              <a:gd name="connsiteY4" fmla="*/ 4897760 h 6858000"/>
              <a:gd name="connsiteX5" fmla="*/ 2606400 w 2606400"/>
              <a:gd name="connsiteY5" fmla="*/ 4897760 h 6858000"/>
              <a:gd name="connsiteX6" fmla="*/ 2606400 w 2606400"/>
              <a:gd name="connsiteY6" fmla="*/ 5804960 h 6858000"/>
              <a:gd name="connsiteX7" fmla="*/ 0 w 2606400"/>
              <a:gd name="connsiteY7" fmla="*/ 5804960 h 6858000"/>
              <a:gd name="connsiteX8" fmla="*/ 781778 w 2606400"/>
              <a:gd name="connsiteY8" fmla="*/ 0 h 6858000"/>
              <a:gd name="connsiteX9" fmla="*/ 1825778 w 2606400"/>
              <a:gd name="connsiteY9" fmla="*/ 0 h 6858000"/>
              <a:gd name="connsiteX10" fmla="*/ 1825778 w 2606400"/>
              <a:gd name="connsiteY10" fmla="*/ 360000 h 6858000"/>
              <a:gd name="connsiteX11" fmla="*/ 781778 w 2606400"/>
              <a:gd name="connsiteY11" fmla="*/ 360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06400" h="6858000">
                <a:moveTo>
                  <a:pt x="781778" y="6498000"/>
                </a:moveTo>
                <a:lnTo>
                  <a:pt x="1825778" y="6498000"/>
                </a:lnTo>
                <a:lnTo>
                  <a:pt x="1825778" y="6858000"/>
                </a:lnTo>
                <a:lnTo>
                  <a:pt x="781778" y="6858000"/>
                </a:lnTo>
                <a:close/>
                <a:moveTo>
                  <a:pt x="0" y="4897760"/>
                </a:moveTo>
                <a:lnTo>
                  <a:pt x="2606400" y="4897760"/>
                </a:lnTo>
                <a:lnTo>
                  <a:pt x="2606400" y="5804960"/>
                </a:lnTo>
                <a:lnTo>
                  <a:pt x="0" y="5804960"/>
                </a:lnTo>
                <a:close/>
                <a:moveTo>
                  <a:pt x="781778" y="0"/>
                </a:moveTo>
                <a:lnTo>
                  <a:pt x="1825778" y="0"/>
                </a:lnTo>
                <a:lnTo>
                  <a:pt x="1825778" y="360000"/>
                </a:lnTo>
                <a:lnTo>
                  <a:pt x="781778" y="360000"/>
                </a:lnTo>
                <a:close/>
              </a:path>
            </a:pathLst>
          </a:custGeom>
          <a:solidFill>
            <a:schemeClr val="bg2"/>
          </a:solidFill>
          <a:ln w="3175">
            <a:solidFill>
              <a:schemeClr val="bg2"/>
            </a:solidFill>
          </a:ln>
        </p:spPr>
        <p:txBody>
          <a:bodyPr vert="horz" wrap="square" lIns="0" tIns="0" rIns="0" bIns="0" rtlCol="0">
            <a:noAutofit/>
          </a:bodyPr>
          <a:lstStyle>
            <a:lvl1pPr algn="ctr">
              <a:defRPr lang="en-US" sz="100" dirty="0">
                <a:solidFill>
                  <a:schemeClr val="bg2"/>
                </a:solidFill>
              </a:defRPr>
            </a:lvl1pPr>
          </a:lstStyle>
          <a:p>
            <a:pPr lvl="0">
              <a:lnSpc>
                <a:spcPct val="100000"/>
              </a:lnSpc>
              <a:spcBef>
                <a:spcPts val="0"/>
              </a:spcBef>
            </a:pPr>
            <a:r>
              <a:rPr lang="en-US"/>
              <a:t> </a:t>
            </a:r>
          </a:p>
        </p:txBody>
      </p:sp>
      <p:sp>
        <p:nvSpPr>
          <p:cNvPr id="23" name="Textplatzhalter 22">
            <a:extLst>
              <a:ext uri="{FF2B5EF4-FFF2-40B4-BE49-F238E27FC236}">
                <a16:creationId xmlns:a16="http://schemas.microsoft.com/office/drawing/2014/main" id="{4DFE237F-AAF0-4CD3-AA97-B01A7FA00AC2}"/>
              </a:ext>
            </a:extLst>
          </p:cNvPr>
          <p:cNvSpPr>
            <a:spLocks noGrp="1"/>
          </p:cNvSpPr>
          <p:nvPr>
            <p:ph type="body" sz="quarter" idx="33" hasCustomPrompt="1"/>
          </p:nvPr>
        </p:nvSpPr>
        <p:spPr bwMode="gray">
          <a:xfrm>
            <a:off x="4434189" y="941615"/>
            <a:ext cx="3320428" cy="3033078"/>
          </a:xfrm>
          <a:custGeom>
            <a:avLst/>
            <a:gdLst>
              <a:gd name="connsiteX0" fmla="*/ 0 w 3321293"/>
              <a:gd name="connsiteY0" fmla="*/ 0 h 3391019"/>
              <a:gd name="connsiteX1" fmla="*/ 973884 w 3321293"/>
              <a:gd name="connsiteY1" fmla="*/ 0 h 3391019"/>
              <a:gd name="connsiteX2" fmla="*/ 1660681 w 3321293"/>
              <a:gd name="connsiteY2" fmla="*/ 2377648 h 3391019"/>
              <a:gd name="connsiteX3" fmla="*/ 2347409 w 3321293"/>
              <a:gd name="connsiteY3" fmla="*/ 0 h 3391019"/>
              <a:gd name="connsiteX4" fmla="*/ 3321293 w 3321293"/>
              <a:gd name="connsiteY4" fmla="*/ 0 h 3391019"/>
              <a:gd name="connsiteX5" fmla="*/ 3312275 w 3321293"/>
              <a:gd name="connsiteY5" fmla="*/ 27470 h 3391019"/>
              <a:gd name="connsiteX6" fmla="*/ 2204039 w 3321293"/>
              <a:gd name="connsiteY6" fmla="*/ 3391019 h 3391019"/>
              <a:gd name="connsiteX7" fmla="*/ 1117323 w 3321293"/>
              <a:gd name="connsiteY7" fmla="*/ 3391019 h 3391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1293" h="3391019">
                <a:moveTo>
                  <a:pt x="0" y="0"/>
                </a:moveTo>
                <a:lnTo>
                  <a:pt x="973884" y="0"/>
                </a:lnTo>
                <a:lnTo>
                  <a:pt x="1660681" y="2377648"/>
                </a:lnTo>
                <a:lnTo>
                  <a:pt x="2347409" y="0"/>
                </a:lnTo>
                <a:lnTo>
                  <a:pt x="3321293" y="0"/>
                </a:lnTo>
                <a:lnTo>
                  <a:pt x="3312275" y="27470"/>
                </a:lnTo>
                <a:lnTo>
                  <a:pt x="2204039" y="3391019"/>
                </a:lnTo>
                <a:lnTo>
                  <a:pt x="1117323" y="3391019"/>
                </a:lnTo>
                <a:close/>
              </a:path>
            </a:pathLst>
          </a:custGeom>
          <a:solidFill>
            <a:schemeClr val="bg1"/>
          </a:solidFill>
          <a:ln w="3175">
            <a:solidFill>
              <a:schemeClr val="bg1"/>
            </a:solidFill>
          </a:ln>
        </p:spPr>
        <p:txBody>
          <a:bodyPr vert="horz" wrap="square" lIns="0" tIns="0" rIns="0" bIns="0" rtlCol="0">
            <a:noAutofit/>
          </a:bodyPr>
          <a:lstStyle>
            <a:lvl1pPr algn="ctr">
              <a:defRPr lang="de-DE" sz="100" dirty="0">
                <a:solidFill>
                  <a:schemeClr val="bg1"/>
                </a:solidFill>
              </a:defRPr>
            </a:lvl1pPr>
          </a:lstStyle>
          <a:p>
            <a:pPr lvl="0">
              <a:lnSpc>
                <a:spcPct val="100000"/>
              </a:lnSpc>
              <a:spcBef>
                <a:spcPts val="0"/>
              </a:spcBef>
            </a:pPr>
            <a:r>
              <a:rPr lang="de-DE"/>
              <a:t> </a:t>
            </a:r>
          </a:p>
        </p:txBody>
      </p:sp>
      <p:cxnSp>
        <p:nvCxnSpPr>
          <p:cNvPr id="11" name="Gerader Verbinder 10">
            <a:extLst>
              <a:ext uri="{FF2B5EF4-FFF2-40B4-BE49-F238E27FC236}">
                <a16:creationId xmlns:a16="http://schemas.microsoft.com/office/drawing/2014/main" id="{7E741651-7B67-4C07-BAC5-FA69FA9E5CB0}"/>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177D7959-B738-415E-B2C3-E14CC6297E85}"/>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F2AF4B88-6299-4D76-8EED-0BA2B6C35F91}"/>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6E323856-E5D4-4A8B-9510-5091E0FA88D6}"/>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ECDDC20A-0FBF-4061-A9D1-2FE147B06D24}"/>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E5F9A2C8-FE58-4E00-981F-C372544EB732}"/>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FD1E4120-87F9-46C8-976E-59ACE7B30D0C}"/>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0A819D16-1F57-424D-BDEF-57B6043512E2}"/>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F92F1D4C-5B78-4456-A191-A82B67EA82CF}"/>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97F28981-DC77-4DC5-BCBC-A80335B29E5F}"/>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8BA1754A-CE86-4A80-87CE-A406E847B5A5}"/>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F7FEC596-27BE-4D23-B3F6-A746CBC9187E}"/>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C0B28850-621C-4213-8559-245CF81972EB}"/>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B57305AA-06AD-4DDC-A58D-5734E5987730}"/>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FCB5B5B6-5087-4B1A-B2BD-A4602A2B1A54}"/>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867FBF38-3C7F-40C4-9D06-C51D97544570}"/>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AE553148-472A-4688-8305-29E2F2C2994D}"/>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69E283E2-5741-4A90-96B7-90184741C6DE}"/>
              </a:ext>
            </a:extLst>
          </p:cNvPr>
          <p:cNvCxnSpPr/>
          <p:nvPr userDrawn="1"/>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658388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Statement | Picture 1/2 | black">
    <p:spTree>
      <p:nvGrpSpPr>
        <p:cNvPr id="1" name=""/>
        <p:cNvGrpSpPr/>
        <p:nvPr/>
      </p:nvGrpSpPr>
      <p:grpSpPr>
        <a:xfrm>
          <a:off x="0" y="0"/>
          <a:ext cx="0" cy="0"/>
          <a:chOff x="0" y="0"/>
          <a:chExt cx="0" cy="0"/>
        </a:xfrm>
      </p:grpSpPr>
      <p:sp>
        <p:nvSpPr>
          <p:cNvPr id="26" name="Titel 1">
            <a:extLst>
              <a:ext uri="{FF2B5EF4-FFF2-40B4-BE49-F238E27FC236}">
                <a16:creationId xmlns:a16="http://schemas.microsoft.com/office/drawing/2014/main" id="{AE65F074-A632-43DF-B191-889FF8B3ED0E}"/>
              </a:ext>
            </a:extLst>
          </p:cNvPr>
          <p:cNvSpPr>
            <a:spLocks noGrp="1"/>
          </p:cNvSpPr>
          <p:nvPr>
            <p:ph type="title" hasCustomPrompt="1"/>
          </p:nvPr>
        </p:nvSpPr>
        <p:spPr bwMode="gray">
          <a:xfrm>
            <a:off x="8110495" y="2358571"/>
            <a:ext cx="3455100" cy="2383066"/>
          </a:xfrm>
          <a:noFill/>
        </p:spPr>
        <p:txBody>
          <a:bodyPr anchor="ctr"/>
          <a:lstStyle>
            <a:lvl1pPr algn="l">
              <a:defRPr sz="2862">
                <a:solidFill>
                  <a:schemeClr val="bg1"/>
                </a:solidFill>
              </a:defRPr>
            </a:lvl1pPr>
          </a:lstStyle>
          <a:p>
            <a:r>
              <a:rPr lang="en-US"/>
              <a:t>Solid Statement, </a:t>
            </a:r>
            <a:br>
              <a:rPr lang="en-US"/>
            </a:br>
            <a:r>
              <a:rPr lang="en-US"/>
              <a:t>Arial Bold, </a:t>
            </a:r>
            <a:br>
              <a:rPr lang="en-US"/>
            </a:br>
            <a:r>
              <a:rPr lang="en-US"/>
              <a:t>32 </a:t>
            </a:r>
            <a:r>
              <a:rPr lang="en-US" err="1"/>
              <a:t>pt</a:t>
            </a:r>
            <a:r>
              <a:rPr lang="en-US"/>
              <a:t>, in Red, Black or White</a:t>
            </a:r>
          </a:p>
        </p:txBody>
      </p:sp>
      <p:sp>
        <p:nvSpPr>
          <p:cNvPr id="10" name="Foliennummernplatzhalter 9">
            <a:extLst>
              <a:ext uri="{FF2B5EF4-FFF2-40B4-BE49-F238E27FC236}">
                <a16:creationId xmlns:a16="http://schemas.microsoft.com/office/drawing/2014/main" id="{3304231E-62FF-4FCB-8BB6-E40B7D8E7A9F}"/>
              </a:ext>
            </a:extLst>
          </p:cNvPr>
          <p:cNvSpPr>
            <a:spLocks noGrp="1"/>
          </p:cNvSpPr>
          <p:nvPr>
            <p:ph type="sldNum" sz="quarter" idx="12"/>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5" name="Datumsplatzhalter 4">
            <a:extLst>
              <a:ext uri="{FF2B5EF4-FFF2-40B4-BE49-F238E27FC236}">
                <a16:creationId xmlns:a16="http://schemas.microsoft.com/office/drawing/2014/main" id="{FDE13769-E8CA-4C88-A23D-25D4FA628581}"/>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6" name="Fußzeilenplatzhalter 5">
            <a:extLst>
              <a:ext uri="{FF2B5EF4-FFF2-40B4-BE49-F238E27FC236}">
                <a16:creationId xmlns:a16="http://schemas.microsoft.com/office/drawing/2014/main" id="{7F0D9A8C-C082-4478-8FE7-E231FA3FC352}"/>
              </a:ext>
            </a:extLst>
          </p:cNvPr>
          <p:cNvSpPr>
            <a:spLocks noGrp="1"/>
          </p:cNvSpPr>
          <p:nvPr>
            <p:ph type="ftr" sz="quarter" idx="11"/>
          </p:nvPr>
        </p:nvSpPr>
        <p:spPr bwMode="gray">
          <a:xfrm>
            <a:off x="623230" y="490764"/>
            <a:ext cx="5255215" cy="193200"/>
          </a:xfrm>
        </p:spPr>
        <p:txBody>
          <a:bodyPr/>
          <a:lstStyle>
            <a:lvl1pPr>
              <a:defRPr sz="894">
                <a:solidFill>
                  <a:schemeClr val="bg1"/>
                </a:solidFill>
              </a:defRPr>
            </a:lvl1pPr>
            <a:lvl2pPr>
              <a:defRPr sz="894"/>
            </a:lvl2pPr>
            <a:lvl3pPr>
              <a:defRPr sz="894"/>
            </a:lvl3pPr>
            <a:lvl4pPr>
              <a:defRPr sz="894"/>
            </a:lvl4pPr>
            <a:lvl5pPr>
              <a:defRPr sz="894"/>
            </a:lvl5pPr>
            <a:lvl6pPr>
              <a:defRPr sz="894"/>
            </a:lvl6pPr>
            <a:lvl7pPr>
              <a:defRPr sz="894"/>
            </a:lvl7pPr>
            <a:lvl8pPr>
              <a:defRPr sz="894"/>
            </a:lvl8pPr>
            <a:lvl9pPr>
              <a:defRPr sz="894"/>
            </a:lvl9pPr>
          </a:lstStyle>
          <a:p>
            <a:r>
              <a:rPr lang="en-US"/>
              <a:t>Title of the presentation</a:t>
            </a:r>
          </a:p>
        </p:txBody>
      </p:sp>
      <p:sp>
        <p:nvSpPr>
          <p:cNvPr id="2" name="MIO_VALID_LAYOUT">
            <a:extLst>
              <a:ext uri="{FF2B5EF4-FFF2-40B4-BE49-F238E27FC236}">
                <a16:creationId xmlns:a16="http://schemas.microsoft.com/office/drawing/2014/main" id="{C67D5BE1-6835-4506-BBCB-6FB3331B46F6}"/>
              </a:ext>
            </a:extLst>
          </p:cNvPr>
          <p:cNvSpPr/>
          <p:nvPr userDrawn="1"/>
        </p:nvSpPr>
        <p:spPr bwMode="gray">
          <a:xfrm>
            <a:off x="11997531" y="5965372"/>
            <a:ext cx="191294" cy="168728"/>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268"/>
              </a:spcBef>
              <a:spcAft>
                <a:spcPts val="268"/>
              </a:spcAft>
              <a:buClr>
                <a:schemeClr val="bg1"/>
              </a:buClr>
              <a:buSzPct val="100000"/>
              <a:buFont typeface="Arial" panose="020B0604020202020204" pitchFamily="34" charset="0"/>
              <a:buNone/>
            </a:pPr>
            <a:endParaRPr lang="en-GB" sz="1431" kern="0">
              <a:solidFill>
                <a:srgbClr val="FFFFFF"/>
              </a:solidFill>
              <a:latin typeface="Verdana"/>
            </a:endParaRPr>
          </a:p>
        </p:txBody>
      </p:sp>
      <p:sp>
        <p:nvSpPr>
          <p:cNvPr id="17" name="Bildplatzhalter 16">
            <a:extLst>
              <a:ext uri="{FF2B5EF4-FFF2-40B4-BE49-F238E27FC236}">
                <a16:creationId xmlns:a16="http://schemas.microsoft.com/office/drawing/2014/main" id="{5394FA39-D93D-4FE8-A9C4-A185E0D2C008}"/>
              </a:ext>
            </a:extLst>
          </p:cNvPr>
          <p:cNvSpPr>
            <a:spLocks noGrp="1"/>
          </p:cNvSpPr>
          <p:nvPr>
            <p:ph type="pic" sz="quarter" idx="32" hasCustomPrompt="1"/>
          </p:nvPr>
        </p:nvSpPr>
        <p:spPr bwMode="gray">
          <a:xfrm>
            <a:off x="1" y="0"/>
            <a:ext cx="6094413" cy="6134100"/>
          </a:xfrm>
          <a:custGeom>
            <a:avLst/>
            <a:gdLst>
              <a:gd name="connsiteX0" fmla="*/ 1 w 6096001"/>
              <a:gd name="connsiteY0" fmla="*/ 0 h 6858000"/>
              <a:gd name="connsiteX1" fmla="*/ 527720 w 6096001"/>
              <a:gd name="connsiteY1" fmla="*/ 0 h 6858000"/>
              <a:gd name="connsiteX2" fmla="*/ 863601 w 6096001"/>
              <a:gd name="connsiteY2" fmla="*/ 0 h 6858000"/>
              <a:gd name="connsiteX3" fmla="*/ 5472113 w 6096001"/>
              <a:gd name="connsiteY3" fmla="*/ 0 h 6858000"/>
              <a:gd name="connsiteX4" fmla="*/ 5760640 w 6096001"/>
              <a:gd name="connsiteY4" fmla="*/ 0 h 6858000"/>
              <a:gd name="connsiteX5" fmla="*/ 6096000 w 6096001"/>
              <a:gd name="connsiteY5" fmla="*/ 0 h 6858000"/>
              <a:gd name="connsiteX6" fmla="*/ 6096001 w 6096001"/>
              <a:gd name="connsiteY6" fmla="*/ 0 h 6858000"/>
              <a:gd name="connsiteX7" fmla="*/ 6096001 w 6096001"/>
              <a:gd name="connsiteY7" fmla="*/ 6237288 h 6858000"/>
              <a:gd name="connsiteX8" fmla="*/ 6096001 w 6096001"/>
              <a:gd name="connsiteY8" fmla="*/ 6858000 h 6858000"/>
              <a:gd name="connsiteX9" fmla="*/ 6096000 w 6096001"/>
              <a:gd name="connsiteY9" fmla="*/ 6858000 h 6858000"/>
              <a:gd name="connsiteX10" fmla="*/ 5760640 w 6096001"/>
              <a:gd name="connsiteY10" fmla="*/ 6858000 h 6858000"/>
              <a:gd name="connsiteX11" fmla="*/ 5472113 w 6096001"/>
              <a:gd name="connsiteY11" fmla="*/ 6858000 h 6858000"/>
              <a:gd name="connsiteX12" fmla="*/ 527720 w 6096001"/>
              <a:gd name="connsiteY12" fmla="*/ 6858000 h 6858000"/>
              <a:gd name="connsiteX13" fmla="*/ 1 w 6096001"/>
              <a:gd name="connsiteY13" fmla="*/ 6858000 h 6858000"/>
              <a:gd name="connsiteX14" fmla="*/ 1 w 6096001"/>
              <a:gd name="connsiteY14" fmla="*/ 6490565 h 6858000"/>
              <a:gd name="connsiteX15" fmla="*/ 0 w 6096001"/>
              <a:gd name="connsiteY15" fmla="*/ 6490565 h 6858000"/>
              <a:gd name="connsiteX16" fmla="*/ 0 w 6096001"/>
              <a:gd name="connsiteY16" fmla="*/ 5805448 h 6858000"/>
              <a:gd name="connsiteX17" fmla="*/ 1 w 6096001"/>
              <a:gd name="connsiteY17" fmla="*/ 5805448 h 6858000"/>
              <a:gd name="connsiteX18" fmla="*/ 1 w 6096001"/>
              <a:gd name="connsiteY18" fmla="*/ 4897760 h 6858000"/>
              <a:gd name="connsiteX19" fmla="*/ 0 w 6096001"/>
              <a:gd name="connsiteY19" fmla="*/ 4897760 h 6858000"/>
              <a:gd name="connsiteX20" fmla="*/ 0 w 6096001"/>
              <a:gd name="connsiteY20" fmla="*/ 4443755 h 6858000"/>
              <a:gd name="connsiteX21" fmla="*/ 1 w 6096001"/>
              <a:gd name="connsiteY21" fmla="*/ 4443755 h 6858000"/>
              <a:gd name="connsiteX22" fmla="*/ 1 w 6096001"/>
              <a:gd name="connsiteY22" fmla="*/ 3430309 h 6858000"/>
              <a:gd name="connsiteX23" fmla="*/ 0 w 6096001"/>
              <a:gd name="connsiteY23" fmla="*/ 3430305 h 6858000"/>
              <a:gd name="connsiteX24" fmla="*/ 0 w 6096001"/>
              <a:gd name="connsiteY24" fmla="*/ 367913 h 6858000"/>
              <a:gd name="connsiteX25" fmla="*/ 1 w 6096001"/>
              <a:gd name="connsiteY25" fmla="*/ 3679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96001" h="6858000">
                <a:moveTo>
                  <a:pt x="1" y="0"/>
                </a:moveTo>
                <a:lnTo>
                  <a:pt x="527720" y="0"/>
                </a:lnTo>
                <a:lnTo>
                  <a:pt x="863601" y="0"/>
                </a:lnTo>
                <a:lnTo>
                  <a:pt x="5472113" y="0"/>
                </a:lnTo>
                <a:lnTo>
                  <a:pt x="5760640" y="0"/>
                </a:lnTo>
                <a:lnTo>
                  <a:pt x="6096000" y="0"/>
                </a:lnTo>
                <a:lnTo>
                  <a:pt x="6096001" y="0"/>
                </a:lnTo>
                <a:lnTo>
                  <a:pt x="6096001" y="6237288"/>
                </a:lnTo>
                <a:lnTo>
                  <a:pt x="6096001" y="6858000"/>
                </a:lnTo>
                <a:lnTo>
                  <a:pt x="6096000" y="6858000"/>
                </a:lnTo>
                <a:lnTo>
                  <a:pt x="5760640" y="6858000"/>
                </a:lnTo>
                <a:lnTo>
                  <a:pt x="5472113" y="6858000"/>
                </a:lnTo>
                <a:lnTo>
                  <a:pt x="527720" y="6858000"/>
                </a:lnTo>
                <a:lnTo>
                  <a:pt x="1" y="6858000"/>
                </a:lnTo>
                <a:lnTo>
                  <a:pt x="1" y="6490565"/>
                </a:lnTo>
                <a:lnTo>
                  <a:pt x="0" y="6490565"/>
                </a:lnTo>
                <a:lnTo>
                  <a:pt x="0" y="5805448"/>
                </a:lnTo>
                <a:lnTo>
                  <a:pt x="1" y="5805448"/>
                </a:lnTo>
                <a:lnTo>
                  <a:pt x="1" y="4897760"/>
                </a:lnTo>
                <a:lnTo>
                  <a:pt x="0" y="4897760"/>
                </a:lnTo>
                <a:lnTo>
                  <a:pt x="0" y="4443755"/>
                </a:lnTo>
                <a:lnTo>
                  <a:pt x="1" y="4443755"/>
                </a:lnTo>
                <a:lnTo>
                  <a:pt x="1" y="3430309"/>
                </a:lnTo>
                <a:lnTo>
                  <a:pt x="0" y="3430305"/>
                </a:lnTo>
                <a:lnTo>
                  <a:pt x="0" y="367913"/>
                </a:lnTo>
                <a:lnTo>
                  <a:pt x="1" y="367913"/>
                </a:lnTo>
                <a:close/>
              </a:path>
            </a:pathLst>
          </a:custGeom>
          <a:solidFill>
            <a:schemeClr val="accent6"/>
          </a:solidFill>
        </p:spPr>
        <p:txBody>
          <a:bodyPr wrap="square">
            <a:noAutofit/>
          </a:bodyPr>
          <a:lstStyle>
            <a:lvl1pPr>
              <a:defRPr/>
            </a:lvl1pPr>
          </a:lstStyle>
          <a:p>
            <a:r>
              <a:rPr lang="de-DE"/>
              <a:t> </a:t>
            </a:r>
          </a:p>
        </p:txBody>
      </p:sp>
      <p:sp>
        <p:nvSpPr>
          <p:cNvPr id="18" name="Textplatzhalter 17">
            <a:extLst>
              <a:ext uri="{FF2B5EF4-FFF2-40B4-BE49-F238E27FC236}">
                <a16:creationId xmlns:a16="http://schemas.microsoft.com/office/drawing/2014/main" id="{E547E35F-7206-4073-A6BE-30FED353E7C7}"/>
              </a:ext>
            </a:extLst>
          </p:cNvPr>
          <p:cNvSpPr>
            <a:spLocks noGrp="1"/>
          </p:cNvSpPr>
          <p:nvPr>
            <p:ph type="body" sz="quarter" idx="31" hasCustomPrompt="1"/>
          </p:nvPr>
        </p:nvSpPr>
        <p:spPr bwMode="gray">
          <a:xfrm>
            <a:off x="0" y="0"/>
            <a:ext cx="6094413" cy="61341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de-DE" dirty="0"/>
            </a:lvl1pPr>
          </a:lstStyle>
          <a:p>
            <a:pPr lvl="0">
              <a:lnSpc>
                <a:spcPct val="100000"/>
              </a:lnSpc>
              <a:spcBef>
                <a:spcPts val="0"/>
              </a:spcBef>
            </a:pPr>
            <a:r>
              <a:rPr lang="de-DE"/>
              <a:t> </a:t>
            </a:r>
          </a:p>
        </p:txBody>
      </p:sp>
      <p:sp>
        <p:nvSpPr>
          <p:cNvPr id="19" name="Textplatzhalter 18">
            <a:extLst>
              <a:ext uri="{FF2B5EF4-FFF2-40B4-BE49-F238E27FC236}">
                <a16:creationId xmlns:a16="http://schemas.microsoft.com/office/drawing/2014/main" id="{0F16C0BE-F05C-45C9-83A2-90CA253BF936}"/>
              </a:ext>
            </a:extLst>
          </p:cNvPr>
          <p:cNvSpPr>
            <a:spLocks noGrp="1"/>
          </p:cNvSpPr>
          <p:nvPr>
            <p:ph type="body" sz="quarter" idx="27" hasCustomPrompt="1"/>
          </p:nvPr>
        </p:nvSpPr>
        <p:spPr bwMode="gray">
          <a:xfrm>
            <a:off x="4790974" y="0"/>
            <a:ext cx="2605721" cy="6134100"/>
          </a:xfrm>
          <a:custGeom>
            <a:avLst/>
            <a:gdLst>
              <a:gd name="connsiteX0" fmla="*/ 781778 w 2606400"/>
              <a:gd name="connsiteY0" fmla="*/ 6498000 h 6858000"/>
              <a:gd name="connsiteX1" fmla="*/ 1825778 w 2606400"/>
              <a:gd name="connsiteY1" fmla="*/ 6498000 h 6858000"/>
              <a:gd name="connsiteX2" fmla="*/ 1825778 w 2606400"/>
              <a:gd name="connsiteY2" fmla="*/ 6858000 h 6858000"/>
              <a:gd name="connsiteX3" fmla="*/ 781778 w 2606400"/>
              <a:gd name="connsiteY3" fmla="*/ 6858000 h 6858000"/>
              <a:gd name="connsiteX4" fmla="*/ 0 w 2606400"/>
              <a:gd name="connsiteY4" fmla="*/ 4897760 h 6858000"/>
              <a:gd name="connsiteX5" fmla="*/ 2606400 w 2606400"/>
              <a:gd name="connsiteY5" fmla="*/ 4897760 h 6858000"/>
              <a:gd name="connsiteX6" fmla="*/ 2606400 w 2606400"/>
              <a:gd name="connsiteY6" fmla="*/ 5804960 h 6858000"/>
              <a:gd name="connsiteX7" fmla="*/ 0 w 2606400"/>
              <a:gd name="connsiteY7" fmla="*/ 5804960 h 6858000"/>
              <a:gd name="connsiteX8" fmla="*/ 781778 w 2606400"/>
              <a:gd name="connsiteY8" fmla="*/ 0 h 6858000"/>
              <a:gd name="connsiteX9" fmla="*/ 1825778 w 2606400"/>
              <a:gd name="connsiteY9" fmla="*/ 0 h 6858000"/>
              <a:gd name="connsiteX10" fmla="*/ 1825778 w 2606400"/>
              <a:gd name="connsiteY10" fmla="*/ 360000 h 6858000"/>
              <a:gd name="connsiteX11" fmla="*/ 781778 w 2606400"/>
              <a:gd name="connsiteY11" fmla="*/ 360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06400" h="6858000">
                <a:moveTo>
                  <a:pt x="781778" y="6498000"/>
                </a:moveTo>
                <a:lnTo>
                  <a:pt x="1825778" y="6498000"/>
                </a:lnTo>
                <a:lnTo>
                  <a:pt x="1825778" y="6858000"/>
                </a:lnTo>
                <a:lnTo>
                  <a:pt x="781778" y="6858000"/>
                </a:lnTo>
                <a:close/>
                <a:moveTo>
                  <a:pt x="0" y="4897760"/>
                </a:moveTo>
                <a:lnTo>
                  <a:pt x="2606400" y="4897760"/>
                </a:lnTo>
                <a:lnTo>
                  <a:pt x="2606400" y="5804960"/>
                </a:lnTo>
                <a:lnTo>
                  <a:pt x="0" y="5804960"/>
                </a:lnTo>
                <a:close/>
                <a:moveTo>
                  <a:pt x="781778" y="0"/>
                </a:moveTo>
                <a:lnTo>
                  <a:pt x="1825778" y="0"/>
                </a:lnTo>
                <a:lnTo>
                  <a:pt x="1825778" y="360000"/>
                </a:lnTo>
                <a:lnTo>
                  <a:pt x="781778" y="360000"/>
                </a:lnTo>
                <a:close/>
              </a:path>
            </a:pathLst>
          </a:custGeom>
          <a:solidFill>
            <a:schemeClr val="bg2"/>
          </a:solidFill>
          <a:ln w="3175">
            <a:solidFill>
              <a:schemeClr val="bg2"/>
            </a:solidFill>
          </a:ln>
        </p:spPr>
        <p:txBody>
          <a:bodyPr vert="horz" wrap="square" lIns="0" tIns="0" rIns="0" bIns="0" rtlCol="0">
            <a:noAutofit/>
          </a:bodyPr>
          <a:lstStyle>
            <a:lvl1pPr algn="ctr">
              <a:defRPr lang="en-US" sz="100" dirty="0">
                <a:solidFill>
                  <a:schemeClr val="bg2"/>
                </a:solidFill>
              </a:defRPr>
            </a:lvl1pPr>
          </a:lstStyle>
          <a:p>
            <a:pPr lvl="0">
              <a:lnSpc>
                <a:spcPct val="100000"/>
              </a:lnSpc>
              <a:spcBef>
                <a:spcPts val="0"/>
              </a:spcBef>
            </a:pPr>
            <a:r>
              <a:rPr lang="en-US"/>
              <a:t> </a:t>
            </a:r>
          </a:p>
        </p:txBody>
      </p:sp>
      <p:sp>
        <p:nvSpPr>
          <p:cNvPr id="20" name="Textplatzhalter 19">
            <a:extLst>
              <a:ext uri="{FF2B5EF4-FFF2-40B4-BE49-F238E27FC236}">
                <a16:creationId xmlns:a16="http://schemas.microsoft.com/office/drawing/2014/main" id="{51535467-4832-45DE-954E-3894990E616D}"/>
              </a:ext>
            </a:extLst>
          </p:cNvPr>
          <p:cNvSpPr>
            <a:spLocks noGrp="1"/>
          </p:cNvSpPr>
          <p:nvPr>
            <p:ph type="body" sz="quarter" idx="33" hasCustomPrompt="1"/>
          </p:nvPr>
        </p:nvSpPr>
        <p:spPr bwMode="gray">
          <a:xfrm>
            <a:off x="4434189" y="941615"/>
            <a:ext cx="3320428" cy="3033078"/>
          </a:xfrm>
          <a:custGeom>
            <a:avLst/>
            <a:gdLst>
              <a:gd name="connsiteX0" fmla="*/ 0 w 3321293"/>
              <a:gd name="connsiteY0" fmla="*/ 0 h 3391019"/>
              <a:gd name="connsiteX1" fmla="*/ 973884 w 3321293"/>
              <a:gd name="connsiteY1" fmla="*/ 0 h 3391019"/>
              <a:gd name="connsiteX2" fmla="*/ 1660681 w 3321293"/>
              <a:gd name="connsiteY2" fmla="*/ 2377648 h 3391019"/>
              <a:gd name="connsiteX3" fmla="*/ 2347409 w 3321293"/>
              <a:gd name="connsiteY3" fmla="*/ 0 h 3391019"/>
              <a:gd name="connsiteX4" fmla="*/ 3321293 w 3321293"/>
              <a:gd name="connsiteY4" fmla="*/ 0 h 3391019"/>
              <a:gd name="connsiteX5" fmla="*/ 3312275 w 3321293"/>
              <a:gd name="connsiteY5" fmla="*/ 27470 h 3391019"/>
              <a:gd name="connsiteX6" fmla="*/ 2204039 w 3321293"/>
              <a:gd name="connsiteY6" fmla="*/ 3391019 h 3391019"/>
              <a:gd name="connsiteX7" fmla="*/ 1117323 w 3321293"/>
              <a:gd name="connsiteY7" fmla="*/ 3391019 h 3391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1293" h="3391019">
                <a:moveTo>
                  <a:pt x="0" y="0"/>
                </a:moveTo>
                <a:lnTo>
                  <a:pt x="973884" y="0"/>
                </a:lnTo>
                <a:lnTo>
                  <a:pt x="1660681" y="2377648"/>
                </a:lnTo>
                <a:lnTo>
                  <a:pt x="2347409" y="0"/>
                </a:lnTo>
                <a:lnTo>
                  <a:pt x="3321293" y="0"/>
                </a:lnTo>
                <a:lnTo>
                  <a:pt x="3312275" y="27470"/>
                </a:lnTo>
                <a:lnTo>
                  <a:pt x="2204039" y="3391019"/>
                </a:lnTo>
                <a:lnTo>
                  <a:pt x="1117323" y="3391019"/>
                </a:lnTo>
                <a:close/>
              </a:path>
            </a:pathLst>
          </a:custGeom>
          <a:solidFill>
            <a:schemeClr val="bg1"/>
          </a:solidFill>
          <a:ln w="3175">
            <a:solidFill>
              <a:schemeClr val="bg1"/>
            </a:solidFill>
          </a:ln>
        </p:spPr>
        <p:txBody>
          <a:bodyPr vert="horz" wrap="square" lIns="0" tIns="0" rIns="0" bIns="0" rtlCol="0" anchor="b">
            <a:noAutofit/>
          </a:bodyPr>
          <a:lstStyle>
            <a:lvl1pPr algn="ctr">
              <a:defRPr lang="de-DE" sz="100" dirty="0">
                <a:solidFill>
                  <a:schemeClr val="bg1"/>
                </a:solidFill>
              </a:defRPr>
            </a:lvl1pPr>
          </a:lstStyle>
          <a:p>
            <a:pPr lvl="0">
              <a:lnSpc>
                <a:spcPct val="100000"/>
              </a:lnSpc>
              <a:spcBef>
                <a:spcPts val="0"/>
              </a:spcBef>
            </a:pPr>
            <a:r>
              <a:rPr lang="de-DE"/>
              <a:t> </a:t>
            </a:r>
          </a:p>
        </p:txBody>
      </p:sp>
      <p:cxnSp>
        <p:nvCxnSpPr>
          <p:cNvPr id="11" name="Gerader Verbinder 10">
            <a:extLst>
              <a:ext uri="{FF2B5EF4-FFF2-40B4-BE49-F238E27FC236}">
                <a16:creationId xmlns:a16="http://schemas.microsoft.com/office/drawing/2014/main" id="{DC44B742-0BB5-4A6A-8040-BA8A6EE91D37}"/>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875C8327-C236-4CB5-98EC-ADF15402F260}"/>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D8F8071E-D069-4BAB-AF52-CD17CEA5C4FE}"/>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42DB789D-BF80-4127-99C9-80F1C21FFFFD}"/>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783D305E-48C8-46A6-A1DB-F46C9FECA45A}"/>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76D6F640-4D24-4099-8ECE-97B82F7EBAE0}"/>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031DD863-C9BC-42ED-8941-CCDB9324B987}"/>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B8DBEE3C-7073-4A24-8E75-4440C35D043B}"/>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6F6AF3D5-7B49-477E-98E2-8ABD2FD563A1}"/>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6CCB4169-3ABA-456A-8D7D-0C44C787D5BC}"/>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5ADC5BB4-8FF9-4A34-B148-147541BF39BA}"/>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60476D46-4C01-40F4-9794-2402B6C19433}"/>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77D543DF-3806-4028-9D9B-3524120DAF2A}"/>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D9CF30E5-1791-4CB2-A0E9-5BD9EFCBFD3A}"/>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07525770-1911-41EA-B48B-FE63D5CD2D87}"/>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04484E02-0126-4369-83C6-A3F1EA71C4D3}"/>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DE29A9CB-DA6D-4DD1-BA07-6F97328D3C40}"/>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14D3F54E-D8A6-4258-95EB-D0E1D5BDC96F}"/>
              </a:ext>
            </a:extLst>
          </p:cNvPr>
          <p:cNvCxnSpPr/>
          <p:nvPr userDrawn="1"/>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503343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Picture 1/2 | statement | color">
    <p:spTree>
      <p:nvGrpSpPr>
        <p:cNvPr id="1" name=""/>
        <p:cNvGrpSpPr/>
        <p:nvPr/>
      </p:nvGrpSpPr>
      <p:grpSpPr>
        <a:xfrm>
          <a:off x="0" y="0"/>
          <a:ext cx="0" cy="0"/>
          <a:chOff x="0" y="0"/>
          <a:chExt cx="0" cy="0"/>
        </a:xfrm>
      </p:grpSpPr>
      <p:sp>
        <p:nvSpPr>
          <p:cNvPr id="16" name="Bildplatzhalter 15">
            <a:extLst>
              <a:ext uri="{FF2B5EF4-FFF2-40B4-BE49-F238E27FC236}">
                <a16:creationId xmlns:a16="http://schemas.microsoft.com/office/drawing/2014/main" id="{2A309BB5-C0E7-4A0A-9F50-D7F4DD1B8F92}"/>
              </a:ext>
            </a:extLst>
          </p:cNvPr>
          <p:cNvSpPr>
            <a:spLocks noGrp="1"/>
          </p:cNvSpPr>
          <p:nvPr>
            <p:ph type="pic" sz="quarter" idx="32" hasCustomPrompt="1"/>
          </p:nvPr>
        </p:nvSpPr>
        <p:spPr bwMode="gray">
          <a:xfrm>
            <a:off x="6094412" y="0"/>
            <a:ext cx="6094413" cy="6134100"/>
          </a:xfrm>
          <a:custGeom>
            <a:avLst/>
            <a:gdLst>
              <a:gd name="connsiteX0" fmla="*/ 1 w 6096001"/>
              <a:gd name="connsiteY0" fmla="*/ 0 h 6858000"/>
              <a:gd name="connsiteX1" fmla="*/ 527720 w 6096001"/>
              <a:gd name="connsiteY1" fmla="*/ 0 h 6858000"/>
              <a:gd name="connsiteX2" fmla="*/ 863601 w 6096001"/>
              <a:gd name="connsiteY2" fmla="*/ 0 h 6858000"/>
              <a:gd name="connsiteX3" fmla="*/ 5472113 w 6096001"/>
              <a:gd name="connsiteY3" fmla="*/ 0 h 6858000"/>
              <a:gd name="connsiteX4" fmla="*/ 5760640 w 6096001"/>
              <a:gd name="connsiteY4" fmla="*/ 0 h 6858000"/>
              <a:gd name="connsiteX5" fmla="*/ 6096000 w 6096001"/>
              <a:gd name="connsiteY5" fmla="*/ 0 h 6858000"/>
              <a:gd name="connsiteX6" fmla="*/ 6096001 w 6096001"/>
              <a:gd name="connsiteY6" fmla="*/ 0 h 6858000"/>
              <a:gd name="connsiteX7" fmla="*/ 6096001 w 6096001"/>
              <a:gd name="connsiteY7" fmla="*/ 6237288 h 6858000"/>
              <a:gd name="connsiteX8" fmla="*/ 6096001 w 6096001"/>
              <a:gd name="connsiteY8" fmla="*/ 6858000 h 6858000"/>
              <a:gd name="connsiteX9" fmla="*/ 6096000 w 6096001"/>
              <a:gd name="connsiteY9" fmla="*/ 6858000 h 6858000"/>
              <a:gd name="connsiteX10" fmla="*/ 5760640 w 6096001"/>
              <a:gd name="connsiteY10" fmla="*/ 6858000 h 6858000"/>
              <a:gd name="connsiteX11" fmla="*/ 5472113 w 6096001"/>
              <a:gd name="connsiteY11" fmla="*/ 6858000 h 6858000"/>
              <a:gd name="connsiteX12" fmla="*/ 527720 w 6096001"/>
              <a:gd name="connsiteY12" fmla="*/ 6858000 h 6858000"/>
              <a:gd name="connsiteX13" fmla="*/ 1 w 6096001"/>
              <a:gd name="connsiteY13" fmla="*/ 6858000 h 6858000"/>
              <a:gd name="connsiteX14" fmla="*/ 1 w 6096001"/>
              <a:gd name="connsiteY14" fmla="*/ 6490565 h 6858000"/>
              <a:gd name="connsiteX15" fmla="*/ 0 w 6096001"/>
              <a:gd name="connsiteY15" fmla="*/ 6490565 h 6858000"/>
              <a:gd name="connsiteX16" fmla="*/ 0 w 6096001"/>
              <a:gd name="connsiteY16" fmla="*/ 5805448 h 6858000"/>
              <a:gd name="connsiteX17" fmla="*/ 1 w 6096001"/>
              <a:gd name="connsiteY17" fmla="*/ 5805448 h 6858000"/>
              <a:gd name="connsiteX18" fmla="*/ 1 w 6096001"/>
              <a:gd name="connsiteY18" fmla="*/ 4897760 h 6858000"/>
              <a:gd name="connsiteX19" fmla="*/ 0 w 6096001"/>
              <a:gd name="connsiteY19" fmla="*/ 4897760 h 6858000"/>
              <a:gd name="connsiteX20" fmla="*/ 0 w 6096001"/>
              <a:gd name="connsiteY20" fmla="*/ 4443755 h 6858000"/>
              <a:gd name="connsiteX21" fmla="*/ 1 w 6096001"/>
              <a:gd name="connsiteY21" fmla="*/ 4443755 h 6858000"/>
              <a:gd name="connsiteX22" fmla="*/ 1 w 6096001"/>
              <a:gd name="connsiteY22" fmla="*/ 3430309 h 6858000"/>
              <a:gd name="connsiteX23" fmla="*/ 0 w 6096001"/>
              <a:gd name="connsiteY23" fmla="*/ 3430305 h 6858000"/>
              <a:gd name="connsiteX24" fmla="*/ 0 w 6096001"/>
              <a:gd name="connsiteY24" fmla="*/ 367913 h 6858000"/>
              <a:gd name="connsiteX25" fmla="*/ 1 w 6096001"/>
              <a:gd name="connsiteY25" fmla="*/ 3679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96001" h="6858000">
                <a:moveTo>
                  <a:pt x="1" y="0"/>
                </a:moveTo>
                <a:lnTo>
                  <a:pt x="527720" y="0"/>
                </a:lnTo>
                <a:lnTo>
                  <a:pt x="863601" y="0"/>
                </a:lnTo>
                <a:lnTo>
                  <a:pt x="5472113" y="0"/>
                </a:lnTo>
                <a:lnTo>
                  <a:pt x="5760640" y="0"/>
                </a:lnTo>
                <a:lnTo>
                  <a:pt x="6096000" y="0"/>
                </a:lnTo>
                <a:lnTo>
                  <a:pt x="6096001" y="0"/>
                </a:lnTo>
                <a:lnTo>
                  <a:pt x="6096001" y="6237288"/>
                </a:lnTo>
                <a:lnTo>
                  <a:pt x="6096001" y="6858000"/>
                </a:lnTo>
                <a:lnTo>
                  <a:pt x="6096000" y="6858000"/>
                </a:lnTo>
                <a:lnTo>
                  <a:pt x="5760640" y="6858000"/>
                </a:lnTo>
                <a:lnTo>
                  <a:pt x="5472113" y="6858000"/>
                </a:lnTo>
                <a:lnTo>
                  <a:pt x="527720" y="6858000"/>
                </a:lnTo>
                <a:lnTo>
                  <a:pt x="1" y="6858000"/>
                </a:lnTo>
                <a:lnTo>
                  <a:pt x="1" y="6490565"/>
                </a:lnTo>
                <a:lnTo>
                  <a:pt x="0" y="6490565"/>
                </a:lnTo>
                <a:lnTo>
                  <a:pt x="0" y="5805448"/>
                </a:lnTo>
                <a:lnTo>
                  <a:pt x="1" y="5805448"/>
                </a:lnTo>
                <a:lnTo>
                  <a:pt x="1" y="4897760"/>
                </a:lnTo>
                <a:lnTo>
                  <a:pt x="0" y="4897760"/>
                </a:lnTo>
                <a:lnTo>
                  <a:pt x="0" y="4443755"/>
                </a:lnTo>
                <a:lnTo>
                  <a:pt x="1" y="4443755"/>
                </a:lnTo>
                <a:lnTo>
                  <a:pt x="1" y="3430309"/>
                </a:lnTo>
                <a:lnTo>
                  <a:pt x="0" y="3430305"/>
                </a:lnTo>
                <a:lnTo>
                  <a:pt x="0" y="367913"/>
                </a:lnTo>
                <a:lnTo>
                  <a:pt x="1" y="367913"/>
                </a:lnTo>
                <a:close/>
              </a:path>
            </a:pathLst>
          </a:custGeom>
          <a:solidFill>
            <a:schemeClr val="accent6"/>
          </a:solidFill>
        </p:spPr>
        <p:txBody>
          <a:bodyPr wrap="square">
            <a:noAutofit/>
          </a:bodyPr>
          <a:lstStyle>
            <a:lvl1pPr>
              <a:defRPr/>
            </a:lvl1pPr>
          </a:lstStyle>
          <a:p>
            <a:r>
              <a:rPr lang="de-DE"/>
              <a:t> </a:t>
            </a:r>
          </a:p>
        </p:txBody>
      </p:sp>
      <p:sp>
        <p:nvSpPr>
          <p:cNvPr id="17" name="Textplatzhalter 16">
            <a:extLst>
              <a:ext uri="{FF2B5EF4-FFF2-40B4-BE49-F238E27FC236}">
                <a16:creationId xmlns:a16="http://schemas.microsoft.com/office/drawing/2014/main" id="{704595A0-ACEA-41C4-B1EC-85BAFE07D14A}"/>
              </a:ext>
            </a:extLst>
          </p:cNvPr>
          <p:cNvSpPr>
            <a:spLocks noGrp="1"/>
          </p:cNvSpPr>
          <p:nvPr>
            <p:ph type="body" sz="quarter" idx="31" hasCustomPrompt="1"/>
          </p:nvPr>
        </p:nvSpPr>
        <p:spPr bwMode="gray">
          <a:xfrm>
            <a:off x="6094412" y="0"/>
            <a:ext cx="6094413" cy="61341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de-DE" dirty="0"/>
            </a:lvl1pPr>
          </a:lstStyle>
          <a:p>
            <a:pPr lvl="0">
              <a:lnSpc>
                <a:spcPct val="100000"/>
              </a:lnSpc>
              <a:spcBef>
                <a:spcPts val="0"/>
              </a:spcBef>
            </a:pPr>
            <a:r>
              <a:rPr lang="de-DE"/>
              <a:t> </a:t>
            </a:r>
          </a:p>
        </p:txBody>
      </p:sp>
      <p:sp>
        <p:nvSpPr>
          <p:cNvPr id="5" name="Datumsplatzhalter 4">
            <a:extLst>
              <a:ext uri="{FF2B5EF4-FFF2-40B4-BE49-F238E27FC236}">
                <a16:creationId xmlns:a16="http://schemas.microsoft.com/office/drawing/2014/main" id="{FDE13769-E8CA-4C88-A23D-25D4FA628581}"/>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26" name="Titel 1">
            <a:extLst>
              <a:ext uri="{FF2B5EF4-FFF2-40B4-BE49-F238E27FC236}">
                <a16:creationId xmlns:a16="http://schemas.microsoft.com/office/drawing/2014/main" id="{AE65F074-A632-43DF-B191-889FF8B3ED0E}"/>
              </a:ext>
            </a:extLst>
          </p:cNvPr>
          <p:cNvSpPr>
            <a:spLocks noGrp="1"/>
          </p:cNvSpPr>
          <p:nvPr>
            <p:ph type="title" hasCustomPrompt="1"/>
          </p:nvPr>
        </p:nvSpPr>
        <p:spPr bwMode="gray">
          <a:xfrm>
            <a:off x="623230" y="2358571"/>
            <a:ext cx="3455100" cy="2383066"/>
          </a:xfrm>
          <a:noFill/>
        </p:spPr>
        <p:txBody>
          <a:bodyPr anchor="ctr"/>
          <a:lstStyle>
            <a:lvl1pPr algn="l">
              <a:defRPr sz="2862">
                <a:solidFill>
                  <a:schemeClr val="bg1"/>
                </a:solidFill>
              </a:defRPr>
            </a:lvl1pPr>
          </a:lstStyle>
          <a:p>
            <a:r>
              <a:rPr lang="en-US"/>
              <a:t>Solid Statement, </a:t>
            </a:r>
            <a:br>
              <a:rPr lang="en-US"/>
            </a:br>
            <a:r>
              <a:rPr lang="en-US"/>
              <a:t>Arial Bold, </a:t>
            </a:r>
            <a:br>
              <a:rPr lang="en-US"/>
            </a:br>
            <a:r>
              <a:rPr lang="en-US"/>
              <a:t>32 </a:t>
            </a:r>
            <a:r>
              <a:rPr lang="en-US" err="1"/>
              <a:t>pt</a:t>
            </a:r>
            <a:r>
              <a:rPr lang="en-US"/>
              <a:t>, in Red, Black or White</a:t>
            </a:r>
          </a:p>
        </p:txBody>
      </p:sp>
      <p:sp>
        <p:nvSpPr>
          <p:cNvPr id="6" name="Fußzeilenplatzhalter 5">
            <a:extLst>
              <a:ext uri="{FF2B5EF4-FFF2-40B4-BE49-F238E27FC236}">
                <a16:creationId xmlns:a16="http://schemas.microsoft.com/office/drawing/2014/main" id="{7F0D9A8C-C082-4478-8FE7-E231FA3FC352}"/>
              </a:ext>
            </a:extLst>
          </p:cNvPr>
          <p:cNvSpPr>
            <a:spLocks noGrp="1"/>
          </p:cNvSpPr>
          <p:nvPr>
            <p:ph type="ftr" sz="quarter" idx="11"/>
          </p:nvPr>
        </p:nvSpPr>
        <p:spPr bwMode="gray">
          <a:xfrm>
            <a:off x="623230" y="490764"/>
            <a:ext cx="3455100" cy="193200"/>
          </a:xfrm>
        </p:spPr>
        <p:txBody>
          <a:bodyPr/>
          <a:lstStyle>
            <a:lvl1pPr>
              <a:defRPr>
                <a:solidFill>
                  <a:schemeClr val="bg1"/>
                </a:solidFill>
              </a:defRPr>
            </a:lvl1pPr>
          </a:lstStyle>
          <a:p>
            <a:r>
              <a:rPr lang="en-US"/>
              <a:t>Title of the presentation</a:t>
            </a:r>
          </a:p>
        </p:txBody>
      </p:sp>
      <p:sp>
        <p:nvSpPr>
          <p:cNvPr id="10" name="Foliennummernplatzhalter 9">
            <a:extLst>
              <a:ext uri="{FF2B5EF4-FFF2-40B4-BE49-F238E27FC236}">
                <a16:creationId xmlns:a16="http://schemas.microsoft.com/office/drawing/2014/main" id="{3304231E-62FF-4FCB-8BB6-E40B7D8E7A9F}"/>
              </a:ext>
            </a:extLst>
          </p:cNvPr>
          <p:cNvSpPr>
            <a:spLocks noGrp="1"/>
          </p:cNvSpPr>
          <p:nvPr>
            <p:ph type="sldNum" sz="quarter" idx="12"/>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2" name="MIO_VALID_LAYOUT">
            <a:extLst>
              <a:ext uri="{FF2B5EF4-FFF2-40B4-BE49-F238E27FC236}">
                <a16:creationId xmlns:a16="http://schemas.microsoft.com/office/drawing/2014/main" id="{34DAD835-45F9-4299-B382-3059C44BAE1B}"/>
              </a:ext>
            </a:extLst>
          </p:cNvPr>
          <p:cNvSpPr/>
          <p:nvPr userDrawn="1"/>
        </p:nvSpPr>
        <p:spPr bwMode="gray">
          <a:xfrm>
            <a:off x="11997531" y="5965372"/>
            <a:ext cx="191294" cy="168728"/>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268"/>
              </a:spcBef>
              <a:spcAft>
                <a:spcPts val="268"/>
              </a:spcAft>
              <a:buClr>
                <a:schemeClr val="bg1"/>
              </a:buClr>
              <a:buSzPct val="100000"/>
              <a:buFont typeface="Arial" panose="020B0604020202020204" pitchFamily="34" charset="0"/>
              <a:buNone/>
            </a:pPr>
            <a:endParaRPr lang="en-GB" sz="1431" kern="0">
              <a:solidFill>
                <a:srgbClr val="FFFFFF"/>
              </a:solidFill>
              <a:latin typeface="Verdana"/>
            </a:endParaRPr>
          </a:p>
        </p:txBody>
      </p:sp>
      <p:sp>
        <p:nvSpPr>
          <p:cNvPr id="35" name="Textplatzhalter 34">
            <a:extLst>
              <a:ext uri="{FF2B5EF4-FFF2-40B4-BE49-F238E27FC236}">
                <a16:creationId xmlns:a16="http://schemas.microsoft.com/office/drawing/2014/main" id="{EBE83733-CD76-4A52-A9FB-A634AA3FD2CE}"/>
              </a:ext>
            </a:extLst>
          </p:cNvPr>
          <p:cNvSpPr>
            <a:spLocks noGrp="1"/>
          </p:cNvSpPr>
          <p:nvPr>
            <p:ph type="body" sz="quarter" idx="33" hasCustomPrompt="1"/>
          </p:nvPr>
        </p:nvSpPr>
        <p:spPr bwMode="gray">
          <a:xfrm>
            <a:off x="4434189" y="0"/>
            <a:ext cx="3320428" cy="6134100"/>
          </a:xfrm>
          <a:custGeom>
            <a:avLst/>
            <a:gdLst>
              <a:gd name="connsiteX0" fmla="*/ 1138658 w 3321293"/>
              <a:gd name="connsiteY0" fmla="*/ 6498000 h 6858000"/>
              <a:gd name="connsiteX1" fmla="*/ 2182658 w 3321293"/>
              <a:gd name="connsiteY1" fmla="*/ 6498000 h 6858000"/>
              <a:gd name="connsiteX2" fmla="*/ 2182658 w 3321293"/>
              <a:gd name="connsiteY2" fmla="*/ 6858000 h 6858000"/>
              <a:gd name="connsiteX3" fmla="*/ 1138658 w 3321293"/>
              <a:gd name="connsiteY3" fmla="*/ 6858000 h 6858000"/>
              <a:gd name="connsiteX4" fmla="*/ 356880 w 3321293"/>
              <a:gd name="connsiteY4" fmla="*/ 4897759 h 6858000"/>
              <a:gd name="connsiteX5" fmla="*/ 2964528 w 3321293"/>
              <a:gd name="connsiteY5" fmla="*/ 4897759 h 6858000"/>
              <a:gd name="connsiteX6" fmla="*/ 2964528 w 3321293"/>
              <a:gd name="connsiteY6" fmla="*/ 5805447 h 6858000"/>
              <a:gd name="connsiteX7" fmla="*/ 356880 w 3321293"/>
              <a:gd name="connsiteY7" fmla="*/ 5805447 h 6858000"/>
              <a:gd name="connsiteX8" fmla="*/ 0 w 3321293"/>
              <a:gd name="connsiteY8" fmla="*/ 1052735 h 6858000"/>
              <a:gd name="connsiteX9" fmla="*/ 973884 w 3321293"/>
              <a:gd name="connsiteY9" fmla="*/ 1052735 h 6858000"/>
              <a:gd name="connsiteX10" fmla="*/ 1660681 w 3321293"/>
              <a:gd name="connsiteY10" fmla="*/ 3430383 h 6858000"/>
              <a:gd name="connsiteX11" fmla="*/ 2347409 w 3321293"/>
              <a:gd name="connsiteY11" fmla="*/ 1052735 h 6858000"/>
              <a:gd name="connsiteX12" fmla="*/ 3321293 w 3321293"/>
              <a:gd name="connsiteY12" fmla="*/ 1052735 h 6858000"/>
              <a:gd name="connsiteX13" fmla="*/ 3312275 w 3321293"/>
              <a:gd name="connsiteY13" fmla="*/ 1080205 h 6858000"/>
              <a:gd name="connsiteX14" fmla="*/ 2204039 w 3321293"/>
              <a:gd name="connsiteY14" fmla="*/ 4443754 h 6858000"/>
              <a:gd name="connsiteX15" fmla="*/ 1117323 w 3321293"/>
              <a:gd name="connsiteY15" fmla="*/ 4443754 h 6858000"/>
              <a:gd name="connsiteX16" fmla="*/ 1138658 w 3321293"/>
              <a:gd name="connsiteY16" fmla="*/ 0 h 6858000"/>
              <a:gd name="connsiteX17" fmla="*/ 2182658 w 3321293"/>
              <a:gd name="connsiteY17" fmla="*/ 0 h 6858000"/>
              <a:gd name="connsiteX18" fmla="*/ 2182658 w 3321293"/>
              <a:gd name="connsiteY18" fmla="*/ 360000 h 6858000"/>
              <a:gd name="connsiteX19" fmla="*/ 1138658 w 3321293"/>
              <a:gd name="connsiteY19" fmla="*/ 360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21293" h="6858000">
                <a:moveTo>
                  <a:pt x="1138658" y="6498000"/>
                </a:moveTo>
                <a:lnTo>
                  <a:pt x="2182658" y="6498000"/>
                </a:lnTo>
                <a:lnTo>
                  <a:pt x="2182658" y="6858000"/>
                </a:lnTo>
                <a:lnTo>
                  <a:pt x="1138658" y="6858000"/>
                </a:lnTo>
                <a:close/>
                <a:moveTo>
                  <a:pt x="356880" y="4897759"/>
                </a:moveTo>
                <a:lnTo>
                  <a:pt x="2964528" y="4897759"/>
                </a:lnTo>
                <a:lnTo>
                  <a:pt x="2964528" y="5805447"/>
                </a:lnTo>
                <a:lnTo>
                  <a:pt x="356880" y="5805447"/>
                </a:lnTo>
                <a:close/>
                <a:moveTo>
                  <a:pt x="0" y="1052735"/>
                </a:moveTo>
                <a:lnTo>
                  <a:pt x="973884" y="1052735"/>
                </a:lnTo>
                <a:lnTo>
                  <a:pt x="1660681" y="3430383"/>
                </a:lnTo>
                <a:lnTo>
                  <a:pt x="2347409" y="1052735"/>
                </a:lnTo>
                <a:lnTo>
                  <a:pt x="3321293" y="1052735"/>
                </a:lnTo>
                <a:lnTo>
                  <a:pt x="3312275" y="1080205"/>
                </a:lnTo>
                <a:lnTo>
                  <a:pt x="2204039" y="4443754"/>
                </a:lnTo>
                <a:lnTo>
                  <a:pt x="1117323" y="4443754"/>
                </a:lnTo>
                <a:close/>
                <a:moveTo>
                  <a:pt x="1138658" y="0"/>
                </a:moveTo>
                <a:lnTo>
                  <a:pt x="2182658" y="0"/>
                </a:lnTo>
                <a:lnTo>
                  <a:pt x="2182658" y="360000"/>
                </a:lnTo>
                <a:lnTo>
                  <a:pt x="1138658" y="360000"/>
                </a:lnTo>
                <a:close/>
              </a:path>
            </a:pathLst>
          </a:custGeom>
          <a:solidFill>
            <a:schemeClr val="bg1"/>
          </a:solidFill>
          <a:ln w="3175">
            <a:solidFill>
              <a:schemeClr val="bg1"/>
            </a:solidFill>
          </a:ln>
        </p:spPr>
        <p:txBody>
          <a:bodyPr vert="horz" wrap="square" lIns="0" tIns="0" rIns="0" bIns="0" rtlCol="0">
            <a:noAutofit/>
          </a:bodyPr>
          <a:lstStyle>
            <a:lvl1pPr algn="ctr">
              <a:defRPr lang="de-DE" sz="100" dirty="0">
                <a:solidFill>
                  <a:schemeClr val="bg1"/>
                </a:solidFill>
              </a:defRPr>
            </a:lvl1pPr>
          </a:lstStyle>
          <a:p>
            <a:pPr lvl="0">
              <a:lnSpc>
                <a:spcPct val="100000"/>
              </a:lnSpc>
              <a:spcBef>
                <a:spcPts val="0"/>
              </a:spcBef>
            </a:pPr>
            <a:r>
              <a:rPr lang="de-DE"/>
              <a:t> </a:t>
            </a:r>
          </a:p>
        </p:txBody>
      </p:sp>
      <p:cxnSp>
        <p:nvCxnSpPr>
          <p:cNvPr id="11" name="Gerader Verbinder 10">
            <a:extLst>
              <a:ext uri="{FF2B5EF4-FFF2-40B4-BE49-F238E27FC236}">
                <a16:creationId xmlns:a16="http://schemas.microsoft.com/office/drawing/2014/main" id="{3B10A0E8-A780-4217-880F-0CE003CFFCF7}"/>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79D1A9E6-048F-4BC1-BB57-F9144664E24D}"/>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DAFB550C-63DB-426D-A67F-37AB5EBF7DC6}"/>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000841A7-CEF5-4C2E-A527-93FB996ABB88}"/>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91C49323-54DB-4CD5-9101-52C7B8112305}"/>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A1C83681-A921-4009-A06E-ED0BEC44AAB3}"/>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574B0CB0-C430-4945-968B-2EBCE56C583D}"/>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7BAB24CE-D9C4-4DCF-A3AC-8B9C2B90F118}"/>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CC0529F9-6460-4566-A071-A6FAB94D952E}"/>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871D8D82-D358-4BB2-950B-4F2B671F0C44}"/>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B8831E3D-70B2-4C2D-8F95-CF35EF9F1A5D}"/>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8A11558E-FA99-4DEA-8902-602374150C7C}"/>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F9A8DC49-CD56-4CE3-B6DF-8397020FD774}"/>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1E0FDE19-A496-4389-B890-9BC39712CA17}"/>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A7B63AD6-0228-4873-8F33-A801BB76AFBB}"/>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A10C88F5-5630-4FF9-8EB3-E51FD3E1EEF4}"/>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5F21C03C-EEC1-40A5-95CB-E644575D113B}"/>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016BAA32-AEE3-4F91-A488-4A57DDC813E4}"/>
              </a:ext>
            </a:extLst>
          </p:cNvPr>
          <p:cNvCxnSpPr/>
          <p:nvPr userDrawn="1"/>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74491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Statement | Picture 1/2 | color">
    <p:spTree>
      <p:nvGrpSpPr>
        <p:cNvPr id="1" name=""/>
        <p:cNvGrpSpPr/>
        <p:nvPr/>
      </p:nvGrpSpPr>
      <p:grpSpPr>
        <a:xfrm>
          <a:off x="0" y="0"/>
          <a:ext cx="0" cy="0"/>
          <a:chOff x="0" y="0"/>
          <a:chExt cx="0" cy="0"/>
        </a:xfrm>
      </p:grpSpPr>
      <p:sp>
        <p:nvSpPr>
          <p:cNvPr id="26" name="Titel 1">
            <a:extLst>
              <a:ext uri="{FF2B5EF4-FFF2-40B4-BE49-F238E27FC236}">
                <a16:creationId xmlns:a16="http://schemas.microsoft.com/office/drawing/2014/main" id="{AE65F074-A632-43DF-B191-889FF8B3ED0E}"/>
              </a:ext>
            </a:extLst>
          </p:cNvPr>
          <p:cNvSpPr>
            <a:spLocks noGrp="1"/>
          </p:cNvSpPr>
          <p:nvPr>
            <p:ph type="title" hasCustomPrompt="1"/>
          </p:nvPr>
        </p:nvSpPr>
        <p:spPr bwMode="gray">
          <a:xfrm>
            <a:off x="8110495" y="2358571"/>
            <a:ext cx="3455100" cy="2383066"/>
          </a:xfrm>
          <a:noFill/>
        </p:spPr>
        <p:txBody>
          <a:bodyPr anchor="ctr"/>
          <a:lstStyle>
            <a:lvl1pPr algn="l">
              <a:defRPr sz="2862">
                <a:solidFill>
                  <a:schemeClr val="bg1"/>
                </a:solidFill>
              </a:defRPr>
            </a:lvl1pPr>
          </a:lstStyle>
          <a:p>
            <a:r>
              <a:rPr lang="en-US"/>
              <a:t>Solid Statement, </a:t>
            </a:r>
            <a:br>
              <a:rPr lang="en-US"/>
            </a:br>
            <a:r>
              <a:rPr lang="en-US"/>
              <a:t>Arial Bold, </a:t>
            </a:r>
            <a:br>
              <a:rPr lang="en-US"/>
            </a:br>
            <a:r>
              <a:rPr lang="en-US"/>
              <a:t>32 </a:t>
            </a:r>
            <a:r>
              <a:rPr lang="en-US" err="1"/>
              <a:t>pt</a:t>
            </a:r>
            <a:r>
              <a:rPr lang="en-US"/>
              <a:t>, in Red, Black or White</a:t>
            </a:r>
          </a:p>
        </p:txBody>
      </p:sp>
      <p:sp>
        <p:nvSpPr>
          <p:cNvPr id="10" name="Foliennummernplatzhalter 9">
            <a:extLst>
              <a:ext uri="{FF2B5EF4-FFF2-40B4-BE49-F238E27FC236}">
                <a16:creationId xmlns:a16="http://schemas.microsoft.com/office/drawing/2014/main" id="{3304231E-62FF-4FCB-8BB6-E40B7D8E7A9F}"/>
              </a:ext>
            </a:extLst>
          </p:cNvPr>
          <p:cNvSpPr>
            <a:spLocks noGrp="1"/>
          </p:cNvSpPr>
          <p:nvPr>
            <p:ph type="sldNum" sz="quarter" idx="12"/>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5" name="Datumsplatzhalter 4">
            <a:extLst>
              <a:ext uri="{FF2B5EF4-FFF2-40B4-BE49-F238E27FC236}">
                <a16:creationId xmlns:a16="http://schemas.microsoft.com/office/drawing/2014/main" id="{FDE13769-E8CA-4C88-A23D-25D4FA628581}"/>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6" name="Fußzeilenplatzhalter 5">
            <a:extLst>
              <a:ext uri="{FF2B5EF4-FFF2-40B4-BE49-F238E27FC236}">
                <a16:creationId xmlns:a16="http://schemas.microsoft.com/office/drawing/2014/main" id="{7F0D9A8C-C082-4478-8FE7-E231FA3FC352}"/>
              </a:ext>
            </a:extLst>
          </p:cNvPr>
          <p:cNvSpPr>
            <a:spLocks noGrp="1"/>
          </p:cNvSpPr>
          <p:nvPr>
            <p:ph type="ftr" sz="quarter" idx="11"/>
          </p:nvPr>
        </p:nvSpPr>
        <p:spPr bwMode="gray">
          <a:xfrm>
            <a:off x="623230" y="490764"/>
            <a:ext cx="5255215" cy="193200"/>
          </a:xfrm>
        </p:spPr>
        <p:txBody>
          <a:bodyPr/>
          <a:lstStyle>
            <a:lvl1pPr>
              <a:defRPr sz="894">
                <a:solidFill>
                  <a:schemeClr val="bg1"/>
                </a:solidFill>
              </a:defRPr>
            </a:lvl1pPr>
            <a:lvl2pPr>
              <a:defRPr sz="894"/>
            </a:lvl2pPr>
            <a:lvl3pPr>
              <a:defRPr sz="894"/>
            </a:lvl3pPr>
            <a:lvl4pPr>
              <a:defRPr sz="894"/>
            </a:lvl4pPr>
            <a:lvl5pPr>
              <a:defRPr sz="894"/>
            </a:lvl5pPr>
            <a:lvl6pPr>
              <a:defRPr sz="894"/>
            </a:lvl6pPr>
            <a:lvl7pPr>
              <a:defRPr sz="894"/>
            </a:lvl7pPr>
            <a:lvl8pPr>
              <a:defRPr sz="894"/>
            </a:lvl8pPr>
            <a:lvl9pPr>
              <a:defRPr sz="894"/>
            </a:lvl9pPr>
          </a:lstStyle>
          <a:p>
            <a:r>
              <a:rPr lang="en-US"/>
              <a:t>Title of the presentation</a:t>
            </a:r>
          </a:p>
        </p:txBody>
      </p:sp>
      <p:sp>
        <p:nvSpPr>
          <p:cNvPr id="2" name="MIO_VALID_LAYOUT">
            <a:extLst>
              <a:ext uri="{FF2B5EF4-FFF2-40B4-BE49-F238E27FC236}">
                <a16:creationId xmlns:a16="http://schemas.microsoft.com/office/drawing/2014/main" id="{77439996-E737-4D63-B481-4B28CDF40365}"/>
              </a:ext>
            </a:extLst>
          </p:cNvPr>
          <p:cNvSpPr/>
          <p:nvPr userDrawn="1"/>
        </p:nvSpPr>
        <p:spPr bwMode="gray">
          <a:xfrm>
            <a:off x="11997531" y="5965372"/>
            <a:ext cx="191294" cy="168728"/>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268"/>
              </a:spcBef>
              <a:spcAft>
                <a:spcPts val="268"/>
              </a:spcAft>
              <a:buClr>
                <a:schemeClr val="bg1"/>
              </a:buClr>
              <a:buSzPct val="100000"/>
              <a:buFont typeface="Arial" panose="020B0604020202020204" pitchFamily="34" charset="0"/>
              <a:buNone/>
            </a:pPr>
            <a:endParaRPr lang="en-GB" sz="1431" kern="0">
              <a:solidFill>
                <a:srgbClr val="FFFFFF"/>
              </a:solidFill>
              <a:latin typeface="Verdana"/>
            </a:endParaRPr>
          </a:p>
        </p:txBody>
      </p:sp>
      <p:sp>
        <p:nvSpPr>
          <p:cNvPr id="17" name="Bildplatzhalter 16">
            <a:extLst>
              <a:ext uri="{FF2B5EF4-FFF2-40B4-BE49-F238E27FC236}">
                <a16:creationId xmlns:a16="http://schemas.microsoft.com/office/drawing/2014/main" id="{5CFA9295-23F6-457E-850B-F1F75FE17273}"/>
              </a:ext>
            </a:extLst>
          </p:cNvPr>
          <p:cNvSpPr>
            <a:spLocks noGrp="1"/>
          </p:cNvSpPr>
          <p:nvPr>
            <p:ph type="pic" sz="quarter" idx="32" hasCustomPrompt="1"/>
          </p:nvPr>
        </p:nvSpPr>
        <p:spPr bwMode="gray">
          <a:xfrm>
            <a:off x="1" y="0"/>
            <a:ext cx="6094413" cy="6134100"/>
          </a:xfrm>
          <a:custGeom>
            <a:avLst/>
            <a:gdLst>
              <a:gd name="connsiteX0" fmla="*/ 1 w 6096001"/>
              <a:gd name="connsiteY0" fmla="*/ 0 h 6858000"/>
              <a:gd name="connsiteX1" fmla="*/ 527720 w 6096001"/>
              <a:gd name="connsiteY1" fmla="*/ 0 h 6858000"/>
              <a:gd name="connsiteX2" fmla="*/ 863601 w 6096001"/>
              <a:gd name="connsiteY2" fmla="*/ 0 h 6858000"/>
              <a:gd name="connsiteX3" fmla="*/ 5472113 w 6096001"/>
              <a:gd name="connsiteY3" fmla="*/ 0 h 6858000"/>
              <a:gd name="connsiteX4" fmla="*/ 5760640 w 6096001"/>
              <a:gd name="connsiteY4" fmla="*/ 0 h 6858000"/>
              <a:gd name="connsiteX5" fmla="*/ 6096000 w 6096001"/>
              <a:gd name="connsiteY5" fmla="*/ 0 h 6858000"/>
              <a:gd name="connsiteX6" fmla="*/ 6096001 w 6096001"/>
              <a:gd name="connsiteY6" fmla="*/ 0 h 6858000"/>
              <a:gd name="connsiteX7" fmla="*/ 6096001 w 6096001"/>
              <a:gd name="connsiteY7" fmla="*/ 6237288 h 6858000"/>
              <a:gd name="connsiteX8" fmla="*/ 6096001 w 6096001"/>
              <a:gd name="connsiteY8" fmla="*/ 6858000 h 6858000"/>
              <a:gd name="connsiteX9" fmla="*/ 6096000 w 6096001"/>
              <a:gd name="connsiteY9" fmla="*/ 6858000 h 6858000"/>
              <a:gd name="connsiteX10" fmla="*/ 5760640 w 6096001"/>
              <a:gd name="connsiteY10" fmla="*/ 6858000 h 6858000"/>
              <a:gd name="connsiteX11" fmla="*/ 5472113 w 6096001"/>
              <a:gd name="connsiteY11" fmla="*/ 6858000 h 6858000"/>
              <a:gd name="connsiteX12" fmla="*/ 527720 w 6096001"/>
              <a:gd name="connsiteY12" fmla="*/ 6858000 h 6858000"/>
              <a:gd name="connsiteX13" fmla="*/ 1 w 6096001"/>
              <a:gd name="connsiteY13" fmla="*/ 6858000 h 6858000"/>
              <a:gd name="connsiteX14" fmla="*/ 1 w 6096001"/>
              <a:gd name="connsiteY14" fmla="*/ 6490565 h 6858000"/>
              <a:gd name="connsiteX15" fmla="*/ 0 w 6096001"/>
              <a:gd name="connsiteY15" fmla="*/ 6490565 h 6858000"/>
              <a:gd name="connsiteX16" fmla="*/ 0 w 6096001"/>
              <a:gd name="connsiteY16" fmla="*/ 5805448 h 6858000"/>
              <a:gd name="connsiteX17" fmla="*/ 1 w 6096001"/>
              <a:gd name="connsiteY17" fmla="*/ 5805448 h 6858000"/>
              <a:gd name="connsiteX18" fmla="*/ 1 w 6096001"/>
              <a:gd name="connsiteY18" fmla="*/ 4897760 h 6858000"/>
              <a:gd name="connsiteX19" fmla="*/ 0 w 6096001"/>
              <a:gd name="connsiteY19" fmla="*/ 4897760 h 6858000"/>
              <a:gd name="connsiteX20" fmla="*/ 0 w 6096001"/>
              <a:gd name="connsiteY20" fmla="*/ 4443755 h 6858000"/>
              <a:gd name="connsiteX21" fmla="*/ 1 w 6096001"/>
              <a:gd name="connsiteY21" fmla="*/ 4443755 h 6858000"/>
              <a:gd name="connsiteX22" fmla="*/ 1 w 6096001"/>
              <a:gd name="connsiteY22" fmla="*/ 3430309 h 6858000"/>
              <a:gd name="connsiteX23" fmla="*/ 0 w 6096001"/>
              <a:gd name="connsiteY23" fmla="*/ 3430305 h 6858000"/>
              <a:gd name="connsiteX24" fmla="*/ 0 w 6096001"/>
              <a:gd name="connsiteY24" fmla="*/ 367913 h 6858000"/>
              <a:gd name="connsiteX25" fmla="*/ 1 w 6096001"/>
              <a:gd name="connsiteY25" fmla="*/ 3679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96001" h="6858000">
                <a:moveTo>
                  <a:pt x="1" y="0"/>
                </a:moveTo>
                <a:lnTo>
                  <a:pt x="527720" y="0"/>
                </a:lnTo>
                <a:lnTo>
                  <a:pt x="863601" y="0"/>
                </a:lnTo>
                <a:lnTo>
                  <a:pt x="5472113" y="0"/>
                </a:lnTo>
                <a:lnTo>
                  <a:pt x="5760640" y="0"/>
                </a:lnTo>
                <a:lnTo>
                  <a:pt x="6096000" y="0"/>
                </a:lnTo>
                <a:lnTo>
                  <a:pt x="6096001" y="0"/>
                </a:lnTo>
                <a:lnTo>
                  <a:pt x="6096001" y="6237288"/>
                </a:lnTo>
                <a:lnTo>
                  <a:pt x="6096001" y="6858000"/>
                </a:lnTo>
                <a:lnTo>
                  <a:pt x="6096000" y="6858000"/>
                </a:lnTo>
                <a:lnTo>
                  <a:pt x="5760640" y="6858000"/>
                </a:lnTo>
                <a:lnTo>
                  <a:pt x="5472113" y="6858000"/>
                </a:lnTo>
                <a:lnTo>
                  <a:pt x="527720" y="6858000"/>
                </a:lnTo>
                <a:lnTo>
                  <a:pt x="1" y="6858000"/>
                </a:lnTo>
                <a:lnTo>
                  <a:pt x="1" y="6490565"/>
                </a:lnTo>
                <a:lnTo>
                  <a:pt x="0" y="6490565"/>
                </a:lnTo>
                <a:lnTo>
                  <a:pt x="0" y="5805448"/>
                </a:lnTo>
                <a:lnTo>
                  <a:pt x="1" y="5805448"/>
                </a:lnTo>
                <a:lnTo>
                  <a:pt x="1" y="4897760"/>
                </a:lnTo>
                <a:lnTo>
                  <a:pt x="0" y="4897760"/>
                </a:lnTo>
                <a:lnTo>
                  <a:pt x="0" y="4443755"/>
                </a:lnTo>
                <a:lnTo>
                  <a:pt x="1" y="4443755"/>
                </a:lnTo>
                <a:lnTo>
                  <a:pt x="1" y="3430309"/>
                </a:lnTo>
                <a:lnTo>
                  <a:pt x="0" y="3430305"/>
                </a:lnTo>
                <a:lnTo>
                  <a:pt x="0" y="367913"/>
                </a:lnTo>
                <a:lnTo>
                  <a:pt x="1" y="367913"/>
                </a:lnTo>
                <a:close/>
              </a:path>
            </a:pathLst>
          </a:custGeom>
          <a:solidFill>
            <a:schemeClr val="accent6"/>
          </a:solidFill>
        </p:spPr>
        <p:txBody>
          <a:bodyPr wrap="square">
            <a:noAutofit/>
          </a:bodyPr>
          <a:lstStyle>
            <a:lvl1pPr>
              <a:defRPr/>
            </a:lvl1pPr>
          </a:lstStyle>
          <a:p>
            <a:r>
              <a:rPr lang="de-DE"/>
              <a:t> </a:t>
            </a:r>
          </a:p>
        </p:txBody>
      </p:sp>
      <p:sp>
        <p:nvSpPr>
          <p:cNvPr id="18" name="Textplatzhalter 17">
            <a:extLst>
              <a:ext uri="{FF2B5EF4-FFF2-40B4-BE49-F238E27FC236}">
                <a16:creationId xmlns:a16="http://schemas.microsoft.com/office/drawing/2014/main" id="{F1D1F628-5115-462C-B0B6-9D11CE242C41}"/>
              </a:ext>
            </a:extLst>
          </p:cNvPr>
          <p:cNvSpPr>
            <a:spLocks noGrp="1"/>
          </p:cNvSpPr>
          <p:nvPr>
            <p:ph type="body" sz="quarter" idx="31" hasCustomPrompt="1"/>
          </p:nvPr>
        </p:nvSpPr>
        <p:spPr bwMode="gray">
          <a:xfrm>
            <a:off x="0" y="0"/>
            <a:ext cx="6094413" cy="61341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de-DE" dirty="0"/>
            </a:lvl1pPr>
          </a:lstStyle>
          <a:p>
            <a:pPr lvl="0">
              <a:lnSpc>
                <a:spcPct val="100000"/>
              </a:lnSpc>
              <a:spcBef>
                <a:spcPts val="0"/>
              </a:spcBef>
            </a:pPr>
            <a:r>
              <a:rPr lang="de-DE"/>
              <a:t> </a:t>
            </a:r>
          </a:p>
        </p:txBody>
      </p:sp>
      <p:sp>
        <p:nvSpPr>
          <p:cNvPr id="19" name="Textplatzhalter 18">
            <a:extLst>
              <a:ext uri="{FF2B5EF4-FFF2-40B4-BE49-F238E27FC236}">
                <a16:creationId xmlns:a16="http://schemas.microsoft.com/office/drawing/2014/main" id="{CECDBC72-48AC-45AB-8B0F-C2F11C1C5363}"/>
              </a:ext>
            </a:extLst>
          </p:cNvPr>
          <p:cNvSpPr>
            <a:spLocks noGrp="1"/>
          </p:cNvSpPr>
          <p:nvPr>
            <p:ph type="body" sz="quarter" idx="33" hasCustomPrompt="1"/>
          </p:nvPr>
        </p:nvSpPr>
        <p:spPr bwMode="gray">
          <a:xfrm>
            <a:off x="4434189" y="0"/>
            <a:ext cx="3320428" cy="6134100"/>
          </a:xfrm>
          <a:custGeom>
            <a:avLst/>
            <a:gdLst>
              <a:gd name="connsiteX0" fmla="*/ 1138658 w 3321293"/>
              <a:gd name="connsiteY0" fmla="*/ 6498000 h 6858000"/>
              <a:gd name="connsiteX1" fmla="*/ 2182658 w 3321293"/>
              <a:gd name="connsiteY1" fmla="*/ 6498000 h 6858000"/>
              <a:gd name="connsiteX2" fmla="*/ 2182658 w 3321293"/>
              <a:gd name="connsiteY2" fmla="*/ 6858000 h 6858000"/>
              <a:gd name="connsiteX3" fmla="*/ 1138658 w 3321293"/>
              <a:gd name="connsiteY3" fmla="*/ 6858000 h 6858000"/>
              <a:gd name="connsiteX4" fmla="*/ 356880 w 3321293"/>
              <a:gd name="connsiteY4" fmla="*/ 4897759 h 6858000"/>
              <a:gd name="connsiteX5" fmla="*/ 2964528 w 3321293"/>
              <a:gd name="connsiteY5" fmla="*/ 4897759 h 6858000"/>
              <a:gd name="connsiteX6" fmla="*/ 2964528 w 3321293"/>
              <a:gd name="connsiteY6" fmla="*/ 5805447 h 6858000"/>
              <a:gd name="connsiteX7" fmla="*/ 356880 w 3321293"/>
              <a:gd name="connsiteY7" fmla="*/ 5805447 h 6858000"/>
              <a:gd name="connsiteX8" fmla="*/ 0 w 3321293"/>
              <a:gd name="connsiteY8" fmla="*/ 1052735 h 6858000"/>
              <a:gd name="connsiteX9" fmla="*/ 973884 w 3321293"/>
              <a:gd name="connsiteY9" fmla="*/ 1052735 h 6858000"/>
              <a:gd name="connsiteX10" fmla="*/ 1660681 w 3321293"/>
              <a:gd name="connsiteY10" fmla="*/ 3430383 h 6858000"/>
              <a:gd name="connsiteX11" fmla="*/ 2347409 w 3321293"/>
              <a:gd name="connsiteY11" fmla="*/ 1052735 h 6858000"/>
              <a:gd name="connsiteX12" fmla="*/ 3321293 w 3321293"/>
              <a:gd name="connsiteY12" fmla="*/ 1052735 h 6858000"/>
              <a:gd name="connsiteX13" fmla="*/ 3312275 w 3321293"/>
              <a:gd name="connsiteY13" fmla="*/ 1080205 h 6858000"/>
              <a:gd name="connsiteX14" fmla="*/ 2204039 w 3321293"/>
              <a:gd name="connsiteY14" fmla="*/ 4443754 h 6858000"/>
              <a:gd name="connsiteX15" fmla="*/ 1117323 w 3321293"/>
              <a:gd name="connsiteY15" fmla="*/ 4443754 h 6858000"/>
              <a:gd name="connsiteX16" fmla="*/ 1138658 w 3321293"/>
              <a:gd name="connsiteY16" fmla="*/ 0 h 6858000"/>
              <a:gd name="connsiteX17" fmla="*/ 2182658 w 3321293"/>
              <a:gd name="connsiteY17" fmla="*/ 0 h 6858000"/>
              <a:gd name="connsiteX18" fmla="*/ 2182658 w 3321293"/>
              <a:gd name="connsiteY18" fmla="*/ 360000 h 6858000"/>
              <a:gd name="connsiteX19" fmla="*/ 1138658 w 3321293"/>
              <a:gd name="connsiteY19" fmla="*/ 360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21293" h="6858000">
                <a:moveTo>
                  <a:pt x="1138658" y="6498000"/>
                </a:moveTo>
                <a:lnTo>
                  <a:pt x="2182658" y="6498000"/>
                </a:lnTo>
                <a:lnTo>
                  <a:pt x="2182658" y="6858000"/>
                </a:lnTo>
                <a:lnTo>
                  <a:pt x="1138658" y="6858000"/>
                </a:lnTo>
                <a:close/>
                <a:moveTo>
                  <a:pt x="356880" y="4897759"/>
                </a:moveTo>
                <a:lnTo>
                  <a:pt x="2964528" y="4897759"/>
                </a:lnTo>
                <a:lnTo>
                  <a:pt x="2964528" y="5805447"/>
                </a:lnTo>
                <a:lnTo>
                  <a:pt x="356880" y="5805447"/>
                </a:lnTo>
                <a:close/>
                <a:moveTo>
                  <a:pt x="0" y="1052735"/>
                </a:moveTo>
                <a:lnTo>
                  <a:pt x="973884" y="1052735"/>
                </a:lnTo>
                <a:lnTo>
                  <a:pt x="1660681" y="3430383"/>
                </a:lnTo>
                <a:lnTo>
                  <a:pt x="2347409" y="1052735"/>
                </a:lnTo>
                <a:lnTo>
                  <a:pt x="3321293" y="1052735"/>
                </a:lnTo>
                <a:lnTo>
                  <a:pt x="3312275" y="1080205"/>
                </a:lnTo>
                <a:lnTo>
                  <a:pt x="2204039" y="4443754"/>
                </a:lnTo>
                <a:lnTo>
                  <a:pt x="1117323" y="4443754"/>
                </a:lnTo>
                <a:close/>
                <a:moveTo>
                  <a:pt x="1138658" y="0"/>
                </a:moveTo>
                <a:lnTo>
                  <a:pt x="2182658" y="0"/>
                </a:lnTo>
                <a:lnTo>
                  <a:pt x="2182658" y="360000"/>
                </a:lnTo>
                <a:lnTo>
                  <a:pt x="1138658" y="360000"/>
                </a:lnTo>
                <a:close/>
              </a:path>
            </a:pathLst>
          </a:custGeom>
          <a:solidFill>
            <a:schemeClr val="bg1"/>
          </a:solidFill>
          <a:ln w="3175">
            <a:solidFill>
              <a:schemeClr val="bg1"/>
            </a:solidFill>
          </a:ln>
        </p:spPr>
        <p:txBody>
          <a:bodyPr vert="horz" wrap="square" lIns="0" tIns="0" rIns="0" bIns="0" rtlCol="0">
            <a:noAutofit/>
          </a:bodyPr>
          <a:lstStyle>
            <a:lvl1pPr algn="ctr">
              <a:defRPr lang="de-DE" sz="100" dirty="0">
                <a:solidFill>
                  <a:schemeClr val="bg1"/>
                </a:solidFill>
              </a:defRPr>
            </a:lvl1pPr>
          </a:lstStyle>
          <a:p>
            <a:pPr lvl="0">
              <a:lnSpc>
                <a:spcPct val="100000"/>
              </a:lnSpc>
              <a:spcBef>
                <a:spcPts val="0"/>
              </a:spcBef>
            </a:pPr>
            <a:r>
              <a:rPr lang="de-DE"/>
              <a:t> </a:t>
            </a:r>
          </a:p>
        </p:txBody>
      </p:sp>
    </p:spTree>
    <p:extLst>
      <p:ext uri="{BB962C8B-B14F-4D97-AF65-F5344CB8AC3E}">
        <p14:creationId xmlns:p14="http://schemas.microsoft.com/office/powerpoint/2010/main" val="192084181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Picture | statement">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3BE19CD4-8842-4192-99C1-8F58B7D48C6F}"/>
              </a:ext>
            </a:extLst>
          </p:cNvPr>
          <p:cNvSpPr/>
          <p:nvPr userDrawn="1"/>
        </p:nvSpPr>
        <p:spPr>
          <a:xfrm>
            <a:off x="1631079" y="4290786"/>
            <a:ext cx="2879570" cy="10305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57600" tIns="257600" rIns="257600" bIns="257600" rtlCol="0" anchor="ctr"/>
          <a:lstStyle/>
          <a:p>
            <a:pPr algn="ctr" rtl="0" eaLnBrk="1" fontAlgn="auto" hangingPunct="1">
              <a:lnSpc>
                <a:spcPct val="110000"/>
              </a:lnSpc>
              <a:spcBef>
                <a:spcPts val="0"/>
              </a:spcBef>
              <a:spcAft>
                <a:spcPts val="0"/>
              </a:spcAft>
            </a:pPr>
            <a:endParaRPr lang="de-DE" sz="1252" b="0" i="0" u="none" baseline="0" err="1">
              <a:solidFill>
                <a:srgbClr val="FFFFFF"/>
              </a:solidFill>
              <a:latin typeface="Arial" panose="020B0604020202020204" pitchFamily="34" charset="0"/>
            </a:endParaRPr>
          </a:p>
        </p:txBody>
      </p:sp>
      <p:sp>
        <p:nvSpPr>
          <p:cNvPr id="31" name="Bildplatzhalter 30">
            <a:extLst>
              <a:ext uri="{FF2B5EF4-FFF2-40B4-BE49-F238E27FC236}">
                <a16:creationId xmlns:a16="http://schemas.microsoft.com/office/drawing/2014/main" id="{701A7A3E-9883-4650-973B-ADB6EDE00019}"/>
              </a:ext>
            </a:extLst>
          </p:cNvPr>
          <p:cNvSpPr>
            <a:spLocks noGrp="1"/>
          </p:cNvSpPr>
          <p:nvPr>
            <p:ph type="pic" sz="quarter" idx="20" hasCustomPrompt="1"/>
          </p:nvPr>
        </p:nvSpPr>
        <p:spPr bwMode="gray">
          <a:xfrm>
            <a:off x="-1" y="0"/>
            <a:ext cx="12188825" cy="6134100"/>
          </a:xfrm>
          <a:custGeom>
            <a:avLst/>
            <a:gdLst>
              <a:gd name="connsiteX0" fmla="*/ 1744222 w 12192000"/>
              <a:gd name="connsiteY0" fmla="*/ 4897759 h 6858000"/>
              <a:gd name="connsiteX1" fmla="*/ 1744222 w 12192000"/>
              <a:gd name="connsiteY1" fmla="*/ 5805447 h 6858000"/>
              <a:gd name="connsiteX2" fmla="*/ 4351871 w 12192000"/>
              <a:gd name="connsiteY2" fmla="*/ 5805447 h 6858000"/>
              <a:gd name="connsiteX3" fmla="*/ 4351871 w 12192000"/>
              <a:gd name="connsiteY3" fmla="*/ 4897759 h 6858000"/>
              <a:gd name="connsiteX4" fmla="*/ 1387342 w 12192000"/>
              <a:gd name="connsiteY4" fmla="*/ 1052735 h 6858000"/>
              <a:gd name="connsiteX5" fmla="*/ 2504665 w 12192000"/>
              <a:gd name="connsiteY5" fmla="*/ 4443754 h 6858000"/>
              <a:gd name="connsiteX6" fmla="*/ 3591381 w 12192000"/>
              <a:gd name="connsiteY6" fmla="*/ 4443754 h 6858000"/>
              <a:gd name="connsiteX7" fmla="*/ 4699617 w 12192000"/>
              <a:gd name="connsiteY7" fmla="*/ 1080205 h 6858000"/>
              <a:gd name="connsiteX8" fmla="*/ 4708635 w 12192000"/>
              <a:gd name="connsiteY8" fmla="*/ 1052735 h 6858000"/>
              <a:gd name="connsiteX9" fmla="*/ 3734751 w 12192000"/>
              <a:gd name="connsiteY9" fmla="*/ 1052735 h 6858000"/>
              <a:gd name="connsiteX10" fmla="*/ 3048023 w 12192000"/>
              <a:gd name="connsiteY10" fmla="*/ 3430383 h 6858000"/>
              <a:gd name="connsiteX11" fmla="*/ 2361226 w 12192000"/>
              <a:gd name="connsiteY11" fmla="*/ 1052735 h 6858000"/>
              <a:gd name="connsiteX12" fmla="*/ 0 w 12192000"/>
              <a:gd name="connsiteY12" fmla="*/ 0 h 6858000"/>
              <a:gd name="connsiteX13" fmla="*/ 12192000 w 12192000"/>
              <a:gd name="connsiteY13" fmla="*/ 0 h 6858000"/>
              <a:gd name="connsiteX14" fmla="*/ 12192000 w 12192000"/>
              <a:gd name="connsiteY14" fmla="*/ 6858000 h 6858000"/>
              <a:gd name="connsiteX15" fmla="*/ 0 w 12192000"/>
              <a:gd name="connsiteY1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92000" h="6858000">
                <a:moveTo>
                  <a:pt x="1744222" y="4897759"/>
                </a:moveTo>
                <a:lnTo>
                  <a:pt x="1744222" y="5805447"/>
                </a:lnTo>
                <a:lnTo>
                  <a:pt x="4351871" y="5805447"/>
                </a:lnTo>
                <a:lnTo>
                  <a:pt x="4351871" y="4897759"/>
                </a:lnTo>
                <a:close/>
                <a:moveTo>
                  <a:pt x="1387342" y="1052735"/>
                </a:moveTo>
                <a:lnTo>
                  <a:pt x="2504665" y="4443754"/>
                </a:lnTo>
                <a:lnTo>
                  <a:pt x="3591381" y="4443754"/>
                </a:lnTo>
                <a:lnTo>
                  <a:pt x="4699617" y="1080205"/>
                </a:lnTo>
                <a:lnTo>
                  <a:pt x="4708635" y="1052735"/>
                </a:lnTo>
                <a:lnTo>
                  <a:pt x="3734751" y="1052735"/>
                </a:lnTo>
                <a:lnTo>
                  <a:pt x="3048023" y="3430383"/>
                </a:lnTo>
                <a:lnTo>
                  <a:pt x="2361226" y="1052735"/>
                </a:lnTo>
                <a:close/>
                <a:moveTo>
                  <a:pt x="0" y="0"/>
                </a:moveTo>
                <a:lnTo>
                  <a:pt x="12192000" y="0"/>
                </a:lnTo>
                <a:lnTo>
                  <a:pt x="12192000" y="6858000"/>
                </a:lnTo>
                <a:lnTo>
                  <a:pt x="0" y="6858000"/>
                </a:lnTo>
                <a:close/>
              </a:path>
            </a:pathLst>
          </a:custGeom>
          <a:solidFill>
            <a:schemeClr val="accent6"/>
          </a:solidFill>
        </p:spPr>
        <p:txBody>
          <a:bodyPr wrap="square">
            <a:noAutofit/>
          </a:bodyPr>
          <a:lstStyle>
            <a:lvl1pPr>
              <a:defRPr/>
            </a:lvl1pPr>
          </a:lstStyle>
          <a:p>
            <a:r>
              <a:rPr lang="de-DE"/>
              <a:t> </a:t>
            </a:r>
          </a:p>
        </p:txBody>
      </p:sp>
      <p:sp>
        <p:nvSpPr>
          <p:cNvPr id="5" name="Datumsplatzhalter 4">
            <a:extLst>
              <a:ext uri="{FF2B5EF4-FFF2-40B4-BE49-F238E27FC236}">
                <a16:creationId xmlns:a16="http://schemas.microsoft.com/office/drawing/2014/main" id="{FDE13769-E8CA-4C88-A23D-25D4FA628581}"/>
              </a:ext>
            </a:extLst>
          </p:cNvPr>
          <p:cNvSpPr>
            <a:spLocks noGrp="1"/>
          </p:cNvSpPr>
          <p:nvPr userDrawn="1">
            <p:ph type="dt" sz="half" idx="10"/>
          </p:nvPr>
        </p:nvSpPr>
        <p:spPr bwMode="gray"/>
        <p:txBody>
          <a:bodyPr/>
          <a:lstStyle>
            <a:lvl1pPr>
              <a:defRPr>
                <a:solidFill>
                  <a:schemeClr val="bg1"/>
                </a:solidFill>
              </a:defRPr>
            </a:lvl1pPr>
          </a:lstStyle>
          <a:p>
            <a:r>
              <a:rPr lang="de-DE"/>
              <a:t>Date</a:t>
            </a:r>
            <a:endParaRPr lang="en-US"/>
          </a:p>
        </p:txBody>
      </p:sp>
      <p:sp>
        <p:nvSpPr>
          <p:cNvPr id="6" name="Fußzeilenplatzhalter 5">
            <a:extLst>
              <a:ext uri="{FF2B5EF4-FFF2-40B4-BE49-F238E27FC236}">
                <a16:creationId xmlns:a16="http://schemas.microsoft.com/office/drawing/2014/main" id="{7F0D9A8C-C082-4478-8FE7-E231FA3FC352}"/>
              </a:ext>
            </a:extLst>
          </p:cNvPr>
          <p:cNvSpPr>
            <a:spLocks noGrp="1"/>
          </p:cNvSpPr>
          <p:nvPr userDrawn="1">
            <p:ph type="ftr" sz="quarter" idx="11"/>
          </p:nvPr>
        </p:nvSpPr>
        <p:spPr bwMode="gray">
          <a:xfrm>
            <a:off x="623230" y="490764"/>
            <a:ext cx="5327204" cy="193200"/>
          </a:xfrm>
        </p:spPr>
        <p:txBody>
          <a:bodyPr/>
          <a:lstStyle>
            <a:lvl1pPr>
              <a:defRPr>
                <a:solidFill>
                  <a:schemeClr val="bg1"/>
                </a:solidFill>
              </a:defRPr>
            </a:lvl1pPr>
          </a:lstStyle>
          <a:p>
            <a:r>
              <a:rPr lang="en-US"/>
              <a:t>Title of the presentation</a:t>
            </a:r>
          </a:p>
        </p:txBody>
      </p:sp>
      <p:sp>
        <p:nvSpPr>
          <p:cNvPr id="10" name="Foliennummernplatzhalter 9">
            <a:extLst>
              <a:ext uri="{FF2B5EF4-FFF2-40B4-BE49-F238E27FC236}">
                <a16:creationId xmlns:a16="http://schemas.microsoft.com/office/drawing/2014/main" id="{3304231E-62FF-4FCB-8BB6-E40B7D8E7A9F}"/>
              </a:ext>
            </a:extLst>
          </p:cNvPr>
          <p:cNvSpPr>
            <a:spLocks noGrp="1"/>
          </p:cNvSpPr>
          <p:nvPr userDrawn="1">
            <p:ph type="sldNum" sz="quarter" idx="12"/>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9" name="Textplatzhalter 8">
            <a:extLst>
              <a:ext uri="{FF2B5EF4-FFF2-40B4-BE49-F238E27FC236}">
                <a16:creationId xmlns:a16="http://schemas.microsoft.com/office/drawing/2014/main" id="{64E14AC9-BB86-48E2-9402-F683D360ACBB}"/>
              </a:ext>
            </a:extLst>
          </p:cNvPr>
          <p:cNvSpPr>
            <a:spLocks noGrp="1"/>
          </p:cNvSpPr>
          <p:nvPr>
            <p:ph type="body" sz="quarter" idx="19" hasCustomPrompt="1"/>
          </p:nvPr>
        </p:nvSpPr>
        <p:spPr>
          <a:xfrm>
            <a:off x="6094412" y="0"/>
            <a:ext cx="6094413" cy="6134100"/>
          </a:xfr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None/>
              <a:defRPr/>
            </a:lvl2pPr>
            <a:lvl3pPr marL="0" indent="0">
              <a:lnSpc>
                <a:spcPct val="100000"/>
              </a:lnSpc>
              <a:spcBef>
                <a:spcPts val="0"/>
              </a:spcBef>
              <a:buNone/>
              <a:defRPr/>
            </a:lvl3pPr>
            <a:lvl4pPr marL="0" indent="0">
              <a:lnSpc>
                <a:spcPct val="100000"/>
              </a:lnSpc>
              <a:spcBef>
                <a:spcPts val="0"/>
              </a:spcBef>
              <a:buNone/>
              <a:defRPr/>
            </a:lvl4pPr>
            <a:lvl5pPr marL="0" indent="0">
              <a:lnSpc>
                <a:spcPct val="100000"/>
              </a:lnSpc>
              <a:spcBef>
                <a:spcPts val="0"/>
              </a:spcBef>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
        <p:nvSpPr>
          <p:cNvPr id="26" name="Titel 1">
            <a:extLst>
              <a:ext uri="{FF2B5EF4-FFF2-40B4-BE49-F238E27FC236}">
                <a16:creationId xmlns:a16="http://schemas.microsoft.com/office/drawing/2014/main" id="{AE65F074-A632-43DF-B191-889FF8B3ED0E}"/>
              </a:ext>
            </a:extLst>
          </p:cNvPr>
          <p:cNvSpPr>
            <a:spLocks noGrp="1"/>
          </p:cNvSpPr>
          <p:nvPr userDrawn="1">
            <p:ph type="title" hasCustomPrompt="1"/>
          </p:nvPr>
        </p:nvSpPr>
        <p:spPr bwMode="gray">
          <a:xfrm>
            <a:off x="6742316" y="1521279"/>
            <a:ext cx="4822785" cy="4057649"/>
          </a:xfrm>
          <a:noFill/>
        </p:spPr>
        <p:txBody>
          <a:bodyPr anchor="ctr"/>
          <a:lstStyle>
            <a:lvl1pPr algn="ctr">
              <a:defRPr sz="2862">
                <a:solidFill>
                  <a:schemeClr val="bg1"/>
                </a:solidFill>
              </a:defRPr>
            </a:lvl1pPr>
          </a:lstStyle>
          <a:p>
            <a:r>
              <a:rPr lang="en-US"/>
              <a:t>Solid Statement, </a:t>
            </a:r>
            <a:br>
              <a:rPr lang="en-US"/>
            </a:br>
            <a:r>
              <a:rPr lang="en-US"/>
              <a:t>Arial Bold, </a:t>
            </a:r>
            <a:br>
              <a:rPr lang="en-US"/>
            </a:br>
            <a:r>
              <a:rPr lang="en-US"/>
              <a:t>32 </a:t>
            </a:r>
            <a:r>
              <a:rPr lang="en-US" err="1"/>
              <a:t>pt</a:t>
            </a:r>
            <a:r>
              <a:rPr lang="en-US"/>
              <a:t>, in Red, Black or White</a:t>
            </a:r>
          </a:p>
        </p:txBody>
      </p:sp>
      <p:sp>
        <p:nvSpPr>
          <p:cNvPr id="2" name="MIO_VALID_LAYOUT">
            <a:extLst>
              <a:ext uri="{FF2B5EF4-FFF2-40B4-BE49-F238E27FC236}">
                <a16:creationId xmlns:a16="http://schemas.microsoft.com/office/drawing/2014/main" id="{D64F733F-A454-4C2A-A747-3F95CE05B49E}"/>
              </a:ext>
            </a:extLst>
          </p:cNvPr>
          <p:cNvSpPr/>
          <p:nvPr userDrawn="1"/>
        </p:nvSpPr>
        <p:spPr bwMode="gray">
          <a:xfrm>
            <a:off x="11997531" y="5965372"/>
            <a:ext cx="191294" cy="168728"/>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268"/>
              </a:spcBef>
              <a:spcAft>
                <a:spcPts val="268"/>
              </a:spcAft>
              <a:buClr>
                <a:schemeClr val="bg1"/>
              </a:buClr>
              <a:buSzPct val="100000"/>
              <a:buFont typeface="Arial" panose="020B0604020202020204" pitchFamily="34" charset="0"/>
              <a:buNone/>
            </a:pPr>
            <a:endParaRPr lang="en-GB" sz="1431" kern="0">
              <a:solidFill>
                <a:srgbClr val="FFFFFF"/>
              </a:solidFill>
              <a:latin typeface="Verdana"/>
            </a:endParaRPr>
          </a:p>
        </p:txBody>
      </p:sp>
      <p:cxnSp>
        <p:nvCxnSpPr>
          <p:cNvPr id="11" name="Gerader Verbinder 10">
            <a:extLst>
              <a:ext uri="{FF2B5EF4-FFF2-40B4-BE49-F238E27FC236}">
                <a16:creationId xmlns:a16="http://schemas.microsoft.com/office/drawing/2014/main" id="{EEF2D91D-06A4-4334-822C-A4B4F1523F49}"/>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008129EC-B67A-411B-BE44-553CC93BDBB3}"/>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73BB282D-1AFD-4055-95EF-1755EF3DDEF8}"/>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ADE176A9-BF05-4B1A-8E21-23FE5D0548F0}"/>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6467158B-9D15-4D2A-91ED-E6E6A259BED9}"/>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188B5AA5-CF64-49DB-8004-AD96A8C2C9C7}"/>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F0848192-30C1-492A-804B-A21209274AAE}"/>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D1BED1C4-F441-4589-B826-7DE6286F12E2}"/>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F1D860D7-A3EC-4E5F-BEA7-61A215D6C7C9}"/>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093B9D8-F5D9-4657-A1A6-D37790D52184}"/>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3BFDB422-AEEA-4D9C-BD1D-4A28A9DCCDB6}"/>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97479444-C4C3-4141-88E9-57ABFBEC9DEA}"/>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93FD537C-6D89-4629-BF3B-65714868086A}"/>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55A23273-4D52-4A1F-8A35-3B1D0A1E8688}"/>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20A21D39-D7AA-4AE8-89EB-FFF0CF8999B4}"/>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E36C3236-31FE-4181-BC3D-5324AA16D393}"/>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9B2505A5-9128-4ED8-A095-54F897FB7044}"/>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ECC9CB25-2F4F-4B82-9439-E4B201C53ADD}"/>
              </a:ext>
            </a:extLst>
          </p:cNvPr>
          <p:cNvCxnSpPr/>
          <p:nvPr userDrawn="1"/>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5432813"/>
      </p:ext>
    </p:extLst>
  </p:cSld>
  <p:clrMapOvr>
    <a:masterClrMapping/>
  </p:clrMapOvr>
  <p:extLst>
    <p:ext uri="{DCECCB84-F9BA-43D5-87BE-67443E8EF086}">
      <p15:sldGuideLst xmlns:p15="http://schemas.microsoft.com/office/powerpoint/2012/main">
        <p15:guide id="1" pos="2751">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 Picture | short text">
    <p:spTree>
      <p:nvGrpSpPr>
        <p:cNvPr id="1" name=""/>
        <p:cNvGrpSpPr/>
        <p:nvPr/>
      </p:nvGrpSpPr>
      <p:grpSpPr>
        <a:xfrm>
          <a:off x="0" y="0"/>
          <a:ext cx="0" cy="0"/>
          <a:chOff x="0" y="0"/>
          <a:chExt cx="0" cy="0"/>
        </a:xfrm>
      </p:grpSpPr>
      <p:sp>
        <p:nvSpPr>
          <p:cNvPr id="75" name="Bildplatzhalter 74">
            <a:extLst>
              <a:ext uri="{FF2B5EF4-FFF2-40B4-BE49-F238E27FC236}">
                <a16:creationId xmlns:a16="http://schemas.microsoft.com/office/drawing/2014/main" id="{C5B147B4-D261-48A7-A741-87968D1B9C15}"/>
              </a:ext>
            </a:extLst>
          </p:cNvPr>
          <p:cNvSpPr>
            <a:spLocks noGrp="1"/>
          </p:cNvSpPr>
          <p:nvPr>
            <p:ph type="pic" sz="quarter" idx="21" hasCustomPrompt="1"/>
          </p:nvPr>
        </p:nvSpPr>
        <p:spPr bwMode="gray">
          <a:xfrm>
            <a:off x="6094412" y="0"/>
            <a:ext cx="6094413" cy="6134100"/>
          </a:xfrm>
          <a:custGeom>
            <a:avLst/>
            <a:gdLst>
              <a:gd name="connsiteX0" fmla="*/ 2703674 w 6096000"/>
              <a:gd name="connsiteY0" fmla="*/ 0 h 6858000"/>
              <a:gd name="connsiteX1" fmla="*/ 6096000 w 6096000"/>
              <a:gd name="connsiteY1" fmla="*/ 0 h 6858000"/>
              <a:gd name="connsiteX2" fmla="*/ 6096000 w 6096000"/>
              <a:gd name="connsiteY2" fmla="*/ 6858000 h 6858000"/>
              <a:gd name="connsiteX3" fmla="*/ 2148417 w 6096000"/>
              <a:gd name="connsiteY3" fmla="*/ 6858000 h 6858000"/>
              <a:gd name="connsiteX4" fmla="*/ 2148417 w 6096000"/>
              <a:gd name="connsiteY4" fmla="*/ 6236165 h 6858000"/>
              <a:gd name="connsiteX5" fmla="*/ 0 w 6096000"/>
              <a:gd name="connsiteY5" fmla="*/ 6236165 h 6858000"/>
              <a:gd name="connsiteX6" fmla="*/ 0 w 6096000"/>
              <a:gd name="connsiteY6" fmla="*/ 5488260 h 6858000"/>
              <a:gd name="connsiteX7" fmla="*/ 895319 w 6096000"/>
              <a:gd name="connsiteY7" fmla="*/ 5488260 h 6858000"/>
              <a:gd name="connsiteX8" fmla="*/ 0 w 6096000"/>
              <a:gd name="connsiteY8" fmla="*/ 0 h 6858000"/>
              <a:gd name="connsiteX9" fmla="*/ 1102757 w 6096000"/>
              <a:gd name="connsiteY9" fmla="*/ 0 h 6858000"/>
              <a:gd name="connsiteX10" fmla="*/ 20 w 6096000"/>
              <a:gd name="connsiteY10" fmla="*/ 3818478 h 6858000"/>
              <a:gd name="connsiteX11" fmla="*/ 0 w 6096000"/>
              <a:gd name="connsiteY11" fmla="*/ 381840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96000" h="6858000">
                <a:moveTo>
                  <a:pt x="2703674" y="0"/>
                </a:moveTo>
                <a:lnTo>
                  <a:pt x="6096000" y="0"/>
                </a:lnTo>
                <a:lnTo>
                  <a:pt x="6096000" y="6858000"/>
                </a:lnTo>
                <a:lnTo>
                  <a:pt x="2148417" y="6858000"/>
                </a:lnTo>
                <a:lnTo>
                  <a:pt x="2148417" y="6236165"/>
                </a:lnTo>
                <a:lnTo>
                  <a:pt x="0" y="6236165"/>
                </a:lnTo>
                <a:lnTo>
                  <a:pt x="0" y="5488260"/>
                </a:lnTo>
                <a:lnTo>
                  <a:pt x="895319" y="5488260"/>
                </a:lnTo>
                <a:close/>
                <a:moveTo>
                  <a:pt x="0" y="0"/>
                </a:moveTo>
                <a:lnTo>
                  <a:pt x="1102757" y="0"/>
                </a:lnTo>
                <a:lnTo>
                  <a:pt x="20" y="3818478"/>
                </a:lnTo>
                <a:lnTo>
                  <a:pt x="0" y="3818409"/>
                </a:lnTo>
                <a:close/>
              </a:path>
            </a:pathLst>
          </a:custGeom>
          <a:solidFill>
            <a:schemeClr val="accent6"/>
          </a:solidFill>
        </p:spPr>
        <p:txBody>
          <a:bodyPr wrap="square">
            <a:noAutofit/>
          </a:bodyPr>
          <a:lstStyle>
            <a:lvl1pPr>
              <a:defRPr/>
            </a:lvl1pPr>
          </a:lstStyle>
          <a:p>
            <a:r>
              <a:rPr lang="de-DE"/>
              <a:t> </a:t>
            </a:r>
          </a:p>
        </p:txBody>
      </p:sp>
      <p:sp>
        <p:nvSpPr>
          <p:cNvPr id="74" name="Bildplatzhalter 73">
            <a:extLst>
              <a:ext uri="{FF2B5EF4-FFF2-40B4-BE49-F238E27FC236}">
                <a16:creationId xmlns:a16="http://schemas.microsoft.com/office/drawing/2014/main" id="{75FFE291-5F0A-45A4-B9BD-946CF53D5931}"/>
              </a:ext>
            </a:extLst>
          </p:cNvPr>
          <p:cNvSpPr>
            <a:spLocks noGrp="1"/>
          </p:cNvSpPr>
          <p:nvPr>
            <p:ph type="pic" sz="quarter" idx="20" hasCustomPrompt="1"/>
          </p:nvPr>
        </p:nvSpPr>
        <p:spPr bwMode="gray">
          <a:xfrm>
            <a:off x="0" y="0"/>
            <a:ext cx="6094413" cy="6134100"/>
          </a:xfrm>
          <a:custGeom>
            <a:avLst/>
            <a:gdLst>
              <a:gd name="connsiteX0" fmla="*/ 4993243 w 6096000"/>
              <a:gd name="connsiteY0" fmla="*/ 0 h 6858000"/>
              <a:gd name="connsiteX1" fmla="*/ 6096000 w 6096000"/>
              <a:gd name="connsiteY1" fmla="*/ 0 h 6858000"/>
              <a:gd name="connsiteX2" fmla="*/ 6096000 w 6096000"/>
              <a:gd name="connsiteY2" fmla="*/ 3818409 h 6858000"/>
              <a:gd name="connsiteX3" fmla="*/ 6095980 w 6096000"/>
              <a:gd name="connsiteY3" fmla="*/ 3818478 h 6858000"/>
              <a:gd name="connsiteX4" fmla="*/ 0 w 6096000"/>
              <a:gd name="connsiteY4" fmla="*/ 0 h 6858000"/>
              <a:gd name="connsiteX5" fmla="*/ 3392326 w 6096000"/>
              <a:gd name="connsiteY5" fmla="*/ 0 h 6858000"/>
              <a:gd name="connsiteX6" fmla="*/ 5200681 w 6096000"/>
              <a:gd name="connsiteY6" fmla="*/ 5488260 h 6858000"/>
              <a:gd name="connsiteX7" fmla="*/ 6096000 w 6096000"/>
              <a:gd name="connsiteY7" fmla="*/ 5488260 h 6858000"/>
              <a:gd name="connsiteX8" fmla="*/ 6096000 w 6096000"/>
              <a:gd name="connsiteY8" fmla="*/ 6236165 h 6858000"/>
              <a:gd name="connsiteX9" fmla="*/ 3947583 w 6096000"/>
              <a:gd name="connsiteY9" fmla="*/ 6236165 h 6858000"/>
              <a:gd name="connsiteX10" fmla="*/ 3947583 w 6096000"/>
              <a:gd name="connsiteY10" fmla="*/ 6858000 h 6858000"/>
              <a:gd name="connsiteX11" fmla="*/ 0 w 6096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96000" h="6858000">
                <a:moveTo>
                  <a:pt x="4993243" y="0"/>
                </a:moveTo>
                <a:lnTo>
                  <a:pt x="6096000" y="0"/>
                </a:lnTo>
                <a:lnTo>
                  <a:pt x="6096000" y="3818409"/>
                </a:lnTo>
                <a:lnTo>
                  <a:pt x="6095980" y="3818478"/>
                </a:lnTo>
                <a:close/>
                <a:moveTo>
                  <a:pt x="0" y="0"/>
                </a:moveTo>
                <a:lnTo>
                  <a:pt x="3392326" y="0"/>
                </a:lnTo>
                <a:lnTo>
                  <a:pt x="5200681" y="5488260"/>
                </a:lnTo>
                <a:lnTo>
                  <a:pt x="6096000" y="5488260"/>
                </a:lnTo>
                <a:lnTo>
                  <a:pt x="6096000" y="6236165"/>
                </a:lnTo>
                <a:lnTo>
                  <a:pt x="3947583" y="6236165"/>
                </a:lnTo>
                <a:lnTo>
                  <a:pt x="3947583" y="6858000"/>
                </a:lnTo>
                <a:lnTo>
                  <a:pt x="0" y="6858000"/>
                </a:lnTo>
                <a:close/>
              </a:path>
            </a:pathLst>
          </a:custGeom>
          <a:solidFill>
            <a:schemeClr val="accent6"/>
          </a:solidFill>
        </p:spPr>
        <p:txBody>
          <a:bodyPr wrap="square">
            <a:noAutofit/>
          </a:bodyPr>
          <a:lstStyle>
            <a:lvl1pPr>
              <a:defRPr/>
            </a:lvl1pPr>
          </a:lstStyle>
          <a:p>
            <a:r>
              <a:rPr lang="de-DE"/>
              <a:t> </a:t>
            </a:r>
          </a:p>
        </p:txBody>
      </p:sp>
      <p:sp>
        <p:nvSpPr>
          <p:cNvPr id="15" name="Textplatzhalter 14">
            <a:extLst>
              <a:ext uri="{FF2B5EF4-FFF2-40B4-BE49-F238E27FC236}">
                <a16:creationId xmlns:a16="http://schemas.microsoft.com/office/drawing/2014/main" id="{2C041080-CD24-494B-9727-CA5069E6E1D6}"/>
              </a:ext>
            </a:extLst>
          </p:cNvPr>
          <p:cNvSpPr>
            <a:spLocks noGrp="1"/>
          </p:cNvSpPr>
          <p:nvPr>
            <p:ph type="body" sz="quarter" idx="22" hasCustomPrompt="1"/>
          </p:nvPr>
        </p:nvSpPr>
        <p:spPr bwMode="gray">
          <a:xfrm>
            <a:off x="0" y="0"/>
            <a:ext cx="12188825" cy="6134100"/>
          </a:xfrm>
          <a:custGeom>
            <a:avLst/>
            <a:gdLst>
              <a:gd name="connsiteX0" fmla="*/ 4993243 w 12192000"/>
              <a:gd name="connsiteY0" fmla="*/ 0 h 6858000"/>
              <a:gd name="connsiteX1" fmla="*/ 6096000 w 12192000"/>
              <a:gd name="connsiteY1" fmla="*/ 0 h 6858000"/>
              <a:gd name="connsiteX2" fmla="*/ 7198757 w 12192000"/>
              <a:gd name="connsiteY2" fmla="*/ 0 h 6858000"/>
              <a:gd name="connsiteX3" fmla="*/ 6096020 w 12192000"/>
              <a:gd name="connsiteY3" fmla="*/ 3818478 h 6858000"/>
              <a:gd name="connsiteX4" fmla="*/ 6096000 w 12192000"/>
              <a:gd name="connsiteY4" fmla="*/ 3818409 h 6858000"/>
              <a:gd name="connsiteX5" fmla="*/ 6095980 w 12192000"/>
              <a:gd name="connsiteY5" fmla="*/ 3818478 h 6858000"/>
              <a:gd name="connsiteX6" fmla="*/ 0 w 12192000"/>
              <a:gd name="connsiteY6" fmla="*/ 0 h 6858000"/>
              <a:gd name="connsiteX7" fmla="*/ 3392326 w 12192000"/>
              <a:gd name="connsiteY7" fmla="*/ 0 h 6858000"/>
              <a:gd name="connsiteX8" fmla="*/ 5200681 w 12192000"/>
              <a:gd name="connsiteY8" fmla="*/ 5488260 h 6858000"/>
              <a:gd name="connsiteX9" fmla="*/ 6096000 w 12192000"/>
              <a:gd name="connsiteY9" fmla="*/ 5488260 h 6858000"/>
              <a:gd name="connsiteX10" fmla="*/ 6991319 w 12192000"/>
              <a:gd name="connsiteY10" fmla="*/ 5488260 h 6858000"/>
              <a:gd name="connsiteX11" fmla="*/ 8799674 w 12192000"/>
              <a:gd name="connsiteY11" fmla="*/ 0 h 6858000"/>
              <a:gd name="connsiteX12" fmla="*/ 12192000 w 12192000"/>
              <a:gd name="connsiteY12" fmla="*/ 0 h 6858000"/>
              <a:gd name="connsiteX13" fmla="*/ 12192000 w 12192000"/>
              <a:gd name="connsiteY13" fmla="*/ 6858000 h 6858000"/>
              <a:gd name="connsiteX14" fmla="*/ 8244417 w 12192000"/>
              <a:gd name="connsiteY14" fmla="*/ 6858000 h 6858000"/>
              <a:gd name="connsiteX15" fmla="*/ 8244417 w 12192000"/>
              <a:gd name="connsiteY15" fmla="*/ 6236165 h 6858000"/>
              <a:gd name="connsiteX16" fmla="*/ 6096000 w 12192000"/>
              <a:gd name="connsiteY16" fmla="*/ 6236165 h 6858000"/>
              <a:gd name="connsiteX17" fmla="*/ 3947583 w 12192000"/>
              <a:gd name="connsiteY17" fmla="*/ 6236165 h 6858000"/>
              <a:gd name="connsiteX18" fmla="*/ 3947583 w 12192000"/>
              <a:gd name="connsiteY18" fmla="*/ 6858000 h 6858000"/>
              <a:gd name="connsiteX19" fmla="*/ 0 w 12192000"/>
              <a:gd name="connsiteY1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2000" h="6858000">
                <a:moveTo>
                  <a:pt x="4993243" y="0"/>
                </a:moveTo>
                <a:lnTo>
                  <a:pt x="6096000" y="0"/>
                </a:lnTo>
                <a:lnTo>
                  <a:pt x="7198757" y="0"/>
                </a:lnTo>
                <a:lnTo>
                  <a:pt x="6096020" y="3818478"/>
                </a:lnTo>
                <a:lnTo>
                  <a:pt x="6096000" y="3818409"/>
                </a:lnTo>
                <a:lnTo>
                  <a:pt x="6095980" y="3818478"/>
                </a:lnTo>
                <a:close/>
                <a:moveTo>
                  <a:pt x="0" y="0"/>
                </a:moveTo>
                <a:lnTo>
                  <a:pt x="3392326" y="0"/>
                </a:lnTo>
                <a:lnTo>
                  <a:pt x="5200681" y="5488260"/>
                </a:lnTo>
                <a:lnTo>
                  <a:pt x="6096000" y="5488260"/>
                </a:lnTo>
                <a:lnTo>
                  <a:pt x="6991319" y="5488260"/>
                </a:lnTo>
                <a:lnTo>
                  <a:pt x="8799674" y="0"/>
                </a:lnTo>
                <a:lnTo>
                  <a:pt x="12192000" y="0"/>
                </a:lnTo>
                <a:lnTo>
                  <a:pt x="12192000" y="6858000"/>
                </a:lnTo>
                <a:lnTo>
                  <a:pt x="8244417" y="6858000"/>
                </a:lnTo>
                <a:lnTo>
                  <a:pt x="8244417" y="6236165"/>
                </a:lnTo>
                <a:lnTo>
                  <a:pt x="6096000" y="6236165"/>
                </a:lnTo>
                <a:lnTo>
                  <a:pt x="3947583" y="6236165"/>
                </a:lnTo>
                <a:lnTo>
                  <a:pt x="3947583"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
        <p:nvSpPr>
          <p:cNvPr id="5" name="Datumsplatzhalter 4">
            <a:extLst>
              <a:ext uri="{FF2B5EF4-FFF2-40B4-BE49-F238E27FC236}">
                <a16:creationId xmlns:a16="http://schemas.microsoft.com/office/drawing/2014/main" id="{FDE13769-E8CA-4C88-A23D-25D4FA628581}"/>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6" name="Fußzeilenplatzhalter 5">
            <a:extLst>
              <a:ext uri="{FF2B5EF4-FFF2-40B4-BE49-F238E27FC236}">
                <a16:creationId xmlns:a16="http://schemas.microsoft.com/office/drawing/2014/main" id="{7F0D9A8C-C082-4478-8FE7-E231FA3FC352}"/>
              </a:ext>
            </a:extLst>
          </p:cNvPr>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10" name="Foliennummernplatzhalter 9">
            <a:extLst>
              <a:ext uri="{FF2B5EF4-FFF2-40B4-BE49-F238E27FC236}">
                <a16:creationId xmlns:a16="http://schemas.microsoft.com/office/drawing/2014/main" id="{3304231E-62FF-4FCB-8BB6-E40B7D8E7A9F}"/>
              </a:ext>
            </a:extLst>
          </p:cNvPr>
          <p:cNvSpPr>
            <a:spLocks noGrp="1"/>
          </p:cNvSpPr>
          <p:nvPr>
            <p:ph type="sldNum" sz="quarter" idx="12"/>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26" name="Titel 1">
            <a:extLst>
              <a:ext uri="{FF2B5EF4-FFF2-40B4-BE49-F238E27FC236}">
                <a16:creationId xmlns:a16="http://schemas.microsoft.com/office/drawing/2014/main" id="{AE65F074-A632-43DF-B191-889FF8B3ED0E}"/>
              </a:ext>
            </a:extLst>
          </p:cNvPr>
          <p:cNvSpPr>
            <a:spLocks noGrp="1"/>
          </p:cNvSpPr>
          <p:nvPr>
            <p:ph type="title" hasCustomPrompt="1"/>
          </p:nvPr>
        </p:nvSpPr>
        <p:spPr bwMode="gray">
          <a:xfrm>
            <a:off x="623229" y="2616199"/>
            <a:ext cx="3959409" cy="2383066"/>
          </a:xfrm>
          <a:noFill/>
        </p:spPr>
        <p:txBody>
          <a:bodyPr anchor="ctr"/>
          <a:lstStyle>
            <a:lvl1pPr algn="l">
              <a:defRPr sz="7871">
                <a:solidFill>
                  <a:schemeClr val="bg1"/>
                </a:solidFill>
              </a:defRPr>
            </a:lvl1pPr>
          </a:lstStyle>
          <a:p>
            <a:r>
              <a:rPr lang="en-US"/>
              <a:t>Short</a:t>
            </a:r>
          </a:p>
        </p:txBody>
      </p:sp>
      <p:sp>
        <p:nvSpPr>
          <p:cNvPr id="12" name="Textplatzhalter 11">
            <a:extLst>
              <a:ext uri="{FF2B5EF4-FFF2-40B4-BE49-F238E27FC236}">
                <a16:creationId xmlns:a16="http://schemas.microsoft.com/office/drawing/2014/main" id="{85B88BFA-413F-4999-BD7B-74E0256EF356}"/>
              </a:ext>
            </a:extLst>
          </p:cNvPr>
          <p:cNvSpPr>
            <a:spLocks noGrp="1"/>
          </p:cNvSpPr>
          <p:nvPr userDrawn="1">
            <p:ph type="body" sz="quarter" idx="16" hasCustomPrompt="1"/>
          </p:nvPr>
        </p:nvSpPr>
        <p:spPr>
          <a:xfrm>
            <a:off x="7822155" y="2615512"/>
            <a:ext cx="4103387" cy="2383753"/>
          </a:xfrm>
        </p:spPr>
        <p:txBody>
          <a:bodyPr anchor="ctr"/>
          <a:lstStyle>
            <a:lvl1pPr marL="0" indent="0">
              <a:lnSpc>
                <a:spcPct val="90000"/>
              </a:lnSpc>
              <a:spcBef>
                <a:spcPts val="0"/>
              </a:spcBef>
              <a:buFont typeface="Arial" panose="020B0604020202020204" pitchFamily="34" charset="0"/>
              <a:buNone/>
              <a:defRPr sz="7871" b="1" cap="all" spc="63" baseline="0">
                <a:solidFill>
                  <a:schemeClr val="bg1"/>
                </a:solidFill>
                <a:latin typeface="+mn-lt"/>
              </a:defRPr>
            </a:lvl1pPr>
            <a:lvl2pPr marL="0" indent="0">
              <a:lnSpc>
                <a:spcPct val="90000"/>
              </a:lnSpc>
              <a:spcBef>
                <a:spcPts val="0"/>
              </a:spcBef>
              <a:buNone/>
              <a:defRPr sz="7871" b="1" cap="all" spc="63" baseline="0">
                <a:solidFill>
                  <a:schemeClr val="bg1"/>
                </a:solidFill>
                <a:latin typeface="+mn-lt"/>
              </a:defRPr>
            </a:lvl2pPr>
            <a:lvl3pPr marL="0" indent="0">
              <a:lnSpc>
                <a:spcPct val="90000"/>
              </a:lnSpc>
              <a:spcBef>
                <a:spcPts val="0"/>
              </a:spcBef>
              <a:buNone/>
              <a:defRPr sz="7871" b="1" cap="all" spc="63" baseline="0">
                <a:solidFill>
                  <a:schemeClr val="bg1"/>
                </a:solidFill>
                <a:latin typeface="+mn-lt"/>
              </a:defRPr>
            </a:lvl3pPr>
            <a:lvl4pPr marL="0" indent="0">
              <a:lnSpc>
                <a:spcPct val="90000"/>
              </a:lnSpc>
              <a:spcBef>
                <a:spcPts val="0"/>
              </a:spcBef>
              <a:buNone/>
              <a:defRPr sz="7871" b="1" cap="all" spc="63" baseline="0">
                <a:solidFill>
                  <a:schemeClr val="bg1"/>
                </a:solidFill>
                <a:latin typeface="+mn-lt"/>
              </a:defRPr>
            </a:lvl4pPr>
            <a:lvl5pPr marL="0" indent="0">
              <a:lnSpc>
                <a:spcPct val="90000"/>
              </a:lnSpc>
              <a:spcBef>
                <a:spcPts val="0"/>
              </a:spcBef>
              <a:buNone/>
              <a:defRPr sz="7871" b="1" cap="all" spc="63" baseline="0">
                <a:solidFill>
                  <a:schemeClr val="bg1"/>
                </a:solidFill>
                <a:latin typeface="+mn-lt"/>
              </a:defRPr>
            </a:lvl5pPr>
            <a:lvl6pPr marL="0" indent="0">
              <a:lnSpc>
                <a:spcPct val="90000"/>
              </a:lnSpc>
              <a:spcBef>
                <a:spcPts val="0"/>
              </a:spcBef>
              <a:buNone/>
              <a:defRPr sz="7871" b="1" cap="all" spc="63" baseline="0">
                <a:solidFill>
                  <a:schemeClr val="bg1"/>
                </a:solidFill>
                <a:latin typeface="+mn-lt"/>
              </a:defRPr>
            </a:lvl6pPr>
            <a:lvl7pPr marL="0" indent="0">
              <a:lnSpc>
                <a:spcPct val="90000"/>
              </a:lnSpc>
              <a:spcBef>
                <a:spcPts val="0"/>
              </a:spcBef>
              <a:buNone/>
              <a:defRPr sz="7871" b="1" cap="all" spc="63" baseline="0">
                <a:solidFill>
                  <a:schemeClr val="bg1"/>
                </a:solidFill>
                <a:latin typeface="+mn-lt"/>
              </a:defRPr>
            </a:lvl7pPr>
            <a:lvl8pPr marL="0" indent="0">
              <a:lnSpc>
                <a:spcPct val="90000"/>
              </a:lnSpc>
              <a:spcBef>
                <a:spcPts val="0"/>
              </a:spcBef>
              <a:buNone/>
              <a:defRPr sz="7871" b="1" cap="all" spc="63" baseline="0">
                <a:solidFill>
                  <a:schemeClr val="bg1"/>
                </a:solidFill>
                <a:latin typeface="+mn-lt"/>
              </a:defRPr>
            </a:lvl8pPr>
            <a:lvl9pPr marL="0" indent="0">
              <a:lnSpc>
                <a:spcPct val="90000"/>
              </a:lnSpc>
              <a:spcBef>
                <a:spcPts val="0"/>
              </a:spcBef>
              <a:buNone/>
              <a:defRPr sz="7871" b="1" cap="all" spc="63" baseline="0">
                <a:solidFill>
                  <a:schemeClr val="bg1"/>
                </a:solidFill>
                <a:latin typeface="+mn-lt"/>
              </a:defRPr>
            </a:lvl9pPr>
          </a:lstStyle>
          <a:p>
            <a:pPr lvl="0"/>
            <a:r>
              <a:rPr lang="en-US"/>
              <a:t>Text</a:t>
            </a:r>
          </a:p>
        </p:txBody>
      </p:sp>
      <p:sp>
        <p:nvSpPr>
          <p:cNvPr id="2" name="MIO_VALID_LAYOUT">
            <a:extLst>
              <a:ext uri="{FF2B5EF4-FFF2-40B4-BE49-F238E27FC236}">
                <a16:creationId xmlns:a16="http://schemas.microsoft.com/office/drawing/2014/main" id="{5162A238-4221-4765-B59C-13446F1C0BDC}"/>
              </a:ext>
            </a:extLst>
          </p:cNvPr>
          <p:cNvSpPr/>
          <p:nvPr userDrawn="1"/>
        </p:nvSpPr>
        <p:spPr bwMode="gray">
          <a:xfrm>
            <a:off x="11997531" y="5965372"/>
            <a:ext cx="191294" cy="168728"/>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268"/>
              </a:spcBef>
              <a:spcAft>
                <a:spcPts val="268"/>
              </a:spcAft>
              <a:buClr>
                <a:schemeClr val="bg1"/>
              </a:buClr>
              <a:buSzPct val="100000"/>
              <a:buFont typeface="Arial" panose="020B0604020202020204" pitchFamily="34" charset="0"/>
              <a:buNone/>
            </a:pPr>
            <a:endParaRPr lang="en-GB" sz="1431" kern="0">
              <a:solidFill>
                <a:srgbClr val="FFFFFF"/>
              </a:solidFill>
              <a:latin typeface="Verdana"/>
            </a:endParaRPr>
          </a:p>
        </p:txBody>
      </p:sp>
      <p:cxnSp>
        <p:nvCxnSpPr>
          <p:cNvPr id="11" name="Gerader Verbinder 10">
            <a:extLst>
              <a:ext uri="{FF2B5EF4-FFF2-40B4-BE49-F238E27FC236}">
                <a16:creationId xmlns:a16="http://schemas.microsoft.com/office/drawing/2014/main" id="{403DB5C5-268A-4AE8-BC64-5BD73B688F8C}"/>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9B69AF74-3171-422C-8A3C-71C06146141A}"/>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CA875279-BED7-4AE6-B72F-4B9C986BE0C8}"/>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11A52109-66CB-4FB8-955C-529C67BDEA28}"/>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8D827770-9A09-4845-806F-267BC50477B7}"/>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3432EE56-3628-4AF9-900C-4C810A6D47D7}"/>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86551BAC-4CED-4E03-974B-07A3F98A7DEC}"/>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91FB4FCA-F7C0-4196-9511-8B17116A960E}"/>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33260EB2-F2E6-459A-B565-82E32FD82ECA}"/>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D714A4BA-B7EF-4DD8-A7EE-43D182D8E54D}"/>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1E01796C-2CDA-4BDF-B80A-5C67B712E079}"/>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93CEBF11-2533-40EE-A9F7-A268F3D6E746}"/>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6DDB9F37-387C-469D-9BFB-6EF8679A0CF8}"/>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1E54F499-B346-4C4C-9FDF-339554E8C394}"/>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AC7020BC-051A-4C32-900C-096F12E4BE8E}"/>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AA53CF67-E4FD-41EB-8A3B-16A62F153CB0}"/>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4E9A779A-ECC7-4023-B7E4-F79B5F27EA42}"/>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1A041DB2-40DA-4BF9-8238-B14CB84CDFA2}"/>
              </a:ext>
            </a:extLst>
          </p:cNvPr>
          <p:cNvCxnSpPr/>
          <p:nvPr userDrawn="1"/>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111390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6" name="Datumsplatzhalter 5">
            <a:extLst>
              <a:ext uri="{FF2B5EF4-FFF2-40B4-BE49-F238E27FC236}">
                <a16:creationId xmlns:a16="http://schemas.microsoft.com/office/drawing/2014/main" id="{9E12C890-0851-45B5-957E-312007C751A2}"/>
              </a:ext>
            </a:extLst>
          </p:cNvPr>
          <p:cNvSpPr>
            <a:spLocks noGrp="1"/>
          </p:cNvSpPr>
          <p:nvPr>
            <p:ph type="dt" sz="half" idx="10"/>
          </p:nvPr>
        </p:nvSpPr>
        <p:spPr bwMode="gray"/>
        <p:txBody>
          <a:bodyPr/>
          <a:lstStyle/>
          <a:p>
            <a:r>
              <a:rPr lang="de-DE"/>
              <a:t>Date</a:t>
            </a:r>
            <a:endParaRPr lang="en-US"/>
          </a:p>
        </p:txBody>
      </p:sp>
      <p:sp>
        <p:nvSpPr>
          <p:cNvPr id="8" name="Fußzeilenplatzhalter 7">
            <a:extLst>
              <a:ext uri="{FF2B5EF4-FFF2-40B4-BE49-F238E27FC236}">
                <a16:creationId xmlns:a16="http://schemas.microsoft.com/office/drawing/2014/main" id="{B905894F-990B-4E89-BF9F-44AF6D2249D9}"/>
              </a:ext>
            </a:extLst>
          </p:cNvPr>
          <p:cNvSpPr>
            <a:spLocks noGrp="1"/>
          </p:cNvSpPr>
          <p:nvPr>
            <p:ph type="ftr" sz="quarter" idx="11"/>
          </p:nvPr>
        </p:nvSpPr>
        <p:spPr bwMode="gray"/>
        <p:txBody>
          <a:bodyPr/>
          <a:lstStyle/>
          <a:p>
            <a:r>
              <a:rPr lang="en-US"/>
              <a:t>Title of the presentation</a:t>
            </a:r>
          </a:p>
        </p:txBody>
      </p:sp>
      <p:sp>
        <p:nvSpPr>
          <p:cNvPr id="9" name="Foliennummernplatzhalter 8">
            <a:extLst>
              <a:ext uri="{FF2B5EF4-FFF2-40B4-BE49-F238E27FC236}">
                <a16:creationId xmlns:a16="http://schemas.microsoft.com/office/drawing/2014/main" id="{6562F42C-DB22-4E94-A9CA-105D4C35793D}"/>
              </a:ext>
            </a:extLst>
          </p:cNvPr>
          <p:cNvSpPr>
            <a:spLocks noGrp="1"/>
          </p:cNvSpPr>
          <p:nvPr>
            <p:ph type="sldNum" sz="quarter" idx="12"/>
          </p:nvPr>
        </p:nvSpPr>
        <p:spPr bwMode="gray"/>
        <p:txBody>
          <a:bodyPr/>
          <a:lstStyle/>
          <a:p>
            <a:fld id="{96FF1F4F-4717-426F-83A6-412729423D60}" type="slidenum">
              <a:rPr lang="en-US" smtClean="0"/>
              <a:pPr/>
              <a:t>‹#›</a:t>
            </a:fld>
            <a:endParaRPr lang="en-US"/>
          </a:p>
        </p:txBody>
      </p:sp>
      <p:sp>
        <p:nvSpPr>
          <p:cNvPr id="2" name="Titel 1">
            <a:extLst>
              <a:ext uri="{FF2B5EF4-FFF2-40B4-BE49-F238E27FC236}">
                <a16:creationId xmlns:a16="http://schemas.microsoft.com/office/drawing/2014/main" id="{2DDB6CBA-095A-42A6-8C9C-8E2E57B5265C}"/>
              </a:ext>
            </a:extLst>
          </p:cNvPr>
          <p:cNvSpPr>
            <a:spLocks noGrp="1"/>
          </p:cNvSpPr>
          <p:nvPr>
            <p:ph type="title" hasCustomPrompt="1"/>
          </p:nvPr>
        </p:nvSpPr>
        <p:spPr>
          <a:xfrm>
            <a:off x="623230" y="748304"/>
            <a:ext cx="10941150" cy="772378"/>
          </a:xfrm>
        </p:spPr>
        <p:txBody>
          <a:bodyPr/>
          <a:lstStyle>
            <a:lvl1pPr>
              <a:defRPr sz="2862"/>
            </a:lvl1pPr>
          </a:lstStyle>
          <a:p>
            <a:r>
              <a:rPr lang="en-US"/>
              <a:t>Headline, Arial Bold, </a:t>
            </a:r>
            <a:br>
              <a:rPr lang="en-US"/>
            </a:br>
            <a:r>
              <a:rPr lang="en-US"/>
              <a:t>32 PT, Max 2 Lines</a:t>
            </a:r>
          </a:p>
        </p:txBody>
      </p:sp>
      <p:sp>
        <p:nvSpPr>
          <p:cNvPr id="7" name="Textplatzhalter 3">
            <a:extLst>
              <a:ext uri="{FF2B5EF4-FFF2-40B4-BE49-F238E27FC236}">
                <a16:creationId xmlns:a16="http://schemas.microsoft.com/office/drawing/2014/main" id="{99B4D297-5449-4B07-983C-78CD4F65E8A8}"/>
              </a:ext>
            </a:extLst>
          </p:cNvPr>
          <p:cNvSpPr>
            <a:spLocks noGrp="1"/>
          </p:cNvSpPr>
          <p:nvPr>
            <p:ph type="body" sz="quarter" idx="17" hasCustomPrompt="1"/>
          </p:nvPr>
        </p:nvSpPr>
        <p:spPr>
          <a:xfrm>
            <a:off x="623230" y="1521278"/>
            <a:ext cx="10940954" cy="257600"/>
          </a:xfrm>
        </p:spPr>
        <p:txBody>
          <a:bodyPr tIns="36000"/>
          <a:lstStyle>
            <a:lvl1pPr marL="0" indent="0">
              <a:lnSpc>
                <a:spcPct val="100000"/>
              </a:lnSpc>
              <a:spcBef>
                <a:spcPts val="0"/>
              </a:spcBef>
              <a:buFont typeface="Arial" panose="020B0604020202020204" pitchFamily="34" charset="0"/>
              <a:buNone/>
              <a:defRPr sz="1610" b="1" cap="all" spc="27" baseline="0">
                <a:solidFill>
                  <a:schemeClr val="bg2"/>
                </a:solidFill>
                <a:latin typeface="+mj-lt"/>
              </a:defRPr>
            </a:lvl1pPr>
            <a:lvl2pPr marL="0" indent="0">
              <a:lnSpc>
                <a:spcPct val="100000"/>
              </a:lnSpc>
              <a:spcBef>
                <a:spcPts val="0"/>
              </a:spcBef>
              <a:buNone/>
              <a:defRPr sz="1610" b="1" cap="all" spc="27" baseline="0">
                <a:solidFill>
                  <a:schemeClr val="bg2"/>
                </a:solidFill>
                <a:latin typeface="+mj-lt"/>
              </a:defRPr>
            </a:lvl2pPr>
            <a:lvl3pPr marL="0" indent="0">
              <a:lnSpc>
                <a:spcPct val="100000"/>
              </a:lnSpc>
              <a:spcBef>
                <a:spcPts val="0"/>
              </a:spcBef>
              <a:buNone/>
              <a:defRPr sz="1610" b="1" cap="all" spc="27" baseline="0">
                <a:solidFill>
                  <a:schemeClr val="bg2"/>
                </a:solidFill>
                <a:latin typeface="+mj-lt"/>
              </a:defRPr>
            </a:lvl3pPr>
            <a:lvl4pPr marL="0" indent="0">
              <a:lnSpc>
                <a:spcPct val="100000"/>
              </a:lnSpc>
              <a:spcBef>
                <a:spcPts val="0"/>
              </a:spcBef>
              <a:buNone/>
              <a:defRPr sz="1610" b="1" cap="all" spc="27" baseline="0">
                <a:solidFill>
                  <a:schemeClr val="bg2"/>
                </a:solidFill>
                <a:latin typeface="+mj-lt"/>
              </a:defRPr>
            </a:lvl4pPr>
            <a:lvl5pPr marL="0" indent="0">
              <a:lnSpc>
                <a:spcPct val="100000"/>
              </a:lnSpc>
              <a:spcBef>
                <a:spcPts val="0"/>
              </a:spcBef>
              <a:buNone/>
              <a:defRPr sz="1610" b="1" cap="all" spc="27" baseline="0">
                <a:solidFill>
                  <a:schemeClr val="bg2"/>
                </a:solidFill>
                <a:latin typeface="+mj-lt"/>
              </a:defRPr>
            </a:lvl5pPr>
            <a:lvl6pPr marL="0" indent="0">
              <a:lnSpc>
                <a:spcPct val="100000"/>
              </a:lnSpc>
              <a:spcBef>
                <a:spcPts val="0"/>
              </a:spcBef>
              <a:buNone/>
              <a:defRPr sz="1610" b="1" cap="all" spc="27" baseline="0">
                <a:solidFill>
                  <a:schemeClr val="bg2"/>
                </a:solidFill>
                <a:latin typeface="+mj-lt"/>
              </a:defRPr>
            </a:lvl6pPr>
            <a:lvl7pPr marL="0" indent="0">
              <a:lnSpc>
                <a:spcPct val="100000"/>
              </a:lnSpc>
              <a:spcBef>
                <a:spcPts val="0"/>
              </a:spcBef>
              <a:buNone/>
              <a:defRPr sz="1610" b="1" cap="all" spc="27" baseline="0">
                <a:solidFill>
                  <a:schemeClr val="bg2"/>
                </a:solidFill>
                <a:latin typeface="+mj-lt"/>
              </a:defRPr>
            </a:lvl7pPr>
            <a:lvl8pPr marL="0" indent="0">
              <a:lnSpc>
                <a:spcPct val="100000"/>
              </a:lnSpc>
              <a:spcBef>
                <a:spcPts val="0"/>
              </a:spcBef>
              <a:buNone/>
              <a:defRPr sz="1610" b="1" cap="all" spc="27" baseline="0">
                <a:solidFill>
                  <a:schemeClr val="bg2"/>
                </a:solidFill>
                <a:latin typeface="+mj-lt"/>
              </a:defRPr>
            </a:lvl8pPr>
            <a:lvl9pPr marL="0" indent="0">
              <a:lnSpc>
                <a:spcPct val="100000"/>
              </a:lnSpc>
              <a:spcBef>
                <a:spcPts val="0"/>
              </a:spcBef>
              <a:buNone/>
              <a:defRPr sz="1610" b="1" cap="all" spc="27" baseline="0">
                <a:solidFill>
                  <a:schemeClr val="bg2"/>
                </a:solidFill>
                <a:latin typeface="+mj-lt"/>
              </a:defRPr>
            </a:lvl9pPr>
          </a:lstStyle>
          <a:p>
            <a:r>
              <a:rPr lang="en-US"/>
              <a:t>Optional Subline, Arial Bold, 18 PT, Max 1 Line</a:t>
            </a:r>
          </a:p>
        </p:txBody>
      </p:sp>
    </p:spTree>
    <p:extLst>
      <p:ext uri="{BB962C8B-B14F-4D97-AF65-F5344CB8AC3E}">
        <p14:creationId xmlns:p14="http://schemas.microsoft.com/office/powerpoint/2010/main" val="4161104985"/>
      </p:ext>
    </p:extLst>
  </p:cSld>
  <p:clrMapOvr>
    <a:masterClrMapping/>
  </p:clrMapOvr>
  <p:extLst>
    <p:ext uri="{DCECCB84-F9BA-43D5-87BE-67443E8EF086}">
      <p15:sldGuideLst xmlns:p15="http://schemas.microsoft.com/office/powerpoint/2012/main">
        <p15:guide id="1" orient="horz" pos="1570">
          <p15:clr>
            <a:srgbClr val="FBAE40"/>
          </p15:clr>
        </p15:guide>
        <p15:guide id="4" pos="3931">
          <p15:clr>
            <a:srgbClr val="F26B43"/>
          </p15:clr>
        </p15:guide>
        <p15:guide id="5" pos="3749">
          <p15:clr>
            <a:srgbClr val="F26B43"/>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Only title | black">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56A723A-8C8F-4B48-958B-869A9D0E9F7E}"/>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4" name="Fußzeilenplatzhalter 3">
            <a:extLst>
              <a:ext uri="{FF2B5EF4-FFF2-40B4-BE49-F238E27FC236}">
                <a16:creationId xmlns:a16="http://schemas.microsoft.com/office/drawing/2014/main" id="{77DAC12A-825B-46FB-8AB7-F28AA9CA63E7}"/>
              </a:ext>
            </a:extLst>
          </p:cNvPr>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5" name="Foliennummernplatzhalter 4">
            <a:extLst>
              <a:ext uri="{FF2B5EF4-FFF2-40B4-BE49-F238E27FC236}">
                <a16:creationId xmlns:a16="http://schemas.microsoft.com/office/drawing/2014/main" id="{F75153F3-23CB-4387-8EE9-F7ECFBE19B15}"/>
              </a:ext>
            </a:extLst>
          </p:cNvPr>
          <p:cNvSpPr>
            <a:spLocks noGrp="1"/>
          </p:cNvSpPr>
          <p:nvPr>
            <p:ph type="sldNum" sz="quarter" idx="12"/>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6" name="Titel 5">
            <a:extLst>
              <a:ext uri="{FF2B5EF4-FFF2-40B4-BE49-F238E27FC236}">
                <a16:creationId xmlns:a16="http://schemas.microsoft.com/office/drawing/2014/main" id="{337A71DD-C27C-406E-9EF4-396C740E09B3}"/>
              </a:ext>
            </a:extLst>
          </p:cNvPr>
          <p:cNvSpPr>
            <a:spLocks noGrp="1"/>
          </p:cNvSpPr>
          <p:nvPr>
            <p:ph type="title" hasCustomPrompt="1"/>
          </p:nvPr>
        </p:nvSpPr>
        <p:spPr>
          <a:xfrm>
            <a:off x="623230" y="748304"/>
            <a:ext cx="10941150" cy="772378"/>
          </a:xfrm>
        </p:spPr>
        <p:txBody>
          <a:bodyPr/>
          <a:lstStyle>
            <a:lvl1pPr>
              <a:defRPr sz="2862">
                <a:solidFill>
                  <a:schemeClr val="bg1"/>
                </a:solidFill>
              </a:defRPr>
            </a:lvl1pPr>
          </a:lstStyle>
          <a:p>
            <a:r>
              <a:rPr lang="en-US"/>
              <a:t>Headline, Arial Bold, </a:t>
            </a:r>
            <a:br>
              <a:rPr lang="en-US"/>
            </a:br>
            <a:r>
              <a:rPr lang="en-US"/>
              <a:t>32 PT, Max 2 Lines</a:t>
            </a:r>
          </a:p>
        </p:txBody>
      </p:sp>
      <p:sp>
        <p:nvSpPr>
          <p:cNvPr id="15" name="Textplatzhalter 3">
            <a:extLst>
              <a:ext uri="{FF2B5EF4-FFF2-40B4-BE49-F238E27FC236}">
                <a16:creationId xmlns:a16="http://schemas.microsoft.com/office/drawing/2014/main" id="{48CA78E9-EF28-45D9-855B-92FBE533E4ED}"/>
              </a:ext>
            </a:extLst>
          </p:cNvPr>
          <p:cNvSpPr>
            <a:spLocks noGrp="1"/>
          </p:cNvSpPr>
          <p:nvPr>
            <p:ph type="body" sz="quarter" idx="17" hasCustomPrompt="1"/>
          </p:nvPr>
        </p:nvSpPr>
        <p:spPr bwMode="white">
          <a:xfrm>
            <a:off x="623230" y="1521278"/>
            <a:ext cx="10940954" cy="257600"/>
          </a:xfrm>
        </p:spPr>
        <p:txBody>
          <a:bodyPr tIns="36000"/>
          <a:lstStyle>
            <a:lvl1pPr marL="0" indent="0">
              <a:lnSpc>
                <a:spcPct val="100000"/>
              </a:lnSpc>
              <a:spcBef>
                <a:spcPts val="0"/>
              </a:spcBef>
              <a:buFont typeface="Arial" panose="020B0604020202020204" pitchFamily="34" charset="0"/>
              <a:buNone/>
              <a:defRPr sz="1610" b="1" cap="all" spc="27" baseline="0">
                <a:solidFill>
                  <a:schemeClr val="bg2"/>
                </a:solidFill>
                <a:latin typeface="+mj-lt"/>
              </a:defRPr>
            </a:lvl1pPr>
            <a:lvl2pPr marL="0" indent="0">
              <a:lnSpc>
                <a:spcPct val="100000"/>
              </a:lnSpc>
              <a:spcBef>
                <a:spcPts val="0"/>
              </a:spcBef>
              <a:buNone/>
              <a:defRPr sz="1610" b="1" cap="all" spc="27" baseline="0">
                <a:solidFill>
                  <a:schemeClr val="bg2"/>
                </a:solidFill>
                <a:latin typeface="+mj-lt"/>
              </a:defRPr>
            </a:lvl2pPr>
            <a:lvl3pPr marL="0" indent="0">
              <a:lnSpc>
                <a:spcPct val="100000"/>
              </a:lnSpc>
              <a:spcBef>
                <a:spcPts val="0"/>
              </a:spcBef>
              <a:buNone/>
              <a:defRPr sz="1610" b="1" cap="all" spc="27" baseline="0">
                <a:solidFill>
                  <a:schemeClr val="bg2"/>
                </a:solidFill>
                <a:latin typeface="+mj-lt"/>
              </a:defRPr>
            </a:lvl3pPr>
            <a:lvl4pPr marL="0" indent="0">
              <a:lnSpc>
                <a:spcPct val="100000"/>
              </a:lnSpc>
              <a:spcBef>
                <a:spcPts val="0"/>
              </a:spcBef>
              <a:buNone/>
              <a:defRPr sz="1610" b="1" cap="all" spc="27" baseline="0">
                <a:solidFill>
                  <a:schemeClr val="bg2"/>
                </a:solidFill>
                <a:latin typeface="+mj-lt"/>
              </a:defRPr>
            </a:lvl4pPr>
            <a:lvl5pPr marL="0" indent="0">
              <a:lnSpc>
                <a:spcPct val="100000"/>
              </a:lnSpc>
              <a:spcBef>
                <a:spcPts val="0"/>
              </a:spcBef>
              <a:buNone/>
              <a:defRPr sz="1610" b="1" cap="all" spc="27" baseline="0">
                <a:solidFill>
                  <a:schemeClr val="bg2"/>
                </a:solidFill>
                <a:latin typeface="+mj-lt"/>
              </a:defRPr>
            </a:lvl5pPr>
            <a:lvl6pPr marL="0" indent="0">
              <a:lnSpc>
                <a:spcPct val="100000"/>
              </a:lnSpc>
              <a:spcBef>
                <a:spcPts val="0"/>
              </a:spcBef>
              <a:buNone/>
              <a:defRPr sz="1610" b="1" cap="all" spc="27" baseline="0">
                <a:solidFill>
                  <a:schemeClr val="bg2"/>
                </a:solidFill>
                <a:latin typeface="+mj-lt"/>
              </a:defRPr>
            </a:lvl6pPr>
            <a:lvl7pPr marL="0" indent="0">
              <a:lnSpc>
                <a:spcPct val="100000"/>
              </a:lnSpc>
              <a:spcBef>
                <a:spcPts val="0"/>
              </a:spcBef>
              <a:buNone/>
              <a:defRPr sz="1610" b="1" cap="all" spc="27" baseline="0">
                <a:solidFill>
                  <a:schemeClr val="bg2"/>
                </a:solidFill>
                <a:latin typeface="+mj-lt"/>
              </a:defRPr>
            </a:lvl7pPr>
            <a:lvl8pPr marL="0" indent="0">
              <a:lnSpc>
                <a:spcPct val="100000"/>
              </a:lnSpc>
              <a:spcBef>
                <a:spcPts val="0"/>
              </a:spcBef>
              <a:buNone/>
              <a:defRPr sz="1610" b="1" cap="all" spc="27" baseline="0">
                <a:solidFill>
                  <a:schemeClr val="bg2"/>
                </a:solidFill>
                <a:latin typeface="+mj-lt"/>
              </a:defRPr>
            </a:lvl8pPr>
            <a:lvl9pPr marL="0" indent="0">
              <a:lnSpc>
                <a:spcPct val="100000"/>
              </a:lnSpc>
              <a:spcBef>
                <a:spcPts val="0"/>
              </a:spcBef>
              <a:buNone/>
              <a:defRPr sz="1610" b="1" cap="all" spc="27" baseline="0">
                <a:solidFill>
                  <a:schemeClr val="bg2"/>
                </a:solidFill>
                <a:latin typeface="+mj-lt"/>
              </a:defRPr>
            </a:lvl9pPr>
          </a:lstStyle>
          <a:p>
            <a:r>
              <a:rPr lang="en-US"/>
              <a:t>Optional Subline, Arial Bold, 18 PT, Max 1 Line</a:t>
            </a:r>
          </a:p>
        </p:txBody>
      </p:sp>
    </p:spTree>
    <p:extLst>
      <p:ext uri="{BB962C8B-B14F-4D97-AF65-F5344CB8AC3E}">
        <p14:creationId xmlns:p14="http://schemas.microsoft.com/office/powerpoint/2010/main" val="38253970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Only title | color">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4C5CECE5-B948-481A-AA82-46BD7202A473}"/>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4" name="Fußzeilenplatzhalter 3">
            <a:extLst>
              <a:ext uri="{FF2B5EF4-FFF2-40B4-BE49-F238E27FC236}">
                <a16:creationId xmlns:a16="http://schemas.microsoft.com/office/drawing/2014/main" id="{385AC280-20DF-4F2E-9FA4-B1B3A1F935A4}"/>
              </a:ext>
            </a:extLst>
          </p:cNvPr>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5" name="Foliennummernplatzhalter 4">
            <a:extLst>
              <a:ext uri="{FF2B5EF4-FFF2-40B4-BE49-F238E27FC236}">
                <a16:creationId xmlns:a16="http://schemas.microsoft.com/office/drawing/2014/main" id="{AD7A5411-2751-4770-92B6-08D82759C5C4}"/>
              </a:ext>
            </a:extLst>
          </p:cNvPr>
          <p:cNvSpPr>
            <a:spLocks noGrp="1"/>
          </p:cNvSpPr>
          <p:nvPr>
            <p:ph type="sldNum" sz="quarter" idx="12"/>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6" name="Titel 5">
            <a:extLst>
              <a:ext uri="{FF2B5EF4-FFF2-40B4-BE49-F238E27FC236}">
                <a16:creationId xmlns:a16="http://schemas.microsoft.com/office/drawing/2014/main" id="{E7D5C809-6B1E-40F8-9F98-675201C37B4C}"/>
              </a:ext>
            </a:extLst>
          </p:cNvPr>
          <p:cNvSpPr>
            <a:spLocks noGrp="1"/>
          </p:cNvSpPr>
          <p:nvPr>
            <p:ph type="title" hasCustomPrompt="1"/>
          </p:nvPr>
        </p:nvSpPr>
        <p:spPr>
          <a:xfrm>
            <a:off x="623230" y="748304"/>
            <a:ext cx="10941150" cy="772378"/>
          </a:xfrm>
        </p:spPr>
        <p:txBody>
          <a:bodyPr/>
          <a:lstStyle>
            <a:lvl1pPr>
              <a:defRPr sz="2862">
                <a:solidFill>
                  <a:schemeClr val="bg1"/>
                </a:solidFill>
              </a:defRPr>
            </a:lvl1pPr>
          </a:lstStyle>
          <a:p>
            <a:r>
              <a:rPr lang="en-US"/>
              <a:t>Headline, Arial Bold, </a:t>
            </a:r>
            <a:br>
              <a:rPr lang="en-US"/>
            </a:br>
            <a:r>
              <a:rPr lang="en-US"/>
              <a:t>32 PT, Max 2 Lines</a:t>
            </a:r>
          </a:p>
        </p:txBody>
      </p:sp>
      <p:sp>
        <p:nvSpPr>
          <p:cNvPr id="19" name="Textplatzhalter 3">
            <a:extLst>
              <a:ext uri="{FF2B5EF4-FFF2-40B4-BE49-F238E27FC236}">
                <a16:creationId xmlns:a16="http://schemas.microsoft.com/office/drawing/2014/main" id="{957C1FB4-F410-44EE-8554-AE8E73C7D9DB}"/>
              </a:ext>
            </a:extLst>
          </p:cNvPr>
          <p:cNvSpPr>
            <a:spLocks noGrp="1"/>
          </p:cNvSpPr>
          <p:nvPr>
            <p:ph type="body" sz="quarter" idx="17" hasCustomPrompt="1"/>
          </p:nvPr>
        </p:nvSpPr>
        <p:spPr>
          <a:xfrm>
            <a:off x="623230" y="1521278"/>
            <a:ext cx="10940954" cy="257600"/>
          </a:xfrm>
        </p:spPr>
        <p:txBody>
          <a:bodyPr tIns="36000"/>
          <a:lstStyle>
            <a:lvl1pPr marL="0" indent="0">
              <a:lnSpc>
                <a:spcPct val="100000"/>
              </a:lnSpc>
              <a:spcBef>
                <a:spcPts val="0"/>
              </a:spcBef>
              <a:buFont typeface="Arial" panose="020B0604020202020204" pitchFamily="34" charset="0"/>
              <a:buNone/>
              <a:defRPr sz="1610" b="1" cap="all" spc="27" baseline="0">
                <a:solidFill>
                  <a:schemeClr val="bg1"/>
                </a:solidFill>
                <a:latin typeface="+mj-lt"/>
              </a:defRPr>
            </a:lvl1pPr>
            <a:lvl2pPr marL="0" indent="0">
              <a:lnSpc>
                <a:spcPct val="100000"/>
              </a:lnSpc>
              <a:spcBef>
                <a:spcPts val="0"/>
              </a:spcBef>
              <a:buNone/>
              <a:defRPr sz="1610" b="1" cap="all" spc="27" baseline="0">
                <a:solidFill>
                  <a:schemeClr val="bg1"/>
                </a:solidFill>
                <a:latin typeface="+mj-lt"/>
              </a:defRPr>
            </a:lvl2pPr>
            <a:lvl3pPr marL="0" indent="0">
              <a:lnSpc>
                <a:spcPct val="100000"/>
              </a:lnSpc>
              <a:spcBef>
                <a:spcPts val="0"/>
              </a:spcBef>
              <a:buNone/>
              <a:defRPr sz="1610" b="1" cap="all" spc="27" baseline="0">
                <a:solidFill>
                  <a:schemeClr val="bg1"/>
                </a:solidFill>
                <a:latin typeface="+mj-lt"/>
              </a:defRPr>
            </a:lvl3pPr>
            <a:lvl4pPr marL="0" indent="0">
              <a:lnSpc>
                <a:spcPct val="100000"/>
              </a:lnSpc>
              <a:spcBef>
                <a:spcPts val="0"/>
              </a:spcBef>
              <a:buNone/>
              <a:defRPr sz="1610" b="1" cap="all" spc="27" baseline="0">
                <a:solidFill>
                  <a:schemeClr val="bg1"/>
                </a:solidFill>
                <a:latin typeface="+mj-lt"/>
              </a:defRPr>
            </a:lvl4pPr>
            <a:lvl5pPr marL="0" indent="0">
              <a:lnSpc>
                <a:spcPct val="100000"/>
              </a:lnSpc>
              <a:spcBef>
                <a:spcPts val="0"/>
              </a:spcBef>
              <a:buNone/>
              <a:defRPr sz="1610" b="1" cap="all" spc="27" baseline="0">
                <a:solidFill>
                  <a:schemeClr val="bg1"/>
                </a:solidFill>
                <a:latin typeface="+mj-lt"/>
              </a:defRPr>
            </a:lvl5pPr>
            <a:lvl6pPr marL="0" indent="0">
              <a:lnSpc>
                <a:spcPct val="100000"/>
              </a:lnSpc>
              <a:spcBef>
                <a:spcPts val="0"/>
              </a:spcBef>
              <a:buNone/>
              <a:defRPr sz="1610" b="1" cap="all" spc="27" baseline="0">
                <a:solidFill>
                  <a:schemeClr val="bg1"/>
                </a:solidFill>
                <a:latin typeface="+mj-lt"/>
              </a:defRPr>
            </a:lvl6pPr>
            <a:lvl7pPr marL="0" indent="0">
              <a:lnSpc>
                <a:spcPct val="100000"/>
              </a:lnSpc>
              <a:spcBef>
                <a:spcPts val="0"/>
              </a:spcBef>
              <a:buNone/>
              <a:defRPr sz="1610" b="1" cap="all" spc="27" baseline="0">
                <a:solidFill>
                  <a:schemeClr val="bg1"/>
                </a:solidFill>
                <a:latin typeface="+mj-lt"/>
              </a:defRPr>
            </a:lvl7pPr>
            <a:lvl8pPr marL="0" indent="0">
              <a:lnSpc>
                <a:spcPct val="100000"/>
              </a:lnSpc>
              <a:spcBef>
                <a:spcPts val="0"/>
              </a:spcBef>
              <a:buNone/>
              <a:defRPr sz="1610" b="1" cap="all" spc="27" baseline="0">
                <a:solidFill>
                  <a:schemeClr val="bg1"/>
                </a:solidFill>
                <a:latin typeface="+mj-lt"/>
              </a:defRPr>
            </a:lvl8pPr>
            <a:lvl9pPr marL="0" indent="0">
              <a:lnSpc>
                <a:spcPct val="100000"/>
              </a:lnSpc>
              <a:spcBef>
                <a:spcPts val="0"/>
              </a:spcBef>
              <a:buNone/>
              <a:defRPr sz="1610" b="1" cap="all" spc="27" baseline="0">
                <a:solidFill>
                  <a:schemeClr val="bg1"/>
                </a:solidFill>
                <a:latin typeface="+mj-lt"/>
              </a:defRPr>
            </a:lvl9pPr>
          </a:lstStyle>
          <a:p>
            <a:r>
              <a:rPr lang="en-US"/>
              <a:t>Optional Subline, Arial Bold, 18 PT, Max 1 Line</a:t>
            </a:r>
          </a:p>
        </p:txBody>
      </p:sp>
      <p:sp>
        <p:nvSpPr>
          <p:cNvPr id="2" name="Grafik 3">
            <a:extLst>
              <a:ext uri="{FF2B5EF4-FFF2-40B4-BE49-F238E27FC236}">
                <a16:creationId xmlns:a16="http://schemas.microsoft.com/office/drawing/2014/main" id="{7B3C4CAE-B6FA-431E-8E86-1BF224A91280}"/>
              </a:ext>
            </a:extLst>
          </p:cNvPr>
          <p:cNvSpPr/>
          <p:nvPr userDrawn="1"/>
        </p:nvSpPr>
        <p:spPr>
          <a:xfrm>
            <a:off x="5572549" y="0"/>
            <a:ext cx="1043728" cy="322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sz="1610"/>
          </a:p>
        </p:txBody>
      </p:sp>
      <p:sp>
        <p:nvSpPr>
          <p:cNvPr id="7" name="Grafik 3">
            <a:extLst>
              <a:ext uri="{FF2B5EF4-FFF2-40B4-BE49-F238E27FC236}">
                <a16:creationId xmlns:a16="http://schemas.microsoft.com/office/drawing/2014/main" id="{F0BA3207-47D5-4E21-801F-4041922AF545}"/>
              </a:ext>
            </a:extLst>
          </p:cNvPr>
          <p:cNvSpPr/>
          <p:nvPr userDrawn="1"/>
        </p:nvSpPr>
        <p:spPr>
          <a:xfrm>
            <a:off x="5572549" y="5812100"/>
            <a:ext cx="1043728" cy="322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sz="1610"/>
          </a:p>
        </p:txBody>
      </p:sp>
    </p:spTree>
    <p:extLst>
      <p:ext uri="{BB962C8B-B14F-4D97-AF65-F5344CB8AC3E}">
        <p14:creationId xmlns:p14="http://schemas.microsoft.com/office/powerpoint/2010/main" val="3710263351"/>
      </p:ext>
    </p:extLst>
  </p:cSld>
  <p:clrMapOvr>
    <a:masterClrMapping/>
  </p:clrMapOvr>
  <p:extLst>
    <p:ext uri="{DCECCB84-F9BA-43D5-87BE-67443E8EF086}">
      <p15:sldGuideLst xmlns:p15="http://schemas.microsoft.com/office/powerpoint/2012/main">
        <p15:guide id="1" orient="horz" pos="157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all to ac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6520" y="1456872"/>
            <a:ext cx="5369924" cy="1546282"/>
          </a:xfrm>
        </p:spPr>
        <p:txBody>
          <a:bodyPr anchor="b"/>
          <a:lstStyle>
            <a:lvl1pPr>
              <a:defRPr sz="3578"/>
            </a:lvl1pPr>
          </a:lstStyle>
          <a:p>
            <a:r>
              <a:rPr lang="en-US"/>
              <a:t>Call to action, Arial Bold, 40 PT, </a:t>
            </a:r>
            <a:br>
              <a:rPr lang="en-US"/>
            </a:br>
            <a:r>
              <a:rPr lang="en-US"/>
              <a:t>Max 3 Lines</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p>
            <a:r>
              <a:rPr lang="en-US"/>
              <a:t>Title of the presentation</a:t>
            </a:r>
          </a:p>
        </p:txBody>
      </p:sp>
      <p:sp>
        <p:nvSpPr>
          <p:cNvPr id="15" name="Foliennummernplatzhalter 14">
            <a:extLst>
              <a:ext uri="{FF2B5EF4-FFF2-40B4-BE49-F238E27FC236}">
                <a16:creationId xmlns:a16="http://schemas.microsoft.com/office/drawing/2014/main" id="{25FD4D1A-E18C-472D-9175-A7445FEC82C7}"/>
              </a:ext>
            </a:extLst>
          </p:cNvPr>
          <p:cNvSpPr>
            <a:spLocks noGrp="1"/>
          </p:cNvSpPr>
          <p:nvPr>
            <p:ph type="sldNum" sz="quarter" idx="16"/>
          </p:nvPr>
        </p:nvSpPr>
        <p:spPr bwMode="gray"/>
        <p:txBody>
          <a:bodyPr/>
          <a:lstStyle/>
          <a:p>
            <a:fld id="{96FF1F4F-4717-426F-83A6-412729423D60}" type="slidenum">
              <a:rPr lang="en-US" smtClean="0"/>
              <a:pPr/>
              <a:t>‹#›</a:t>
            </a:fld>
            <a:endParaRPr lang="en-US"/>
          </a:p>
        </p:txBody>
      </p:sp>
      <p:sp>
        <p:nvSpPr>
          <p:cNvPr id="6" name="Textplatzhalter 5">
            <a:extLst>
              <a:ext uri="{FF2B5EF4-FFF2-40B4-BE49-F238E27FC236}">
                <a16:creationId xmlns:a16="http://schemas.microsoft.com/office/drawing/2014/main" id="{0773F3ED-E638-4679-8D56-5312700F0BB7}"/>
              </a:ext>
            </a:extLst>
          </p:cNvPr>
          <p:cNvSpPr>
            <a:spLocks noGrp="1"/>
          </p:cNvSpPr>
          <p:nvPr>
            <p:ph type="body" sz="quarter" idx="17" hasCustomPrompt="1"/>
          </p:nvPr>
        </p:nvSpPr>
        <p:spPr>
          <a:xfrm>
            <a:off x="5546519" y="3389086"/>
            <a:ext cx="5371050" cy="2189822"/>
          </a:xfrm>
        </p:spPr>
        <p:txBody>
          <a:bodyPr/>
          <a:lstStyle>
            <a:lvl1pPr>
              <a:defRPr sz="1610"/>
            </a:lvl1pPr>
            <a:lvl2pPr>
              <a:defRPr sz="1610"/>
            </a:lvl2pPr>
            <a:lvl3pPr>
              <a:defRPr sz="1610"/>
            </a:lvl3pPr>
            <a:lvl4pPr>
              <a:defRPr sz="1610"/>
            </a:lvl4pPr>
            <a:lvl5pPr>
              <a:defRPr sz="1610"/>
            </a:lvl5pPr>
            <a:lvl6pPr>
              <a:defRPr sz="1610"/>
            </a:lvl6pPr>
            <a:lvl7pPr>
              <a:defRPr sz="1610"/>
            </a:lvl7pPr>
            <a:lvl8pPr>
              <a:defRPr sz="1610"/>
            </a:lvl8pPr>
            <a:lvl9pPr>
              <a:defRPr sz="1610"/>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Textplatzhalter 8">
            <a:extLst>
              <a:ext uri="{FF2B5EF4-FFF2-40B4-BE49-F238E27FC236}">
                <a16:creationId xmlns:a16="http://schemas.microsoft.com/office/drawing/2014/main" id="{207A9BA6-7E76-4218-85E7-F2D78D688509}"/>
              </a:ext>
            </a:extLst>
          </p:cNvPr>
          <p:cNvSpPr>
            <a:spLocks noGrp="1"/>
          </p:cNvSpPr>
          <p:nvPr>
            <p:ph type="body" sz="quarter" idx="18" hasCustomPrompt="1"/>
          </p:nvPr>
        </p:nvSpPr>
        <p:spPr>
          <a:xfrm>
            <a:off x="3142432" y="2358571"/>
            <a:ext cx="2089525" cy="644072"/>
          </a:xfrm>
        </p:spPr>
        <p:txBody>
          <a:bodyPr bIns="72000" anchor="b"/>
          <a:lstStyle>
            <a:lvl1pPr marL="0" indent="0" algn="r">
              <a:lnSpc>
                <a:spcPct val="100000"/>
              </a:lnSpc>
              <a:spcBef>
                <a:spcPts val="0"/>
              </a:spcBef>
              <a:buFont typeface="Arial" panose="020B0604020202020204" pitchFamily="34" charset="0"/>
              <a:buNone/>
              <a:defRPr sz="1610" b="1" cap="all" spc="27" baseline="0">
                <a:solidFill>
                  <a:schemeClr val="bg2"/>
                </a:solidFill>
                <a:latin typeface="+mn-lt"/>
              </a:defRPr>
            </a:lvl1pPr>
            <a:lvl2pPr marL="0" indent="0" algn="r">
              <a:lnSpc>
                <a:spcPct val="100000"/>
              </a:lnSpc>
              <a:spcBef>
                <a:spcPts val="0"/>
              </a:spcBef>
              <a:buNone/>
              <a:defRPr sz="1610" b="1" cap="all" spc="27" baseline="0">
                <a:solidFill>
                  <a:schemeClr val="bg2"/>
                </a:solidFill>
                <a:latin typeface="+mn-lt"/>
              </a:defRPr>
            </a:lvl2pPr>
            <a:lvl3pPr marL="0" indent="0" algn="r">
              <a:lnSpc>
                <a:spcPct val="100000"/>
              </a:lnSpc>
              <a:spcBef>
                <a:spcPts val="0"/>
              </a:spcBef>
              <a:buNone/>
              <a:defRPr sz="1610" b="1" cap="all" spc="27" baseline="0">
                <a:solidFill>
                  <a:schemeClr val="bg2"/>
                </a:solidFill>
                <a:latin typeface="+mn-lt"/>
              </a:defRPr>
            </a:lvl3pPr>
            <a:lvl4pPr marL="0" indent="0" algn="r">
              <a:lnSpc>
                <a:spcPct val="100000"/>
              </a:lnSpc>
              <a:spcBef>
                <a:spcPts val="0"/>
              </a:spcBef>
              <a:buNone/>
              <a:defRPr sz="1610" b="1" cap="all" spc="27" baseline="0">
                <a:solidFill>
                  <a:schemeClr val="bg2"/>
                </a:solidFill>
                <a:latin typeface="+mn-lt"/>
              </a:defRPr>
            </a:lvl4pPr>
            <a:lvl5pPr marL="0" indent="0" algn="r">
              <a:lnSpc>
                <a:spcPct val="100000"/>
              </a:lnSpc>
              <a:spcBef>
                <a:spcPts val="0"/>
              </a:spcBef>
              <a:buNone/>
              <a:defRPr sz="1610" b="1" cap="all" spc="27" baseline="0">
                <a:solidFill>
                  <a:schemeClr val="bg2"/>
                </a:solidFill>
                <a:latin typeface="+mn-lt"/>
              </a:defRPr>
            </a:lvl5pPr>
            <a:lvl6pPr marL="0" indent="0" algn="r">
              <a:lnSpc>
                <a:spcPct val="100000"/>
              </a:lnSpc>
              <a:spcBef>
                <a:spcPts val="0"/>
              </a:spcBef>
              <a:buNone/>
              <a:defRPr sz="1610" b="1" cap="all" spc="27" baseline="0">
                <a:solidFill>
                  <a:schemeClr val="bg2"/>
                </a:solidFill>
                <a:latin typeface="+mn-lt"/>
              </a:defRPr>
            </a:lvl6pPr>
            <a:lvl7pPr marL="0" indent="0" algn="r">
              <a:lnSpc>
                <a:spcPct val="100000"/>
              </a:lnSpc>
              <a:spcBef>
                <a:spcPts val="0"/>
              </a:spcBef>
              <a:buNone/>
              <a:defRPr sz="1610" b="1" cap="all" spc="27" baseline="0">
                <a:solidFill>
                  <a:schemeClr val="bg2"/>
                </a:solidFill>
                <a:latin typeface="+mn-lt"/>
              </a:defRPr>
            </a:lvl7pPr>
            <a:lvl8pPr marL="0" indent="0" algn="r">
              <a:lnSpc>
                <a:spcPct val="100000"/>
              </a:lnSpc>
              <a:spcBef>
                <a:spcPts val="0"/>
              </a:spcBef>
              <a:buNone/>
              <a:defRPr sz="1610" b="1" cap="all" spc="27" baseline="0">
                <a:solidFill>
                  <a:schemeClr val="bg2"/>
                </a:solidFill>
                <a:latin typeface="+mn-lt"/>
              </a:defRPr>
            </a:lvl8pPr>
            <a:lvl9pPr marL="0" indent="0" algn="r">
              <a:lnSpc>
                <a:spcPct val="100000"/>
              </a:lnSpc>
              <a:spcBef>
                <a:spcPts val="0"/>
              </a:spcBef>
              <a:buNone/>
              <a:defRPr sz="1610" b="1" cap="all" spc="27" baseline="0">
                <a:solidFill>
                  <a:schemeClr val="bg2"/>
                </a:solidFill>
                <a:latin typeface="+mn-lt"/>
              </a:defRPr>
            </a:lvl9pPr>
          </a:lstStyle>
          <a:p>
            <a:pPr lvl="0"/>
            <a:r>
              <a:rPr lang="en-US"/>
              <a:t>Click to edit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Tree>
    <p:extLst>
      <p:ext uri="{BB962C8B-B14F-4D97-AF65-F5344CB8AC3E}">
        <p14:creationId xmlns:p14="http://schemas.microsoft.com/office/powerpoint/2010/main" val="4028759225"/>
      </p:ext>
    </p:extLst>
  </p:cSld>
  <p:clrMapOvr>
    <a:masterClrMapping/>
  </p:clrMapOvr>
  <p:extLst>
    <p:ext uri="{DCECCB84-F9BA-43D5-87BE-67443E8EF086}">
      <p15:sldGuideLst xmlns:p15="http://schemas.microsoft.com/office/powerpoint/2012/main">
        <p15:guide id="3" pos="6879">
          <p15:clr>
            <a:srgbClr val="F26B43"/>
          </p15:clr>
        </p15:guide>
        <p15:guide id="4" pos="1980">
          <p15:clr>
            <a:srgbClr val="F26B43"/>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all to action | black">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6520" y="1456872"/>
            <a:ext cx="5369924" cy="1546282"/>
          </a:xfrm>
        </p:spPr>
        <p:txBody>
          <a:bodyPr anchor="b"/>
          <a:lstStyle>
            <a:lvl1pPr>
              <a:defRPr sz="3578">
                <a:solidFill>
                  <a:schemeClr val="bg1"/>
                </a:solidFill>
              </a:defRPr>
            </a:lvl1pPr>
          </a:lstStyle>
          <a:p>
            <a:r>
              <a:rPr lang="en-US"/>
              <a:t>Call to action, Arial Bold, 40 PT, </a:t>
            </a:r>
            <a:br>
              <a:rPr lang="en-US"/>
            </a:br>
            <a:r>
              <a:rPr lang="en-US"/>
              <a:t>Max 3 Lines</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lvl1pPr>
              <a:defRPr>
                <a:solidFill>
                  <a:schemeClr val="bg1"/>
                </a:solidFill>
              </a:defRPr>
            </a:lvl1p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lvl1pPr>
              <a:defRPr>
                <a:solidFill>
                  <a:schemeClr val="bg1"/>
                </a:solidFill>
              </a:defRPr>
            </a:lvl1pPr>
          </a:lstStyle>
          <a:p>
            <a:r>
              <a:rPr lang="en-US"/>
              <a:t>Title of the presentation</a:t>
            </a:r>
          </a:p>
        </p:txBody>
      </p:sp>
      <p:sp>
        <p:nvSpPr>
          <p:cNvPr id="15" name="Foliennummernplatzhalter 14">
            <a:extLst>
              <a:ext uri="{FF2B5EF4-FFF2-40B4-BE49-F238E27FC236}">
                <a16:creationId xmlns:a16="http://schemas.microsoft.com/office/drawing/2014/main" id="{25FD4D1A-E18C-472D-9175-A7445FEC82C7}"/>
              </a:ext>
            </a:extLst>
          </p:cNvPr>
          <p:cNvSpPr>
            <a:spLocks noGrp="1"/>
          </p:cNvSpPr>
          <p:nvPr>
            <p:ph type="sldNum" sz="quarter" idx="16"/>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6" name="Textplatzhalter 5">
            <a:extLst>
              <a:ext uri="{FF2B5EF4-FFF2-40B4-BE49-F238E27FC236}">
                <a16:creationId xmlns:a16="http://schemas.microsoft.com/office/drawing/2014/main" id="{0773F3ED-E638-4679-8D56-5312700F0BB7}"/>
              </a:ext>
            </a:extLst>
          </p:cNvPr>
          <p:cNvSpPr>
            <a:spLocks noGrp="1"/>
          </p:cNvSpPr>
          <p:nvPr>
            <p:ph type="body" sz="quarter" idx="17" hasCustomPrompt="1"/>
          </p:nvPr>
        </p:nvSpPr>
        <p:spPr bwMode="white">
          <a:xfrm>
            <a:off x="5546519" y="3389086"/>
            <a:ext cx="5371050" cy="2189822"/>
          </a:xfrm>
        </p:spPr>
        <p:txBody>
          <a:bodyPr/>
          <a:lstStyle>
            <a:lvl1pPr>
              <a:defRPr sz="1610">
                <a:solidFill>
                  <a:schemeClr val="bg1"/>
                </a:solidFill>
              </a:defRPr>
            </a:lvl1pPr>
            <a:lvl2pPr>
              <a:defRPr sz="1610">
                <a:solidFill>
                  <a:schemeClr val="bg1"/>
                </a:solidFill>
              </a:defRPr>
            </a:lvl2pPr>
            <a:lvl3pPr>
              <a:defRPr sz="1610">
                <a:solidFill>
                  <a:schemeClr val="bg1"/>
                </a:solidFill>
              </a:defRPr>
            </a:lvl3pPr>
            <a:lvl4pPr>
              <a:defRPr sz="1610">
                <a:solidFill>
                  <a:schemeClr val="bg1"/>
                </a:solidFill>
              </a:defRPr>
            </a:lvl4pPr>
            <a:lvl5pPr>
              <a:defRPr sz="1610">
                <a:solidFill>
                  <a:schemeClr val="bg1"/>
                </a:solidFill>
              </a:defRPr>
            </a:lvl5pPr>
            <a:lvl6pPr>
              <a:defRPr sz="1610">
                <a:solidFill>
                  <a:schemeClr val="bg1"/>
                </a:solidFill>
              </a:defRPr>
            </a:lvl6pPr>
            <a:lvl7pPr>
              <a:defRPr sz="1610">
                <a:solidFill>
                  <a:schemeClr val="bg1"/>
                </a:solidFill>
              </a:defRPr>
            </a:lvl7pPr>
            <a:lvl8pPr>
              <a:defRPr sz="1610">
                <a:solidFill>
                  <a:schemeClr val="bg1"/>
                </a:solidFill>
              </a:defRPr>
            </a:lvl8pPr>
            <a:lvl9pPr>
              <a:defRPr sz="1610">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Textplatzhalter 8">
            <a:extLst>
              <a:ext uri="{FF2B5EF4-FFF2-40B4-BE49-F238E27FC236}">
                <a16:creationId xmlns:a16="http://schemas.microsoft.com/office/drawing/2014/main" id="{207A9BA6-7E76-4218-85E7-F2D78D688509}"/>
              </a:ext>
            </a:extLst>
          </p:cNvPr>
          <p:cNvSpPr>
            <a:spLocks noGrp="1"/>
          </p:cNvSpPr>
          <p:nvPr>
            <p:ph type="body" sz="quarter" idx="18" hasCustomPrompt="1"/>
          </p:nvPr>
        </p:nvSpPr>
        <p:spPr bwMode="white">
          <a:xfrm>
            <a:off x="3142432" y="2358571"/>
            <a:ext cx="2089525" cy="644072"/>
          </a:xfrm>
        </p:spPr>
        <p:txBody>
          <a:bodyPr bIns="72000" anchor="b"/>
          <a:lstStyle>
            <a:lvl1pPr marL="0" indent="0" algn="r">
              <a:lnSpc>
                <a:spcPct val="100000"/>
              </a:lnSpc>
              <a:spcBef>
                <a:spcPts val="0"/>
              </a:spcBef>
              <a:buFont typeface="Arial" panose="020B0604020202020204" pitchFamily="34" charset="0"/>
              <a:buNone/>
              <a:defRPr sz="1610" b="1" cap="all" spc="27" baseline="0">
                <a:solidFill>
                  <a:schemeClr val="bg2"/>
                </a:solidFill>
                <a:latin typeface="+mn-lt"/>
              </a:defRPr>
            </a:lvl1pPr>
            <a:lvl2pPr marL="0" indent="0" algn="r">
              <a:lnSpc>
                <a:spcPct val="100000"/>
              </a:lnSpc>
              <a:spcBef>
                <a:spcPts val="0"/>
              </a:spcBef>
              <a:buNone/>
              <a:defRPr sz="1610" b="1" cap="all" spc="27" baseline="0">
                <a:solidFill>
                  <a:schemeClr val="bg2"/>
                </a:solidFill>
                <a:latin typeface="+mn-lt"/>
              </a:defRPr>
            </a:lvl2pPr>
            <a:lvl3pPr marL="0" indent="0" algn="r">
              <a:lnSpc>
                <a:spcPct val="100000"/>
              </a:lnSpc>
              <a:spcBef>
                <a:spcPts val="0"/>
              </a:spcBef>
              <a:buNone/>
              <a:defRPr sz="1610" b="1" cap="all" spc="27" baseline="0">
                <a:solidFill>
                  <a:schemeClr val="bg2"/>
                </a:solidFill>
                <a:latin typeface="+mn-lt"/>
              </a:defRPr>
            </a:lvl3pPr>
            <a:lvl4pPr marL="0" indent="0" algn="r">
              <a:lnSpc>
                <a:spcPct val="100000"/>
              </a:lnSpc>
              <a:spcBef>
                <a:spcPts val="0"/>
              </a:spcBef>
              <a:buNone/>
              <a:defRPr sz="1610" b="1" cap="all" spc="27" baseline="0">
                <a:solidFill>
                  <a:schemeClr val="bg2"/>
                </a:solidFill>
                <a:latin typeface="+mn-lt"/>
              </a:defRPr>
            </a:lvl4pPr>
            <a:lvl5pPr marL="0" indent="0" algn="r">
              <a:lnSpc>
                <a:spcPct val="100000"/>
              </a:lnSpc>
              <a:spcBef>
                <a:spcPts val="0"/>
              </a:spcBef>
              <a:buNone/>
              <a:defRPr sz="1610" b="1" cap="all" spc="27" baseline="0">
                <a:solidFill>
                  <a:schemeClr val="bg2"/>
                </a:solidFill>
                <a:latin typeface="+mn-lt"/>
              </a:defRPr>
            </a:lvl5pPr>
            <a:lvl6pPr marL="0" indent="0" algn="r">
              <a:lnSpc>
                <a:spcPct val="100000"/>
              </a:lnSpc>
              <a:spcBef>
                <a:spcPts val="0"/>
              </a:spcBef>
              <a:buNone/>
              <a:defRPr sz="1610" b="1" cap="all" spc="27" baseline="0">
                <a:solidFill>
                  <a:schemeClr val="bg2"/>
                </a:solidFill>
                <a:latin typeface="+mn-lt"/>
              </a:defRPr>
            </a:lvl6pPr>
            <a:lvl7pPr marL="0" indent="0" algn="r">
              <a:lnSpc>
                <a:spcPct val="100000"/>
              </a:lnSpc>
              <a:spcBef>
                <a:spcPts val="0"/>
              </a:spcBef>
              <a:buNone/>
              <a:defRPr sz="1610" b="1" cap="all" spc="27" baseline="0">
                <a:solidFill>
                  <a:schemeClr val="bg2"/>
                </a:solidFill>
                <a:latin typeface="+mn-lt"/>
              </a:defRPr>
            </a:lvl7pPr>
            <a:lvl8pPr marL="0" indent="0" algn="r">
              <a:lnSpc>
                <a:spcPct val="100000"/>
              </a:lnSpc>
              <a:spcBef>
                <a:spcPts val="0"/>
              </a:spcBef>
              <a:buNone/>
              <a:defRPr sz="1610" b="1" cap="all" spc="27" baseline="0">
                <a:solidFill>
                  <a:schemeClr val="bg2"/>
                </a:solidFill>
                <a:latin typeface="+mn-lt"/>
              </a:defRPr>
            </a:lvl8pPr>
            <a:lvl9pPr marL="0" indent="0" algn="r">
              <a:lnSpc>
                <a:spcPct val="100000"/>
              </a:lnSpc>
              <a:spcBef>
                <a:spcPts val="0"/>
              </a:spcBef>
              <a:buNone/>
              <a:defRPr sz="1610" b="1" cap="all" spc="27" baseline="0">
                <a:solidFill>
                  <a:schemeClr val="bg2"/>
                </a:solidFill>
                <a:latin typeface="+mn-lt"/>
              </a:defRPr>
            </a:lvl9pPr>
          </a:lstStyle>
          <a:p>
            <a:pPr lvl="0"/>
            <a:r>
              <a:rPr lang="en-US"/>
              <a:t>Click to edit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Tree>
    <p:extLst>
      <p:ext uri="{BB962C8B-B14F-4D97-AF65-F5344CB8AC3E}">
        <p14:creationId xmlns:p14="http://schemas.microsoft.com/office/powerpoint/2010/main" val="1386656093"/>
      </p:ext>
    </p:extLst>
  </p:cSld>
  <p:clrMapOvr>
    <a:masterClrMapping/>
  </p:clrMapOvr>
  <p:extLst>
    <p:ext uri="{DCECCB84-F9BA-43D5-87BE-67443E8EF086}">
      <p15:sldGuideLst xmlns:p15="http://schemas.microsoft.com/office/powerpoint/2012/main">
        <p15:guide id="3" pos="6879">
          <p15:clr>
            <a:srgbClr val="F26B43"/>
          </p15:clr>
        </p15:guide>
        <p15:guide id="4" pos="1980">
          <p15:clr>
            <a:srgbClr val="F26B43"/>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all to action | colo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6520" y="1456872"/>
            <a:ext cx="5369924" cy="1546282"/>
          </a:xfrm>
        </p:spPr>
        <p:txBody>
          <a:bodyPr anchor="b"/>
          <a:lstStyle>
            <a:lvl1pPr>
              <a:defRPr sz="3578">
                <a:solidFill>
                  <a:schemeClr val="bg1"/>
                </a:solidFill>
              </a:defRPr>
            </a:lvl1pPr>
          </a:lstStyle>
          <a:p>
            <a:r>
              <a:rPr lang="en-US"/>
              <a:t>Call to action, Arial Bold, 40 PT, </a:t>
            </a:r>
            <a:br>
              <a:rPr lang="en-US"/>
            </a:br>
            <a:r>
              <a:rPr lang="en-US"/>
              <a:t>Max 3 Lines</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lvl1pPr>
              <a:defRPr>
                <a:solidFill>
                  <a:schemeClr val="bg1"/>
                </a:solidFill>
              </a:defRPr>
            </a:lvl1p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lvl1pPr>
              <a:defRPr>
                <a:solidFill>
                  <a:schemeClr val="bg1"/>
                </a:solidFill>
              </a:defRPr>
            </a:lvl1pPr>
          </a:lstStyle>
          <a:p>
            <a:r>
              <a:rPr lang="en-US"/>
              <a:t>Title of the presentation</a:t>
            </a:r>
          </a:p>
        </p:txBody>
      </p:sp>
      <p:sp>
        <p:nvSpPr>
          <p:cNvPr id="15" name="Foliennummernplatzhalter 14">
            <a:extLst>
              <a:ext uri="{FF2B5EF4-FFF2-40B4-BE49-F238E27FC236}">
                <a16:creationId xmlns:a16="http://schemas.microsoft.com/office/drawing/2014/main" id="{25FD4D1A-E18C-472D-9175-A7445FEC82C7}"/>
              </a:ext>
            </a:extLst>
          </p:cNvPr>
          <p:cNvSpPr>
            <a:spLocks noGrp="1"/>
          </p:cNvSpPr>
          <p:nvPr>
            <p:ph type="sldNum" sz="quarter" idx="16"/>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6" name="Textplatzhalter 5">
            <a:extLst>
              <a:ext uri="{FF2B5EF4-FFF2-40B4-BE49-F238E27FC236}">
                <a16:creationId xmlns:a16="http://schemas.microsoft.com/office/drawing/2014/main" id="{0773F3ED-E638-4679-8D56-5312700F0BB7}"/>
              </a:ext>
            </a:extLst>
          </p:cNvPr>
          <p:cNvSpPr>
            <a:spLocks noGrp="1"/>
          </p:cNvSpPr>
          <p:nvPr>
            <p:ph type="body" sz="quarter" idx="17" hasCustomPrompt="1"/>
          </p:nvPr>
        </p:nvSpPr>
        <p:spPr>
          <a:xfrm>
            <a:off x="5546519" y="3389086"/>
            <a:ext cx="5371050" cy="2189822"/>
          </a:xfrm>
        </p:spPr>
        <p:txBody>
          <a:bodyPr/>
          <a:lstStyle>
            <a:lvl1pPr>
              <a:defRPr sz="1610">
                <a:solidFill>
                  <a:schemeClr val="bg1"/>
                </a:solidFill>
              </a:defRPr>
            </a:lvl1pPr>
            <a:lvl2pPr>
              <a:buClr>
                <a:schemeClr val="bg1"/>
              </a:buClr>
              <a:defRPr sz="1610">
                <a:solidFill>
                  <a:schemeClr val="bg1"/>
                </a:solidFill>
              </a:defRPr>
            </a:lvl2pPr>
            <a:lvl3pPr>
              <a:buClrTx/>
              <a:defRPr sz="1610">
                <a:solidFill>
                  <a:schemeClr val="bg1"/>
                </a:solidFill>
              </a:defRPr>
            </a:lvl3pPr>
            <a:lvl4pPr>
              <a:defRPr sz="1610">
                <a:solidFill>
                  <a:schemeClr val="bg1"/>
                </a:solidFill>
              </a:defRPr>
            </a:lvl4pPr>
            <a:lvl5pPr>
              <a:defRPr sz="1610">
                <a:solidFill>
                  <a:schemeClr val="bg1"/>
                </a:solidFill>
              </a:defRPr>
            </a:lvl5pPr>
            <a:lvl6pPr>
              <a:defRPr sz="1610">
                <a:solidFill>
                  <a:schemeClr val="bg1"/>
                </a:solidFill>
              </a:defRPr>
            </a:lvl6pPr>
            <a:lvl7pPr>
              <a:defRPr sz="1610">
                <a:solidFill>
                  <a:schemeClr val="bg1"/>
                </a:solidFill>
              </a:defRPr>
            </a:lvl7pPr>
            <a:lvl8pPr>
              <a:defRPr sz="1610">
                <a:solidFill>
                  <a:schemeClr val="bg1"/>
                </a:solidFill>
              </a:defRPr>
            </a:lvl8pPr>
            <a:lvl9pPr>
              <a:defRPr sz="1610">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Textplatzhalter 8">
            <a:extLst>
              <a:ext uri="{FF2B5EF4-FFF2-40B4-BE49-F238E27FC236}">
                <a16:creationId xmlns:a16="http://schemas.microsoft.com/office/drawing/2014/main" id="{207A9BA6-7E76-4218-85E7-F2D78D688509}"/>
              </a:ext>
            </a:extLst>
          </p:cNvPr>
          <p:cNvSpPr>
            <a:spLocks noGrp="1"/>
          </p:cNvSpPr>
          <p:nvPr>
            <p:ph type="body" sz="quarter" idx="18" hasCustomPrompt="1"/>
          </p:nvPr>
        </p:nvSpPr>
        <p:spPr>
          <a:xfrm>
            <a:off x="3142432" y="2358571"/>
            <a:ext cx="2089525" cy="644072"/>
          </a:xfrm>
        </p:spPr>
        <p:txBody>
          <a:bodyPr bIns="72000" anchor="b"/>
          <a:lstStyle>
            <a:lvl1pPr marL="0" indent="0" algn="r">
              <a:lnSpc>
                <a:spcPct val="100000"/>
              </a:lnSpc>
              <a:spcBef>
                <a:spcPts val="0"/>
              </a:spcBef>
              <a:buFont typeface="Arial" panose="020B0604020202020204" pitchFamily="34" charset="0"/>
              <a:buNone/>
              <a:defRPr sz="1610" b="1" cap="all" spc="27" baseline="0">
                <a:solidFill>
                  <a:schemeClr val="bg1"/>
                </a:solidFill>
                <a:latin typeface="+mn-lt"/>
              </a:defRPr>
            </a:lvl1pPr>
            <a:lvl2pPr marL="0" indent="0" algn="r">
              <a:lnSpc>
                <a:spcPct val="100000"/>
              </a:lnSpc>
              <a:spcBef>
                <a:spcPts val="0"/>
              </a:spcBef>
              <a:buNone/>
              <a:defRPr sz="1610" b="1" cap="all" spc="27" baseline="0">
                <a:solidFill>
                  <a:schemeClr val="bg1"/>
                </a:solidFill>
                <a:latin typeface="+mn-lt"/>
              </a:defRPr>
            </a:lvl2pPr>
            <a:lvl3pPr marL="0" indent="0" algn="r">
              <a:lnSpc>
                <a:spcPct val="100000"/>
              </a:lnSpc>
              <a:spcBef>
                <a:spcPts val="0"/>
              </a:spcBef>
              <a:buNone/>
              <a:defRPr sz="1610" b="1" cap="all" spc="27" baseline="0">
                <a:solidFill>
                  <a:schemeClr val="bg1"/>
                </a:solidFill>
                <a:latin typeface="+mn-lt"/>
              </a:defRPr>
            </a:lvl3pPr>
            <a:lvl4pPr marL="0" indent="0" algn="r">
              <a:lnSpc>
                <a:spcPct val="100000"/>
              </a:lnSpc>
              <a:spcBef>
                <a:spcPts val="0"/>
              </a:spcBef>
              <a:buNone/>
              <a:defRPr sz="1610" b="1" cap="all" spc="27" baseline="0">
                <a:solidFill>
                  <a:schemeClr val="bg1"/>
                </a:solidFill>
                <a:latin typeface="+mn-lt"/>
              </a:defRPr>
            </a:lvl4pPr>
            <a:lvl5pPr marL="0" indent="0" algn="r">
              <a:lnSpc>
                <a:spcPct val="100000"/>
              </a:lnSpc>
              <a:spcBef>
                <a:spcPts val="0"/>
              </a:spcBef>
              <a:buNone/>
              <a:defRPr sz="1610" b="1" cap="all" spc="27" baseline="0">
                <a:solidFill>
                  <a:schemeClr val="bg1"/>
                </a:solidFill>
                <a:latin typeface="+mn-lt"/>
              </a:defRPr>
            </a:lvl5pPr>
            <a:lvl6pPr marL="0" indent="0" algn="r">
              <a:lnSpc>
                <a:spcPct val="100000"/>
              </a:lnSpc>
              <a:spcBef>
                <a:spcPts val="0"/>
              </a:spcBef>
              <a:buNone/>
              <a:defRPr sz="1610" b="1" cap="all" spc="27" baseline="0">
                <a:solidFill>
                  <a:schemeClr val="bg1"/>
                </a:solidFill>
                <a:latin typeface="+mn-lt"/>
              </a:defRPr>
            </a:lvl6pPr>
            <a:lvl7pPr marL="0" indent="0" algn="r">
              <a:lnSpc>
                <a:spcPct val="100000"/>
              </a:lnSpc>
              <a:spcBef>
                <a:spcPts val="0"/>
              </a:spcBef>
              <a:buNone/>
              <a:defRPr sz="1610" b="1" cap="all" spc="27" baseline="0">
                <a:solidFill>
                  <a:schemeClr val="bg1"/>
                </a:solidFill>
                <a:latin typeface="+mn-lt"/>
              </a:defRPr>
            </a:lvl7pPr>
            <a:lvl8pPr marL="0" indent="0" algn="r">
              <a:lnSpc>
                <a:spcPct val="100000"/>
              </a:lnSpc>
              <a:spcBef>
                <a:spcPts val="0"/>
              </a:spcBef>
              <a:buNone/>
              <a:defRPr sz="1610" b="1" cap="all" spc="27" baseline="0">
                <a:solidFill>
                  <a:schemeClr val="bg1"/>
                </a:solidFill>
                <a:latin typeface="+mn-lt"/>
              </a:defRPr>
            </a:lvl8pPr>
            <a:lvl9pPr marL="0" indent="0" algn="r">
              <a:lnSpc>
                <a:spcPct val="100000"/>
              </a:lnSpc>
              <a:spcBef>
                <a:spcPts val="0"/>
              </a:spcBef>
              <a:buNone/>
              <a:defRPr sz="1610" b="1" cap="all" spc="27" baseline="0">
                <a:solidFill>
                  <a:schemeClr val="bg1"/>
                </a:solidFill>
                <a:latin typeface="+mn-lt"/>
              </a:defRPr>
            </a:lvl9pPr>
          </a:lstStyle>
          <a:p>
            <a:pPr lvl="0"/>
            <a:r>
              <a:rPr lang="en-US"/>
              <a:t>Click to edit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3" name="Grafik 3">
            <a:extLst>
              <a:ext uri="{FF2B5EF4-FFF2-40B4-BE49-F238E27FC236}">
                <a16:creationId xmlns:a16="http://schemas.microsoft.com/office/drawing/2014/main" id="{CED47D96-059C-4676-8A39-A80C015C4794}"/>
              </a:ext>
            </a:extLst>
          </p:cNvPr>
          <p:cNvSpPr/>
          <p:nvPr userDrawn="1"/>
        </p:nvSpPr>
        <p:spPr>
          <a:xfrm>
            <a:off x="5572549" y="0"/>
            <a:ext cx="1043728" cy="322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sz="1610"/>
          </a:p>
        </p:txBody>
      </p:sp>
      <p:sp>
        <p:nvSpPr>
          <p:cNvPr id="4" name="Grafik 3">
            <a:extLst>
              <a:ext uri="{FF2B5EF4-FFF2-40B4-BE49-F238E27FC236}">
                <a16:creationId xmlns:a16="http://schemas.microsoft.com/office/drawing/2014/main" id="{5FC37245-2B95-4AC8-96A5-8D8AC56D315C}"/>
              </a:ext>
            </a:extLst>
          </p:cNvPr>
          <p:cNvSpPr/>
          <p:nvPr userDrawn="1"/>
        </p:nvSpPr>
        <p:spPr>
          <a:xfrm>
            <a:off x="5572549" y="5812100"/>
            <a:ext cx="1043728" cy="322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sz="1610"/>
          </a:p>
        </p:txBody>
      </p:sp>
    </p:spTree>
    <p:extLst>
      <p:ext uri="{BB962C8B-B14F-4D97-AF65-F5344CB8AC3E}">
        <p14:creationId xmlns:p14="http://schemas.microsoft.com/office/powerpoint/2010/main" val="2499101447"/>
      </p:ext>
    </p:extLst>
  </p:cSld>
  <p:clrMapOvr>
    <a:masterClrMapping/>
  </p:clrMapOvr>
  <p:extLst>
    <p:ext uri="{DCECCB84-F9BA-43D5-87BE-67443E8EF086}">
      <p15:sldGuideLst xmlns:p15="http://schemas.microsoft.com/office/powerpoint/2012/main">
        <p15:guide id="3" pos="6879">
          <p15:clr>
            <a:srgbClr val="F26B43"/>
          </p15:clr>
        </p15:guide>
        <p15:guide id="4" pos="1980">
          <p15:clr>
            <a:srgbClr val="F26B43"/>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6" name="Datumsplatzhalter 5">
            <a:extLst>
              <a:ext uri="{FF2B5EF4-FFF2-40B4-BE49-F238E27FC236}">
                <a16:creationId xmlns:a16="http://schemas.microsoft.com/office/drawing/2014/main" id="{9E12C890-0851-45B5-957E-312007C751A2}"/>
              </a:ext>
            </a:extLst>
          </p:cNvPr>
          <p:cNvSpPr>
            <a:spLocks noGrp="1"/>
          </p:cNvSpPr>
          <p:nvPr>
            <p:ph type="dt" sz="half" idx="10"/>
          </p:nvPr>
        </p:nvSpPr>
        <p:spPr bwMode="gray"/>
        <p:txBody>
          <a:bodyPr/>
          <a:lstStyle/>
          <a:p>
            <a:r>
              <a:rPr lang="de-DE"/>
              <a:t>Date</a:t>
            </a:r>
            <a:endParaRPr lang="en-US"/>
          </a:p>
        </p:txBody>
      </p:sp>
      <p:sp>
        <p:nvSpPr>
          <p:cNvPr id="8" name="Fußzeilenplatzhalter 7">
            <a:extLst>
              <a:ext uri="{FF2B5EF4-FFF2-40B4-BE49-F238E27FC236}">
                <a16:creationId xmlns:a16="http://schemas.microsoft.com/office/drawing/2014/main" id="{B905894F-990B-4E89-BF9F-44AF6D2249D9}"/>
              </a:ext>
            </a:extLst>
          </p:cNvPr>
          <p:cNvSpPr>
            <a:spLocks noGrp="1"/>
          </p:cNvSpPr>
          <p:nvPr>
            <p:ph type="ftr" sz="quarter" idx="11"/>
          </p:nvPr>
        </p:nvSpPr>
        <p:spPr bwMode="gray"/>
        <p:txBody>
          <a:bodyPr/>
          <a:lstStyle/>
          <a:p>
            <a:r>
              <a:rPr lang="en-US"/>
              <a:t>Title of the presentation</a:t>
            </a:r>
          </a:p>
        </p:txBody>
      </p:sp>
      <p:sp>
        <p:nvSpPr>
          <p:cNvPr id="9" name="Foliennummernplatzhalter 8">
            <a:extLst>
              <a:ext uri="{FF2B5EF4-FFF2-40B4-BE49-F238E27FC236}">
                <a16:creationId xmlns:a16="http://schemas.microsoft.com/office/drawing/2014/main" id="{6562F42C-DB22-4E94-A9CA-105D4C35793D}"/>
              </a:ext>
            </a:extLst>
          </p:cNvPr>
          <p:cNvSpPr>
            <a:spLocks noGrp="1"/>
          </p:cNvSpPr>
          <p:nvPr>
            <p:ph type="sldNum" sz="quarter" idx="12"/>
          </p:nvPr>
        </p:nvSpPr>
        <p:spPr bwMode="gray"/>
        <p:txBody>
          <a:bodyPr/>
          <a:lstStyle/>
          <a:p>
            <a:fld id="{96FF1F4F-4717-426F-83A6-412729423D60}" type="slidenum">
              <a:rPr lang="en-US" smtClean="0"/>
              <a:pPr/>
              <a:t>‹#›</a:t>
            </a:fld>
            <a:endParaRPr lang="en-US"/>
          </a:p>
        </p:txBody>
      </p:sp>
    </p:spTree>
    <p:extLst>
      <p:ext uri="{BB962C8B-B14F-4D97-AF65-F5344CB8AC3E}">
        <p14:creationId xmlns:p14="http://schemas.microsoft.com/office/powerpoint/2010/main" val="431550297"/>
      </p:ext>
    </p:extLst>
  </p:cSld>
  <p:clrMapOvr>
    <a:masterClrMapping/>
  </p:clrMapOvr>
  <p:extLst>
    <p:ext uri="{DCECCB84-F9BA-43D5-87BE-67443E8EF086}">
      <p15:sldGuideLst xmlns:p15="http://schemas.microsoft.com/office/powerpoint/2012/main">
        <p15:guide id="1" orient="horz" pos="1570">
          <p15:clr>
            <a:srgbClr val="FBAE40"/>
          </p15:clr>
        </p15:guide>
        <p15:guide id="4" pos="3931">
          <p15:clr>
            <a:srgbClr val="F26B43"/>
          </p15:clr>
        </p15:guide>
        <p15:guide id="5" pos="3749">
          <p15:clr>
            <a:srgbClr val="F26B43"/>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lank | black">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4C5CECE5-B948-481A-AA82-46BD7202A473}"/>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4" name="Fußzeilenplatzhalter 3">
            <a:extLst>
              <a:ext uri="{FF2B5EF4-FFF2-40B4-BE49-F238E27FC236}">
                <a16:creationId xmlns:a16="http://schemas.microsoft.com/office/drawing/2014/main" id="{385AC280-20DF-4F2E-9FA4-B1B3A1F935A4}"/>
              </a:ext>
            </a:extLst>
          </p:cNvPr>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5" name="Foliennummernplatzhalter 4">
            <a:extLst>
              <a:ext uri="{FF2B5EF4-FFF2-40B4-BE49-F238E27FC236}">
                <a16:creationId xmlns:a16="http://schemas.microsoft.com/office/drawing/2014/main" id="{AD7A5411-2751-4770-92B6-08D82759C5C4}"/>
              </a:ext>
            </a:extLst>
          </p:cNvPr>
          <p:cNvSpPr>
            <a:spLocks noGrp="1"/>
          </p:cNvSpPr>
          <p:nvPr>
            <p:ph type="sldNum" sz="quarter" idx="12"/>
          </p:nvPr>
        </p:nvSpPr>
        <p:spPr bwMode="gray"/>
        <p:txBody>
          <a:bodyPr/>
          <a:lstStyle>
            <a:lvl1pPr>
              <a:defRPr>
                <a:solidFill>
                  <a:schemeClr val="bg1"/>
                </a:solidFill>
              </a:defRPr>
            </a:lvl1pPr>
          </a:lstStyle>
          <a:p>
            <a:fld id="{96FF1F4F-4717-426F-83A6-412729423D60}" type="slidenum">
              <a:rPr lang="en-US" smtClean="0"/>
              <a:pPr/>
              <a:t>‹#›</a:t>
            </a:fld>
            <a:endParaRPr lang="en-US"/>
          </a:p>
        </p:txBody>
      </p:sp>
    </p:spTree>
    <p:extLst>
      <p:ext uri="{BB962C8B-B14F-4D97-AF65-F5344CB8AC3E}">
        <p14:creationId xmlns:p14="http://schemas.microsoft.com/office/powerpoint/2010/main" val="1689337238"/>
      </p:ext>
    </p:extLst>
  </p:cSld>
  <p:clrMapOvr>
    <a:masterClrMapping/>
  </p:clrMapOvr>
  <p:extLst>
    <p:ext uri="{DCECCB84-F9BA-43D5-87BE-67443E8EF086}">
      <p15:sldGuideLst xmlns:p15="http://schemas.microsoft.com/office/powerpoint/2012/main">
        <p15:guide id="1" orient="horz" pos="157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lank | color">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4C5CECE5-B948-481A-AA82-46BD7202A473}"/>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4" name="Fußzeilenplatzhalter 3">
            <a:extLst>
              <a:ext uri="{FF2B5EF4-FFF2-40B4-BE49-F238E27FC236}">
                <a16:creationId xmlns:a16="http://schemas.microsoft.com/office/drawing/2014/main" id="{385AC280-20DF-4F2E-9FA4-B1B3A1F935A4}"/>
              </a:ext>
            </a:extLst>
          </p:cNvPr>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5" name="Foliennummernplatzhalter 4">
            <a:extLst>
              <a:ext uri="{FF2B5EF4-FFF2-40B4-BE49-F238E27FC236}">
                <a16:creationId xmlns:a16="http://schemas.microsoft.com/office/drawing/2014/main" id="{AD7A5411-2751-4770-92B6-08D82759C5C4}"/>
              </a:ext>
            </a:extLst>
          </p:cNvPr>
          <p:cNvSpPr>
            <a:spLocks noGrp="1"/>
          </p:cNvSpPr>
          <p:nvPr>
            <p:ph type="sldNum" sz="quarter" idx="12"/>
          </p:nvPr>
        </p:nvSpPr>
        <p:spPr bwMode="gray"/>
        <p:txBody>
          <a:bodyPr/>
          <a:lstStyle>
            <a:lvl1pPr>
              <a:defRPr>
                <a:solidFill>
                  <a:schemeClr val="bg1"/>
                </a:solidFill>
              </a:defRPr>
            </a:lvl1pPr>
          </a:lstStyle>
          <a:p>
            <a:fld id="{96FF1F4F-4717-426F-83A6-412729423D60}" type="slidenum">
              <a:rPr lang="en-US" smtClean="0"/>
              <a:pPr/>
              <a:t>‹#›</a:t>
            </a:fld>
            <a:endParaRPr lang="en-US"/>
          </a:p>
        </p:txBody>
      </p:sp>
      <p:sp>
        <p:nvSpPr>
          <p:cNvPr id="2" name="Grafik 3">
            <a:extLst>
              <a:ext uri="{FF2B5EF4-FFF2-40B4-BE49-F238E27FC236}">
                <a16:creationId xmlns:a16="http://schemas.microsoft.com/office/drawing/2014/main" id="{7B3C4CAE-B6FA-431E-8E86-1BF224A91280}"/>
              </a:ext>
            </a:extLst>
          </p:cNvPr>
          <p:cNvSpPr/>
          <p:nvPr userDrawn="1"/>
        </p:nvSpPr>
        <p:spPr>
          <a:xfrm>
            <a:off x="5572549" y="0"/>
            <a:ext cx="1043728" cy="322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sz="1610"/>
          </a:p>
        </p:txBody>
      </p:sp>
      <p:sp>
        <p:nvSpPr>
          <p:cNvPr id="7" name="Grafik 3">
            <a:extLst>
              <a:ext uri="{FF2B5EF4-FFF2-40B4-BE49-F238E27FC236}">
                <a16:creationId xmlns:a16="http://schemas.microsoft.com/office/drawing/2014/main" id="{F0BA3207-47D5-4E21-801F-4041922AF545}"/>
              </a:ext>
            </a:extLst>
          </p:cNvPr>
          <p:cNvSpPr/>
          <p:nvPr userDrawn="1"/>
        </p:nvSpPr>
        <p:spPr>
          <a:xfrm>
            <a:off x="5572549" y="5812100"/>
            <a:ext cx="1043728" cy="322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sz="1610"/>
          </a:p>
        </p:txBody>
      </p:sp>
    </p:spTree>
    <p:extLst>
      <p:ext uri="{BB962C8B-B14F-4D97-AF65-F5344CB8AC3E}">
        <p14:creationId xmlns:p14="http://schemas.microsoft.com/office/powerpoint/2010/main" val="497005718"/>
      </p:ext>
    </p:extLst>
  </p:cSld>
  <p:clrMapOvr>
    <a:masterClrMapping/>
  </p:clrMapOvr>
  <p:extLst>
    <p:ext uri="{DCECCB84-F9BA-43D5-87BE-67443E8EF086}">
      <p15:sldGuideLst xmlns:p15="http://schemas.microsoft.com/office/powerpoint/2012/main">
        <p15:guide id="1" orient="horz" pos="157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9" name="Textplatzhalter 8">
            <a:extLst>
              <a:ext uri="{FF2B5EF4-FFF2-40B4-BE49-F238E27FC236}">
                <a16:creationId xmlns:a16="http://schemas.microsoft.com/office/drawing/2014/main" id="{6893CD51-BDC9-4F50-A877-03C7876367E7}"/>
              </a:ext>
            </a:extLst>
          </p:cNvPr>
          <p:cNvSpPr>
            <a:spLocks noGrp="1"/>
          </p:cNvSpPr>
          <p:nvPr>
            <p:ph type="body" sz="quarter" idx="10" hasCustomPrompt="1"/>
          </p:nvPr>
        </p:nvSpPr>
        <p:spPr bwMode="black">
          <a:xfrm>
            <a:off x="624253" y="3453493"/>
            <a:ext cx="2519344" cy="1030400"/>
          </a:xfrm>
        </p:spPr>
        <p:txBody>
          <a:bodyPr anchor="b"/>
          <a:lstStyle>
            <a:lvl1pPr algn="ctr">
              <a:lnSpc>
                <a:spcPct val="100000"/>
              </a:lnSpc>
              <a:spcBef>
                <a:spcPts val="0"/>
              </a:spcBef>
              <a:defRPr b="1" cap="all" spc="27" baseline="0">
                <a:solidFill>
                  <a:schemeClr val="bg1"/>
                </a:solidFill>
                <a:latin typeface="+mn-lt"/>
              </a:defRPr>
            </a:lvl1pPr>
            <a:lvl2pPr marL="0" indent="0" algn="ctr">
              <a:spcBef>
                <a:spcPts val="268"/>
              </a:spcBef>
              <a:buNone/>
              <a:defRPr>
                <a:solidFill>
                  <a:schemeClr val="bg2"/>
                </a:solidFill>
              </a:defRPr>
            </a:lvl2pPr>
            <a:lvl3pPr marL="0" indent="0" algn="ctr">
              <a:spcBef>
                <a:spcPts val="268"/>
              </a:spcBef>
              <a:buNone/>
              <a:defRPr>
                <a:solidFill>
                  <a:schemeClr val="bg1"/>
                </a:solidFill>
              </a:defRPr>
            </a:lvl3pPr>
            <a:lvl4pPr marL="0" indent="0" algn="ctr">
              <a:spcBef>
                <a:spcPts val="268"/>
              </a:spcBef>
              <a:buNone/>
              <a:defRPr>
                <a:solidFill>
                  <a:schemeClr val="bg1"/>
                </a:solidFill>
              </a:defRPr>
            </a:lvl4pPr>
            <a:lvl5pPr marL="0" indent="0" algn="ctr">
              <a:spcBef>
                <a:spcPts val="268"/>
              </a:spcBef>
              <a:buNone/>
              <a:defRPr>
                <a:solidFill>
                  <a:schemeClr val="bg1"/>
                </a:solidFill>
              </a:defRPr>
            </a:lvl5pPr>
            <a:lvl6pPr marL="0" indent="0" algn="ctr">
              <a:spcBef>
                <a:spcPts val="268"/>
              </a:spcBef>
              <a:buNone/>
              <a:defRPr>
                <a:solidFill>
                  <a:schemeClr val="bg1"/>
                </a:solidFill>
              </a:defRPr>
            </a:lvl6pPr>
            <a:lvl7pPr marL="0" indent="0" algn="ctr">
              <a:spcBef>
                <a:spcPts val="268"/>
              </a:spcBef>
              <a:buNone/>
              <a:defRPr>
                <a:solidFill>
                  <a:schemeClr val="bg1"/>
                </a:solidFill>
              </a:defRPr>
            </a:lvl7pPr>
            <a:lvl8pPr marL="0" indent="0" algn="ctr">
              <a:spcBef>
                <a:spcPts val="268"/>
              </a:spcBef>
              <a:buNone/>
              <a:defRPr>
                <a:solidFill>
                  <a:schemeClr val="bg1"/>
                </a:solidFill>
              </a:defRPr>
            </a:lvl8pPr>
            <a:lvl9pPr marL="0" indent="0" algn="ctr">
              <a:spcBef>
                <a:spcPts val="268"/>
              </a:spcBef>
              <a:buNone/>
              <a:defRPr>
                <a:solidFill>
                  <a:schemeClr val="bg1"/>
                </a:solidFill>
              </a:defRPr>
            </a:lvl9pPr>
          </a:lstStyle>
          <a:p>
            <a:pPr lvl="0"/>
            <a:r>
              <a:rPr lang="en-US"/>
              <a:t>Name, Surname</a:t>
            </a:r>
          </a:p>
          <a:p>
            <a:pPr lvl="1"/>
            <a:r>
              <a:rPr lang="en-US"/>
              <a:t>Job Title</a:t>
            </a:r>
          </a:p>
        </p:txBody>
      </p:sp>
      <p:sp>
        <p:nvSpPr>
          <p:cNvPr id="10" name="Textplatzhalter 8">
            <a:extLst>
              <a:ext uri="{FF2B5EF4-FFF2-40B4-BE49-F238E27FC236}">
                <a16:creationId xmlns:a16="http://schemas.microsoft.com/office/drawing/2014/main" id="{C74A980F-D8A8-45BF-83FF-FAFDC411F9E4}"/>
              </a:ext>
            </a:extLst>
          </p:cNvPr>
          <p:cNvSpPr>
            <a:spLocks noGrp="1"/>
          </p:cNvSpPr>
          <p:nvPr>
            <p:ph type="body" sz="quarter" idx="11" hasCustomPrompt="1"/>
          </p:nvPr>
        </p:nvSpPr>
        <p:spPr bwMode="black">
          <a:xfrm>
            <a:off x="624253" y="4548415"/>
            <a:ext cx="2519344" cy="1030400"/>
          </a:xfrm>
        </p:spPr>
        <p:txBody>
          <a:bodyPr/>
          <a:lstStyle>
            <a:lvl1pPr marL="0" indent="0" algn="ctr">
              <a:spcBef>
                <a:spcPts val="268"/>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grpSp>
        <p:nvGrpSpPr>
          <p:cNvPr id="33" name="Grafik 22">
            <a:extLst>
              <a:ext uri="{FF2B5EF4-FFF2-40B4-BE49-F238E27FC236}">
                <a16:creationId xmlns:a16="http://schemas.microsoft.com/office/drawing/2014/main" id="{8CB68DFB-EF55-4A6D-9897-AD17654515C4}"/>
              </a:ext>
            </a:extLst>
          </p:cNvPr>
          <p:cNvGrpSpPr/>
          <p:nvPr userDrawn="1"/>
        </p:nvGrpSpPr>
        <p:grpSpPr bwMode="invGray">
          <a:xfrm>
            <a:off x="4510825" y="2809422"/>
            <a:ext cx="3167190" cy="518628"/>
            <a:chOff x="4512000" y="3140968"/>
            <a:chExt cx="3168015" cy="579833"/>
          </a:xfrm>
        </p:grpSpPr>
        <p:grpSp>
          <p:nvGrpSpPr>
            <p:cNvPr id="34" name="Grafik 22">
              <a:extLst>
                <a:ext uri="{FF2B5EF4-FFF2-40B4-BE49-F238E27FC236}">
                  <a16:creationId xmlns:a16="http://schemas.microsoft.com/office/drawing/2014/main" id="{202AC135-CF1E-4AC7-9E5C-1FFFD9FCE973}"/>
                </a:ext>
              </a:extLst>
            </p:cNvPr>
            <p:cNvGrpSpPr/>
            <p:nvPr/>
          </p:nvGrpSpPr>
          <p:grpSpPr bwMode="invGray">
            <a:xfrm>
              <a:off x="4512000" y="3140968"/>
              <a:ext cx="3168015" cy="422409"/>
              <a:chOff x="4512000" y="3140968"/>
              <a:chExt cx="3168015" cy="422409"/>
            </a:xfrm>
            <a:solidFill>
              <a:srgbClr val="FFFFFF"/>
            </a:solidFill>
          </p:grpSpPr>
          <p:sp>
            <p:nvSpPr>
              <p:cNvPr id="36" name="Freihandform: Form 35">
                <a:extLst>
                  <a:ext uri="{FF2B5EF4-FFF2-40B4-BE49-F238E27FC236}">
                    <a16:creationId xmlns:a16="http://schemas.microsoft.com/office/drawing/2014/main" id="{32C37C79-E55A-4866-92EE-E02B48F26AC6}"/>
                  </a:ext>
                </a:extLst>
              </p:cNvPr>
              <p:cNvSpPr/>
              <p:nvPr/>
            </p:nvSpPr>
            <p:spPr bwMode="invGray">
              <a:xfrm>
                <a:off x="4512000" y="3140968"/>
                <a:ext cx="352882" cy="422394"/>
              </a:xfrm>
              <a:custGeom>
                <a:avLst/>
                <a:gdLst>
                  <a:gd name="connsiteX0" fmla="*/ 310768 w 352882"/>
                  <a:gd name="connsiteY0" fmla="*/ 198137 h 422394"/>
                  <a:gd name="connsiteX1" fmla="*/ 196368 w 352882"/>
                  <a:gd name="connsiteY1" fmla="*/ 153851 h 422394"/>
                  <a:gd name="connsiteX2" fmla="*/ 178316 w 352882"/>
                  <a:gd name="connsiteY2" fmla="*/ 150456 h 422394"/>
                  <a:gd name="connsiteX3" fmla="*/ 134139 w 352882"/>
                  <a:gd name="connsiteY3" fmla="*/ 135543 h 422394"/>
                  <a:gd name="connsiteX4" fmla="*/ 123764 w 352882"/>
                  <a:gd name="connsiteY4" fmla="*/ 116635 h 422394"/>
                  <a:gd name="connsiteX5" fmla="*/ 132512 w 352882"/>
                  <a:gd name="connsiteY5" fmla="*/ 98030 h 422394"/>
                  <a:gd name="connsiteX6" fmla="*/ 163632 w 352882"/>
                  <a:gd name="connsiteY6" fmla="*/ 90281 h 422394"/>
                  <a:gd name="connsiteX7" fmla="*/ 206758 w 352882"/>
                  <a:gd name="connsiteY7" fmla="*/ 101745 h 422394"/>
                  <a:gd name="connsiteX8" fmla="*/ 230009 w 352882"/>
                  <a:gd name="connsiteY8" fmla="*/ 131306 h 422394"/>
                  <a:gd name="connsiteX9" fmla="*/ 233047 w 352882"/>
                  <a:gd name="connsiteY9" fmla="*/ 139352 h 422394"/>
                  <a:gd name="connsiteX10" fmla="*/ 338455 w 352882"/>
                  <a:gd name="connsiteY10" fmla="*/ 113179 h 422394"/>
                  <a:gd name="connsiteX11" fmla="*/ 334127 w 352882"/>
                  <a:gd name="connsiteY11" fmla="*/ 102782 h 422394"/>
                  <a:gd name="connsiteX12" fmla="*/ 310208 w 352882"/>
                  <a:gd name="connsiteY12" fmla="*/ 62703 h 422394"/>
                  <a:gd name="connsiteX13" fmla="*/ 273949 w 352882"/>
                  <a:gd name="connsiteY13" fmla="*/ 30035 h 422394"/>
                  <a:gd name="connsiteX14" fmla="*/ 225159 w 352882"/>
                  <a:gd name="connsiteY14" fmla="*/ 7974 h 422394"/>
                  <a:gd name="connsiteX15" fmla="*/ 163632 w 352882"/>
                  <a:gd name="connsiteY15" fmla="*/ 0 h 422394"/>
                  <a:gd name="connsiteX16" fmla="*/ 105772 w 352882"/>
                  <a:gd name="connsiteY16" fmla="*/ 7697 h 422394"/>
                  <a:gd name="connsiteX17" fmla="*/ 58860 w 352882"/>
                  <a:gd name="connsiteY17" fmla="*/ 31053 h 422394"/>
                  <a:gd name="connsiteX18" fmla="*/ 27698 w 352882"/>
                  <a:gd name="connsiteY18" fmla="*/ 69622 h 422394"/>
                  <a:gd name="connsiteX19" fmla="*/ 16606 w 352882"/>
                  <a:gd name="connsiteY19" fmla="*/ 121149 h 422394"/>
                  <a:gd name="connsiteX20" fmla="*/ 27173 w 352882"/>
                  <a:gd name="connsiteY20" fmla="*/ 171295 h 422394"/>
                  <a:gd name="connsiteX21" fmla="*/ 58488 w 352882"/>
                  <a:gd name="connsiteY21" fmla="*/ 208256 h 422394"/>
                  <a:gd name="connsiteX22" fmla="*/ 107541 w 352882"/>
                  <a:gd name="connsiteY22" fmla="*/ 233288 h 422394"/>
                  <a:gd name="connsiteX23" fmla="*/ 172557 w 352882"/>
                  <a:gd name="connsiteY23" fmla="*/ 249988 h 422394"/>
                  <a:gd name="connsiteX24" fmla="*/ 190595 w 352882"/>
                  <a:gd name="connsiteY24" fmla="*/ 253357 h 422394"/>
                  <a:gd name="connsiteX25" fmla="*/ 233990 w 352882"/>
                  <a:gd name="connsiteY25" fmla="*/ 270181 h 422394"/>
                  <a:gd name="connsiteX26" fmla="*/ 245158 w 352882"/>
                  <a:gd name="connsiteY26" fmla="*/ 295066 h 422394"/>
                  <a:gd name="connsiteX27" fmla="*/ 233558 w 352882"/>
                  <a:gd name="connsiteY27" fmla="*/ 320969 h 422394"/>
                  <a:gd name="connsiteX28" fmla="*/ 194591 w 352882"/>
                  <a:gd name="connsiteY28" fmla="*/ 332114 h 422394"/>
                  <a:gd name="connsiteX29" fmla="*/ 139127 w 352882"/>
                  <a:gd name="connsiteY29" fmla="*/ 315542 h 422394"/>
                  <a:gd name="connsiteX30" fmla="*/ 107458 w 352882"/>
                  <a:gd name="connsiteY30" fmla="*/ 271034 h 422394"/>
                  <a:gd name="connsiteX31" fmla="*/ 104547 w 352882"/>
                  <a:gd name="connsiteY31" fmla="*/ 262710 h 422394"/>
                  <a:gd name="connsiteX32" fmla="*/ 0 w 352882"/>
                  <a:gd name="connsiteY32" fmla="*/ 288861 h 422394"/>
                  <a:gd name="connsiteX33" fmla="*/ 3666 w 352882"/>
                  <a:gd name="connsiteY33" fmla="*/ 298947 h 422394"/>
                  <a:gd name="connsiteX34" fmla="*/ 30076 w 352882"/>
                  <a:gd name="connsiteY34" fmla="*/ 347601 h 422394"/>
                  <a:gd name="connsiteX35" fmla="*/ 71143 w 352882"/>
                  <a:gd name="connsiteY35" fmla="*/ 386917 h 422394"/>
                  <a:gd name="connsiteX36" fmla="*/ 125871 w 352882"/>
                  <a:gd name="connsiteY36" fmla="*/ 412963 h 422394"/>
                  <a:gd name="connsiteX37" fmla="*/ 194587 w 352882"/>
                  <a:gd name="connsiteY37" fmla="*/ 422395 h 422394"/>
                  <a:gd name="connsiteX38" fmla="*/ 257493 w 352882"/>
                  <a:gd name="connsiteY38" fmla="*/ 413207 h 422394"/>
                  <a:gd name="connsiteX39" fmla="*/ 307590 w 352882"/>
                  <a:gd name="connsiteY39" fmla="*/ 387068 h 422394"/>
                  <a:gd name="connsiteX40" fmla="*/ 340926 w 352882"/>
                  <a:gd name="connsiteY40" fmla="*/ 345482 h 422394"/>
                  <a:gd name="connsiteX41" fmla="*/ 352882 w 352882"/>
                  <a:gd name="connsiteY41" fmla="*/ 290570 h 422394"/>
                  <a:gd name="connsiteX42" fmla="*/ 310768 w 352882"/>
                  <a:gd name="connsiteY42" fmla="*/ 198137 h 42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2882" h="422394">
                    <a:moveTo>
                      <a:pt x="310768" y="198137"/>
                    </a:moveTo>
                    <a:cubicBezTo>
                      <a:pt x="284155" y="177992"/>
                      <a:pt x="245676" y="163088"/>
                      <a:pt x="196368" y="153851"/>
                    </a:cubicBezTo>
                    <a:lnTo>
                      <a:pt x="178316" y="150456"/>
                    </a:lnTo>
                    <a:cubicBezTo>
                      <a:pt x="157341" y="146620"/>
                      <a:pt x="142489" y="141591"/>
                      <a:pt x="134139" y="135543"/>
                    </a:cubicBezTo>
                    <a:cubicBezTo>
                      <a:pt x="127152" y="130480"/>
                      <a:pt x="123764" y="124297"/>
                      <a:pt x="123764" y="116635"/>
                    </a:cubicBezTo>
                    <a:cubicBezTo>
                      <a:pt x="123764" y="108795"/>
                      <a:pt x="126626" y="102695"/>
                      <a:pt x="132512" y="98030"/>
                    </a:cubicBezTo>
                    <a:cubicBezTo>
                      <a:pt x="138965" y="92891"/>
                      <a:pt x="149438" y="90281"/>
                      <a:pt x="163632" y="90281"/>
                    </a:cubicBezTo>
                    <a:cubicBezTo>
                      <a:pt x="181399" y="90281"/>
                      <a:pt x="195902" y="94142"/>
                      <a:pt x="206758" y="101745"/>
                    </a:cubicBezTo>
                    <a:cubicBezTo>
                      <a:pt x="217808" y="109509"/>
                      <a:pt x="225422" y="119170"/>
                      <a:pt x="230009" y="131306"/>
                    </a:cubicBezTo>
                    <a:lnTo>
                      <a:pt x="233047" y="139352"/>
                    </a:lnTo>
                    <a:lnTo>
                      <a:pt x="338455" y="113179"/>
                    </a:lnTo>
                    <a:lnTo>
                      <a:pt x="334127" y="102782"/>
                    </a:lnTo>
                    <a:cubicBezTo>
                      <a:pt x="328174" y="88504"/>
                      <a:pt x="320132" y="75023"/>
                      <a:pt x="310208" y="62703"/>
                    </a:cubicBezTo>
                    <a:cubicBezTo>
                      <a:pt x="300243" y="50348"/>
                      <a:pt x="288039" y="39373"/>
                      <a:pt x="273949" y="30035"/>
                    </a:cubicBezTo>
                    <a:cubicBezTo>
                      <a:pt x="259852" y="20712"/>
                      <a:pt x="243422" y="13293"/>
                      <a:pt x="225159" y="7974"/>
                    </a:cubicBezTo>
                    <a:cubicBezTo>
                      <a:pt x="206908" y="2686"/>
                      <a:pt x="186196" y="0"/>
                      <a:pt x="163632" y="0"/>
                    </a:cubicBezTo>
                    <a:cubicBezTo>
                      <a:pt x="142947" y="0"/>
                      <a:pt x="123486" y="2592"/>
                      <a:pt x="105772" y="7697"/>
                    </a:cubicBezTo>
                    <a:cubicBezTo>
                      <a:pt x="87768" y="12914"/>
                      <a:pt x="71977" y="20772"/>
                      <a:pt x="58860" y="31053"/>
                    </a:cubicBezTo>
                    <a:cubicBezTo>
                      <a:pt x="45574" y="41484"/>
                      <a:pt x="35091" y="54458"/>
                      <a:pt x="27698" y="69622"/>
                    </a:cubicBezTo>
                    <a:cubicBezTo>
                      <a:pt x="20347" y="84752"/>
                      <a:pt x="16606" y="102087"/>
                      <a:pt x="16606" y="121149"/>
                    </a:cubicBezTo>
                    <a:cubicBezTo>
                      <a:pt x="16606" y="140201"/>
                      <a:pt x="20163" y="157063"/>
                      <a:pt x="27173" y="171295"/>
                    </a:cubicBezTo>
                    <a:cubicBezTo>
                      <a:pt x="34219" y="185580"/>
                      <a:pt x="44744" y="198009"/>
                      <a:pt x="58488" y="208256"/>
                    </a:cubicBezTo>
                    <a:cubicBezTo>
                      <a:pt x="71793" y="218188"/>
                      <a:pt x="88301" y="226624"/>
                      <a:pt x="107541" y="233288"/>
                    </a:cubicBezTo>
                    <a:cubicBezTo>
                      <a:pt x="126247" y="239790"/>
                      <a:pt x="148127" y="245413"/>
                      <a:pt x="172557" y="249988"/>
                    </a:cubicBezTo>
                    <a:lnTo>
                      <a:pt x="190595" y="253357"/>
                    </a:lnTo>
                    <a:cubicBezTo>
                      <a:pt x="211224" y="257159"/>
                      <a:pt x="225828" y="262816"/>
                      <a:pt x="233990" y="270181"/>
                    </a:cubicBezTo>
                    <a:cubicBezTo>
                      <a:pt x="241484" y="276965"/>
                      <a:pt x="245158" y="285101"/>
                      <a:pt x="245158" y="295066"/>
                    </a:cubicBezTo>
                    <a:cubicBezTo>
                      <a:pt x="245158" y="305144"/>
                      <a:pt x="241349" y="313611"/>
                      <a:pt x="233558" y="320969"/>
                    </a:cubicBezTo>
                    <a:cubicBezTo>
                      <a:pt x="225700" y="328369"/>
                      <a:pt x="212591" y="332114"/>
                      <a:pt x="194591" y="332114"/>
                    </a:cubicBezTo>
                    <a:cubicBezTo>
                      <a:pt x="172118" y="332114"/>
                      <a:pt x="153453" y="326544"/>
                      <a:pt x="139127" y="315542"/>
                    </a:cubicBezTo>
                    <a:cubicBezTo>
                      <a:pt x="124564" y="304363"/>
                      <a:pt x="113926" y="289402"/>
                      <a:pt x="107458" y="271034"/>
                    </a:cubicBezTo>
                    <a:lnTo>
                      <a:pt x="104547" y="262710"/>
                    </a:lnTo>
                    <a:lnTo>
                      <a:pt x="0" y="288861"/>
                    </a:lnTo>
                    <a:lnTo>
                      <a:pt x="3666" y="298947"/>
                    </a:lnTo>
                    <a:cubicBezTo>
                      <a:pt x="9965" y="316248"/>
                      <a:pt x="18849" y="332632"/>
                      <a:pt x="30076" y="347601"/>
                    </a:cubicBezTo>
                    <a:cubicBezTo>
                      <a:pt x="41356" y="362648"/>
                      <a:pt x="55168" y="375859"/>
                      <a:pt x="71143" y="386917"/>
                    </a:cubicBezTo>
                    <a:cubicBezTo>
                      <a:pt x="87103" y="397942"/>
                      <a:pt x="105524" y="406724"/>
                      <a:pt x="125871" y="412963"/>
                    </a:cubicBezTo>
                    <a:cubicBezTo>
                      <a:pt x="146237" y="419221"/>
                      <a:pt x="169353" y="422395"/>
                      <a:pt x="194587" y="422395"/>
                    </a:cubicBezTo>
                    <a:cubicBezTo>
                      <a:pt x="217249" y="422395"/>
                      <a:pt x="238426" y="419304"/>
                      <a:pt x="257493" y="413207"/>
                    </a:cubicBezTo>
                    <a:cubicBezTo>
                      <a:pt x="276714" y="407077"/>
                      <a:pt x="293564" y="398269"/>
                      <a:pt x="307590" y="387068"/>
                    </a:cubicBezTo>
                    <a:cubicBezTo>
                      <a:pt x="321788" y="375705"/>
                      <a:pt x="333001" y="361706"/>
                      <a:pt x="340926" y="345482"/>
                    </a:cubicBezTo>
                    <a:cubicBezTo>
                      <a:pt x="348852" y="329226"/>
                      <a:pt x="352882" y="310749"/>
                      <a:pt x="352882" y="290570"/>
                    </a:cubicBezTo>
                    <a:cubicBezTo>
                      <a:pt x="352886" y="250409"/>
                      <a:pt x="338703" y="219300"/>
                      <a:pt x="310768" y="198137"/>
                    </a:cubicBezTo>
                  </a:path>
                </a:pathLst>
              </a:custGeom>
              <a:solidFill>
                <a:srgbClr val="FFFFFF"/>
              </a:solidFill>
              <a:ln w="375" cap="flat">
                <a:noFill/>
                <a:prstDash val="solid"/>
                <a:miter/>
              </a:ln>
            </p:spPr>
            <p:txBody>
              <a:bodyPr rtlCol="0" anchor="ctr"/>
              <a:lstStyle/>
              <a:p>
                <a:endParaRPr lang="en-US" sz="1610"/>
              </a:p>
            </p:txBody>
          </p:sp>
          <p:sp>
            <p:nvSpPr>
              <p:cNvPr id="37" name="Freihandform: Form 36">
                <a:extLst>
                  <a:ext uri="{FF2B5EF4-FFF2-40B4-BE49-F238E27FC236}">
                    <a16:creationId xmlns:a16="http://schemas.microsoft.com/office/drawing/2014/main" id="{5C586F06-1B1C-4B03-8984-6606163CE0E4}"/>
                  </a:ext>
                </a:extLst>
              </p:cNvPr>
              <p:cNvSpPr/>
              <p:nvPr/>
            </p:nvSpPr>
            <p:spPr bwMode="invGray">
              <a:xfrm>
                <a:off x="5250492" y="3140968"/>
                <a:ext cx="423521" cy="422409"/>
              </a:xfrm>
              <a:custGeom>
                <a:avLst/>
                <a:gdLst>
                  <a:gd name="connsiteX0" fmla="*/ 169545 w 423521"/>
                  <a:gd name="connsiteY0" fmla="*/ 103229 h 422409"/>
                  <a:gd name="connsiteX1" fmla="*/ 211746 w 423521"/>
                  <a:gd name="connsiteY1" fmla="*/ 94803 h 422409"/>
                  <a:gd name="connsiteX2" fmla="*/ 253958 w 423521"/>
                  <a:gd name="connsiteY2" fmla="*/ 103229 h 422409"/>
                  <a:gd name="connsiteX3" fmla="*/ 286052 w 423521"/>
                  <a:gd name="connsiteY3" fmla="*/ 126904 h 422409"/>
                  <a:gd name="connsiteX4" fmla="*/ 306730 w 423521"/>
                  <a:gd name="connsiteY4" fmla="*/ 163670 h 422409"/>
                  <a:gd name="connsiteX5" fmla="*/ 314103 w 423521"/>
                  <a:gd name="connsiteY5" fmla="*/ 211209 h 422409"/>
                  <a:gd name="connsiteX6" fmla="*/ 306730 w 423521"/>
                  <a:gd name="connsiteY6" fmla="*/ 258740 h 422409"/>
                  <a:gd name="connsiteX7" fmla="*/ 286067 w 423521"/>
                  <a:gd name="connsiteY7" fmla="*/ 295491 h 422409"/>
                  <a:gd name="connsiteX8" fmla="*/ 253973 w 423521"/>
                  <a:gd name="connsiteY8" fmla="*/ 319166 h 422409"/>
                  <a:gd name="connsiteX9" fmla="*/ 211746 w 423521"/>
                  <a:gd name="connsiteY9" fmla="*/ 327618 h 422409"/>
                  <a:gd name="connsiteX10" fmla="*/ 169545 w 423521"/>
                  <a:gd name="connsiteY10" fmla="*/ 319166 h 422409"/>
                  <a:gd name="connsiteX11" fmla="*/ 137433 w 423521"/>
                  <a:gd name="connsiteY11" fmla="*/ 295491 h 422409"/>
                  <a:gd name="connsiteX12" fmla="*/ 116781 w 423521"/>
                  <a:gd name="connsiteY12" fmla="*/ 258740 h 422409"/>
                  <a:gd name="connsiteX13" fmla="*/ 109404 w 423521"/>
                  <a:gd name="connsiteY13" fmla="*/ 211209 h 422409"/>
                  <a:gd name="connsiteX14" fmla="*/ 116781 w 423521"/>
                  <a:gd name="connsiteY14" fmla="*/ 163670 h 422409"/>
                  <a:gd name="connsiteX15" fmla="*/ 137433 w 423521"/>
                  <a:gd name="connsiteY15" fmla="*/ 126919 h 422409"/>
                  <a:gd name="connsiteX16" fmla="*/ 169545 w 423521"/>
                  <a:gd name="connsiteY16" fmla="*/ 103229 h 422409"/>
                  <a:gd name="connsiteX17" fmla="*/ 362671 w 423521"/>
                  <a:gd name="connsiteY17" fmla="*/ 58819 h 422409"/>
                  <a:gd name="connsiteX18" fmla="*/ 295529 w 423521"/>
                  <a:gd name="connsiteY18" fmla="*/ 15329 h 422409"/>
                  <a:gd name="connsiteX19" fmla="*/ 211750 w 423521"/>
                  <a:gd name="connsiteY19" fmla="*/ 0 h 422409"/>
                  <a:gd name="connsiteX20" fmla="*/ 127963 w 423521"/>
                  <a:gd name="connsiteY20" fmla="*/ 15325 h 422409"/>
                  <a:gd name="connsiteX21" fmla="*/ 60840 w 423521"/>
                  <a:gd name="connsiteY21" fmla="*/ 58815 h 422409"/>
                  <a:gd name="connsiteX22" fmla="*/ 16223 w 423521"/>
                  <a:gd name="connsiteY22" fmla="*/ 125852 h 422409"/>
                  <a:gd name="connsiteX23" fmla="*/ 0 w 423521"/>
                  <a:gd name="connsiteY23" fmla="*/ 211209 h 422409"/>
                  <a:gd name="connsiteX24" fmla="*/ 16242 w 423521"/>
                  <a:gd name="connsiteY24" fmla="*/ 296851 h 422409"/>
                  <a:gd name="connsiteX25" fmla="*/ 60843 w 423521"/>
                  <a:gd name="connsiteY25" fmla="*/ 363595 h 422409"/>
                  <a:gd name="connsiteX26" fmla="*/ 127967 w 423521"/>
                  <a:gd name="connsiteY26" fmla="*/ 407092 h 422409"/>
                  <a:gd name="connsiteX27" fmla="*/ 211753 w 423521"/>
                  <a:gd name="connsiteY27" fmla="*/ 422410 h 422409"/>
                  <a:gd name="connsiteX28" fmla="*/ 295532 w 423521"/>
                  <a:gd name="connsiteY28" fmla="*/ 407092 h 422409"/>
                  <a:gd name="connsiteX29" fmla="*/ 362675 w 423521"/>
                  <a:gd name="connsiteY29" fmla="*/ 363595 h 422409"/>
                  <a:gd name="connsiteX30" fmla="*/ 407299 w 423521"/>
                  <a:gd name="connsiteY30" fmla="*/ 296851 h 422409"/>
                  <a:gd name="connsiteX31" fmla="*/ 423522 w 423521"/>
                  <a:gd name="connsiteY31" fmla="*/ 211209 h 422409"/>
                  <a:gd name="connsiteX32" fmla="*/ 407299 w 423521"/>
                  <a:gd name="connsiteY32" fmla="*/ 125852 h 422409"/>
                  <a:gd name="connsiteX33" fmla="*/ 362671 w 423521"/>
                  <a:gd name="connsiteY33" fmla="*/ 58819 h 422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3521" h="422409">
                    <a:moveTo>
                      <a:pt x="169545" y="103229"/>
                    </a:moveTo>
                    <a:cubicBezTo>
                      <a:pt x="182102" y="97639"/>
                      <a:pt x="196312" y="94803"/>
                      <a:pt x="211746" y="94803"/>
                    </a:cubicBezTo>
                    <a:cubicBezTo>
                      <a:pt x="227191" y="94803"/>
                      <a:pt x="241382" y="97639"/>
                      <a:pt x="253958" y="103229"/>
                    </a:cubicBezTo>
                    <a:cubicBezTo>
                      <a:pt x="266482" y="108825"/>
                      <a:pt x="277288" y="116804"/>
                      <a:pt x="286052" y="126904"/>
                    </a:cubicBezTo>
                    <a:cubicBezTo>
                      <a:pt x="294950" y="137185"/>
                      <a:pt x="301903" y="149547"/>
                      <a:pt x="306730" y="163670"/>
                    </a:cubicBezTo>
                    <a:cubicBezTo>
                      <a:pt x="311616" y="178007"/>
                      <a:pt x="314103" y="193975"/>
                      <a:pt x="314103" y="211209"/>
                    </a:cubicBezTo>
                    <a:cubicBezTo>
                      <a:pt x="314103" y="228431"/>
                      <a:pt x="311613" y="244429"/>
                      <a:pt x="306730" y="258740"/>
                    </a:cubicBezTo>
                    <a:cubicBezTo>
                      <a:pt x="301903" y="272863"/>
                      <a:pt x="294950" y="285236"/>
                      <a:pt x="286067" y="295491"/>
                    </a:cubicBezTo>
                    <a:cubicBezTo>
                      <a:pt x="277269" y="305625"/>
                      <a:pt x="266482" y="313596"/>
                      <a:pt x="253973" y="319166"/>
                    </a:cubicBezTo>
                    <a:cubicBezTo>
                      <a:pt x="241382" y="324771"/>
                      <a:pt x="227191" y="327618"/>
                      <a:pt x="211746" y="327618"/>
                    </a:cubicBezTo>
                    <a:cubicBezTo>
                      <a:pt x="196308" y="327618"/>
                      <a:pt x="182102" y="324774"/>
                      <a:pt x="169545" y="319166"/>
                    </a:cubicBezTo>
                    <a:cubicBezTo>
                      <a:pt x="157014" y="313577"/>
                      <a:pt x="146215" y="305625"/>
                      <a:pt x="137433" y="295491"/>
                    </a:cubicBezTo>
                    <a:cubicBezTo>
                      <a:pt x="128549" y="285236"/>
                      <a:pt x="121581" y="272882"/>
                      <a:pt x="116781" y="258740"/>
                    </a:cubicBezTo>
                    <a:cubicBezTo>
                      <a:pt x="111887" y="244448"/>
                      <a:pt x="109404" y="228450"/>
                      <a:pt x="109404" y="211209"/>
                    </a:cubicBezTo>
                    <a:cubicBezTo>
                      <a:pt x="109404" y="193960"/>
                      <a:pt x="111887" y="177974"/>
                      <a:pt x="116781" y="163670"/>
                    </a:cubicBezTo>
                    <a:cubicBezTo>
                      <a:pt x="121600" y="149547"/>
                      <a:pt x="128553" y="137181"/>
                      <a:pt x="137433" y="126919"/>
                    </a:cubicBezTo>
                    <a:cubicBezTo>
                      <a:pt x="146215" y="116804"/>
                      <a:pt x="157014" y="108837"/>
                      <a:pt x="169545" y="103229"/>
                    </a:cubicBezTo>
                    <a:moveTo>
                      <a:pt x="362671" y="58819"/>
                    </a:moveTo>
                    <a:cubicBezTo>
                      <a:pt x="343822" y="40173"/>
                      <a:pt x="321221" y="25524"/>
                      <a:pt x="295529" y="15329"/>
                    </a:cubicBezTo>
                    <a:cubicBezTo>
                      <a:pt x="269922" y="5157"/>
                      <a:pt x="241732" y="0"/>
                      <a:pt x="211750" y="0"/>
                    </a:cubicBezTo>
                    <a:cubicBezTo>
                      <a:pt x="181767" y="0"/>
                      <a:pt x="153577" y="5157"/>
                      <a:pt x="127963" y="15325"/>
                    </a:cubicBezTo>
                    <a:cubicBezTo>
                      <a:pt x="102290" y="25520"/>
                      <a:pt x="79707" y="40154"/>
                      <a:pt x="60840" y="58815"/>
                    </a:cubicBezTo>
                    <a:cubicBezTo>
                      <a:pt x="42006" y="77461"/>
                      <a:pt x="26977" y="100009"/>
                      <a:pt x="16223" y="125852"/>
                    </a:cubicBezTo>
                    <a:cubicBezTo>
                      <a:pt x="5443" y="151688"/>
                      <a:pt x="0" y="180393"/>
                      <a:pt x="0" y="211209"/>
                    </a:cubicBezTo>
                    <a:cubicBezTo>
                      <a:pt x="0" y="242430"/>
                      <a:pt x="5462" y="271237"/>
                      <a:pt x="16242" y="296851"/>
                    </a:cubicBezTo>
                    <a:cubicBezTo>
                      <a:pt x="26977" y="322517"/>
                      <a:pt x="42010" y="344964"/>
                      <a:pt x="60843" y="363595"/>
                    </a:cubicBezTo>
                    <a:cubicBezTo>
                      <a:pt x="79726" y="382275"/>
                      <a:pt x="102308" y="396916"/>
                      <a:pt x="127967" y="407092"/>
                    </a:cubicBezTo>
                    <a:cubicBezTo>
                      <a:pt x="153581" y="417245"/>
                      <a:pt x="181771" y="422410"/>
                      <a:pt x="211753" y="422410"/>
                    </a:cubicBezTo>
                    <a:cubicBezTo>
                      <a:pt x="241754" y="422410"/>
                      <a:pt x="269945" y="417245"/>
                      <a:pt x="295532" y="407092"/>
                    </a:cubicBezTo>
                    <a:cubicBezTo>
                      <a:pt x="321225" y="396898"/>
                      <a:pt x="343807" y="382256"/>
                      <a:pt x="362675" y="363595"/>
                    </a:cubicBezTo>
                    <a:cubicBezTo>
                      <a:pt x="381497" y="344983"/>
                      <a:pt x="396503" y="322528"/>
                      <a:pt x="407299" y="296851"/>
                    </a:cubicBezTo>
                    <a:cubicBezTo>
                      <a:pt x="418053" y="271211"/>
                      <a:pt x="423522" y="242393"/>
                      <a:pt x="423522" y="211209"/>
                    </a:cubicBezTo>
                    <a:cubicBezTo>
                      <a:pt x="423522" y="180430"/>
                      <a:pt x="418068" y="151721"/>
                      <a:pt x="407299" y="125852"/>
                    </a:cubicBezTo>
                    <a:cubicBezTo>
                      <a:pt x="396515" y="100013"/>
                      <a:pt x="381508" y="77446"/>
                      <a:pt x="362671" y="58819"/>
                    </a:cubicBezTo>
                  </a:path>
                </a:pathLst>
              </a:custGeom>
              <a:solidFill>
                <a:srgbClr val="FFFFFF"/>
              </a:solidFill>
              <a:ln w="375" cap="flat">
                <a:noFill/>
                <a:prstDash val="solid"/>
                <a:miter/>
              </a:ln>
            </p:spPr>
            <p:txBody>
              <a:bodyPr rtlCol="0" anchor="ctr"/>
              <a:lstStyle/>
              <a:p>
                <a:endParaRPr lang="en-US" sz="1610"/>
              </a:p>
            </p:txBody>
          </p:sp>
          <p:sp>
            <p:nvSpPr>
              <p:cNvPr id="38" name="Freihandform: Form 37">
                <a:extLst>
                  <a:ext uri="{FF2B5EF4-FFF2-40B4-BE49-F238E27FC236}">
                    <a16:creationId xmlns:a16="http://schemas.microsoft.com/office/drawing/2014/main" id="{2AA04382-66CC-4E2B-AE6E-D50EF472CF99}"/>
                  </a:ext>
                </a:extLst>
              </p:cNvPr>
              <p:cNvSpPr/>
              <p:nvPr/>
            </p:nvSpPr>
            <p:spPr bwMode="invGray">
              <a:xfrm>
                <a:off x="5709522" y="3147732"/>
                <a:ext cx="355034" cy="408887"/>
              </a:xfrm>
              <a:custGeom>
                <a:avLst/>
                <a:gdLst>
                  <a:gd name="connsiteX0" fmla="*/ 224036 w 355034"/>
                  <a:gd name="connsiteY0" fmla="*/ 127892 h 408887"/>
                  <a:gd name="connsiteX1" fmla="*/ 214484 w 355034"/>
                  <a:gd name="connsiteY1" fmla="*/ 151440 h 408887"/>
                  <a:gd name="connsiteX2" fmla="*/ 183619 w 355034"/>
                  <a:gd name="connsiteY2" fmla="*/ 160984 h 408887"/>
                  <a:gd name="connsiteX3" fmla="*/ 109408 w 355034"/>
                  <a:gd name="connsiteY3" fmla="*/ 160984 h 408887"/>
                  <a:gd name="connsiteX4" fmla="*/ 109408 w 355034"/>
                  <a:gd name="connsiteY4" fmla="*/ 94800 h 408887"/>
                  <a:gd name="connsiteX5" fmla="*/ 183619 w 355034"/>
                  <a:gd name="connsiteY5" fmla="*/ 94800 h 408887"/>
                  <a:gd name="connsiteX6" fmla="*/ 214484 w 355034"/>
                  <a:gd name="connsiteY6" fmla="*/ 104344 h 408887"/>
                  <a:gd name="connsiteX7" fmla="*/ 224036 w 355034"/>
                  <a:gd name="connsiteY7" fmla="*/ 127892 h 408887"/>
                  <a:gd name="connsiteX8" fmla="*/ 312045 w 355034"/>
                  <a:gd name="connsiteY8" fmla="*/ 193449 h 408887"/>
                  <a:gd name="connsiteX9" fmla="*/ 333451 w 355034"/>
                  <a:gd name="connsiteY9" fmla="*/ 123955 h 408887"/>
                  <a:gd name="connsiteX10" fmla="*/ 323332 w 355034"/>
                  <a:gd name="connsiteY10" fmla="*/ 73851 h 408887"/>
                  <a:gd name="connsiteX11" fmla="*/ 293433 w 355034"/>
                  <a:gd name="connsiteY11" fmla="*/ 34373 h 408887"/>
                  <a:gd name="connsiteX12" fmla="*/ 245961 w 355034"/>
                  <a:gd name="connsiteY12" fmla="*/ 8917 h 408887"/>
                  <a:gd name="connsiteX13" fmla="*/ 183623 w 355034"/>
                  <a:gd name="connsiteY13" fmla="*/ 0 h 408887"/>
                  <a:gd name="connsiteX14" fmla="*/ 0 w 355034"/>
                  <a:gd name="connsiteY14" fmla="*/ 0 h 408887"/>
                  <a:gd name="connsiteX15" fmla="*/ 0 w 355034"/>
                  <a:gd name="connsiteY15" fmla="*/ 408884 h 408887"/>
                  <a:gd name="connsiteX16" fmla="*/ 109411 w 355034"/>
                  <a:gd name="connsiteY16" fmla="*/ 408884 h 408887"/>
                  <a:gd name="connsiteX17" fmla="*/ 109411 w 355034"/>
                  <a:gd name="connsiteY17" fmla="*/ 255773 h 408887"/>
                  <a:gd name="connsiteX18" fmla="*/ 161758 w 355034"/>
                  <a:gd name="connsiteY18" fmla="*/ 255773 h 408887"/>
                  <a:gd name="connsiteX19" fmla="*/ 234944 w 355034"/>
                  <a:gd name="connsiteY19" fmla="*/ 408888 h 408887"/>
                  <a:gd name="connsiteX20" fmla="*/ 355035 w 355034"/>
                  <a:gd name="connsiteY20" fmla="*/ 408888 h 408887"/>
                  <a:gd name="connsiteX21" fmla="*/ 268442 w 355034"/>
                  <a:gd name="connsiteY21" fmla="*/ 231631 h 408887"/>
                  <a:gd name="connsiteX22" fmla="*/ 312045 w 355034"/>
                  <a:gd name="connsiteY22" fmla="*/ 193449 h 40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5034" h="408887">
                    <a:moveTo>
                      <a:pt x="224036" y="127892"/>
                    </a:moveTo>
                    <a:cubicBezTo>
                      <a:pt x="224036" y="137309"/>
                      <a:pt x="220911" y="145024"/>
                      <a:pt x="214484" y="151440"/>
                    </a:cubicBezTo>
                    <a:cubicBezTo>
                      <a:pt x="208132" y="157780"/>
                      <a:pt x="197754" y="160984"/>
                      <a:pt x="183619" y="160984"/>
                    </a:cubicBezTo>
                    <a:lnTo>
                      <a:pt x="109408" y="160984"/>
                    </a:lnTo>
                    <a:lnTo>
                      <a:pt x="109408" y="94800"/>
                    </a:lnTo>
                    <a:lnTo>
                      <a:pt x="183619" y="94800"/>
                    </a:lnTo>
                    <a:cubicBezTo>
                      <a:pt x="197754" y="94800"/>
                      <a:pt x="208132" y="98000"/>
                      <a:pt x="214484" y="104344"/>
                    </a:cubicBezTo>
                    <a:cubicBezTo>
                      <a:pt x="220915" y="110771"/>
                      <a:pt x="224036" y="118475"/>
                      <a:pt x="224036" y="127892"/>
                    </a:cubicBezTo>
                    <a:moveTo>
                      <a:pt x="312045" y="193449"/>
                    </a:moveTo>
                    <a:cubicBezTo>
                      <a:pt x="326262" y="174912"/>
                      <a:pt x="333451" y="151534"/>
                      <a:pt x="333451" y="123955"/>
                    </a:cubicBezTo>
                    <a:cubicBezTo>
                      <a:pt x="333451" y="105775"/>
                      <a:pt x="330056" y="88925"/>
                      <a:pt x="323332" y="73851"/>
                    </a:cubicBezTo>
                    <a:cubicBezTo>
                      <a:pt x="316575" y="58687"/>
                      <a:pt x="306523" y="45398"/>
                      <a:pt x="293433" y="34373"/>
                    </a:cubicBezTo>
                    <a:cubicBezTo>
                      <a:pt x="280496" y="23458"/>
                      <a:pt x="264540" y="14897"/>
                      <a:pt x="245961" y="8917"/>
                    </a:cubicBezTo>
                    <a:cubicBezTo>
                      <a:pt x="227646" y="2997"/>
                      <a:pt x="206664" y="0"/>
                      <a:pt x="183623" y="0"/>
                    </a:cubicBezTo>
                    <a:lnTo>
                      <a:pt x="0" y="0"/>
                    </a:lnTo>
                    <a:lnTo>
                      <a:pt x="0" y="408884"/>
                    </a:lnTo>
                    <a:lnTo>
                      <a:pt x="109411" y="408884"/>
                    </a:lnTo>
                    <a:lnTo>
                      <a:pt x="109411" y="255773"/>
                    </a:lnTo>
                    <a:lnTo>
                      <a:pt x="161758" y="255773"/>
                    </a:lnTo>
                    <a:lnTo>
                      <a:pt x="234944" y="408888"/>
                    </a:lnTo>
                    <a:lnTo>
                      <a:pt x="355035" y="408888"/>
                    </a:lnTo>
                    <a:lnTo>
                      <a:pt x="268442" y="231631"/>
                    </a:lnTo>
                    <a:cubicBezTo>
                      <a:pt x="285522" y="221749"/>
                      <a:pt x="300197" y="208910"/>
                      <a:pt x="312045" y="193449"/>
                    </a:cubicBezTo>
                  </a:path>
                </a:pathLst>
              </a:custGeom>
              <a:solidFill>
                <a:srgbClr val="FFFFFF"/>
              </a:solidFill>
              <a:ln w="375" cap="flat">
                <a:noFill/>
                <a:prstDash val="solid"/>
                <a:miter/>
              </a:ln>
            </p:spPr>
            <p:txBody>
              <a:bodyPr rtlCol="0" anchor="ctr"/>
              <a:lstStyle/>
              <a:p>
                <a:endParaRPr lang="en-US" sz="1610"/>
              </a:p>
            </p:txBody>
          </p:sp>
          <p:sp>
            <p:nvSpPr>
              <p:cNvPr id="39" name="Freihandform: Form 38">
                <a:extLst>
                  <a:ext uri="{FF2B5EF4-FFF2-40B4-BE49-F238E27FC236}">
                    <a16:creationId xmlns:a16="http://schemas.microsoft.com/office/drawing/2014/main" id="{A68E1551-7C9E-486B-93A8-24FB52625A5B}"/>
                  </a:ext>
                </a:extLst>
              </p:cNvPr>
              <p:cNvSpPr/>
              <p:nvPr/>
            </p:nvSpPr>
            <p:spPr bwMode="invGray">
              <a:xfrm>
                <a:off x="6068842" y="3147714"/>
                <a:ext cx="349790" cy="408891"/>
              </a:xfrm>
              <a:custGeom>
                <a:avLst/>
                <a:gdLst>
                  <a:gd name="connsiteX0" fmla="*/ 0 w 349790"/>
                  <a:gd name="connsiteY0" fmla="*/ 94800 h 408891"/>
                  <a:gd name="connsiteX1" fmla="*/ 119884 w 349790"/>
                  <a:gd name="connsiteY1" fmla="*/ 94800 h 408891"/>
                  <a:gd name="connsiteX2" fmla="*/ 119884 w 349790"/>
                  <a:gd name="connsiteY2" fmla="*/ 408891 h 408891"/>
                  <a:gd name="connsiteX3" fmla="*/ 229314 w 349790"/>
                  <a:gd name="connsiteY3" fmla="*/ 408891 h 408891"/>
                  <a:gd name="connsiteX4" fmla="*/ 229314 w 349790"/>
                  <a:gd name="connsiteY4" fmla="*/ 94800 h 408891"/>
                  <a:gd name="connsiteX5" fmla="*/ 349791 w 349790"/>
                  <a:gd name="connsiteY5" fmla="*/ 94800 h 408891"/>
                  <a:gd name="connsiteX6" fmla="*/ 349791 w 349790"/>
                  <a:gd name="connsiteY6" fmla="*/ 0 h 408891"/>
                  <a:gd name="connsiteX7" fmla="*/ 0 w 349790"/>
                  <a:gd name="connsiteY7" fmla="*/ 0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790" h="408891">
                    <a:moveTo>
                      <a:pt x="0" y="94800"/>
                    </a:moveTo>
                    <a:lnTo>
                      <a:pt x="119884" y="94800"/>
                    </a:lnTo>
                    <a:lnTo>
                      <a:pt x="119884" y="408891"/>
                    </a:lnTo>
                    <a:lnTo>
                      <a:pt x="229314" y="408891"/>
                    </a:lnTo>
                    <a:lnTo>
                      <a:pt x="229314" y="94800"/>
                    </a:lnTo>
                    <a:lnTo>
                      <a:pt x="349791" y="94800"/>
                    </a:lnTo>
                    <a:lnTo>
                      <a:pt x="349791" y="0"/>
                    </a:lnTo>
                    <a:lnTo>
                      <a:pt x="0" y="0"/>
                    </a:lnTo>
                    <a:close/>
                  </a:path>
                </a:pathLst>
              </a:custGeom>
              <a:solidFill>
                <a:srgbClr val="FFFFFF"/>
              </a:solidFill>
              <a:ln w="375" cap="flat">
                <a:noFill/>
                <a:prstDash val="solid"/>
                <a:miter/>
              </a:ln>
            </p:spPr>
            <p:txBody>
              <a:bodyPr rtlCol="0" anchor="ctr"/>
              <a:lstStyle/>
              <a:p>
                <a:endParaRPr lang="en-US" sz="1610"/>
              </a:p>
            </p:txBody>
          </p:sp>
          <p:sp>
            <p:nvSpPr>
              <p:cNvPr id="40" name="Freihandform: Form 39">
                <a:extLst>
                  <a:ext uri="{FF2B5EF4-FFF2-40B4-BE49-F238E27FC236}">
                    <a16:creationId xmlns:a16="http://schemas.microsoft.com/office/drawing/2014/main" id="{438C2B55-3745-4001-B3EE-52E14B5115AD}"/>
                  </a:ext>
                </a:extLst>
              </p:cNvPr>
              <p:cNvSpPr/>
              <p:nvPr/>
            </p:nvSpPr>
            <p:spPr bwMode="invGray">
              <a:xfrm>
                <a:off x="6453885" y="3147729"/>
                <a:ext cx="304742" cy="408891"/>
              </a:xfrm>
              <a:custGeom>
                <a:avLst/>
                <a:gdLst>
                  <a:gd name="connsiteX0" fmla="*/ 0 w 304742"/>
                  <a:gd name="connsiteY0" fmla="*/ 408891 h 408891"/>
                  <a:gd name="connsiteX1" fmla="*/ 109411 w 304742"/>
                  <a:gd name="connsiteY1" fmla="*/ 408891 h 408891"/>
                  <a:gd name="connsiteX2" fmla="*/ 109411 w 304742"/>
                  <a:gd name="connsiteY2" fmla="*/ 244523 h 408891"/>
                  <a:gd name="connsiteX3" fmla="*/ 277732 w 304742"/>
                  <a:gd name="connsiteY3" fmla="*/ 244523 h 408891"/>
                  <a:gd name="connsiteX4" fmla="*/ 277732 w 304742"/>
                  <a:gd name="connsiteY4" fmla="*/ 149746 h 408891"/>
                  <a:gd name="connsiteX5" fmla="*/ 109411 w 304742"/>
                  <a:gd name="connsiteY5" fmla="*/ 149746 h 408891"/>
                  <a:gd name="connsiteX6" fmla="*/ 109411 w 304742"/>
                  <a:gd name="connsiteY6" fmla="*/ 94796 h 408891"/>
                  <a:gd name="connsiteX7" fmla="*/ 304743 w 304742"/>
                  <a:gd name="connsiteY7" fmla="*/ 94796 h 408891"/>
                  <a:gd name="connsiteX8" fmla="*/ 304743 w 304742"/>
                  <a:gd name="connsiteY8" fmla="*/ 0 h 408891"/>
                  <a:gd name="connsiteX9" fmla="*/ 0 w 304742"/>
                  <a:gd name="connsiteY9" fmla="*/ 0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742" h="408891">
                    <a:moveTo>
                      <a:pt x="0" y="408891"/>
                    </a:moveTo>
                    <a:lnTo>
                      <a:pt x="109411" y="408891"/>
                    </a:lnTo>
                    <a:lnTo>
                      <a:pt x="109411" y="244523"/>
                    </a:lnTo>
                    <a:lnTo>
                      <a:pt x="277732" y="244523"/>
                    </a:lnTo>
                    <a:lnTo>
                      <a:pt x="277732" y="149746"/>
                    </a:lnTo>
                    <a:lnTo>
                      <a:pt x="109411" y="149746"/>
                    </a:lnTo>
                    <a:lnTo>
                      <a:pt x="109411" y="94796"/>
                    </a:lnTo>
                    <a:lnTo>
                      <a:pt x="304743" y="94796"/>
                    </a:lnTo>
                    <a:lnTo>
                      <a:pt x="304743" y="0"/>
                    </a:lnTo>
                    <a:lnTo>
                      <a:pt x="0" y="0"/>
                    </a:lnTo>
                    <a:close/>
                  </a:path>
                </a:pathLst>
              </a:custGeom>
              <a:solidFill>
                <a:srgbClr val="FFFFFF"/>
              </a:solidFill>
              <a:ln w="375" cap="flat">
                <a:noFill/>
                <a:prstDash val="solid"/>
                <a:miter/>
              </a:ln>
            </p:spPr>
            <p:txBody>
              <a:bodyPr rtlCol="0" anchor="ctr"/>
              <a:lstStyle/>
              <a:p>
                <a:endParaRPr lang="en-US" sz="1610"/>
              </a:p>
            </p:txBody>
          </p:sp>
          <p:sp>
            <p:nvSpPr>
              <p:cNvPr id="41" name="Freihandform: Form 40">
                <a:extLst>
                  <a:ext uri="{FF2B5EF4-FFF2-40B4-BE49-F238E27FC236}">
                    <a16:creationId xmlns:a16="http://schemas.microsoft.com/office/drawing/2014/main" id="{5C8E443E-C61F-4C17-9776-B17A2BFDC29B}"/>
                  </a:ext>
                </a:extLst>
              </p:cNvPr>
              <p:cNvSpPr/>
              <p:nvPr/>
            </p:nvSpPr>
            <p:spPr bwMode="invGray">
              <a:xfrm>
                <a:off x="6794503" y="3147732"/>
                <a:ext cx="109411" cy="408891"/>
              </a:xfrm>
              <a:custGeom>
                <a:avLst/>
                <a:gdLst>
                  <a:gd name="connsiteX0" fmla="*/ 0 w 109411"/>
                  <a:gd name="connsiteY0" fmla="*/ 0 h 408891"/>
                  <a:gd name="connsiteX1" fmla="*/ 109411 w 109411"/>
                  <a:gd name="connsiteY1" fmla="*/ 0 h 408891"/>
                  <a:gd name="connsiteX2" fmla="*/ 109411 w 109411"/>
                  <a:gd name="connsiteY2" fmla="*/ 408891 h 408891"/>
                  <a:gd name="connsiteX3" fmla="*/ 0 w 109411"/>
                  <a:gd name="connsiteY3" fmla="*/ 408891 h 408891"/>
                </a:gdLst>
                <a:ahLst/>
                <a:cxnLst>
                  <a:cxn ang="0">
                    <a:pos x="connsiteX0" y="connsiteY0"/>
                  </a:cxn>
                  <a:cxn ang="0">
                    <a:pos x="connsiteX1" y="connsiteY1"/>
                  </a:cxn>
                  <a:cxn ang="0">
                    <a:pos x="connsiteX2" y="connsiteY2"/>
                  </a:cxn>
                  <a:cxn ang="0">
                    <a:pos x="connsiteX3" y="connsiteY3"/>
                  </a:cxn>
                </a:cxnLst>
                <a:rect l="l" t="t" r="r" b="b"/>
                <a:pathLst>
                  <a:path w="109411" h="408891">
                    <a:moveTo>
                      <a:pt x="0" y="0"/>
                    </a:moveTo>
                    <a:lnTo>
                      <a:pt x="109411" y="0"/>
                    </a:lnTo>
                    <a:lnTo>
                      <a:pt x="109411" y="408891"/>
                    </a:lnTo>
                    <a:lnTo>
                      <a:pt x="0" y="408891"/>
                    </a:lnTo>
                    <a:close/>
                  </a:path>
                </a:pathLst>
              </a:custGeom>
              <a:solidFill>
                <a:srgbClr val="FFFFFF"/>
              </a:solidFill>
              <a:ln w="375" cap="flat">
                <a:noFill/>
                <a:prstDash val="solid"/>
                <a:miter/>
              </a:ln>
            </p:spPr>
            <p:txBody>
              <a:bodyPr rtlCol="0" anchor="ctr"/>
              <a:lstStyle/>
              <a:p>
                <a:endParaRPr lang="en-US" sz="1610"/>
              </a:p>
            </p:txBody>
          </p:sp>
          <p:sp>
            <p:nvSpPr>
              <p:cNvPr id="42" name="Freihandform: Form 41">
                <a:extLst>
                  <a:ext uri="{FF2B5EF4-FFF2-40B4-BE49-F238E27FC236}">
                    <a16:creationId xmlns:a16="http://schemas.microsoft.com/office/drawing/2014/main" id="{1E749FC3-5AAD-455F-B21A-77DE8F5FEF3B}"/>
                  </a:ext>
                </a:extLst>
              </p:cNvPr>
              <p:cNvSpPr/>
              <p:nvPr/>
            </p:nvSpPr>
            <p:spPr bwMode="invGray">
              <a:xfrm>
                <a:off x="6934952" y="3147732"/>
                <a:ext cx="400473" cy="408891"/>
              </a:xfrm>
              <a:custGeom>
                <a:avLst/>
                <a:gdLst>
                  <a:gd name="connsiteX0" fmla="*/ 200237 w 400473"/>
                  <a:gd name="connsiteY0" fmla="*/ 286701 h 408891"/>
                  <a:gd name="connsiteX1" fmla="*/ 117423 w 400473"/>
                  <a:gd name="connsiteY1" fmla="*/ 0 h 408891"/>
                  <a:gd name="connsiteX2" fmla="*/ 0 w 400473"/>
                  <a:gd name="connsiteY2" fmla="*/ 0 h 408891"/>
                  <a:gd name="connsiteX3" fmla="*/ 134713 w 400473"/>
                  <a:gd name="connsiteY3" fmla="*/ 408891 h 408891"/>
                  <a:gd name="connsiteX4" fmla="*/ 265753 w 400473"/>
                  <a:gd name="connsiteY4" fmla="*/ 408891 h 408891"/>
                  <a:gd name="connsiteX5" fmla="*/ 399392 w 400473"/>
                  <a:gd name="connsiteY5" fmla="*/ 3313 h 408891"/>
                  <a:gd name="connsiteX6" fmla="*/ 400474 w 400473"/>
                  <a:gd name="connsiteY6" fmla="*/ 0 h 408891"/>
                  <a:gd name="connsiteX7" fmla="*/ 283035 w 400473"/>
                  <a:gd name="connsiteY7" fmla="*/ 0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0473" h="408891">
                    <a:moveTo>
                      <a:pt x="200237" y="286701"/>
                    </a:moveTo>
                    <a:lnTo>
                      <a:pt x="117423" y="0"/>
                    </a:lnTo>
                    <a:lnTo>
                      <a:pt x="0" y="0"/>
                    </a:lnTo>
                    <a:lnTo>
                      <a:pt x="134713" y="408891"/>
                    </a:lnTo>
                    <a:lnTo>
                      <a:pt x="265753" y="408891"/>
                    </a:lnTo>
                    <a:lnTo>
                      <a:pt x="399392" y="3313"/>
                    </a:lnTo>
                    <a:lnTo>
                      <a:pt x="400474" y="0"/>
                    </a:lnTo>
                    <a:lnTo>
                      <a:pt x="283035" y="0"/>
                    </a:lnTo>
                    <a:close/>
                  </a:path>
                </a:pathLst>
              </a:custGeom>
              <a:solidFill>
                <a:srgbClr val="FFFFFF"/>
              </a:solidFill>
              <a:ln w="375" cap="flat">
                <a:noFill/>
                <a:prstDash val="solid"/>
                <a:miter/>
              </a:ln>
            </p:spPr>
            <p:txBody>
              <a:bodyPr rtlCol="0" anchor="ctr"/>
              <a:lstStyle/>
              <a:p>
                <a:endParaRPr lang="en-US" sz="1610"/>
              </a:p>
            </p:txBody>
          </p:sp>
          <p:sp>
            <p:nvSpPr>
              <p:cNvPr id="43" name="Freihandform: Form 42">
                <a:extLst>
                  <a:ext uri="{FF2B5EF4-FFF2-40B4-BE49-F238E27FC236}">
                    <a16:creationId xmlns:a16="http://schemas.microsoft.com/office/drawing/2014/main" id="{871D8FA2-AEF9-4226-B00D-C6EBCF383F68}"/>
                  </a:ext>
                </a:extLst>
              </p:cNvPr>
              <p:cNvSpPr/>
              <p:nvPr/>
            </p:nvSpPr>
            <p:spPr bwMode="invGray">
              <a:xfrm>
                <a:off x="7366257" y="3147736"/>
                <a:ext cx="313757" cy="408880"/>
              </a:xfrm>
              <a:custGeom>
                <a:avLst/>
                <a:gdLst>
                  <a:gd name="connsiteX0" fmla="*/ 109422 w 313757"/>
                  <a:gd name="connsiteY0" fmla="*/ 314103 h 408880"/>
                  <a:gd name="connsiteX1" fmla="*/ 109422 w 313757"/>
                  <a:gd name="connsiteY1" fmla="*/ 240560 h 408880"/>
                  <a:gd name="connsiteX2" fmla="*/ 284493 w 313757"/>
                  <a:gd name="connsiteY2" fmla="*/ 240560 h 408880"/>
                  <a:gd name="connsiteX3" fmla="*/ 284493 w 313757"/>
                  <a:gd name="connsiteY3" fmla="*/ 145779 h 408880"/>
                  <a:gd name="connsiteX4" fmla="*/ 109422 w 313757"/>
                  <a:gd name="connsiteY4" fmla="*/ 145779 h 408880"/>
                  <a:gd name="connsiteX5" fmla="*/ 109422 w 313757"/>
                  <a:gd name="connsiteY5" fmla="*/ 94796 h 408880"/>
                  <a:gd name="connsiteX6" fmla="*/ 302492 w 313757"/>
                  <a:gd name="connsiteY6" fmla="*/ 94796 h 408880"/>
                  <a:gd name="connsiteX7" fmla="*/ 302492 w 313757"/>
                  <a:gd name="connsiteY7" fmla="*/ 0 h 408880"/>
                  <a:gd name="connsiteX8" fmla="*/ 0 w 313757"/>
                  <a:gd name="connsiteY8" fmla="*/ 0 h 408880"/>
                  <a:gd name="connsiteX9" fmla="*/ 0 w 313757"/>
                  <a:gd name="connsiteY9" fmla="*/ 408880 h 408880"/>
                  <a:gd name="connsiteX10" fmla="*/ 313757 w 313757"/>
                  <a:gd name="connsiteY10" fmla="*/ 408880 h 408880"/>
                  <a:gd name="connsiteX11" fmla="*/ 313757 w 313757"/>
                  <a:gd name="connsiteY11" fmla="*/ 314103 h 408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3757" h="408880">
                    <a:moveTo>
                      <a:pt x="109422" y="314103"/>
                    </a:moveTo>
                    <a:lnTo>
                      <a:pt x="109422" y="240560"/>
                    </a:lnTo>
                    <a:lnTo>
                      <a:pt x="284493" y="240560"/>
                    </a:lnTo>
                    <a:lnTo>
                      <a:pt x="284493" y="145779"/>
                    </a:lnTo>
                    <a:lnTo>
                      <a:pt x="109422" y="145779"/>
                    </a:lnTo>
                    <a:lnTo>
                      <a:pt x="109422" y="94796"/>
                    </a:lnTo>
                    <a:lnTo>
                      <a:pt x="302492" y="94796"/>
                    </a:lnTo>
                    <a:lnTo>
                      <a:pt x="302492" y="0"/>
                    </a:lnTo>
                    <a:lnTo>
                      <a:pt x="0" y="0"/>
                    </a:lnTo>
                    <a:lnTo>
                      <a:pt x="0" y="408880"/>
                    </a:lnTo>
                    <a:lnTo>
                      <a:pt x="313757" y="408880"/>
                    </a:lnTo>
                    <a:lnTo>
                      <a:pt x="313757" y="314103"/>
                    </a:lnTo>
                    <a:close/>
                  </a:path>
                </a:pathLst>
              </a:custGeom>
              <a:solidFill>
                <a:srgbClr val="FFFFFF"/>
              </a:solidFill>
              <a:ln w="375" cap="flat">
                <a:noFill/>
                <a:prstDash val="solid"/>
                <a:miter/>
              </a:ln>
            </p:spPr>
            <p:txBody>
              <a:bodyPr rtlCol="0" anchor="ctr"/>
              <a:lstStyle/>
              <a:p>
                <a:endParaRPr lang="en-US" sz="1610"/>
              </a:p>
            </p:txBody>
          </p:sp>
          <p:sp>
            <p:nvSpPr>
              <p:cNvPr id="44" name="Freihandform: Form 43">
                <a:extLst>
                  <a:ext uri="{FF2B5EF4-FFF2-40B4-BE49-F238E27FC236}">
                    <a16:creationId xmlns:a16="http://schemas.microsoft.com/office/drawing/2014/main" id="{87E31CAB-153B-4B6D-BA96-076B228BE9B2}"/>
                  </a:ext>
                </a:extLst>
              </p:cNvPr>
              <p:cNvSpPr/>
              <p:nvPr/>
            </p:nvSpPr>
            <p:spPr bwMode="invGray">
              <a:xfrm>
                <a:off x="4900825" y="3147714"/>
                <a:ext cx="324458" cy="408891"/>
              </a:xfrm>
              <a:custGeom>
                <a:avLst/>
                <a:gdLst>
                  <a:gd name="connsiteX0" fmla="*/ 212783 w 324458"/>
                  <a:gd name="connsiteY0" fmla="*/ 129597 h 408891"/>
                  <a:gd name="connsiteX1" fmla="*/ 202731 w 324458"/>
                  <a:gd name="connsiteY1" fmla="*/ 155034 h 408891"/>
                  <a:gd name="connsiteX2" fmla="*/ 172925 w 324458"/>
                  <a:gd name="connsiteY2" fmla="*/ 164951 h 408891"/>
                  <a:gd name="connsiteX3" fmla="*/ 109426 w 324458"/>
                  <a:gd name="connsiteY3" fmla="*/ 164951 h 408891"/>
                  <a:gd name="connsiteX4" fmla="*/ 109426 w 324458"/>
                  <a:gd name="connsiteY4" fmla="*/ 94796 h 408891"/>
                  <a:gd name="connsiteX5" fmla="*/ 172925 w 324458"/>
                  <a:gd name="connsiteY5" fmla="*/ 94796 h 408891"/>
                  <a:gd name="connsiteX6" fmla="*/ 202817 w 324458"/>
                  <a:gd name="connsiteY6" fmla="*/ 104498 h 408891"/>
                  <a:gd name="connsiteX7" fmla="*/ 212783 w 324458"/>
                  <a:gd name="connsiteY7" fmla="*/ 129597 h 408891"/>
                  <a:gd name="connsiteX8" fmla="*/ 284286 w 324458"/>
                  <a:gd name="connsiteY8" fmla="*/ 36469 h 408891"/>
                  <a:gd name="connsiteX9" fmla="*/ 236267 w 324458"/>
                  <a:gd name="connsiteY9" fmla="*/ 9526 h 408891"/>
                  <a:gd name="connsiteX10" fmla="*/ 172929 w 324458"/>
                  <a:gd name="connsiteY10" fmla="*/ 0 h 408891"/>
                  <a:gd name="connsiteX11" fmla="*/ 0 w 324458"/>
                  <a:gd name="connsiteY11" fmla="*/ 0 h 408891"/>
                  <a:gd name="connsiteX12" fmla="*/ 0 w 324458"/>
                  <a:gd name="connsiteY12" fmla="*/ 408891 h 408891"/>
                  <a:gd name="connsiteX13" fmla="*/ 109430 w 324458"/>
                  <a:gd name="connsiteY13" fmla="*/ 408891 h 408891"/>
                  <a:gd name="connsiteX14" fmla="*/ 109430 w 324458"/>
                  <a:gd name="connsiteY14" fmla="*/ 259732 h 408891"/>
                  <a:gd name="connsiteX15" fmla="*/ 172929 w 324458"/>
                  <a:gd name="connsiteY15" fmla="*/ 259732 h 408891"/>
                  <a:gd name="connsiteX16" fmla="*/ 236267 w 324458"/>
                  <a:gd name="connsiteY16" fmla="*/ 250206 h 408891"/>
                  <a:gd name="connsiteX17" fmla="*/ 284286 w 324458"/>
                  <a:gd name="connsiteY17" fmla="*/ 223270 h 408891"/>
                  <a:gd name="connsiteX18" fmla="*/ 314415 w 324458"/>
                  <a:gd name="connsiteY18" fmla="*/ 181448 h 408891"/>
                  <a:gd name="connsiteX19" fmla="*/ 324459 w 324458"/>
                  <a:gd name="connsiteY19" fmla="*/ 129601 h 408891"/>
                  <a:gd name="connsiteX20" fmla="*/ 314400 w 324458"/>
                  <a:gd name="connsiteY20" fmla="*/ 77983 h 408891"/>
                  <a:gd name="connsiteX21" fmla="*/ 284286 w 324458"/>
                  <a:gd name="connsiteY21" fmla="*/ 36469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4458" h="408891">
                    <a:moveTo>
                      <a:pt x="212783" y="129597"/>
                    </a:moveTo>
                    <a:cubicBezTo>
                      <a:pt x="212783" y="140107"/>
                      <a:pt x="209496" y="148431"/>
                      <a:pt x="202731" y="155034"/>
                    </a:cubicBezTo>
                    <a:cubicBezTo>
                      <a:pt x="195921" y="161705"/>
                      <a:pt x="186158" y="164951"/>
                      <a:pt x="172925" y="164951"/>
                    </a:cubicBezTo>
                    <a:lnTo>
                      <a:pt x="109426" y="164951"/>
                    </a:lnTo>
                    <a:lnTo>
                      <a:pt x="109426" y="94796"/>
                    </a:lnTo>
                    <a:lnTo>
                      <a:pt x="172925" y="94796"/>
                    </a:lnTo>
                    <a:cubicBezTo>
                      <a:pt x="186023" y="94796"/>
                      <a:pt x="196086" y="98064"/>
                      <a:pt x="202817" y="104498"/>
                    </a:cubicBezTo>
                    <a:cubicBezTo>
                      <a:pt x="209530" y="110918"/>
                      <a:pt x="212783" y="119117"/>
                      <a:pt x="212783" y="129597"/>
                    </a:cubicBezTo>
                    <a:moveTo>
                      <a:pt x="284286" y="36469"/>
                    </a:moveTo>
                    <a:cubicBezTo>
                      <a:pt x="271203" y="24994"/>
                      <a:pt x="255036" y="15934"/>
                      <a:pt x="236267" y="9526"/>
                    </a:cubicBezTo>
                    <a:cubicBezTo>
                      <a:pt x="217673" y="3200"/>
                      <a:pt x="196368" y="0"/>
                      <a:pt x="172929" y="0"/>
                    </a:cubicBezTo>
                    <a:lnTo>
                      <a:pt x="0" y="0"/>
                    </a:lnTo>
                    <a:lnTo>
                      <a:pt x="0" y="408891"/>
                    </a:lnTo>
                    <a:lnTo>
                      <a:pt x="109430" y="408891"/>
                    </a:lnTo>
                    <a:lnTo>
                      <a:pt x="109430" y="259732"/>
                    </a:lnTo>
                    <a:lnTo>
                      <a:pt x="172929" y="259732"/>
                    </a:lnTo>
                    <a:cubicBezTo>
                      <a:pt x="196394" y="259732"/>
                      <a:pt x="217715" y="256531"/>
                      <a:pt x="236267" y="250206"/>
                    </a:cubicBezTo>
                    <a:cubicBezTo>
                      <a:pt x="255021" y="243839"/>
                      <a:pt x="271169" y="234760"/>
                      <a:pt x="284286" y="223270"/>
                    </a:cubicBezTo>
                    <a:cubicBezTo>
                      <a:pt x="297546" y="211637"/>
                      <a:pt x="307684" y="197562"/>
                      <a:pt x="314415" y="181448"/>
                    </a:cubicBezTo>
                    <a:cubicBezTo>
                      <a:pt x="321086" y="165511"/>
                      <a:pt x="324459" y="148067"/>
                      <a:pt x="324459" y="129601"/>
                    </a:cubicBezTo>
                    <a:cubicBezTo>
                      <a:pt x="324459" y="111109"/>
                      <a:pt x="321071" y="93740"/>
                      <a:pt x="314400" y="77983"/>
                    </a:cubicBezTo>
                    <a:cubicBezTo>
                      <a:pt x="307665" y="62060"/>
                      <a:pt x="297527" y="48087"/>
                      <a:pt x="284286" y="36469"/>
                    </a:cubicBezTo>
                  </a:path>
                </a:pathLst>
              </a:custGeom>
              <a:solidFill>
                <a:srgbClr val="FFFFFF"/>
              </a:solidFill>
              <a:ln w="375" cap="flat">
                <a:noFill/>
                <a:prstDash val="solid"/>
                <a:miter/>
              </a:ln>
            </p:spPr>
            <p:txBody>
              <a:bodyPr rtlCol="0" anchor="ctr"/>
              <a:lstStyle/>
              <a:p>
                <a:endParaRPr lang="en-US" sz="1610"/>
              </a:p>
            </p:txBody>
          </p:sp>
        </p:grpSp>
        <p:sp>
          <p:nvSpPr>
            <p:cNvPr id="35" name="Freihandform: Form 34">
              <a:extLst>
                <a:ext uri="{FF2B5EF4-FFF2-40B4-BE49-F238E27FC236}">
                  <a16:creationId xmlns:a16="http://schemas.microsoft.com/office/drawing/2014/main" id="{857AB202-09EE-4D92-B38C-53CD0A17DB39}"/>
                </a:ext>
              </a:extLst>
            </p:cNvPr>
            <p:cNvSpPr/>
            <p:nvPr/>
          </p:nvSpPr>
          <p:spPr bwMode="invGray">
            <a:xfrm>
              <a:off x="6977972" y="3611356"/>
              <a:ext cx="314433" cy="109445"/>
            </a:xfrm>
            <a:custGeom>
              <a:avLst/>
              <a:gdLst>
                <a:gd name="connsiteX0" fmla="*/ 0 w 314433"/>
                <a:gd name="connsiteY0" fmla="*/ 0 h 109445"/>
                <a:gd name="connsiteX1" fmla="*/ 314434 w 314433"/>
                <a:gd name="connsiteY1" fmla="*/ 0 h 109445"/>
                <a:gd name="connsiteX2" fmla="*/ 314434 w 314433"/>
                <a:gd name="connsiteY2" fmla="*/ 109445 h 109445"/>
                <a:gd name="connsiteX3" fmla="*/ 0 w 314433"/>
                <a:gd name="connsiteY3" fmla="*/ 109445 h 109445"/>
              </a:gdLst>
              <a:ahLst/>
              <a:cxnLst>
                <a:cxn ang="0">
                  <a:pos x="connsiteX0" y="connsiteY0"/>
                </a:cxn>
                <a:cxn ang="0">
                  <a:pos x="connsiteX1" y="connsiteY1"/>
                </a:cxn>
                <a:cxn ang="0">
                  <a:pos x="connsiteX2" y="connsiteY2"/>
                </a:cxn>
                <a:cxn ang="0">
                  <a:pos x="connsiteX3" y="connsiteY3"/>
                </a:cxn>
              </a:cxnLst>
              <a:rect l="l" t="t" r="r" b="b"/>
              <a:pathLst>
                <a:path w="314433" h="109445">
                  <a:moveTo>
                    <a:pt x="0" y="0"/>
                  </a:moveTo>
                  <a:lnTo>
                    <a:pt x="314434" y="0"/>
                  </a:lnTo>
                  <a:lnTo>
                    <a:pt x="314434" y="109445"/>
                  </a:lnTo>
                  <a:lnTo>
                    <a:pt x="0" y="109445"/>
                  </a:lnTo>
                  <a:close/>
                </a:path>
              </a:pathLst>
            </a:custGeom>
            <a:solidFill>
              <a:schemeClr val="bg2"/>
            </a:solidFill>
            <a:ln w="375" cap="flat">
              <a:noFill/>
              <a:prstDash val="solid"/>
              <a:miter/>
            </a:ln>
          </p:spPr>
          <p:txBody>
            <a:bodyPr rtlCol="0" anchor="ctr"/>
            <a:lstStyle/>
            <a:p>
              <a:endParaRPr lang="en-US" sz="1610"/>
            </a:p>
          </p:txBody>
        </p:sp>
      </p:grpSp>
      <p:sp>
        <p:nvSpPr>
          <p:cNvPr id="45" name="Textplatzhalter 8">
            <a:extLst>
              <a:ext uri="{FF2B5EF4-FFF2-40B4-BE49-F238E27FC236}">
                <a16:creationId xmlns:a16="http://schemas.microsoft.com/office/drawing/2014/main" id="{7048F146-31C6-4C40-9CD2-081E8E97B508}"/>
              </a:ext>
            </a:extLst>
          </p:cNvPr>
          <p:cNvSpPr>
            <a:spLocks noGrp="1"/>
          </p:cNvSpPr>
          <p:nvPr>
            <p:ph type="body" sz="quarter" idx="12" hasCustomPrompt="1"/>
          </p:nvPr>
        </p:nvSpPr>
        <p:spPr bwMode="black">
          <a:xfrm>
            <a:off x="3431090" y="3453493"/>
            <a:ext cx="2519344" cy="1030400"/>
          </a:xfrm>
        </p:spPr>
        <p:txBody>
          <a:bodyPr anchor="b"/>
          <a:lstStyle>
            <a:lvl1pPr algn="ctr">
              <a:lnSpc>
                <a:spcPct val="100000"/>
              </a:lnSpc>
              <a:spcBef>
                <a:spcPts val="0"/>
              </a:spcBef>
              <a:defRPr b="1" cap="all" spc="27" baseline="0">
                <a:solidFill>
                  <a:schemeClr val="bg1"/>
                </a:solidFill>
                <a:latin typeface="+mn-lt"/>
              </a:defRPr>
            </a:lvl1pPr>
            <a:lvl2pPr marL="0" indent="0" algn="ctr">
              <a:spcBef>
                <a:spcPts val="268"/>
              </a:spcBef>
              <a:buNone/>
              <a:defRPr>
                <a:solidFill>
                  <a:schemeClr val="bg2"/>
                </a:solidFill>
              </a:defRPr>
            </a:lvl2pPr>
            <a:lvl3pPr marL="0" indent="0" algn="ctr">
              <a:spcBef>
                <a:spcPts val="268"/>
              </a:spcBef>
              <a:buNone/>
              <a:defRPr>
                <a:solidFill>
                  <a:schemeClr val="bg1"/>
                </a:solidFill>
              </a:defRPr>
            </a:lvl3pPr>
            <a:lvl4pPr marL="0" indent="0" algn="ctr">
              <a:spcBef>
                <a:spcPts val="268"/>
              </a:spcBef>
              <a:buNone/>
              <a:defRPr>
                <a:solidFill>
                  <a:schemeClr val="bg1"/>
                </a:solidFill>
              </a:defRPr>
            </a:lvl4pPr>
            <a:lvl5pPr marL="0" indent="0" algn="ctr">
              <a:spcBef>
                <a:spcPts val="268"/>
              </a:spcBef>
              <a:buNone/>
              <a:defRPr>
                <a:solidFill>
                  <a:schemeClr val="bg1"/>
                </a:solidFill>
              </a:defRPr>
            </a:lvl5pPr>
            <a:lvl6pPr marL="0" indent="0" algn="ctr">
              <a:spcBef>
                <a:spcPts val="268"/>
              </a:spcBef>
              <a:buNone/>
              <a:defRPr>
                <a:solidFill>
                  <a:schemeClr val="bg1"/>
                </a:solidFill>
              </a:defRPr>
            </a:lvl6pPr>
            <a:lvl7pPr marL="0" indent="0" algn="ctr">
              <a:spcBef>
                <a:spcPts val="268"/>
              </a:spcBef>
              <a:buNone/>
              <a:defRPr>
                <a:solidFill>
                  <a:schemeClr val="bg1"/>
                </a:solidFill>
              </a:defRPr>
            </a:lvl7pPr>
            <a:lvl8pPr marL="0" indent="0" algn="ctr">
              <a:spcBef>
                <a:spcPts val="268"/>
              </a:spcBef>
              <a:buNone/>
              <a:defRPr>
                <a:solidFill>
                  <a:schemeClr val="bg1"/>
                </a:solidFill>
              </a:defRPr>
            </a:lvl8pPr>
            <a:lvl9pPr marL="0" indent="0" algn="ctr">
              <a:spcBef>
                <a:spcPts val="268"/>
              </a:spcBef>
              <a:buNone/>
              <a:defRPr>
                <a:solidFill>
                  <a:schemeClr val="bg1"/>
                </a:solidFill>
              </a:defRPr>
            </a:lvl9pPr>
          </a:lstStyle>
          <a:p>
            <a:pPr lvl="0"/>
            <a:r>
              <a:rPr lang="en-US"/>
              <a:t>Name, Surname</a:t>
            </a:r>
          </a:p>
          <a:p>
            <a:pPr lvl="1"/>
            <a:r>
              <a:rPr lang="en-US"/>
              <a:t>Job Title</a:t>
            </a:r>
          </a:p>
        </p:txBody>
      </p:sp>
      <p:sp>
        <p:nvSpPr>
          <p:cNvPr id="46" name="Textplatzhalter 8">
            <a:extLst>
              <a:ext uri="{FF2B5EF4-FFF2-40B4-BE49-F238E27FC236}">
                <a16:creationId xmlns:a16="http://schemas.microsoft.com/office/drawing/2014/main" id="{703277B6-8F80-4D8B-8F4B-8050CF8E3F6B}"/>
              </a:ext>
            </a:extLst>
          </p:cNvPr>
          <p:cNvSpPr>
            <a:spLocks noGrp="1"/>
          </p:cNvSpPr>
          <p:nvPr>
            <p:ph type="body" sz="quarter" idx="13" hasCustomPrompt="1"/>
          </p:nvPr>
        </p:nvSpPr>
        <p:spPr bwMode="black">
          <a:xfrm>
            <a:off x="3431090" y="4548415"/>
            <a:ext cx="2519344" cy="1030400"/>
          </a:xfrm>
        </p:spPr>
        <p:txBody>
          <a:bodyPr/>
          <a:lstStyle>
            <a:lvl1pPr marL="0" indent="0" algn="ctr">
              <a:spcBef>
                <a:spcPts val="268"/>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sp>
        <p:nvSpPr>
          <p:cNvPr id="47" name="Textplatzhalter 8">
            <a:extLst>
              <a:ext uri="{FF2B5EF4-FFF2-40B4-BE49-F238E27FC236}">
                <a16:creationId xmlns:a16="http://schemas.microsoft.com/office/drawing/2014/main" id="{54AB44A6-B61F-4B99-9715-C185EB0F59AA}"/>
              </a:ext>
            </a:extLst>
          </p:cNvPr>
          <p:cNvSpPr>
            <a:spLocks noGrp="1"/>
          </p:cNvSpPr>
          <p:nvPr>
            <p:ph type="body" sz="quarter" idx="14" hasCustomPrompt="1"/>
          </p:nvPr>
        </p:nvSpPr>
        <p:spPr bwMode="black">
          <a:xfrm>
            <a:off x="6238671" y="3453493"/>
            <a:ext cx="2519344" cy="1030400"/>
          </a:xfrm>
        </p:spPr>
        <p:txBody>
          <a:bodyPr anchor="b"/>
          <a:lstStyle>
            <a:lvl1pPr algn="ctr">
              <a:lnSpc>
                <a:spcPct val="100000"/>
              </a:lnSpc>
              <a:spcBef>
                <a:spcPts val="0"/>
              </a:spcBef>
              <a:defRPr b="1" cap="all" spc="27" baseline="0">
                <a:solidFill>
                  <a:schemeClr val="bg1"/>
                </a:solidFill>
                <a:latin typeface="+mn-lt"/>
              </a:defRPr>
            </a:lvl1pPr>
            <a:lvl2pPr marL="0" indent="0" algn="ctr">
              <a:spcBef>
                <a:spcPts val="268"/>
              </a:spcBef>
              <a:buNone/>
              <a:defRPr>
                <a:solidFill>
                  <a:schemeClr val="bg2"/>
                </a:solidFill>
              </a:defRPr>
            </a:lvl2pPr>
            <a:lvl3pPr marL="0" indent="0" algn="ctr">
              <a:spcBef>
                <a:spcPts val="268"/>
              </a:spcBef>
              <a:buNone/>
              <a:defRPr>
                <a:solidFill>
                  <a:schemeClr val="bg1"/>
                </a:solidFill>
              </a:defRPr>
            </a:lvl3pPr>
            <a:lvl4pPr marL="0" indent="0" algn="ctr">
              <a:spcBef>
                <a:spcPts val="268"/>
              </a:spcBef>
              <a:buNone/>
              <a:defRPr>
                <a:solidFill>
                  <a:schemeClr val="bg1"/>
                </a:solidFill>
              </a:defRPr>
            </a:lvl4pPr>
            <a:lvl5pPr marL="0" indent="0" algn="ctr">
              <a:spcBef>
                <a:spcPts val="268"/>
              </a:spcBef>
              <a:buNone/>
              <a:defRPr>
                <a:solidFill>
                  <a:schemeClr val="bg1"/>
                </a:solidFill>
              </a:defRPr>
            </a:lvl5pPr>
            <a:lvl6pPr marL="0" indent="0" algn="ctr">
              <a:spcBef>
                <a:spcPts val="268"/>
              </a:spcBef>
              <a:buNone/>
              <a:defRPr>
                <a:solidFill>
                  <a:schemeClr val="bg1"/>
                </a:solidFill>
              </a:defRPr>
            </a:lvl6pPr>
            <a:lvl7pPr marL="0" indent="0" algn="ctr">
              <a:spcBef>
                <a:spcPts val="268"/>
              </a:spcBef>
              <a:buNone/>
              <a:defRPr>
                <a:solidFill>
                  <a:schemeClr val="bg1"/>
                </a:solidFill>
              </a:defRPr>
            </a:lvl7pPr>
            <a:lvl8pPr marL="0" indent="0" algn="ctr">
              <a:spcBef>
                <a:spcPts val="268"/>
              </a:spcBef>
              <a:buNone/>
              <a:defRPr>
                <a:solidFill>
                  <a:schemeClr val="bg1"/>
                </a:solidFill>
              </a:defRPr>
            </a:lvl8pPr>
            <a:lvl9pPr marL="0" indent="0" algn="ctr">
              <a:spcBef>
                <a:spcPts val="268"/>
              </a:spcBef>
              <a:buNone/>
              <a:defRPr>
                <a:solidFill>
                  <a:schemeClr val="bg1"/>
                </a:solidFill>
              </a:defRPr>
            </a:lvl9pPr>
          </a:lstStyle>
          <a:p>
            <a:pPr lvl="0"/>
            <a:r>
              <a:rPr lang="en-US"/>
              <a:t>Name, Surname</a:t>
            </a:r>
          </a:p>
          <a:p>
            <a:pPr lvl="1"/>
            <a:r>
              <a:rPr lang="en-US"/>
              <a:t>Job Title</a:t>
            </a:r>
          </a:p>
        </p:txBody>
      </p:sp>
      <p:sp>
        <p:nvSpPr>
          <p:cNvPr id="48" name="Textplatzhalter 8">
            <a:extLst>
              <a:ext uri="{FF2B5EF4-FFF2-40B4-BE49-F238E27FC236}">
                <a16:creationId xmlns:a16="http://schemas.microsoft.com/office/drawing/2014/main" id="{5FFBC0EB-C3F4-4BBB-AFAA-DF8F27DE6F74}"/>
              </a:ext>
            </a:extLst>
          </p:cNvPr>
          <p:cNvSpPr>
            <a:spLocks noGrp="1"/>
          </p:cNvSpPr>
          <p:nvPr>
            <p:ph type="body" sz="quarter" idx="15" hasCustomPrompt="1"/>
          </p:nvPr>
        </p:nvSpPr>
        <p:spPr bwMode="black">
          <a:xfrm>
            <a:off x="6238671" y="4548415"/>
            <a:ext cx="2519344" cy="1030400"/>
          </a:xfrm>
        </p:spPr>
        <p:txBody>
          <a:bodyPr/>
          <a:lstStyle>
            <a:lvl1pPr marL="0" indent="0" algn="ctr">
              <a:spcBef>
                <a:spcPts val="268"/>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sp>
        <p:nvSpPr>
          <p:cNvPr id="49" name="Textplatzhalter 8">
            <a:extLst>
              <a:ext uri="{FF2B5EF4-FFF2-40B4-BE49-F238E27FC236}">
                <a16:creationId xmlns:a16="http://schemas.microsoft.com/office/drawing/2014/main" id="{96811929-4004-4013-A01C-E6C4502FE51B}"/>
              </a:ext>
            </a:extLst>
          </p:cNvPr>
          <p:cNvSpPr>
            <a:spLocks noGrp="1"/>
          </p:cNvSpPr>
          <p:nvPr>
            <p:ph type="body" sz="quarter" idx="16" hasCustomPrompt="1"/>
          </p:nvPr>
        </p:nvSpPr>
        <p:spPr bwMode="black">
          <a:xfrm>
            <a:off x="9046251" y="3453493"/>
            <a:ext cx="2519344" cy="1030400"/>
          </a:xfrm>
        </p:spPr>
        <p:txBody>
          <a:bodyPr anchor="b"/>
          <a:lstStyle>
            <a:lvl1pPr algn="ctr">
              <a:lnSpc>
                <a:spcPct val="100000"/>
              </a:lnSpc>
              <a:spcBef>
                <a:spcPts val="0"/>
              </a:spcBef>
              <a:defRPr b="1" cap="all" spc="27" baseline="0">
                <a:solidFill>
                  <a:schemeClr val="bg1"/>
                </a:solidFill>
                <a:latin typeface="+mn-lt"/>
              </a:defRPr>
            </a:lvl1pPr>
            <a:lvl2pPr marL="0" indent="0" algn="ctr">
              <a:spcBef>
                <a:spcPts val="268"/>
              </a:spcBef>
              <a:buNone/>
              <a:defRPr>
                <a:solidFill>
                  <a:schemeClr val="bg2"/>
                </a:solidFill>
              </a:defRPr>
            </a:lvl2pPr>
            <a:lvl3pPr marL="0" indent="0" algn="ctr">
              <a:spcBef>
                <a:spcPts val="268"/>
              </a:spcBef>
              <a:buNone/>
              <a:defRPr>
                <a:solidFill>
                  <a:schemeClr val="bg1"/>
                </a:solidFill>
              </a:defRPr>
            </a:lvl3pPr>
            <a:lvl4pPr marL="0" indent="0" algn="ctr">
              <a:spcBef>
                <a:spcPts val="268"/>
              </a:spcBef>
              <a:buNone/>
              <a:defRPr>
                <a:solidFill>
                  <a:schemeClr val="bg1"/>
                </a:solidFill>
              </a:defRPr>
            </a:lvl4pPr>
            <a:lvl5pPr marL="0" indent="0" algn="ctr">
              <a:spcBef>
                <a:spcPts val="268"/>
              </a:spcBef>
              <a:buNone/>
              <a:defRPr>
                <a:solidFill>
                  <a:schemeClr val="bg1"/>
                </a:solidFill>
              </a:defRPr>
            </a:lvl5pPr>
            <a:lvl6pPr marL="0" indent="0" algn="ctr">
              <a:spcBef>
                <a:spcPts val="268"/>
              </a:spcBef>
              <a:buNone/>
              <a:defRPr>
                <a:solidFill>
                  <a:schemeClr val="bg1"/>
                </a:solidFill>
              </a:defRPr>
            </a:lvl6pPr>
            <a:lvl7pPr marL="0" indent="0" algn="ctr">
              <a:spcBef>
                <a:spcPts val="268"/>
              </a:spcBef>
              <a:buNone/>
              <a:defRPr>
                <a:solidFill>
                  <a:schemeClr val="bg1"/>
                </a:solidFill>
              </a:defRPr>
            </a:lvl7pPr>
            <a:lvl8pPr marL="0" indent="0" algn="ctr">
              <a:spcBef>
                <a:spcPts val="268"/>
              </a:spcBef>
              <a:buNone/>
              <a:defRPr>
                <a:solidFill>
                  <a:schemeClr val="bg1"/>
                </a:solidFill>
              </a:defRPr>
            </a:lvl8pPr>
            <a:lvl9pPr marL="0" indent="0" algn="ctr">
              <a:spcBef>
                <a:spcPts val="268"/>
              </a:spcBef>
              <a:buNone/>
              <a:defRPr>
                <a:solidFill>
                  <a:schemeClr val="bg1"/>
                </a:solidFill>
              </a:defRPr>
            </a:lvl9pPr>
          </a:lstStyle>
          <a:p>
            <a:pPr lvl="0"/>
            <a:r>
              <a:rPr lang="en-US"/>
              <a:t>Name, Surname</a:t>
            </a:r>
          </a:p>
          <a:p>
            <a:pPr lvl="1"/>
            <a:r>
              <a:rPr lang="en-US"/>
              <a:t>Job Title</a:t>
            </a:r>
          </a:p>
        </p:txBody>
      </p:sp>
      <p:sp>
        <p:nvSpPr>
          <p:cNvPr id="50" name="Textplatzhalter 8">
            <a:extLst>
              <a:ext uri="{FF2B5EF4-FFF2-40B4-BE49-F238E27FC236}">
                <a16:creationId xmlns:a16="http://schemas.microsoft.com/office/drawing/2014/main" id="{8C52A45D-A4A4-427B-A37B-39BBD54F07ED}"/>
              </a:ext>
            </a:extLst>
          </p:cNvPr>
          <p:cNvSpPr>
            <a:spLocks noGrp="1"/>
          </p:cNvSpPr>
          <p:nvPr>
            <p:ph type="body" sz="quarter" idx="17" hasCustomPrompt="1"/>
          </p:nvPr>
        </p:nvSpPr>
        <p:spPr bwMode="black">
          <a:xfrm>
            <a:off x="9046251" y="4548415"/>
            <a:ext cx="2519344" cy="1030400"/>
          </a:xfrm>
        </p:spPr>
        <p:txBody>
          <a:bodyPr/>
          <a:lstStyle>
            <a:lvl1pPr marL="0" indent="0" algn="ctr">
              <a:spcBef>
                <a:spcPts val="268"/>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spTree>
    <p:extLst>
      <p:ext uri="{BB962C8B-B14F-4D97-AF65-F5344CB8AC3E}">
        <p14:creationId xmlns:p14="http://schemas.microsoft.com/office/powerpoint/2010/main" val="382030507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pyright | black">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E6C108C6-7FF3-4791-838E-D6A33A4BFF6E}"/>
              </a:ext>
            </a:extLst>
          </p:cNvPr>
          <p:cNvSpPr/>
          <p:nvPr userDrawn="1"/>
        </p:nvSpPr>
        <p:spPr>
          <a:xfrm>
            <a:off x="623726" y="3324679"/>
            <a:ext cx="10941375" cy="12881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rtl="0" eaLnBrk="1" fontAlgn="auto" hangingPunct="1">
              <a:lnSpc>
                <a:spcPct val="110000"/>
              </a:lnSpc>
              <a:spcBef>
                <a:spcPts val="0"/>
              </a:spcBef>
              <a:spcAft>
                <a:spcPts val="0"/>
              </a:spcAft>
            </a:pPr>
            <a:r>
              <a:rPr lang="en-GB" sz="805" b="1" i="0" u="none" baseline="0" noProof="0">
                <a:solidFill>
                  <a:srgbClr val="FFFFFF"/>
                </a:solidFill>
                <a:latin typeface="Arial" panose="020B0604020202020204" pitchFamily="34" charset="0"/>
              </a:rPr>
              <a:t>Copyright</a:t>
            </a:r>
          </a:p>
          <a:p>
            <a:pPr algn="l" rtl="0" eaLnBrk="1" fontAlgn="auto" hangingPunct="1">
              <a:lnSpc>
                <a:spcPct val="110000"/>
              </a:lnSpc>
              <a:spcBef>
                <a:spcPts val="0"/>
              </a:spcBef>
              <a:spcAft>
                <a:spcPts val="0"/>
              </a:spcAft>
            </a:pPr>
            <a:r>
              <a:rPr lang="en-GB" sz="805" b="0" i="0" u="none" baseline="0" noProof="0">
                <a:solidFill>
                  <a:srgbClr val="FFFFFF"/>
                </a:solidFill>
                <a:latin typeface="Arial" panose="020B0604020202020204" pitchFamily="34" charset="0"/>
              </a:rPr>
              <a:t>All pictures, images and other illustrations as well as all thoughts, ideas, concepts and advertising materials listed in this document are protected by applicable copyright regulations, e.g. the Act on Copyright and Related Rights („Copyright Act“). Owner of the intellectual property is SPORTFI</a:t>
            </a:r>
            <a:r>
              <a:rPr lang="en-GB" sz="805" b="0" i="0" u="sng" baseline="0" noProof="0">
                <a:solidFill>
                  <a:srgbClr val="FFFFFF"/>
                </a:solidFill>
                <a:latin typeface="Arial" panose="020B0604020202020204" pitchFamily="34" charset="0"/>
              </a:rPr>
              <a:t>V</a:t>
            </a:r>
            <a:r>
              <a:rPr lang="en-GB" sz="805" b="0" i="0" u="none" baseline="0" noProof="0">
                <a:solidFill>
                  <a:srgbClr val="FFFFFF"/>
                </a:solidFill>
                <a:latin typeface="Arial" panose="020B0604020202020204" pitchFamily="34" charset="0"/>
              </a:rPr>
              <a:t>E Germany GmbH respectively the Club represented by SPORTFI</a:t>
            </a:r>
            <a:r>
              <a:rPr lang="en-GB" sz="805" b="0" i="0" u="sng" baseline="0" noProof="0">
                <a:solidFill>
                  <a:srgbClr val="FFFFFF"/>
                </a:solidFill>
                <a:latin typeface="Arial" panose="020B0604020202020204" pitchFamily="34" charset="0"/>
              </a:rPr>
              <a:t>V</a:t>
            </a:r>
            <a:r>
              <a:rPr lang="en-GB" sz="805" b="0" i="0" u="none" baseline="0" noProof="0">
                <a:solidFill>
                  <a:srgbClr val="FFFFFF"/>
                </a:solidFill>
                <a:latin typeface="Arial" panose="020B0604020202020204" pitchFamily="34" charset="0"/>
              </a:rPr>
              <a:t>E Germany GmbH („Rights-Holder“) save as expressly otherwise marked in the document. Any use of the aforementioned protected works, e.g. any adaptations and transformations, the partial or fully reproduction, distribution as well as any transfer to third parties or any other respective use protected under the Copyright Act is strictly forbidden without prior written approval by the respective Rights-holder.</a:t>
            </a:r>
          </a:p>
          <a:p>
            <a:pPr algn="l" rtl="0" eaLnBrk="1" fontAlgn="auto" hangingPunct="1">
              <a:lnSpc>
                <a:spcPct val="110000"/>
              </a:lnSpc>
              <a:spcBef>
                <a:spcPts val="0"/>
              </a:spcBef>
              <a:spcAft>
                <a:spcPts val="0"/>
              </a:spcAft>
            </a:pPr>
            <a:r>
              <a:rPr lang="en-GB" sz="805" b="0" i="0" u="none" baseline="0" noProof="0">
                <a:solidFill>
                  <a:srgbClr val="FFFFFF"/>
                </a:solidFill>
                <a:latin typeface="Arial" panose="020B0604020202020204" pitchFamily="34" charset="0"/>
              </a:rPr>
              <a:t>By receiving the document, the recipient confirms that it will maintain absolute confidentiality and non-disclosure about the ideas and proposals contained herein. Any Violation of the Copyright Act (e.g. unauthorized use of contents of the draft) can constitute a criminal offence according to § 106 ff. Copyright Act (</a:t>
            </a:r>
            <a:r>
              <a:rPr lang="en-GB" sz="805" b="0" i="0" u="none" baseline="0" noProof="0" err="1">
                <a:solidFill>
                  <a:srgbClr val="FFFFFF"/>
                </a:solidFill>
                <a:latin typeface="Arial" panose="020B0604020202020204" pitchFamily="34" charset="0"/>
              </a:rPr>
              <a:t>UrhG</a:t>
            </a:r>
            <a:r>
              <a:rPr lang="en-GB" sz="805" b="0" i="0" u="none" baseline="0" noProof="0">
                <a:solidFill>
                  <a:srgbClr val="FFFFFF"/>
                </a:solidFill>
                <a:latin typeface="Arial" panose="020B0604020202020204" pitchFamily="34" charset="0"/>
              </a:rPr>
              <a:t>). Additionally, the person conducting offence can be warned subject to a charge and also be condemned to financial damages and/or injunction. This is without prejudice to the Rights-Holders’ other statutory claims and rights.</a:t>
            </a:r>
          </a:p>
          <a:p>
            <a:pPr algn="l" rtl="0" eaLnBrk="1" fontAlgn="auto" hangingPunct="1">
              <a:lnSpc>
                <a:spcPct val="110000"/>
              </a:lnSpc>
              <a:spcBef>
                <a:spcPts val="0"/>
              </a:spcBef>
              <a:spcAft>
                <a:spcPts val="0"/>
              </a:spcAft>
            </a:pPr>
            <a:endParaRPr lang="en-GB" sz="805" b="0" i="0" u="none" baseline="0" noProof="0">
              <a:solidFill>
                <a:srgbClr val="FFFFFF"/>
              </a:solidFill>
              <a:latin typeface="Arial" panose="020B0604020202020204" pitchFamily="34" charset="0"/>
            </a:endParaRPr>
          </a:p>
          <a:p>
            <a:pPr algn="l" rtl="0" eaLnBrk="1" fontAlgn="auto" hangingPunct="1">
              <a:lnSpc>
                <a:spcPct val="110000"/>
              </a:lnSpc>
              <a:spcBef>
                <a:spcPts val="0"/>
              </a:spcBef>
              <a:spcAft>
                <a:spcPts val="0"/>
              </a:spcAft>
            </a:pPr>
            <a:r>
              <a:rPr lang="en-GB" sz="805" b="0" i="0" u="none" baseline="0" noProof="0">
                <a:solidFill>
                  <a:srgbClr val="FFFFFF"/>
                </a:solidFill>
                <a:latin typeface="Arial" panose="020B0604020202020204" pitchFamily="34" charset="0"/>
              </a:rPr>
              <a:t>The exclusive place of jurisdiction with regard to all disputes arising out of or in connection with a violation of the copyright laws shall be Hamburg, Germany.</a:t>
            </a:r>
          </a:p>
        </p:txBody>
      </p:sp>
      <p:grpSp>
        <p:nvGrpSpPr>
          <p:cNvPr id="7" name="Grafik 11">
            <a:extLst>
              <a:ext uri="{FF2B5EF4-FFF2-40B4-BE49-F238E27FC236}">
                <a16:creationId xmlns:a16="http://schemas.microsoft.com/office/drawing/2014/main" id="{296A2E6B-4063-4767-B030-F0DBA97BF774}"/>
              </a:ext>
            </a:extLst>
          </p:cNvPr>
          <p:cNvGrpSpPr/>
          <p:nvPr userDrawn="1"/>
        </p:nvGrpSpPr>
        <p:grpSpPr bwMode="gray">
          <a:xfrm>
            <a:off x="4512777" y="1726636"/>
            <a:ext cx="3165398" cy="518334"/>
            <a:chOff x="2963711" y="6039598"/>
            <a:chExt cx="1080005" cy="197670"/>
          </a:xfrm>
        </p:grpSpPr>
        <p:grpSp>
          <p:nvGrpSpPr>
            <p:cNvPr id="8" name="Grafik 11">
              <a:extLst>
                <a:ext uri="{FF2B5EF4-FFF2-40B4-BE49-F238E27FC236}">
                  <a16:creationId xmlns:a16="http://schemas.microsoft.com/office/drawing/2014/main" id="{23FADAC8-85CB-4E9F-B204-5E13E1BEAD3E}"/>
                </a:ext>
              </a:extLst>
            </p:cNvPr>
            <p:cNvGrpSpPr/>
            <p:nvPr/>
          </p:nvGrpSpPr>
          <p:grpSpPr bwMode="gray">
            <a:xfrm>
              <a:off x="2963711" y="6039598"/>
              <a:ext cx="1080005" cy="144003"/>
              <a:chOff x="2963711" y="6039598"/>
              <a:chExt cx="1080005" cy="144003"/>
            </a:xfrm>
            <a:solidFill>
              <a:srgbClr val="FFFFFF"/>
            </a:solidFill>
          </p:grpSpPr>
          <p:sp>
            <p:nvSpPr>
              <p:cNvPr id="10" name="Freihandform: Form 9">
                <a:extLst>
                  <a:ext uri="{FF2B5EF4-FFF2-40B4-BE49-F238E27FC236}">
                    <a16:creationId xmlns:a16="http://schemas.microsoft.com/office/drawing/2014/main" id="{211AABEF-0E24-433F-9242-F991A45A365D}"/>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sz="1610"/>
              </a:p>
            </p:txBody>
          </p:sp>
          <p:sp>
            <p:nvSpPr>
              <p:cNvPr id="11" name="Freihandform: Form 10">
                <a:extLst>
                  <a:ext uri="{FF2B5EF4-FFF2-40B4-BE49-F238E27FC236}">
                    <a16:creationId xmlns:a16="http://schemas.microsoft.com/office/drawing/2014/main" id="{5D64909A-A50E-4E86-853C-7A9BD4C03B57}"/>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sz="1610"/>
              </a:p>
            </p:txBody>
          </p:sp>
          <p:sp>
            <p:nvSpPr>
              <p:cNvPr id="12" name="Freihandform: Form 11">
                <a:extLst>
                  <a:ext uri="{FF2B5EF4-FFF2-40B4-BE49-F238E27FC236}">
                    <a16:creationId xmlns:a16="http://schemas.microsoft.com/office/drawing/2014/main" id="{2C523F0F-20E1-48C8-B295-C88AA2FD222F}"/>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sz="1610"/>
              </a:p>
            </p:txBody>
          </p:sp>
          <p:sp>
            <p:nvSpPr>
              <p:cNvPr id="13" name="Freihandform: Form 12">
                <a:extLst>
                  <a:ext uri="{FF2B5EF4-FFF2-40B4-BE49-F238E27FC236}">
                    <a16:creationId xmlns:a16="http://schemas.microsoft.com/office/drawing/2014/main" id="{555B000A-BC42-4A66-B52A-A993DEE145BF}"/>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sz="1610"/>
              </a:p>
            </p:txBody>
          </p:sp>
          <p:sp>
            <p:nvSpPr>
              <p:cNvPr id="14" name="Freihandform: Form 13">
                <a:extLst>
                  <a:ext uri="{FF2B5EF4-FFF2-40B4-BE49-F238E27FC236}">
                    <a16:creationId xmlns:a16="http://schemas.microsoft.com/office/drawing/2014/main" id="{4B13C366-6E6E-438F-84E9-21BFE314C8C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sz="1610"/>
              </a:p>
            </p:txBody>
          </p:sp>
          <p:sp>
            <p:nvSpPr>
              <p:cNvPr id="15" name="Freihandform: Form 14">
                <a:extLst>
                  <a:ext uri="{FF2B5EF4-FFF2-40B4-BE49-F238E27FC236}">
                    <a16:creationId xmlns:a16="http://schemas.microsoft.com/office/drawing/2014/main" id="{1F0066B7-9689-494E-901C-D07D31C58E34}"/>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sz="1610"/>
              </a:p>
            </p:txBody>
          </p:sp>
          <p:sp>
            <p:nvSpPr>
              <p:cNvPr id="16" name="Freihandform: Form 15">
                <a:extLst>
                  <a:ext uri="{FF2B5EF4-FFF2-40B4-BE49-F238E27FC236}">
                    <a16:creationId xmlns:a16="http://schemas.microsoft.com/office/drawing/2014/main" id="{5BC4D2B4-61A4-40AD-A089-15250D5CF9E6}"/>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sz="1610"/>
              </a:p>
            </p:txBody>
          </p:sp>
          <p:sp>
            <p:nvSpPr>
              <p:cNvPr id="17" name="Freihandform: Form 16">
                <a:extLst>
                  <a:ext uri="{FF2B5EF4-FFF2-40B4-BE49-F238E27FC236}">
                    <a16:creationId xmlns:a16="http://schemas.microsoft.com/office/drawing/2014/main" id="{93EFB255-A36E-468A-8536-2247BCE0ED5B}"/>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sz="1610"/>
              </a:p>
            </p:txBody>
          </p:sp>
          <p:sp>
            <p:nvSpPr>
              <p:cNvPr id="18" name="Freihandform: Form 17">
                <a:extLst>
                  <a:ext uri="{FF2B5EF4-FFF2-40B4-BE49-F238E27FC236}">
                    <a16:creationId xmlns:a16="http://schemas.microsoft.com/office/drawing/2014/main" id="{27180221-F109-4750-90A3-DAC9CD95FDF3}"/>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sz="1610"/>
              </a:p>
            </p:txBody>
          </p:sp>
        </p:grpSp>
        <p:sp>
          <p:nvSpPr>
            <p:cNvPr id="9" name="Freihandform: Form 8">
              <a:extLst>
                <a:ext uri="{FF2B5EF4-FFF2-40B4-BE49-F238E27FC236}">
                  <a16:creationId xmlns:a16="http://schemas.microsoft.com/office/drawing/2014/main" id="{06EA6E9E-C3C2-4A56-9C03-728F3987E58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sz="1610"/>
            </a:p>
          </p:txBody>
        </p:sp>
      </p:grpSp>
      <p:sp>
        <p:nvSpPr>
          <p:cNvPr id="19" name="Textplatzhalter 4">
            <a:extLst>
              <a:ext uri="{FF2B5EF4-FFF2-40B4-BE49-F238E27FC236}">
                <a16:creationId xmlns:a16="http://schemas.microsoft.com/office/drawing/2014/main" id="{69E7CD65-2E9A-4E22-A673-DE6C7440EB2C}"/>
              </a:ext>
            </a:extLst>
          </p:cNvPr>
          <p:cNvSpPr>
            <a:spLocks noGrp="1"/>
          </p:cNvSpPr>
          <p:nvPr>
            <p:ph type="body" sz="quarter" idx="10" hasCustomPrompt="1"/>
          </p:nvPr>
        </p:nvSpPr>
        <p:spPr>
          <a:xfrm>
            <a:off x="623725" y="5063672"/>
            <a:ext cx="11014381" cy="515434"/>
          </a:xfrm>
        </p:spPr>
        <p:txBody>
          <a:bodyPr/>
          <a:lstStyle>
            <a:lvl1pPr marL="0" indent="0">
              <a:buFont typeface="Arial" panose="020B0604020202020204" pitchFamily="34" charset="0"/>
              <a:buNone/>
              <a:defRPr sz="984" b="1">
                <a:solidFill>
                  <a:schemeClr val="bg1"/>
                </a:solidFill>
              </a:defRPr>
            </a:lvl1pPr>
            <a:lvl2pPr marL="0" indent="0">
              <a:buNone/>
              <a:defRPr sz="805">
                <a:solidFill>
                  <a:schemeClr val="bg1"/>
                </a:solidFill>
              </a:defRPr>
            </a:lvl2pPr>
            <a:lvl3pPr marL="0" indent="0">
              <a:buNone/>
              <a:defRPr sz="805">
                <a:solidFill>
                  <a:schemeClr val="bg1"/>
                </a:solidFill>
              </a:defRPr>
            </a:lvl3pPr>
            <a:lvl4pPr marL="0" indent="0">
              <a:buNone/>
              <a:defRPr sz="805">
                <a:solidFill>
                  <a:schemeClr val="bg1"/>
                </a:solidFill>
              </a:defRPr>
            </a:lvl4pPr>
            <a:lvl5pPr marL="0" indent="0">
              <a:buNone/>
              <a:defRPr sz="805">
                <a:solidFill>
                  <a:schemeClr val="bg1"/>
                </a:solidFill>
              </a:defRPr>
            </a:lvl5pPr>
            <a:lvl6pPr marL="0" indent="0">
              <a:buNone/>
              <a:defRPr sz="805">
                <a:solidFill>
                  <a:schemeClr val="bg1"/>
                </a:solidFill>
              </a:defRPr>
            </a:lvl6pPr>
            <a:lvl7pPr marL="0" indent="0">
              <a:buNone/>
              <a:defRPr sz="805">
                <a:solidFill>
                  <a:schemeClr val="bg1"/>
                </a:solidFill>
              </a:defRPr>
            </a:lvl7pPr>
            <a:lvl8pPr marL="0" indent="0">
              <a:buNone/>
              <a:defRPr sz="805">
                <a:solidFill>
                  <a:schemeClr val="bg1"/>
                </a:solidFill>
              </a:defRPr>
            </a:lvl8pPr>
            <a:lvl9pPr marL="0" indent="0">
              <a:buNone/>
              <a:defRPr sz="805">
                <a:solidFill>
                  <a:schemeClr val="bg1"/>
                </a:solidFill>
              </a:defRPr>
            </a:lvl9pPr>
          </a:lstStyle>
          <a:p>
            <a:pPr lvl="0"/>
            <a:r>
              <a:rPr lang="en-US"/>
              <a:t>Address</a:t>
            </a:r>
          </a:p>
        </p:txBody>
      </p:sp>
    </p:spTree>
    <p:extLst>
      <p:ext uri="{BB962C8B-B14F-4D97-AF65-F5344CB8AC3E}">
        <p14:creationId xmlns:p14="http://schemas.microsoft.com/office/powerpoint/2010/main" val="193219488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E6C108C6-7FF3-4791-838E-D6A33A4BFF6E}"/>
              </a:ext>
            </a:extLst>
          </p:cNvPr>
          <p:cNvSpPr/>
          <p:nvPr userDrawn="1"/>
        </p:nvSpPr>
        <p:spPr>
          <a:xfrm>
            <a:off x="623726" y="3324679"/>
            <a:ext cx="10941375" cy="12881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rtl="0" eaLnBrk="1" fontAlgn="auto" hangingPunct="1">
              <a:lnSpc>
                <a:spcPct val="110000"/>
              </a:lnSpc>
              <a:spcBef>
                <a:spcPts val="0"/>
              </a:spcBef>
              <a:spcAft>
                <a:spcPts val="0"/>
              </a:spcAft>
            </a:pPr>
            <a:r>
              <a:rPr lang="en-GB" sz="805" b="1" i="0" u="none" baseline="0" noProof="0">
                <a:solidFill>
                  <a:schemeClr val="tx1"/>
                </a:solidFill>
                <a:latin typeface="Arial" panose="020B0604020202020204" pitchFamily="34" charset="0"/>
              </a:rPr>
              <a:t>Copyright</a:t>
            </a:r>
          </a:p>
          <a:p>
            <a:pPr algn="l" rtl="0" eaLnBrk="1" fontAlgn="auto" hangingPunct="1">
              <a:lnSpc>
                <a:spcPct val="110000"/>
              </a:lnSpc>
              <a:spcBef>
                <a:spcPts val="0"/>
              </a:spcBef>
              <a:spcAft>
                <a:spcPts val="0"/>
              </a:spcAft>
            </a:pPr>
            <a:r>
              <a:rPr lang="en-GB" sz="805" b="0" i="0" u="none" baseline="0" noProof="0">
                <a:solidFill>
                  <a:schemeClr val="tx1"/>
                </a:solidFill>
                <a:latin typeface="Arial" panose="020B0604020202020204" pitchFamily="34" charset="0"/>
              </a:rPr>
              <a:t>All pictures, images and other illustrations as well as all thoughts, ideas, concepts and advertising materials listed in this document are protected by applicable copyright regulations, e.g. the Act on Copyright and Related Rights („Copyright Act“). Owner of the intellectual property is SPORTFI</a:t>
            </a:r>
            <a:r>
              <a:rPr lang="en-GB" sz="805" b="0" i="0" u="sng" baseline="0" noProof="0">
                <a:solidFill>
                  <a:schemeClr val="tx1"/>
                </a:solidFill>
                <a:latin typeface="Arial" panose="020B0604020202020204" pitchFamily="34" charset="0"/>
              </a:rPr>
              <a:t>V</a:t>
            </a:r>
            <a:r>
              <a:rPr lang="en-GB" sz="805" b="0" i="0" u="none" baseline="0" noProof="0">
                <a:solidFill>
                  <a:schemeClr val="tx1"/>
                </a:solidFill>
                <a:latin typeface="Arial" panose="020B0604020202020204" pitchFamily="34" charset="0"/>
              </a:rPr>
              <a:t>E Germany GmbH respectively the Club represented by SPORTFI</a:t>
            </a:r>
            <a:r>
              <a:rPr lang="en-GB" sz="805" b="0" i="0" u="sng" baseline="0" noProof="0">
                <a:solidFill>
                  <a:schemeClr val="tx1"/>
                </a:solidFill>
                <a:latin typeface="Arial" panose="020B0604020202020204" pitchFamily="34" charset="0"/>
              </a:rPr>
              <a:t>V</a:t>
            </a:r>
            <a:r>
              <a:rPr lang="en-GB" sz="805" b="0" i="0" u="none" baseline="0" noProof="0">
                <a:solidFill>
                  <a:schemeClr val="tx1"/>
                </a:solidFill>
                <a:latin typeface="Arial" panose="020B0604020202020204" pitchFamily="34" charset="0"/>
              </a:rPr>
              <a:t>E Germany GmbH („Rights-Holder“) save as expressly otherwise marked in the document. Any use of the aforementioned protected works, e.g. any adaptations and transformations, the partial or fully reproduction, distribution as well as any transfer to third parties or any other respective use protected under the Copyright Act is strictly forbidden without prior written approval by the respective Rights-holder.</a:t>
            </a:r>
          </a:p>
          <a:p>
            <a:pPr algn="l" rtl="0" eaLnBrk="1" fontAlgn="auto" hangingPunct="1">
              <a:lnSpc>
                <a:spcPct val="110000"/>
              </a:lnSpc>
              <a:spcBef>
                <a:spcPts val="0"/>
              </a:spcBef>
              <a:spcAft>
                <a:spcPts val="0"/>
              </a:spcAft>
            </a:pPr>
            <a:r>
              <a:rPr lang="en-GB" sz="805" b="0" i="0" u="none" baseline="0" noProof="0">
                <a:solidFill>
                  <a:schemeClr val="tx1"/>
                </a:solidFill>
                <a:latin typeface="Arial" panose="020B0604020202020204" pitchFamily="34" charset="0"/>
              </a:rPr>
              <a:t>By receiving the document, the recipient confirms that it will maintain absolute confidentiality and non-disclosure about the ideas and proposals contained herein. Any Violation of the Copyright Act (e.g. unauthorized use of contents of the draft) can constitute a criminal offence according to § 106 ff. Copyright Act (</a:t>
            </a:r>
            <a:r>
              <a:rPr lang="en-GB" sz="805" b="0" i="0" u="none" baseline="0" noProof="0" err="1">
                <a:solidFill>
                  <a:schemeClr val="tx1"/>
                </a:solidFill>
                <a:latin typeface="Arial" panose="020B0604020202020204" pitchFamily="34" charset="0"/>
              </a:rPr>
              <a:t>UrhG</a:t>
            </a:r>
            <a:r>
              <a:rPr lang="en-GB" sz="805" b="0" i="0" u="none" baseline="0" noProof="0">
                <a:solidFill>
                  <a:schemeClr val="tx1"/>
                </a:solidFill>
                <a:latin typeface="Arial" panose="020B0604020202020204" pitchFamily="34" charset="0"/>
              </a:rPr>
              <a:t>). Additionally, the person conducting offence can be warned subject to a charge and also be condemned to financial damages and/or injunction. This is without prejudice to the Rights-Holders’ other statutory claims and rights.</a:t>
            </a:r>
          </a:p>
          <a:p>
            <a:pPr algn="l" rtl="0" eaLnBrk="1" fontAlgn="auto" hangingPunct="1">
              <a:lnSpc>
                <a:spcPct val="110000"/>
              </a:lnSpc>
              <a:spcBef>
                <a:spcPts val="0"/>
              </a:spcBef>
              <a:spcAft>
                <a:spcPts val="0"/>
              </a:spcAft>
            </a:pPr>
            <a:endParaRPr lang="en-GB" sz="805" b="0" i="0" u="none" baseline="0" noProof="0">
              <a:solidFill>
                <a:schemeClr val="tx1"/>
              </a:solidFill>
              <a:latin typeface="Arial" panose="020B0604020202020204" pitchFamily="34" charset="0"/>
            </a:endParaRPr>
          </a:p>
          <a:p>
            <a:pPr algn="l" rtl="0" eaLnBrk="1" fontAlgn="auto" hangingPunct="1">
              <a:lnSpc>
                <a:spcPct val="110000"/>
              </a:lnSpc>
              <a:spcBef>
                <a:spcPts val="0"/>
              </a:spcBef>
              <a:spcAft>
                <a:spcPts val="0"/>
              </a:spcAft>
            </a:pPr>
            <a:r>
              <a:rPr lang="en-GB" sz="805" b="0" i="0" u="none" baseline="0" noProof="0">
                <a:solidFill>
                  <a:schemeClr val="tx1"/>
                </a:solidFill>
                <a:latin typeface="Arial" panose="020B0604020202020204" pitchFamily="34" charset="0"/>
              </a:rPr>
              <a:t>The exclusive place of jurisdiction with regard to all disputes arising out of or in connection with a violation of the copyright laws shall be Hamburg, Germany.</a:t>
            </a:r>
          </a:p>
        </p:txBody>
      </p:sp>
      <p:grpSp>
        <p:nvGrpSpPr>
          <p:cNvPr id="7" name="Grafik 11">
            <a:extLst>
              <a:ext uri="{FF2B5EF4-FFF2-40B4-BE49-F238E27FC236}">
                <a16:creationId xmlns:a16="http://schemas.microsoft.com/office/drawing/2014/main" id="{296A2E6B-4063-4767-B030-F0DBA97BF774}"/>
              </a:ext>
            </a:extLst>
          </p:cNvPr>
          <p:cNvGrpSpPr/>
          <p:nvPr userDrawn="1"/>
        </p:nvGrpSpPr>
        <p:grpSpPr bwMode="gray">
          <a:xfrm>
            <a:off x="4512777" y="1726636"/>
            <a:ext cx="3165398" cy="518334"/>
            <a:chOff x="2963711" y="6039598"/>
            <a:chExt cx="1080005" cy="197670"/>
          </a:xfrm>
          <a:solidFill>
            <a:schemeClr val="tx1"/>
          </a:solidFill>
        </p:grpSpPr>
        <p:grpSp>
          <p:nvGrpSpPr>
            <p:cNvPr id="8" name="Grafik 11">
              <a:extLst>
                <a:ext uri="{FF2B5EF4-FFF2-40B4-BE49-F238E27FC236}">
                  <a16:creationId xmlns:a16="http://schemas.microsoft.com/office/drawing/2014/main" id="{23FADAC8-85CB-4E9F-B204-5E13E1BEAD3E}"/>
                </a:ext>
              </a:extLst>
            </p:cNvPr>
            <p:cNvGrpSpPr/>
            <p:nvPr/>
          </p:nvGrpSpPr>
          <p:grpSpPr bwMode="gray">
            <a:xfrm>
              <a:off x="2963711" y="6039598"/>
              <a:ext cx="1080005" cy="144003"/>
              <a:chOff x="2963711" y="6039598"/>
              <a:chExt cx="1080005" cy="144003"/>
            </a:xfrm>
            <a:grpFill/>
          </p:grpSpPr>
          <p:sp>
            <p:nvSpPr>
              <p:cNvPr id="10" name="Freihandform: Form 9">
                <a:extLst>
                  <a:ext uri="{FF2B5EF4-FFF2-40B4-BE49-F238E27FC236}">
                    <a16:creationId xmlns:a16="http://schemas.microsoft.com/office/drawing/2014/main" id="{211AABEF-0E24-433F-9242-F991A45A365D}"/>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grpFill/>
              <a:ln w="128" cap="flat">
                <a:noFill/>
                <a:prstDash val="solid"/>
                <a:miter/>
              </a:ln>
            </p:spPr>
            <p:txBody>
              <a:bodyPr rtlCol="0" anchor="ctr"/>
              <a:lstStyle/>
              <a:p>
                <a:endParaRPr lang="en-US" sz="1610"/>
              </a:p>
            </p:txBody>
          </p:sp>
          <p:sp>
            <p:nvSpPr>
              <p:cNvPr id="11" name="Freihandform: Form 10">
                <a:extLst>
                  <a:ext uri="{FF2B5EF4-FFF2-40B4-BE49-F238E27FC236}">
                    <a16:creationId xmlns:a16="http://schemas.microsoft.com/office/drawing/2014/main" id="{5D64909A-A50E-4E86-853C-7A9BD4C03B57}"/>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grpFill/>
              <a:ln w="128" cap="flat">
                <a:noFill/>
                <a:prstDash val="solid"/>
                <a:miter/>
              </a:ln>
            </p:spPr>
            <p:txBody>
              <a:bodyPr rtlCol="0" anchor="ctr"/>
              <a:lstStyle/>
              <a:p>
                <a:endParaRPr lang="en-US" sz="1610"/>
              </a:p>
            </p:txBody>
          </p:sp>
          <p:sp>
            <p:nvSpPr>
              <p:cNvPr id="12" name="Freihandform: Form 11">
                <a:extLst>
                  <a:ext uri="{FF2B5EF4-FFF2-40B4-BE49-F238E27FC236}">
                    <a16:creationId xmlns:a16="http://schemas.microsoft.com/office/drawing/2014/main" id="{2C523F0F-20E1-48C8-B295-C88AA2FD222F}"/>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grpFill/>
              <a:ln w="128" cap="flat">
                <a:noFill/>
                <a:prstDash val="solid"/>
                <a:miter/>
              </a:ln>
            </p:spPr>
            <p:txBody>
              <a:bodyPr rtlCol="0" anchor="ctr"/>
              <a:lstStyle/>
              <a:p>
                <a:endParaRPr lang="en-US" sz="1610"/>
              </a:p>
            </p:txBody>
          </p:sp>
          <p:sp>
            <p:nvSpPr>
              <p:cNvPr id="13" name="Freihandform: Form 12">
                <a:extLst>
                  <a:ext uri="{FF2B5EF4-FFF2-40B4-BE49-F238E27FC236}">
                    <a16:creationId xmlns:a16="http://schemas.microsoft.com/office/drawing/2014/main" id="{555B000A-BC42-4A66-B52A-A993DEE145BF}"/>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grpFill/>
              <a:ln w="128" cap="flat">
                <a:noFill/>
                <a:prstDash val="solid"/>
                <a:miter/>
              </a:ln>
            </p:spPr>
            <p:txBody>
              <a:bodyPr rtlCol="0" anchor="ctr"/>
              <a:lstStyle/>
              <a:p>
                <a:endParaRPr lang="en-US" sz="1610"/>
              </a:p>
            </p:txBody>
          </p:sp>
          <p:sp>
            <p:nvSpPr>
              <p:cNvPr id="14" name="Freihandform: Form 13">
                <a:extLst>
                  <a:ext uri="{FF2B5EF4-FFF2-40B4-BE49-F238E27FC236}">
                    <a16:creationId xmlns:a16="http://schemas.microsoft.com/office/drawing/2014/main" id="{4B13C366-6E6E-438F-84E9-21BFE314C8C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grpFill/>
              <a:ln w="128" cap="flat">
                <a:noFill/>
                <a:prstDash val="solid"/>
                <a:miter/>
              </a:ln>
            </p:spPr>
            <p:txBody>
              <a:bodyPr rtlCol="0" anchor="ctr"/>
              <a:lstStyle/>
              <a:p>
                <a:endParaRPr lang="en-US" sz="1610"/>
              </a:p>
            </p:txBody>
          </p:sp>
          <p:sp>
            <p:nvSpPr>
              <p:cNvPr id="15" name="Freihandform: Form 14">
                <a:extLst>
                  <a:ext uri="{FF2B5EF4-FFF2-40B4-BE49-F238E27FC236}">
                    <a16:creationId xmlns:a16="http://schemas.microsoft.com/office/drawing/2014/main" id="{1F0066B7-9689-494E-901C-D07D31C58E34}"/>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grpFill/>
              <a:ln w="128" cap="flat">
                <a:noFill/>
                <a:prstDash val="solid"/>
                <a:miter/>
              </a:ln>
            </p:spPr>
            <p:txBody>
              <a:bodyPr rtlCol="0" anchor="ctr"/>
              <a:lstStyle/>
              <a:p>
                <a:endParaRPr lang="en-US" sz="1610"/>
              </a:p>
            </p:txBody>
          </p:sp>
          <p:sp>
            <p:nvSpPr>
              <p:cNvPr id="16" name="Freihandform: Form 15">
                <a:extLst>
                  <a:ext uri="{FF2B5EF4-FFF2-40B4-BE49-F238E27FC236}">
                    <a16:creationId xmlns:a16="http://schemas.microsoft.com/office/drawing/2014/main" id="{5BC4D2B4-61A4-40AD-A089-15250D5CF9E6}"/>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grpFill/>
              <a:ln w="128" cap="flat">
                <a:noFill/>
                <a:prstDash val="solid"/>
                <a:miter/>
              </a:ln>
            </p:spPr>
            <p:txBody>
              <a:bodyPr rtlCol="0" anchor="ctr"/>
              <a:lstStyle/>
              <a:p>
                <a:endParaRPr lang="en-US" sz="1610"/>
              </a:p>
            </p:txBody>
          </p:sp>
          <p:sp>
            <p:nvSpPr>
              <p:cNvPr id="17" name="Freihandform: Form 16">
                <a:extLst>
                  <a:ext uri="{FF2B5EF4-FFF2-40B4-BE49-F238E27FC236}">
                    <a16:creationId xmlns:a16="http://schemas.microsoft.com/office/drawing/2014/main" id="{93EFB255-A36E-468A-8536-2247BCE0ED5B}"/>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grpFill/>
              <a:ln w="128" cap="flat">
                <a:noFill/>
                <a:prstDash val="solid"/>
                <a:miter/>
              </a:ln>
            </p:spPr>
            <p:txBody>
              <a:bodyPr rtlCol="0" anchor="ctr"/>
              <a:lstStyle/>
              <a:p>
                <a:endParaRPr lang="en-US" sz="1610"/>
              </a:p>
            </p:txBody>
          </p:sp>
          <p:sp>
            <p:nvSpPr>
              <p:cNvPr id="18" name="Freihandform: Form 17">
                <a:extLst>
                  <a:ext uri="{FF2B5EF4-FFF2-40B4-BE49-F238E27FC236}">
                    <a16:creationId xmlns:a16="http://schemas.microsoft.com/office/drawing/2014/main" id="{27180221-F109-4750-90A3-DAC9CD95FDF3}"/>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grpFill/>
              <a:ln w="128" cap="flat">
                <a:noFill/>
                <a:prstDash val="solid"/>
                <a:miter/>
              </a:ln>
            </p:spPr>
            <p:txBody>
              <a:bodyPr rtlCol="0" anchor="ctr"/>
              <a:lstStyle/>
              <a:p>
                <a:endParaRPr lang="en-US" sz="1610"/>
              </a:p>
            </p:txBody>
          </p:sp>
        </p:grpSp>
        <p:sp>
          <p:nvSpPr>
            <p:cNvPr id="9" name="Freihandform: Form 8">
              <a:extLst>
                <a:ext uri="{FF2B5EF4-FFF2-40B4-BE49-F238E27FC236}">
                  <a16:creationId xmlns:a16="http://schemas.microsoft.com/office/drawing/2014/main" id="{06EA6E9E-C3C2-4A56-9C03-728F3987E58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sz="1610"/>
            </a:p>
          </p:txBody>
        </p:sp>
      </p:grpSp>
      <p:sp>
        <p:nvSpPr>
          <p:cNvPr id="19" name="Textplatzhalter 4">
            <a:extLst>
              <a:ext uri="{FF2B5EF4-FFF2-40B4-BE49-F238E27FC236}">
                <a16:creationId xmlns:a16="http://schemas.microsoft.com/office/drawing/2014/main" id="{69E7CD65-2E9A-4E22-A673-DE6C7440EB2C}"/>
              </a:ext>
            </a:extLst>
          </p:cNvPr>
          <p:cNvSpPr>
            <a:spLocks noGrp="1"/>
          </p:cNvSpPr>
          <p:nvPr>
            <p:ph type="body" sz="quarter" idx="10" hasCustomPrompt="1"/>
          </p:nvPr>
        </p:nvSpPr>
        <p:spPr>
          <a:xfrm>
            <a:off x="623725" y="5063672"/>
            <a:ext cx="11014381" cy="515434"/>
          </a:xfrm>
        </p:spPr>
        <p:txBody>
          <a:bodyPr/>
          <a:lstStyle>
            <a:lvl1pPr marL="0" indent="0">
              <a:buFont typeface="Arial" panose="020B0604020202020204" pitchFamily="34" charset="0"/>
              <a:buNone/>
              <a:defRPr sz="984" b="1">
                <a:solidFill>
                  <a:schemeClr val="tx1"/>
                </a:solidFill>
              </a:defRPr>
            </a:lvl1pPr>
            <a:lvl2pPr marL="0" indent="0">
              <a:buNone/>
              <a:defRPr sz="805">
                <a:solidFill>
                  <a:schemeClr val="tx1"/>
                </a:solidFill>
              </a:defRPr>
            </a:lvl2pPr>
            <a:lvl3pPr marL="0" indent="0">
              <a:buNone/>
              <a:defRPr sz="805">
                <a:solidFill>
                  <a:schemeClr val="tx1"/>
                </a:solidFill>
              </a:defRPr>
            </a:lvl3pPr>
            <a:lvl4pPr marL="0" indent="0">
              <a:buNone/>
              <a:defRPr sz="805">
                <a:solidFill>
                  <a:schemeClr val="tx1"/>
                </a:solidFill>
              </a:defRPr>
            </a:lvl4pPr>
            <a:lvl5pPr marL="0" indent="0">
              <a:buNone/>
              <a:defRPr sz="805">
                <a:solidFill>
                  <a:schemeClr val="tx1"/>
                </a:solidFill>
              </a:defRPr>
            </a:lvl5pPr>
            <a:lvl6pPr marL="0" indent="0">
              <a:buNone/>
              <a:defRPr sz="805">
                <a:solidFill>
                  <a:schemeClr val="tx1"/>
                </a:solidFill>
              </a:defRPr>
            </a:lvl6pPr>
            <a:lvl7pPr marL="0" indent="0">
              <a:buNone/>
              <a:defRPr sz="805">
                <a:solidFill>
                  <a:schemeClr val="tx1"/>
                </a:solidFill>
              </a:defRPr>
            </a:lvl7pPr>
            <a:lvl8pPr marL="0" indent="0">
              <a:buNone/>
              <a:defRPr sz="805">
                <a:solidFill>
                  <a:schemeClr val="tx1"/>
                </a:solidFill>
              </a:defRPr>
            </a:lvl8pPr>
            <a:lvl9pPr marL="0" indent="0">
              <a:buNone/>
              <a:defRPr sz="805">
                <a:solidFill>
                  <a:schemeClr val="tx1"/>
                </a:solidFill>
              </a:defRPr>
            </a:lvl9pPr>
          </a:lstStyle>
          <a:p>
            <a:pPr lvl="0"/>
            <a:r>
              <a:rPr lang="en-US"/>
              <a:t>Address</a:t>
            </a:r>
          </a:p>
        </p:txBody>
      </p:sp>
    </p:spTree>
    <p:extLst>
      <p:ext uri="{BB962C8B-B14F-4D97-AF65-F5344CB8AC3E}">
        <p14:creationId xmlns:p14="http://schemas.microsoft.com/office/powerpoint/2010/main" val="409584907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4_Title Slide">
    <p:bg>
      <p:bgPr>
        <a:solidFill>
          <a:schemeClr val="tx1"/>
        </a:solidFill>
        <a:effectLst/>
      </p:bgPr>
    </p:bg>
    <p:spTree>
      <p:nvGrpSpPr>
        <p:cNvPr id="1" name=""/>
        <p:cNvGrpSpPr/>
        <p:nvPr/>
      </p:nvGrpSpPr>
      <p:grpSpPr>
        <a:xfrm>
          <a:off x="0" y="0"/>
          <a:ext cx="0" cy="0"/>
          <a:chOff x="0" y="0"/>
          <a:chExt cx="0" cy="0"/>
        </a:xfrm>
      </p:grpSpPr>
      <p:sp>
        <p:nvSpPr>
          <p:cNvPr id="4" name="Rectangle: Top Corners Rounded 3">
            <a:extLst>
              <a:ext uri="{FF2B5EF4-FFF2-40B4-BE49-F238E27FC236}">
                <a16:creationId xmlns:a16="http://schemas.microsoft.com/office/drawing/2014/main" id="{7385EBEE-EF7A-860F-DBCD-1B4D57E12629}"/>
              </a:ext>
            </a:extLst>
          </p:cNvPr>
          <p:cNvSpPr/>
          <p:nvPr userDrawn="1"/>
        </p:nvSpPr>
        <p:spPr>
          <a:xfrm>
            <a:off x="0" y="482776"/>
            <a:ext cx="12188825" cy="5651324"/>
          </a:xfrm>
          <a:prstGeom prst="round2SameRect">
            <a:avLst>
              <a:gd name="adj1" fmla="val 2315"/>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10"/>
          </a:p>
        </p:txBody>
      </p:sp>
      <p:grpSp>
        <p:nvGrpSpPr>
          <p:cNvPr id="5" name="Group 4">
            <a:extLst>
              <a:ext uri="{FF2B5EF4-FFF2-40B4-BE49-F238E27FC236}">
                <a16:creationId xmlns:a16="http://schemas.microsoft.com/office/drawing/2014/main" id="{E27B5A5E-25C0-53FA-7904-8FDF2BABF700}"/>
              </a:ext>
            </a:extLst>
          </p:cNvPr>
          <p:cNvGrpSpPr/>
          <p:nvPr userDrawn="1"/>
        </p:nvGrpSpPr>
        <p:grpSpPr>
          <a:xfrm>
            <a:off x="10886459" y="210313"/>
            <a:ext cx="761170" cy="64120"/>
            <a:chOff x="10496564" y="6194762"/>
            <a:chExt cx="1148138" cy="108104"/>
          </a:xfrm>
          <a:solidFill>
            <a:schemeClr val="bg1"/>
          </a:solidFill>
        </p:grpSpPr>
        <p:sp>
          <p:nvSpPr>
            <p:cNvPr id="6" name="Freeform: Shape 5">
              <a:extLst>
                <a:ext uri="{FF2B5EF4-FFF2-40B4-BE49-F238E27FC236}">
                  <a16:creationId xmlns:a16="http://schemas.microsoft.com/office/drawing/2014/main" id="{505C2FB5-9BD8-16E0-3E69-DC1DC2ED9005}"/>
                </a:ext>
              </a:extLst>
            </p:cNvPr>
            <p:cNvSpPr/>
            <p:nvPr/>
          </p:nvSpPr>
          <p:spPr>
            <a:xfrm flipH="1">
              <a:off x="10645138" y="6194762"/>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marL="0" marR="0" lvl="0" indent="0" algn="l" defTabSz="817839" rtl="0" eaLnBrk="1" fontAlgn="auto" latinLnBrk="0" hangingPunct="1">
                <a:lnSpc>
                  <a:spcPct val="100000"/>
                </a:lnSpc>
                <a:spcBef>
                  <a:spcPts val="0"/>
                </a:spcBef>
                <a:spcAft>
                  <a:spcPts val="0"/>
                </a:spcAft>
                <a:buClrTx/>
                <a:buSzTx/>
                <a:buFontTx/>
                <a:buNone/>
                <a:tabLst/>
                <a:defRPr/>
              </a:pPr>
              <a:endParaRPr kumimoji="0" lang="fr-FR" sz="1610" b="0" i="0" u="none" strike="noStrike" kern="1200" cap="none" spc="0" normalizeH="0" baseline="0" noProof="0">
                <a:ln>
                  <a:noFill/>
                </a:ln>
                <a:solidFill>
                  <a:schemeClr val="bg1"/>
                </a:solidFill>
                <a:effectLst/>
                <a:uLnTx/>
                <a:uFillTx/>
                <a:latin typeface="Bai Jamjuree"/>
                <a:ea typeface="+mn-ea"/>
                <a:cs typeface="+mn-cs"/>
              </a:endParaRPr>
            </a:p>
          </p:txBody>
        </p:sp>
        <p:sp>
          <p:nvSpPr>
            <p:cNvPr id="7" name="Freeform: Shape 6">
              <a:extLst>
                <a:ext uri="{FF2B5EF4-FFF2-40B4-BE49-F238E27FC236}">
                  <a16:creationId xmlns:a16="http://schemas.microsoft.com/office/drawing/2014/main" id="{D9655915-EFD9-AFD0-2689-329DD65E4F58}"/>
                </a:ext>
              </a:extLst>
            </p:cNvPr>
            <p:cNvSpPr/>
            <p:nvPr/>
          </p:nvSpPr>
          <p:spPr>
            <a:xfrm flipH="1">
              <a:off x="10570851" y="6194762"/>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marL="0" marR="0" lvl="0" indent="0" algn="l" defTabSz="817839" rtl="0" eaLnBrk="1" fontAlgn="auto" latinLnBrk="0" hangingPunct="1">
                <a:lnSpc>
                  <a:spcPct val="100000"/>
                </a:lnSpc>
                <a:spcBef>
                  <a:spcPts val="0"/>
                </a:spcBef>
                <a:spcAft>
                  <a:spcPts val="0"/>
                </a:spcAft>
                <a:buClrTx/>
                <a:buSzTx/>
                <a:buFontTx/>
                <a:buNone/>
                <a:tabLst/>
                <a:defRPr/>
              </a:pPr>
              <a:endParaRPr kumimoji="0" lang="fr-FR" sz="1610" b="0" i="0" u="none" strike="noStrike" kern="1200" cap="none" spc="0" normalizeH="0" baseline="0" noProof="0">
                <a:ln>
                  <a:noFill/>
                </a:ln>
                <a:solidFill>
                  <a:schemeClr val="bg1"/>
                </a:solidFill>
                <a:effectLst/>
                <a:uLnTx/>
                <a:uFillTx/>
                <a:latin typeface="Bai Jamjuree"/>
                <a:ea typeface="+mn-ea"/>
                <a:cs typeface="+mn-cs"/>
              </a:endParaRPr>
            </a:p>
          </p:txBody>
        </p:sp>
        <p:sp>
          <p:nvSpPr>
            <p:cNvPr id="8" name="Freeform: Shape 7">
              <a:extLst>
                <a:ext uri="{FF2B5EF4-FFF2-40B4-BE49-F238E27FC236}">
                  <a16:creationId xmlns:a16="http://schemas.microsoft.com/office/drawing/2014/main" id="{A9F39581-B99D-A3AB-F34B-1F323C916793}"/>
                </a:ext>
              </a:extLst>
            </p:cNvPr>
            <p:cNvSpPr/>
            <p:nvPr/>
          </p:nvSpPr>
          <p:spPr>
            <a:xfrm flipH="1">
              <a:off x="10496564" y="6194762"/>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marL="0" marR="0" lvl="0" indent="0" algn="l" defTabSz="817839" rtl="0" eaLnBrk="1" fontAlgn="auto" latinLnBrk="0" hangingPunct="1">
                <a:lnSpc>
                  <a:spcPct val="100000"/>
                </a:lnSpc>
                <a:spcBef>
                  <a:spcPts val="0"/>
                </a:spcBef>
                <a:spcAft>
                  <a:spcPts val="0"/>
                </a:spcAft>
                <a:buClrTx/>
                <a:buSzTx/>
                <a:buFontTx/>
                <a:buNone/>
                <a:tabLst/>
                <a:defRPr/>
              </a:pPr>
              <a:endParaRPr kumimoji="0" lang="fr-FR" sz="1610" b="0" i="0" u="none" strike="noStrike" kern="1200" cap="none" spc="0" normalizeH="0" baseline="0" noProof="0">
                <a:ln>
                  <a:noFill/>
                </a:ln>
                <a:solidFill>
                  <a:schemeClr val="bg1"/>
                </a:solidFill>
                <a:effectLst/>
                <a:uLnTx/>
                <a:uFillTx/>
                <a:latin typeface="Bai Jamjuree"/>
                <a:ea typeface="+mn-ea"/>
                <a:cs typeface="+mn-cs"/>
              </a:endParaRPr>
            </a:p>
          </p:txBody>
        </p:sp>
        <p:sp>
          <p:nvSpPr>
            <p:cNvPr id="9" name="Freeform: Shape 8">
              <a:extLst>
                <a:ext uri="{FF2B5EF4-FFF2-40B4-BE49-F238E27FC236}">
                  <a16:creationId xmlns:a16="http://schemas.microsoft.com/office/drawing/2014/main" id="{C06468BF-A16A-6CDA-63AF-995299709552}"/>
                </a:ext>
              </a:extLst>
            </p:cNvPr>
            <p:cNvSpPr/>
            <p:nvPr/>
          </p:nvSpPr>
          <p:spPr>
            <a:xfrm flipH="1">
              <a:off x="10868003" y="6194762"/>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marL="0" marR="0" lvl="0" indent="0" algn="l" defTabSz="817839" rtl="0" eaLnBrk="1" fontAlgn="auto" latinLnBrk="0" hangingPunct="1">
                <a:lnSpc>
                  <a:spcPct val="100000"/>
                </a:lnSpc>
                <a:spcBef>
                  <a:spcPts val="0"/>
                </a:spcBef>
                <a:spcAft>
                  <a:spcPts val="0"/>
                </a:spcAft>
                <a:buClrTx/>
                <a:buSzTx/>
                <a:buFontTx/>
                <a:buNone/>
                <a:tabLst/>
                <a:defRPr/>
              </a:pPr>
              <a:endParaRPr kumimoji="0" lang="fr-FR" sz="1610" b="0" i="0" u="none" strike="noStrike" kern="1200" cap="none" spc="0" normalizeH="0" baseline="0" noProof="0">
                <a:ln>
                  <a:noFill/>
                </a:ln>
                <a:solidFill>
                  <a:schemeClr val="bg1"/>
                </a:solidFill>
                <a:effectLst/>
                <a:uLnTx/>
                <a:uFillTx/>
                <a:latin typeface="Bai Jamjuree"/>
                <a:ea typeface="+mn-ea"/>
                <a:cs typeface="+mn-cs"/>
              </a:endParaRPr>
            </a:p>
          </p:txBody>
        </p:sp>
        <p:sp>
          <p:nvSpPr>
            <p:cNvPr id="10" name="Freeform: Shape 9">
              <a:extLst>
                <a:ext uri="{FF2B5EF4-FFF2-40B4-BE49-F238E27FC236}">
                  <a16:creationId xmlns:a16="http://schemas.microsoft.com/office/drawing/2014/main" id="{087A767B-A752-5471-F902-26233E0F7D62}"/>
                </a:ext>
              </a:extLst>
            </p:cNvPr>
            <p:cNvSpPr/>
            <p:nvPr/>
          </p:nvSpPr>
          <p:spPr>
            <a:xfrm flipH="1">
              <a:off x="10793716" y="6194762"/>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marL="0" marR="0" lvl="0" indent="0" algn="l" defTabSz="817839" rtl="0" eaLnBrk="1" fontAlgn="auto" latinLnBrk="0" hangingPunct="1">
                <a:lnSpc>
                  <a:spcPct val="100000"/>
                </a:lnSpc>
                <a:spcBef>
                  <a:spcPts val="0"/>
                </a:spcBef>
                <a:spcAft>
                  <a:spcPts val="0"/>
                </a:spcAft>
                <a:buClrTx/>
                <a:buSzTx/>
                <a:buFontTx/>
                <a:buNone/>
                <a:tabLst/>
                <a:defRPr/>
              </a:pPr>
              <a:endParaRPr kumimoji="0" lang="fr-FR" sz="1610" b="0" i="0" u="none" strike="noStrike" kern="1200" cap="none" spc="0" normalizeH="0" baseline="0" noProof="0">
                <a:ln>
                  <a:noFill/>
                </a:ln>
                <a:solidFill>
                  <a:schemeClr val="bg1"/>
                </a:solidFill>
                <a:effectLst/>
                <a:uLnTx/>
                <a:uFillTx/>
                <a:latin typeface="Bai Jamjuree"/>
                <a:ea typeface="+mn-ea"/>
                <a:cs typeface="+mn-cs"/>
              </a:endParaRPr>
            </a:p>
          </p:txBody>
        </p:sp>
        <p:sp>
          <p:nvSpPr>
            <p:cNvPr id="11" name="Freeform: Shape 10">
              <a:extLst>
                <a:ext uri="{FF2B5EF4-FFF2-40B4-BE49-F238E27FC236}">
                  <a16:creationId xmlns:a16="http://schemas.microsoft.com/office/drawing/2014/main" id="{C610CF8D-BEB3-5270-3456-A0B22D3996EF}"/>
                </a:ext>
              </a:extLst>
            </p:cNvPr>
            <p:cNvSpPr/>
            <p:nvPr/>
          </p:nvSpPr>
          <p:spPr>
            <a:xfrm flipH="1">
              <a:off x="10719429" y="6194762"/>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marL="0" marR="0" lvl="0" indent="0" algn="l" defTabSz="817839" rtl="0" eaLnBrk="1" fontAlgn="auto" latinLnBrk="0" hangingPunct="1">
                <a:lnSpc>
                  <a:spcPct val="100000"/>
                </a:lnSpc>
                <a:spcBef>
                  <a:spcPts val="0"/>
                </a:spcBef>
                <a:spcAft>
                  <a:spcPts val="0"/>
                </a:spcAft>
                <a:buClrTx/>
                <a:buSzTx/>
                <a:buFontTx/>
                <a:buNone/>
                <a:tabLst/>
                <a:defRPr/>
              </a:pPr>
              <a:endParaRPr kumimoji="0" lang="fr-FR" sz="1610" b="0" i="0" u="none" strike="noStrike" kern="1200" cap="none" spc="0" normalizeH="0" baseline="0" noProof="0">
                <a:ln>
                  <a:noFill/>
                </a:ln>
                <a:solidFill>
                  <a:schemeClr val="bg1"/>
                </a:solidFill>
                <a:effectLst/>
                <a:uLnTx/>
                <a:uFillTx/>
                <a:latin typeface="Bai Jamjuree"/>
                <a:ea typeface="+mn-ea"/>
                <a:cs typeface="+mn-cs"/>
              </a:endParaRPr>
            </a:p>
          </p:txBody>
        </p:sp>
        <p:sp>
          <p:nvSpPr>
            <p:cNvPr id="12" name="Freeform: Shape 11">
              <a:extLst>
                <a:ext uri="{FF2B5EF4-FFF2-40B4-BE49-F238E27FC236}">
                  <a16:creationId xmlns:a16="http://schemas.microsoft.com/office/drawing/2014/main" id="{FCB2F43C-ECEC-BCCB-B17F-7F4F752DB494}"/>
                </a:ext>
              </a:extLst>
            </p:cNvPr>
            <p:cNvSpPr/>
            <p:nvPr/>
          </p:nvSpPr>
          <p:spPr>
            <a:xfrm flipH="1">
              <a:off x="11090868" y="6194762"/>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marL="0" marR="0" lvl="0" indent="0" algn="l" defTabSz="817839" rtl="0" eaLnBrk="1" fontAlgn="auto" latinLnBrk="0" hangingPunct="1">
                <a:lnSpc>
                  <a:spcPct val="100000"/>
                </a:lnSpc>
                <a:spcBef>
                  <a:spcPts val="0"/>
                </a:spcBef>
                <a:spcAft>
                  <a:spcPts val="0"/>
                </a:spcAft>
                <a:buClrTx/>
                <a:buSzTx/>
                <a:buFontTx/>
                <a:buNone/>
                <a:tabLst/>
                <a:defRPr/>
              </a:pPr>
              <a:endParaRPr kumimoji="0" lang="fr-FR" sz="1610" b="0" i="0" u="none" strike="noStrike" kern="1200" cap="none" spc="0" normalizeH="0" baseline="0" noProof="0">
                <a:ln>
                  <a:noFill/>
                </a:ln>
                <a:solidFill>
                  <a:schemeClr val="bg1"/>
                </a:solidFill>
                <a:effectLst/>
                <a:uLnTx/>
                <a:uFillTx/>
                <a:latin typeface="Bai Jamjuree"/>
                <a:ea typeface="+mn-ea"/>
                <a:cs typeface="+mn-cs"/>
              </a:endParaRPr>
            </a:p>
          </p:txBody>
        </p:sp>
        <p:sp>
          <p:nvSpPr>
            <p:cNvPr id="13" name="Freeform: Shape 12">
              <a:extLst>
                <a:ext uri="{FF2B5EF4-FFF2-40B4-BE49-F238E27FC236}">
                  <a16:creationId xmlns:a16="http://schemas.microsoft.com/office/drawing/2014/main" id="{9C7440FD-7D95-A38D-0C6B-72AB0F14826F}"/>
                </a:ext>
              </a:extLst>
            </p:cNvPr>
            <p:cNvSpPr/>
            <p:nvPr/>
          </p:nvSpPr>
          <p:spPr>
            <a:xfrm flipH="1">
              <a:off x="11016581" y="6194762"/>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marL="0" marR="0" lvl="0" indent="0" algn="l" defTabSz="817839" rtl="0" eaLnBrk="1" fontAlgn="auto" latinLnBrk="0" hangingPunct="1">
                <a:lnSpc>
                  <a:spcPct val="100000"/>
                </a:lnSpc>
                <a:spcBef>
                  <a:spcPts val="0"/>
                </a:spcBef>
                <a:spcAft>
                  <a:spcPts val="0"/>
                </a:spcAft>
                <a:buClrTx/>
                <a:buSzTx/>
                <a:buFontTx/>
                <a:buNone/>
                <a:tabLst/>
                <a:defRPr/>
              </a:pPr>
              <a:endParaRPr kumimoji="0" lang="fr-FR" sz="1610" b="0" i="0" u="none" strike="noStrike" kern="1200" cap="none" spc="0" normalizeH="0" baseline="0" noProof="0">
                <a:ln>
                  <a:noFill/>
                </a:ln>
                <a:solidFill>
                  <a:schemeClr val="bg1"/>
                </a:solidFill>
                <a:effectLst/>
                <a:uLnTx/>
                <a:uFillTx/>
                <a:latin typeface="Bai Jamjuree"/>
                <a:ea typeface="+mn-ea"/>
                <a:cs typeface="+mn-cs"/>
              </a:endParaRPr>
            </a:p>
          </p:txBody>
        </p:sp>
        <p:sp>
          <p:nvSpPr>
            <p:cNvPr id="14" name="Freeform: Shape 13">
              <a:extLst>
                <a:ext uri="{FF2B5EF4-FFF2-40B4-BE49-F238E27FC236}">
                  <a16:creationId xmlns:a16="http://schemas.microsoft.com/office/drawing/2014/main" id="{07EDB64E-2264-BF99-B7D9-114A5952E328}"/>
                </a:ext>
              </a:extLst>
            </p:cNvPr>
            <p:cNvSpPr/>
            <p:nvPr/>
          </p:nvSpPr>
          <p:spPr>
            <a:xfrm flipH="1">
              <a:off x="10942294" y="6194762"/>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marL="0" marR="0" lvl="0" indent="0" algn="l" defTabSz="817839" rtl="0" eaLnBrk="1" fontAlgn="auto" latinLnBrk="0" hangingPunct="1">
                <a:lnSpc>
                  <a:spcPct val="100000"/>
                </a:lnSpc>
                <a:spcBef>
                  <a:spcPts val="0"/>
                </a:spcBef>
                <a:spcAft>
                  <a:spcPts val="0"/>
                </a:spcAft>
                <a:buClrTx/>
                <a:buSzTx/>
                <a:buFontTx/>
                <a:buNone/>
                <a:tabLst/>
                <a:defRPr/>
              </a:pPr>
              <a:endParaRPr kumimoji="0" lang="fr-FR" sz="1610" b="0" i="0" u="none" strike="noStrike" kern="1200" cap="none" spc="0" normalizeH="0" baseline="0" noProof="0">
                <a:ln>
                  <a:noFill/>
                </a:ln>
                <a:solidFill>
                  <a:schemeClr val="bg1"/>
                </a:solidFill>
                <a:effectLst/>
                <a:uLnTx/>
                <a:uFillTx/>
                <a:latin typeface="Bai Jamjuree"/>
                <a:ea typeface="+mn-ea"/>
                <a:cs typeface="+mn-cs"/>
              </a:endParaRPr>
            </a:p>
          </p:txBody>
        </p:sp>
        <p:sp>
          <p:nvSpPr>
            <p:cNvPr id="15" name="Freeform: Shape 14">
              <a:extLst>
                <a:ext uri="{FF2B5EF4-FFF2-40B4-BE49-F238E27FC236}">
                  <a16:creationId xmlns:a16="http://schemas.microsoft.com/office/drawing/2014/main" id="{FD7CAE5D-A2C6-0E46-2653-167FF19363F6}"/>
                </a:ext>
              </a:extLst>
            </p:cNvPr>
            <p:cNvSpPr/>
            <p:nvPr/>
          </p:nvSpPr>
          <p:spPr>
            <a:xfrm flipH="1">
              <a:off x="11313733" y="6194762"/>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marL="0" marR="0" lvl="0" indent="0" algn="l" defTabSz="817839" rtl="0" eaLnBrk="1" fontAlgn="auto" latinLnBrk="0" hangingPunct="1">
                <a:lnSpc>
                  <a:spcPct val="100000"/>
                </a:lnSpc>
                <a:spcBef>
                  <a:spcPts val="0"/>
                </a:spcBef>
                <a:spcAft>
                  <a:spcPts val="0"/>
                </a:spcAft>
                <a:buClrTx/>
                <a:buSzTx/>
                <a:buFontTx/>
                <a:buNone/>
                <a:tabLst/>
                <a:defRPr/>
              </a:pPr>
              <a:endParaRPr kumimoji="0" lang="fr-FR" sz="1610" b="0" i="0" u="none" strike="noStrike" kern="1200" cap="none" spc="0" normalizeH="0" baseline="0" noProof="0">
                <a:ln>
                  <a:noFill/>
                </a:ln>
                <a:solidFill>
                  <a:schemeClr val="bg1"/>
                </a:solidFill>
                <a:effectLst/>
                <a:uLnTx/>
                <a:uFillTx/>
                <a:latin typeface="Bai Jamjuree"/>
                <a:ea typeface="+mn-ea"/>
                <a:cs typeface="+mn-cs"/>
              </a:endParaRPr>
            </a:p>
          </p:txBody>
        </p:sp>
        <p:sp>
          <p:nvSpPr>
            <p:cNvPr id="16" name="Freeform: Shape 15">
              <a:extLst>
                <a:ext uri="{FF2B5EF4-FFF2-40B4-BE49-F238E27FC236}">
                  <a16:creationId xmlns:a16="http://schemas.microsoft.com/office/drawing/2014/main" id="{FED903F6-5001-8419-3FA6-D16B6D669F0A}"/>
                </a:ext>
              </a:extLst>
            </p:cNvPr>
            <p:cNvSpPr/>
            <p:nvPr/>
          </p:nvSpPr>
          <p:spPr>
            <a:xfrm flipH="1">
              <a:off x="11239446" y="6194762"/>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marL="0" marR="0" lvl="0" indent="0" algn="l" defTabSz="817839" rtl="0" eaLnBrk="1" fontAlgn="auto" latinLnBrk="0" hangingPunct="1">
                <a:lnSpc>
                  <a:spcPct val="100000"/>
                </a:lnSpc>
                <a:spcBef>
                  <a:spcPts val="0"/>
                </a:spcBef>
                <a:spcAft>
                  <a:spcPts val="0"/>
                </a:spcAft>
                <a:buClrTx/>
                <a:buSzTx/>
                <a:buFontTx/>
                <a:buNone/>
                <a:tabLst/>
                <a:defRPr/>
              </a:pPr>
              <a:endParaRPr kumimoji="0" lang="fr-FR" sz="1610" b="0" i="0" u="none" strike="noStrike" kern="1200" cap="none" spc="0" normalizeH="0" baseline="0" noProof="0">
                <a:ln>
                  <a:noFill/>
                </a:ln>
                <a:solidFill>
                  <a:schemeClr val="bg1"/>
                </a:solidFill>
                <a:effectLst/>
                <a:uLnTx/>
                <a:uFillTx/>
                <a:latin typeface="Bai Jamjuree"/>
                <a:ea typeface="+mn-ea"/>
                <a:cs typeface="+mn-cs"/>
              </a:endParaRPr>
            </a:p>
          </p:txBody>
        </p:sp>
        <p:sp>
          <p:nvSpPr>
            <p:cNvPr id="17" name="Freeform: Shape 16">
              <a:extLst>
                <a:ext uri="{FF2B5EF4-FFF2-40B4-BE49-F238E27FC236}">
                  <a16:creationId xmlns:a16="http://schemas.microsoft.com/office/drawing/2014/main" id="{6CB0CB28-6C88-1290-2C30-529C924E9B2F}"/>
                </a:ext>
              </a:extLst>
            </p:cNvPr>
            <p:cNvSpPr/>
            <p:nvPr/>
          </p:nvSpPr>
          <p:spPr>
            <a:xfrm flipH="1">
              <a:off x="11165159" y="6194762"/>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marL="0" marR="0" lvl="0" indent="0" algn="l" defTabSz="817839" rtl="0" eaLnBrk="1" fontAlgn="auto" latinLnBrk="0" hangingPunct="1">
                <a:lnSpc>
                  <a:spcPct val="100000"/>
                </a:lnSpc>
                <a:spcBef>
                  <a:spcPts val="0"/>
                </a:spcBef>
                <a:spcAft>
                  <a:spcPts val="0"/>
                </a:spcAft>
                <a:buClrTx/>
                <a:buSzTx/>
                <a:buFontTx/>
                <a:buNone/>
                <a:tabLst/>
                <a:defRPr/>
              </a:pPr>
              <a:endParaRPr kumimoji="0" lang="fr-FR" sz="1610" b="0" i="0" u="none" strike="noStrike" kern="1200" cap="none" spc="0" normalizeH="0" baseline="0" noProof="0">
                <a:ln>
                  <a:noFill/>
                </a:ln>
                <a:solidFill>
                  <a:schemeClr val="bg1"/>
                </a:solidFill>
                <a:effectLst/>
                <a:uLnTx/>
                <a:uFillTx/>
                <a:latin typeface="Bai Jamjuree"/>
                <a:ea typeface="+mn-ea"/>
                <a:cs typeface="+mn-cs"/>
              </a:endParaRPr>
            </a:p>
          </p:txBody>
        </p:sp>
        <p:sp>
          <p:nvSpPr>
            <p:cNvPr id="18" name="Freeform: Shape 17">
              <a:extLst>
                <a:ext uri="{FF2B5EF4-FFF2-40B4-BE49-F238E27FC236}">
                  <a16:creationId xmlns:a16="http://schemas.microsoft.com/office/drawing/2014/main" id="{CEE968B6-ADF6-D1D6-761E-C1A75902FF71}"/>
                </a:ext>
              </a:extLst>
            </p:cNvPr>
            <p:cNvSpPr/>
            <p:nvPr/>
          </p:nvSpPr>
          <p:spPr>
            <a:xfrm flipH="1">
              <a:off x="11536598" y="6194762"/>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marL="0" marR="0" lvl="0" indent="0" algn="l" defTabSz="817839" rtl="0" eaLnBrk="1" fontAlgn="auto" latinLnBrk="0" hangingPunct="1">
                <a:lnSpc>
                  <a:spcPct val="100000"/>
                </a:lnSpc>
                <a:spcBef>
                  <a:spcPts val="0"/>
                </a:spcBef>
                <a:spcAft>
                  <a:spcPts val="0"/>
                </a:spcAft>
                <a:buClrTx/>
                <a:buSzTx/>
                <a:buFontTx/>
                <a:buNone/>
                <a:tabLst/>
                <a:defRPr/>
              </a:pPr>
              <a:endParaRPr kumimoji="0" lang="fr-FR" sz="1610" b="0" i="0" u="none" strike="noStrike" kern="1200" cap="none" spc="0" normalizeH="0" baseline="0" noProof="0">
                <a:ln>
                  <a:noFill/>
                </a:ln>
                <a:solidFill>
                  <a:schemeClr val="bg1"/>
                </a:solidFill>
                <a:effectLst/>
                <a:uLnTx/>
                <a:uFillTx/>
                <a:latin typeface="Bai Jamjuree"/>
                <a:ea typeface="+mn-ea"/>
                <a:cs typeface="+mn-cs"/>
              </a:endParaRPr>
            </a:p>
          </p:txBody>
        </p:sp>
        <p:sp>
          <p:nvSpPr>
            <p:cNvPr id="19" name="Freeform: Shape 18">
              <a:extLst>
                <a:ext uri="{FF2B5EF4-FFF2-40B4-BE49-F238E27FC236}">
                  <a16:creationId xmlns:a16="http://schemas.microsoft.com/office/drawing/2014/main" id="{D0546B08-B8AF-BA02-A359-DEEA45936FA0}"/>
                </a:ext>
              </a:extLst>
            </p:cNvPr>
            <p:cNvSpPr/>
            <p:nvPr/>
          </p:nvSpPr>
          <p:spPr>
            <a:xfrm flipH="1">
              <a:off x="11462311" y="6194762"/>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marL="0" marR="0" lvl="0" indent="0" algn="l" defTabSz="817839" rtl="0" eaLnBrk="1" fontAlgn="auto" latinLnBrk="0" hangingPunct="1">
                <a:lnSpc>
                  <a:spcPct val="100000"/>
                </a:lnSpc>
                <a:spcBef>
                  <a:spcPts val="0"/>
                </a:spcBef>
                <a:spcAft>
                  <a:spcPts val="0"/>
                </a:spcAft>
                <a:buClrTx/>
                <a:buSzTx/>
                <a:buFontTx/>
                <a:buNone/>
                <a:tabLst/>
                <a:defRPr/>
              </a:pPr>
              <a:endParaRPr kumimoji="0" lang="fr-FR" sz="1610" b="0" i="0" u="none" strike="noStrike" kern="1200" cap="none" spc="0" normalizeH="0" baseline="0" noProof="0">
                <a:ln>
                  <a:noFill/>
                </a:ln>
                <a:solidFill>
                  <a:schemeClr val="bg1"/>
                </a:solidFill>
                <a:effectLst/>
                <a:uLnTx/>
                <a:uFillTx/>
                <a:latin typeface="Bai Jamjuree"/>
                <a:ea typeface="+mn-ea"/>
                <a:cs typeface="+mn-cs"/>
              </a:endParaRPr>
            </a:p>
          </p:txBody>
        </p:sp>
        <p:sp>
          <p:nvSpPr>
            <p:cNvPr id="20" name="Freeform: Shape 19">
              <a:extLst>
                <a:ext uri="{FF2B5EF4-FFF2-40B4-BE49-F238E27FC236}">
                  <a16:creationId xmlns:a16="http://schemas.microsoft.com/office/drawing/2014/main" id="{0F49A0DD-EFA5-C219-DFAA-8CDB31C04841}"/>
                </a:ext>
              </a:extLst>
            </p:cNvPr>
            <p:cNvSpPr/>
            <p:nvPr/>
          </p:nvSpPr>
          <p:spPr>
            <a:xfrm flipH="1">
              <a:off x="11388024" y="6194762"/>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marL="0" marR="0" lvl="0" indent="0" algn="l" defTabSz="817839" rtl="0" eaLnBrk="1" fontAlgn="auto" latinLnBrk="0" hangingPunct="1">
                <a:lnSpc>
                  <a:spcPct val="100000"/>
                </a:lnSpc>
                <a:spcBef>
                  <a:spcPts val="0"/>
                </a:spcBef>
                <a:spcAft>
                  <a:spcPts val="0"/>
                </a:spcAft>
                <a:buClrTx/>
                <a:buSzTx/>
                <a:buFontTx/>
                <a:buNone/>
                <a:tabLst/>
                <a:defRPr/>
              </a:pPr>
              <a:endParaRPr kumimoji="0" lang="fr-FR" sz="1610" b="0" i="0" u="none" strike="noStrike" kern="1200" cap="none" spc="0" normalizeH="0" baseline="0" noProof="0">
                <a:ln>
                  <a:noFill/>
                </a:ln>
                <a:solidFill>
                  <a:schemeClr val="bg1"/>
                </a:solidFill>
                <a:effectLst/>
                <a:uLnTx/>
                <a:uFillTx/>
                <a:latin typeface="Bai Jamjuree"/>
                <a:ea typeface="+mn-ea"/>
                <a:cs typeface="+mn-cs"/>
              </a:endParaRPr>
            </a:p>
          </p:txBody>
        </p:sp>
      </p:grpSp>
      <p:pic>
        <p:nvPicPr>
          <p:cNvPr id="21" name="Picture 20">
            <a:extLst>
              <a:ext uri="{FF2B5EF4-FFF2-40B4-BE49-F238E27FC236}">
                <a16:creationId xmlns:a16="http://schemas.microsoft.com/office/drawing/2014/main" id="{D7ACA9D7-1F23-1BAE-C4EB-41543EF9A27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2325" y="191471"/>
            <a:ext cx="615789" cy="101802"/>
          </a:xfrm>
          <a:prstGeom prst="rect">
            <a:avLst/>
          </a:prstGeom>
        </p:spPr>
      </p:pic>
      <p:sp>
        <p:nvSpPr>
          <p:cNvPr id="22" name="TextBox 21">
            <a:extLst>
              <a:ext uri="{FF2B5EF4-FFF2-40B4-BE49-F238E27FC236}">
                <a16:creationId xmlns:a16="http://schemas.microsoft.com/office/drawing/2014/main" id="{DDCF3E15-084D-8FB6-E8D3-F820B1975CFB}"/>
              </a:ext>
            </a:extLst>
          </p:cNvPr>
          <p:cNvSpPr txBox="1"/>
          <p:nvPr userDrawn="1"/>
        </p:nvSpPr>
        <p:spPr>
          <a:xfrm>
            <a:off x="11647629" y="187315"/>
            <a:ext cx="541196" cy="110158"/>
          </a:xfrm>
          <a:prstGeom prst="rect">
            <a:avLst/>
          </a:prstGeom>
          <a:noFill/>
        </p:spPr>
        <p:txBody>
          <a:bodyPr wrap="square" lIns="0" tIns="0" rIns="0" bIns="0" rtlCol="0">
            <a:spAutoFit/>
          </a:bodyPr>
          <a:lstStyle/>
          <a:p>
            <a:pPr algn="ctr"/>
            <a:fld id="{CBE9CF72-C999-46AD-B82E-60CA18E15218}" type="slidenum">
              <a:rPr lang="fr-FR" sz="716" smtClean="0">
                <a:solidFill>
                  <a:schemeClr val="bg1"/>
                </a:solidFill>
              </a:rPr>
              <a:pPr algn="ctr"/>
              <a:t>‹#›</a:t>
            </a:fld>
            <a:endParaRPr lang="fr-FR" sz="716">
              <a:solidFill>
                <a:schemeClr val="bg1"/>
              </a:solidFill>
            </a:endParaRPr>
          </a:p>
        </p:txBody>
      </p:sp>
      <p:grpSp>
        <p:nvGrpSpPr>
          <p:cNvPr id="24" name="Group 23">
            <a:extLst>
              <a:ext uri="{FF2B5EF4-FFF2-40B4-BE49-F238E27FC236}">
                <a16:creationId xmlns:a16="http://schemas.microsoft.com/office/drawing/2014/main" id="{2CBFE40B-7AE2-9ABD-37EA-83A606F30A7D}"/>
              </a:ext>
            </a:extLst>
          </p:cNvPr>
          <p:cNvGrpSpPr/>
          <p:nvPr userDrawn="1"/>
        </p:nvGrpSpPr>
        <p:grpSpPr>
          <a:xfrm>
            <a:off x="1539347" y="215653"/>
            <a:ext cx="360339" cy="53440"/>
            <a:chOff x="4561970" y="6194762"/>
            <a:chExt cx="652156" cy="108104"/>
          </a:xfrm>
        </p:grpSpPr>
        <p:grpSp>
          <p:nvGrpSpPr>
            <p:cNvPr id="25" name="Group 24">
              <a:extLst>
                <a:ext uri="{FF2B5EF4-FFF2-40B4-BE49-F238E27FC236}">
                  <a16:creationId xmlns:a16="http://schemas.microsoft.com/office/drawing/2014/main" id="{3D16873B-4F6C-B905-0CE2-CE108A87A15A}"/>
                </a:ext>
              </a:extLst>
            </p:cNvPr>
            <p:cNvGrpSpPr/>
            <p:nvPr/>
          </p:nvGrpSpPr>
          <p:grpSpPr>
            <a:xfrm flipH="1">
              <a:off x="4561970" y="6194762"/>
              <a:ext cx="108104" cy="108104"/>
              <a:chOff x="1959763" y="6618527"/>
              <a:chExt cx="108104" cy="108104"/>
            </a:xfrm>
            <a:solidFill>
              <a:schemeClr val="bg1">
                <a:alpha val="10000"/>
              </a:schemeClr>
            </a:solidFill>
          </p:grpSpPr>
          <p:cxnSp>
            <p:nvCxnSpPr>
              <p:cNvPr id="32" name="Straight Connector 31">
                <a:extLst>
                  <a:ext uri="{FF2B5EF4-FFF2-40B4-BE49-F238E27FC236}">
                    <a16:creationId xmlns:a16="http://schemas.microsoft.com/office/drawing/2014/main" id="{BB02E648-C004-00FB-6010-EB735962A171}"/>
                  </a:ext>
                </a:extLst>
              </p:cNvPr>
              <p:cNvCxnSpPr>
                <a:cxnSpLocks/>
              </p:cNvCxnSpPr>
              <p:nvPr/>
            </p:nvCxnSpPr>
            <p:spPr>
              <a:xfrm>
                <a:off x="2013815" y="6618527"/>
                <a:ext cx="0" cy="108104"/>
              </a:xfrm>
              <a:prstGeom prst="line">
                <a:avLst/>
              </a:prstGeom>
              <a:grpFill/>
              <a:ln w="9525" cap="sq">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BD56231-35A4-5A00-5950-F28FEEC753A9}"/>
                  </a:ext>
                </a:extLst>
              </p:cNvPr>
              <p:cNvCxnSpPr>
                <a:cxnSpLocks/>
              </p:cNvCxnSpPr>
              <p:nvPr/>
            </p:nvCxnSpPr>
            <p:spPr>
              <a:xfrm>
                <a:off x="1959763" y="6672579"/>
                <a:ext cx="108104" cy="0"/>
              </a:xfrm>
              <a:prstGeom prst="line">
                <a:avLst/>
              </a:prstGeom>
              <a:grpFill/>
              <a:ln w="9525" cap="sq">
                <a:solidFill>
                  <a:schemeClr val="bg1"/>
                </a:soli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587C14F1-D654-23C7-2599-8A20906C3EFF}"/>
                </a:ext>
              </a:extLst>
            </p:cNvPr>
            <p:cNvGrpSpPr/>
            <p:nvPr/>
          </p:nvGrpSpPr>
          <p:grpSpPr>
            <a:xfrm flipH="1">
              <a:off x="4833996" y="6194762"/>
              <a:ext cx="108104" cy="108104"/>
              <a:chOff x="1959763" y="6618527"/>
              <a:chExt cx="108104" cy="108104"/>
            </a:xfrm>
            <a:solidFill>
              <a:schemeClr val="bg1">
                <a:alpha val="10000"/>
              </a:schemeClr>
            </a:solidFill>
          </p:grpSpPr>
          <p:cxnSp>
            <p:nvCxnSpPr>
              <p:cNvPr id="30" name="Straight Connector 29">
                <a:extLst>
                  <a:ext uri="{FF2B5EF4-FFF2-40B4-BE49-F238E27FC236}">
                    <a16:creationId xmlns:a16="http://schemas.microsoft.com/office/drawing/2014/main" id="{3F11968D-B0A6-9A95-FA82-87D883F2C620}"/>
                  </a:ext>
                </a:extLst>
              </p:cNvPr>
              <p:cNvCxnSpPr>
                <a:cxnSpLocks/>
              </p:cNvCxnSpPr>
              <p:nvPr/>
            </p:nvCxnSpPr>
            <p:spPr>
              <a:xfrm>
                <a:off x="2013815" y="6618527"/>
                <a:ext cx="0" cy="108104"/>
              </a:xfrm>
              <a:prstGeom prst="line">
                <a:avLst/>
              </a:prstGeom>
              <a:grpFill/>
              <a:ln w="9525" cap="sq">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63D0030-DF21-8FD8-78F2-0222A8170732}"/>
                  </a:ext>
                </a:extLst>
              </p:cNvPr>
              <p:cNvCxnSpPr>
                <a:cxnSpLocks/>
              </p:cNvCxnSpPr>
              <p:nvPr/>
            </p:nvCxnSpPr>
            <p:spPr>
              <a:xfrm>
                <a:off x="1959763" y="6672579"/>
                <a:ext cx="108104" cy="0"/>
              </a:xfrm>
              <a:prstGeom prst="line">
                <a:avLst/>
              </a:prstGeom>
              <a:grpFill/>
              <a:ln w="9525" cap="sq">
                <a:solidFill>
                  <a:schemeClr val="bg1"/>
                </a:solidFill>
                <a:round/>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3A6CAA3B-CAA9-9296-8B76-AC8718B47FE8}"/>
                </a:ext>
              </a:extLst>
            </p:cNvPr>
            <p:cNvGrpSpPr/>
            <p:nvPr/>
          </p:nvGrpSpPr>
          <p:grpSpPr>
            <a:xfrm flipH="1">
              <a:off x="5106022" y="6194762"/>
              <a:ext cx="108104" cy="108104"/>
              <a:chOff x="1959763" y="6618527"/>
              <a:chExt cx="108104" cy="108104"/>
            </a:xfrm>
            <a:solidFill>
              <a:schemeClr val="bg1">
                <a:alpha val="10000"/>
              </a:schemeClr>
            </a:solidFill>
          </p:grpSpPr>
          <p:cxnSp>
            <p:nvCxnSpPr>
              <p:cNvPr id="28" name="Straight Connector 27">
                <a:extLst>
                  <a:ext uri="{FF2B5EF4-FFF2-40B4-BE49-F238E27FC236}">
                    <a16:creationId xmlns:a16="http://schemas.microsoft.com/office/drawing/2014/main" id="{7C53A6AC-6048-242A-51CA-F7DAC5D43884}"/>
                  </a:ext>
                </a:extLst>
              </p:cNvPr>
              <p:cNvCxnSpPr>
                <a:cxnSpLocks/>
              </p:cNvCxnSpPr>
              <p:nvPr/>
            </p:nvCxnSpPr>
            <p:spPr>
              <a:xfrm>
                <a:off x="2013815" y="6618527"/>
                <a:ext cx="0" cy="108104"/>
              </a:xfrm>
              <a:prstGeom prst="line">
                <a:avLst/>
              </a:prstGeom>
              <a:grpFill/>
              <a:ln w="9525" cap="sq">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27EF439-212D-B79B-FA50-A6EEE4CA1125}"/>
                  </a:ext>
                </a:extLst>
              </p:cNvPr>
              <p:cNvCxnSpPr>
                <a:cxnSpLocks/>
              </p:cNvCxnSpPr>
              <p:nvPr/>
            </p:nvCxnSpPr>
            <p:spPr>
              <a:xfrm>
                <a:off x="1959763" y="6672579"/>
                <a:ext cx="108104" cy="0"/>
              </a:xfrm>
              <a:prstGeom prst="line">
                <a:avLst/>
              </a:prstGeom>
              <a:grpFill/>
              <a:ln w="9525" cap="sq">
                <a:solidFill>
                  <a:schemeClr val="bg1"/>
                </a:solidFill>
                <a:round/>
              </a:ln>
            </p:spPr>
            <p:style>
              <a:lnRef idx="1">
                <a:schemeClr val="accent1"/>
              </a:lnRef>
              <a:fillRef idx="0">
                <a:schemeClr val="accent1"/>
              </a:fillRef>
              <a:effectRef idx="0">
                <a:schemeClr val="accent1"/>
              </a:effectRef>
              <a:fontRef idx="minor">
                <a:schemeClr val="tx1"/>
              </a:fontRef>
            </p:style>
          </p:cxnSp>
        </p:grpSp>
      </p:grpSp>
      <p:sp>
        <p:nvSpPr>
          <p:cNvPr id="2" name="Graphic 90">
            <a:extLst>
              <a:ext uri="{FF2B5EF4-FFF2-40B4-BE49-F238E27FC236}">
                <a16:creationId xmlns:a16="http://schemas.microsoft.com/office/drawing/2014/main" id="{F74D5306-C205-FAC2-591A-DEC9A02AED48}"/>
              </a:ext>
            </a:extLst>
          </p:cNvPr>
          <p:cNvSpPr/>
          <p:nvPr userDrawn="1"/>
        </p:nvSpPr>
        <p:spPr>
          <a:xfrm rot="16200000" flipH="1" flipV="1">
            <a:off x="230202" y="198223"/>
            <a:ext cx="78544" cy="88300"/>
          </a:xfrm>
          <a:custGeom>
            <a:avLst/>
            <a:gdLst>
              <a:gd name="connsiteX0" fmla="*/ 4877786 w 4877786"/>
              <a:gd name="connsiteY0" fmla="*/ 4865667 h 4877746"/>
              <a:gd name="connsiteX1" fmla="*/ 4877625 w 4877786"/>
              <a:gd name="connsiteY1" fmla="*/ 2064401 h 4877746"/>
              <a:gd name="connsiteX2" fmla="*/ 2814276 w 4877786"/>
              <a:gd name="connsiteY2" fmla="*/ 0 h 4877746"/>
              <a:gd name="connsiteX3" fmla="*/ 9341 w 4877786"/>
              <a:gd name="connsiteY3" fmla="*/ 0 h 4877746"/>
              <a:gd name="connsiteX4" fmla="*/ 8996 w 4877786"/>
              <a:gd name="connsiteY4" fmla="*/ 1154789 h 4877746"/>
              <a:gd name="connsiteX5" fmla="*/ 2744376 w 4877786"/>
              <a:gd name="connsiteY5" fmla="*/ 1157389 h 4877746"/>
              <a:gd name="connsiteX6" fmla="*/ 2801345 w 4877786"/>
              <a:gd name="connsiteY6" fmla="*/ 1214128 h 4877746"/>
              <a:gd name="connsiteX7" fmla="*/ 0 w 4877786"/>
              <a:gd name="connsiteY7" fmla="*/ 4013438 h 4877746"/>
              <a:gd name="connsiteX8" fmla="*/ 867188 w 4877786"/>
              <a:gd name="connsiteY8" fmla="*/ 4877747 h 4877746"/>
              <a:gd name="connsiteX9" fmla="*/ 3667497 w 4877786"/>
              <a:gd name="connsiteY9" fmla="*/ 2079748 h 4877746"/>
              <a:gd name="connsiteX10" fmla="*/ 3722947 w 4877786"/>
              <a:gd name="connsiteY10" fmla="*/ 2135175 h 4877746"/>
              <a:gd name="connsiteX11" fmla="*/ 3725524 w 4877786"/>
              <a:gd name="connsiteY11" fmla="*/ 4865667 h 4877746"/>
              <a:gd name="connsiteX12" fmla="*/ 4877786 w 4877786"/>
              <a:gd name="connsiteY12" fmla="*/ 4865667 h 4877746"/>
              <a:gd name="connsiteX0" fmla="*/ 4877786 w 4877786"/>
              <a:gd name="connsiteY0" fmla="*/ 4865667 h 4877747"/>
              <a:gd name="connsiteX1" fmla="*/ 4877625 w 4877786"/>
              <a:gd name="connsiteY1" fmla="*/ 2064401 h 4877747"/>
              <a:gd name="connsiteX2" fmla="*/ 3828703 w 4877786"/>
              <a:gd name="connsiteY2" fmla="*/ 0 h 4877747"/>
              <a:gd name="connsiteX3" fmla="*/ 9341 w 4877786"/>
              <a:gd name="connsiteY3" fmla="*/ 0 h 4877747"/>
              <a:gd name="connsiteX4" fmla="*/ 8996 w 4877786"/>
              <a:gd name="connsiteY4" fmla="*/ 1154789 h 4877747"/>
              <a:gd name="connsiteX5" fmla="*/ 2744376 w 4877786"/>
              <a:gd name="connsiteY5" fmla="*/ 1157389 h 4877747"/>
              <a:gd name="connsiteX6" fmla="*/ 2801345 w 4877786"/>
              <a:gd name="connsiteY6" fmla="*/ 1214128 h 4877747"/>
              <a:gd name="connsiteX7" fmla="*/ 0 w 4877786"/>
              <a:gd name="connsiteY7" fmla="*/ 4013438 h 4877747"/>
              <a:gd name="connsiteX8" fmla="*/ 867188 w 4877786"/>
              <a:gd name="connsiteY8" fmla="*/ 4877747 h 4877747"/>
              <a:gd name="connsiteX9" fmla="*/ 3667497 w 4877786"/>
              <a:gd name="connsiteY9" fmla="*/ 2079748 h 4877747"/>
              <a:gd name="connsiteX10" fmla="*/ 3722947 w 4877786"/>
              <a:gd name="connsiteY10" fmla="*/ 2135175 h 4877747"/>
              <a:gd name="connsiteX11" fmla="*/ 3725524 w 4877786"/>
              <a:gd name="connsiteY11" fmla="*/ 4865667 h 4877747"/>
              <a:gd name="connsiteX12" fmla="*/ 4877786 w 4877786"/>
              <a:gd name="connsiteY12" fmla="*/ 4865667 h 4877747"/>
              <a:gd name="connsiteX0" fmla="*/ 4877786 w 4877786"/>
              <a:gd name="connsiteY0" fmla="*/ 4865667 h 4877747"/>
              <a:gd name="connsiteX1" fmla="*/ 4877624 w 4877786"/>
              <a:gd name="connsiteY1" fmla="*/ 1038144 h 4877747"/>
              <a:gd name="connsiteX2" fmla="*/ 3828703 w 4877786"/>
              <a:gd name="connsiteY2" fmla="*/ 0 h 4877747"/>
              <a:gd name="connsiteX3" fmla="*/ 9341 w 4877786"/>
              <a:gd name="connsiteY3" fmla="*/ 0 h 4877747"/>
              <a:gd name="connsiteX4" fmla="*/ 8996 w 4877786"/>
              <a:gd name="connsiteY4" fmla="*/ 1154789 h 4877747"/>
              <a:gd name="connsiteX5" fmla="*/ 2744376 w 4877786"/>
              <a:gd name="connsiteY5" fmla="*/ 1157389 h 4877747"/>
              <a:gd name="connsiteX6" fmla="*/ 2801345 w 4877786"/>
              <a:gd name="connsiteY6" fmla="*/ 1214128 h 4877747"/>
              <a:gd name="connsiteX7" fmla="*/ 0 w 4877786"/>
              <a:gd name="connsiteY7" fmla="*/ 4013438 h 4877747"/>
              <a:gd name="connsiteX8" fmla="*/ 867188 w 4877786"/>
              <a:gd name="connsiteY8" fmla="*/ 4877747 h 4877747"/>
              <a:gd name="connsiteX9" fmla="*/ 3667497 w 4877786"/>
              <a:gd name="connsiteY9" fmla="*/ 2079748 h 4877747"/>
              <a:gd name="connsiteX10" fmla="*/ 3722947 w 4877786"/>
              <a:gd name="connsiteY10" fmla="*/ 2135175 h 4877747"/>
              <a:gd name="connsiteX11" fmla="*/ 3725524 w 4877786"/>
              <a:gd name="connsiteY11" fmla="*/ 4865667 h 4877747"/>
              <a:gd name="connsiteX12" fmla="*/ 4877786 w 4877786"/>
              <a:gd name="connsiteY12" fmla="*/ 4865667 h 4877747"/>
              <a:gd name="connsiteX0" fmla="*/ 4877786 w 4877786"/>
              <a:gd name="connsiteY0" fmla="*/ 4865667 h 4877747"/>
              <a:gd name="connsiteX1" fmla="*/ 4877624 w 4877786"/>
              <a:gd name="connsiteY1" fmla="*/ 1038144 h 4877747"/>
              <a:gd name="connsiteX2" fmla="*/ 4302923 w 4877786"/>
              <a:gd name="connsiteY2" fmla="*/ 518664 h 4877747"/>
              <a:gd name="connsiteX3" fmla="*/ 3828703 w 4877786"/>
              <a:gd name="connsiteY3" fmla="*/ 0 h 4877747"/>
              <a:gd name="connsiteX4" fmla="*/ 9341 w 4877786"/>
              <a:gd name="connsiteY4" fmla="*/ 0 h 4877747"/>
              <a:gd name="connsiteX5" fmla="*/ 8996 w 4877786"/>
              <a:gd name="connsiteY5" fmla="*/ 1154789 h 4877747"/>
              <a:gd name="connsiteX6" fmla="*/ 2744376 w 4877786"/>
              <a:gd name="connsiteY6" fmla="*/ 1157389 h 4877747"/>
              <a:gd name="connsiteX7" fmla="*/ 2801345 w 4877786"/>
              <a:gd name="connsiteY7" fmla="*/ 1214128 h 4877747"/>
              <a:gd name="connsiteX8" fmla="*/ 0 w 4877786"/>
              <a:gd name="connsiteY8" fmla="*/ 4013438 h 4877747"/>
              <a:gd name="connsiteX9" fmla="*/ 867188 w 4877786"/>
              <a:gd name="connsiteY9" fmla="*/ 4877747 h 4877747"/>
              <a:gd name="connsiteX10" fmla="*/ 3667497 w 4877786"/>
              <a:gd name="connsiteY10" fmla="*/ 2079748 h 4877747"/>
              <a:gd name="connsiteX11" fmla="*/ 3722947 w 4877786"/>
              <a:gd name="connsiteY11" fmla="*/ 2135175 h 4877747"/>
              <a:gd name="connsiteX12" fmla="*/ 3725524 w 4877786"/>
              <a:gd name="connsiteY12" fmla="*/ 4865667 h 4877747"/>
              <a:gd name="connsiteX13" fmla="*/ 4877786 w 4877786"/>
              <a:gd name="connsiteY13" fmla="*/ 4865667 h 4877747"/>
              <a:gd name="connsiteX0" fmla="*/ 4877786 w 4885840"/>
              <a:gd name="connsiteY0" fmla="*/ 4902166 h 4914246"/>
              <a:gd name="connsiteX1" fmla="*/ 4877624 w 4885840"/>
              <a:gd name="connsiteY1" fmla="*/ 1074643 h 4914246"/>
              <a:gd name="connsiteX2" fmla="*/ 4885840 w 4885840"/>
              <a:gd name="connsiteY2" fmla="*/ 0 h 4914246"/>
              <a:gd name="connsiteX3" fmla="*/ 3828703 w 4885840"/>
              <a:gd name="connsiteY3" fmla="*/ 36499 h 4914246"/>
              <a:gd name="connsiteX4" fmla="*/ 9341 w 4885840"/>
              <a:gd name="connsiteY4" fmla="*/ 36499 h 4914246"/>
              <a:gd name="connsiteX5" fmla="*/ 8996 w 4885840"/>
              <a:gd name="connsiteY5" fmla="*/ 1191288 h 4914246"/>
              <a:gd name="connsiteX6" fmla="*/ 2744376 w 4885840"/>
              <a:gd name="connsiteY6" fmla="*/ 1193888 h 4914246"/>
              <a:gd name="connsiteX7" fmla="*/ 2801345 w 4885840"/>
              <a:gd name="connsiteY7" fmla="*/ 1250627 h 4914246"/>
              <a:gd name="connsiteX8" fmla="*/ 0 w 4885840"/>
              <a:gd name="connsiteY8" fmla="*/ 4049937 h 4914246"/>
              <a:gd name="connsiteX9" fmla="*/ 867188 w 4885840"/>
              <a:gd name="connsiteY9" fmla="*/ 4914246 h 4914246"/>
              <a:gd name="connsiteX10" fmla="*/ 3667497 w 4885840"/>
              <a:gd name="connsiteY10" fmla="*/ 2116247 h 4914246"/>
              <a:gd name="connsiteX11" fmla="*/ 3722947 w 4885840"/>
              <a:gd name="connsiteY11" fmla="*/ 2171674 h 4914246"/>
              <a:gd name="connsiteX12" fmla="*/ 3725524 w 4885840"/>
              <a:gd name="connsiteY12" fmla="*/ 4902166 h 4914246"/>
              <a:gd name="connsiteX13" fmla="*/ 4877786 w 4885840"/>
              <a:gd name="connsiteY13" fmla="*/ 4902166 h 4914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85840" h="4914246">
                <a:moveTo>
                  <a:pt x="4877786" y="4902166"/>
                </a:moveTo>
                <a:cubicBezTo>
                  <a:pt x="4877732" y="3968411"/>
                  <a:pt x="4877678" y="2008398"/>
                  <a:pt x="4877624" y="1074643"/>
                </a:cubicBezTo>
                <a:cubicBezTo>
                  <a:pt x="4880363" y="716429"/>
                  <a:pt x="4883101" y="358214"/>
                  <a:pt x="4885840" y="0"/>
                </a:cubicBezTo>
                <a:lnTo>
                  <a:pt x="3828703" y="36499"/>
                </a:lnTo>
                <a:lnTo>
                  <a:pt x="9341" y="36499"/>
                </a:lnTo>
                <a:lnTo>
                  <a:pt x="8996" y="1191288"/>
                </a:lnTo>
                <a:lnTo>
                  <a:pt x="2744376" y="1193888"/>
                </a:lnTo>
                <a:lnTo>
                  <a:pt x="2801345" y="1250627"/>
                </a:lnTo>
                <a:lnTo>
                  <a:pt x="0" y="4049937"/>
                </a:lnTo>
                <a:lnTo>
                  <a:pt x="867188" y="4914246"/>
                </a:lnTo>
                <a:lnTo>
                  <a:pt x="3667497" y="2116247"/>
                </a:lnTo>
                <a:lnTo>
                  <a:pt x="3722947" y="2171674"/>
                </a:lnTo>
                <a:lnTo>
                  <a:pt x="3725524" y="4902166"/>
                </a:lnTo>
                <a:lnTo>
                  <a:pt x="4877786" y="4902166"/>
                </a:lnTo>
                <a:close/>
              </a:path>
            </a:pathLst>
          </a:custGeom>
          <a:solidFill>
            <a:schemeClr val="accent1"/>
          </a:solidFill>
          <a:ln w="23004" cap="flat">
            <a:noFill/>
            <a:prstDash val="solid"/>
            <a:miter/>
          </a:ln>
        </p:spPr>
        <p:txBody>
          <a:bodyPr rtlCol="0" anchor="ctr"/>
          <a:lstStyle/>
          <a:p>
            <a:endParaRPr lang="fr-FR" sz="1610"/>
          </a:p>
        </p:txBody>
      </p:sp>
      <p:pic>
        <p:nvPicPr>
          <p:cNvPr id="23" name="Picture 22">
            <a:extLst>
              <a:ext uri="{FF2B5EF4-FFF2-40B4-BE49-F238E27FC236}">
                <a16:creationId xmlns:a16="http://schemas.microsoft.com/office/drawing/2014/main" id="{569756AF-C2CE-030A-9A34-66F0E61B0977}"/>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34061" y="175482"/>
            <a:ext cx="183779" cy="133780"/>
          </a:xfrm>
          <a:prstGeom prst="rect">
            <a:avLst/>
          </a:prstGeom>
        </p:spPr>
      </p:pic>
      <p:cxnSp>
        <p:nvCxnSpPr>
          <p:cNvPr id="36" name="Straight Connector 35">
            <a:extLst>
              <a:ext uri="{FF2B5EF4-FFF2-40B4-BE49-F238E27FC236}">
                <a16:creationId xmlns:a16="http://schemas.microsoft.com/office/drawing/2014/main" id="{C2D94148-8981-846F-2DE0-CDBACF088448}"/>
              </a:ext>
            </a:extLst>
          </p:cNvPr>
          <p:cNvCxnSpPr>
            <a:cxnSpLocks/>
          </p:cNvCxnSpPr>
          <p:nvPr userDrawn="1"/>
        </p:nvCxnSpPr>
        <p:spPr>
          <a:xfrm>
            <a:off x="675082" y="175482"/>
            <a:ext cx="0" cy="133780"/>
          </a:xfrm>
          <a:prstGeom prst="line">
            <a:avLst/>
          </a:prstGeom>
          <a:ln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39" name="Text Placeholder 37">
            <a:extLst>
              <a:ext uri="{FF2B5EF4-FFF2-40B4-BE49-F238E27FC236}">
                <a16:creationId xmlns:a16="http://schemas.microsoft.com/office/drawing/2014/main" id="{35036F09-2108-FC41-C833-A6B149C3CCA9}"/>
              </a:ext>
            </a:extLst>
          </p:cNvPr>
          <p:cNvSpPr>
            <a:spLocks noGrp="1"/>
          </p:cNvSpPr>
          <p:nvPr>
            <p:ph type="body" sz="quarter" idx="10" hasCustomPrompt="1"/>
          </p:nvPr>
        </p:nvSpPr>
        <p:spPr>
          <a:xfrm>
            <a:off x="2090919" y="197286"/>
            <a:ext cx="1477645" cy="95987"/>
          </a:xfrm>
          <a:solidFill>
            <a:schemeClr val="tx1"/>
          </a:solidFill>
        </p:spPr>
        <p:txBody>
          <a:bodyPr anchor="ctr"/>
          <a:lstStyle>
            <a:lvl1pPr rtl="0">
              <a:defRPr sz="716">
                <a:solidFill>
                  <a:schemeClr val="bg1"/>
                </a:solidFill>
              </a:defRPr>
            </a:lvl1pPr>
          </a:lstStyle>
          <a:p>
            <a:pPr lvl="0"/>
            <a:r>
              <a:rPr lang="en-GB"/>
              <a:t>00 | SECTION TITLE</a:t>
            </a:r>
          </a:p>
        </p:txBody>
      </p:sp>
      <p:sp>
        <p:nvSpPr>
          <p:cNvPr id="3" name="Text Placeholder 37">
            <a:extLst>
              <a:ext uri="{FF2B5EF4-FFF2-40B4-BE49-F238E27FC236}">
                <a16:creationId xmlns:a16="http://schemas.microsoft.com/office/drawing/2014/main" id="{CAC81F9B-1B02-8764-5E89-D463A51119E8}"/>
              </a:ext>
            </a:extLst>
          </p:cNvPr>
          <p:cNvSpPr>
            <a:spLocks noGrp="1"/>
          </p:cNvSpPr>
          <p:nvPr>
            <p:ph type="body" sz="quarter" idx="11" hasCustomPrompt="1"/>
          </p:nvPr>
        </p:nvSpPr>
        <p:spPr>
          <a:xfrm>
            <a:off x="434061" y="899671"/>
            <a:ext cx="11335607" cy="640030"/>
          </a:xfrm>
          <a:noFill/>
        </p:spPr>
        <p:txBody>
          <a:bodyPr anchor="ctr"/>
          <a:lstStyle>
            <a:lvl1pPr rtl="0">
              <a:defRPr kumimoji="0" lang="en-GB" sz="3578" b="0" i="0" u="none" strike="noStrike" kern="1200" cap="none" spc="0" normalizeH="0" baseline="0" dirty="0">
                <a:ln>
                  <a:noFill/>
                </a:ln>
                <a:solidFill>
                  <a:schemeClr val="tx1"/>
                </a:solidFill>
                <a:effectLst/>
                <a:uLnTx/>
                <a:uFillTx/>
                <a:latin typeface="ClashDisplay-Semibold" pitchFamily="2" charset="0"/>
                <a:ea typeface="+mn-ea"/>
                <a:cs typeface="+mn-cs"/>
              </a:defRPr>
            </a:lvl1pPr>
          </a:lstStyle>
          <a:p>
            <a:pPr marL="0" marR="0" lvl="0" indent="0" algn="l" defTabSz="817839" rtl="0" eaLnBrk="1" fontAlgn="auto" latinLnBrk="0" hangingPunct="1">
              <a:lnSpc>
                <a:spcPct val="70000"/>
              </a:lnSpc>
              <a:spcBef>
                <a:spcPts val="0"/>
              </a:spcBef>
              <a:spcAft>
                <a:spcPts val="0"/>
              </a:spcAft>
              <a:buClrTx/>
              <a:buSzTx/>
              <a:buFontTx/>
              <a:buNone/>
              <a:tabLst/>
              <a:defRPr/>
            </a:pPr>
            <a:r>
              <a:rPr lang="en-GB"/>
              <a:t>TITLE LINE 1</a:t>
            </a:r>
          </a:p>
          <a:p>
            <a:pPr marL="0" marR="0" lvl="0" indent="0" algn="l" defTabSz="817839" rtl="0" eaLnBrk="1" fontAlgn="auto" latinLnBrk="0" hangingPunct="1">
              <a:lnSpc>
                <a:spcPct val="70000"/>
              </a:lnSpc>
              <a:spcBef>
                <a:spcPts val="0"/>
              </a:spcBef>
              <a:spcAft>
                <a:spcPts val="0"/>
              </a:spcAft>
              <a:buClrTx/>
              <a:buSzTx/>
              <a:buFontTx/>
              <a:buNone/>
              <a:tabLst/>
              <a:defRPr/>
            </a:pPr>
            <a:r>
              <a:rPr lang="en-GB"/>
              <a:t>TITLE LINE 2</a:t>
            </a:r>
          </a:p>
        </p:txBody>
      </p:sp>
      <p:sp>
        <p:nvSpPr>
          <p:cNvPr id="35" name="Text Placeholder 37">
            <a:extLst>
              <a:ext uri="{FF2B5EF4-FFF2-40B4-BE49-F238E27FC236}">
                <a16:creationId xmlns:a16="http://schemas.microsoft.com/office/drawing/2014/main" id="{FCF6F294-E3F4-7392-8759-9DD2CF8AFD9D}"/>
              </a:ext>
            </a:extLst>
          </p:cNvPr>
          <p:cNvSpPr>
            <a:spLocks noGrp="1"/>
          </p:cNvSpPr>
          <p:nvPr>
            <p:ph type="body" sz="quarter" idx="12" hasCustomPrompt="1"/>
          </p:nvPr>
        </p:nvSpPr>
        <p:spPr>
          <a:xfrm>
            <a:off x="434061" y="1635763"/>
            <a:ext cx="11335607" cy="361228"/>
          </a:xfrm>
          <a:noFill/>
        </p:spPr>
        <p:txBody>
          <a:bodyPr anchor="ctr"/>
          <a:lstStyle>
            <a:lvl1pPr rtl="0">
              <a:defRPr kumimoji="0" lang="en-GB" sz="1610" b="0" i="0" u="none" strike="noStrike" kern="1200" cap="none" spc="0" normalizeH="0" baseline="0" dirty="0">
                <a:ln>
                  <a:noFill/>
                </a:ln>
                <a:solidFill>
                  <a:schemeClr val="tx1"/>
                </a:solidFill>
                <a:effectLst/>
                <a:uLnTx/>
                <a:uFillTx/>
                <a:latin typeface="ClashDisplay-Semibold" pitchFamily="2" charset="0"/>
                <a:ea typeface="+mn-ea"/>
                <a:cs typeface="+mn-cs"/>
              </a:defRPr>
            </a:lvl1pPr>
          </a:lstStyle>
          <a:p>
            <a:pPr marL="0" marR="0" lvl="0" indent="0" algn="l" defTabSz="817839" rtl="0" eaLnBrk="1" fontAlgn="auto" latinLnBrk="0" hangingPunct="1">
              <a:lnSpc>
                <a:spcPct val="70000"/>
              </a:lnSpc>
              <a:spcBef>
                <a:spcPts val="0"/>
              </a:spcBef>
              <a:spcAft>
                <a:spcPts val="0"/>
              </a:spcAft>
              <a:buClrTx/>
              <a:buSzTx/>
              <a:buFontTx/>
              <a:buNone/>
              <a:tabLst/>
              <a:defRPr/>
            </a:pPr>
            <a:r>
              <a:rPr lang="en-GB"/>
              <a:t>TAGLINE [MAX 2 LINES]</a:t>
            </a:r>
          </a:p>
        </p:txBody>
      </p:sp>
    </p:spTree>
    <p:extLst>
      <p:ext uri="{BB962C8B-B14F-4D97-AF65-F5344CB8AC3E}">
        <p14:creationId xmlns:p14="http://schemas.microsoft.com/office/powerpoint/2010/main" val="199674661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oleObject" Target="../embeddings/oleObject2.bin"/><Relationship Id="rId3" Type="http://schemas.openxmlformats.org/officeDocument/2006/relationships/slideLayout" Target="../slideLayouts/slideLayout48.xml"/><Relationship Id="rId21" Type="http://schemas.openxmlformats.org/officeDocument/2006/relationships/tags" Target="../tags/tag2.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image" Target="../media/image1.emf"/><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tags" Target="../tags/tag1.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24" Type="http://schemas.openxmlformats.org/officeDocument/2006/relationships/oleObject" Target="../embeddings/oleObject1.bin"/><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tags" Target="../tags/tag4.xml"/><Relationship Id="rId10" Type="http://schemas.openxmlformats.org/officeDocument/2006/relationships/slideLayout" Target="../slideLayouts/slideLayout55.xml"/><Relationship Id="rId19" Type="http://schemas.openxmlformats.org/officeDocument/2006/relationships/theme" Target="../theme/theme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tags" Target="../tags/tag3.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76.xml"/><Relationship Id="rId18" Type="http://schemas.openxmlformats.org/officeDocument/2006/relationships/slideLayout" Target="../slideLayouts/slideLayout81.xml"/><Relationship Id="rId26" Type="http://schemas.openxmlformats.org/officeDocument/2006/relationships/slideLayout" Target="../slideLayouts/slideLayout89.xml"/><Relationship Id="rId39" Type="http://schemas.openxmlformats.org/officeDocument/2006/relationships/slideLayout" Target="../slideLayouts/slideLayout102.xml"/><Relationship Id="rId21" Type="http://schemas.openxmlformats.org/officeDocument/2006/relationships/slideLayout" Target="../slideLayouts/slideLayout84.xml"/><Relationship Id="rId34" Type="http://schemas.openxmlformats.org/officeDocument/2006/relationships/slideLayout" Target="../slideLayouts/slideLayout97.xml"/><Relationship Id="rId42" Type="http://schemas.openxmlformats.org/officeDocument/2006/relationships/theme" Target="../theme/theme6.xml"/><Relationship Id="rId7" Type="http://schemas.openxmlformats.org/officeDocument/2006/relationships/slideLayout" Target="../slideLayouts/slideLayout70.xml"/><Relationship Id="rId2" Type="http://schemas.openxmlformats.org/officeDocument/2006/relationships/slideLayout" Target="../slideLayouts/slideLayout65.xml"/><Relationship Id="rId16" Type="http://schemas.openxmlformats.org/officeDocument/2006/relationships/slideLayout" Target="../slideLayouts/slideLayout79.xml"/><Relationship Id="rId29" Type="http://schemas.openxmlformats.org/officeDocument/2006/relationships/slideLayout" Target="../slideLayouts/slideLayout92.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24" Type="http://schemas.openxmlformats.org/officeDocument/2006/relationships/slideLayout" Target="../slideLayouts/slideLayout87.xml"/><Relationship Id="rId32" Type="http://schemas.openxmlformats.org/officeDocument/2006/relationships/slideLayout" Target="../slideLayouts/slideLayout95.xml"/><Relationship Id="rId37" Type="http://schemas.openxmlformats.org/officeDocument/2006/relationships/slideLayout" Target="../slideLayouts/slideLayout100.xml"/><Relationship Id="rId40" Type="http://schemas.openxmlformats.org/officeDocument/2006/relationships/slideLayout" Target="../slideLayouts/slideLayout103.xml"/><Relationship Id="rId45" Type="http://schemas.openxmlformats.org/officeDocument/2006/relationships/oleObject" Target="../embeddings/oleObject1.bin"/><Relationship Id="rId5" Type="http://schemas.openxmlformats.org/officeDocument/2006/relationships/slideLayout" Target="../slideLayouts/slideLayout68.xml"/><Relationship Id="rId15" Type="http://schemas.openxmlformats.org/officeDocument/2006/relationships/slideLayout" Target="../slideLayouts/slideLayout78.xml"/><Relationship Id="rId23" Type="http://schemas.openxmlformats.org/officeDocument/2006/relationships/slideLayout" Target="../slideLayouts/slideLayout86.xml"/><Relationship Id="rId28" Type="http://schemas.openxmlformats.org/officeDocument/2006/relationships/slideLayout" Target="../slideLayouts/slideLayout91.xml"/><Relationship Id="rId36" Type="http://schemas.openxmlformats.org/officeDocument/2006/relationships/slideLayout" Target="../slideLayouts/slideLayout99.xml"/><Relationship Id="rId10" Type="http://schemas.openxmlformats.org/officeDocument/2006/relationships/slideLayout" Target="../slideLayouts/slideLayout73.xml"/><Relationship Id="rId19" Type="http://schemas.openxmlformats.org/officeDocument/2006/relationships/slideLayout" Target="../slideLayouts/slideLayout82.xml"/><Relationship Id="rId31" Type="http://schemas.openxmlformats.org/officeDocument/2006/relationships/slideLayout" Target="../slideLayouts/slideLayout94.xml"/><Relationship Id="rId44" Type="http://schemas.openxmlformats.org/officeDocument/2006/relationships/tags" Target="../tags/tag6.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slideLayout" Target="../slideLayouts/slideLayout77.xml"/><Relationship Id="rId22" Type="http://schemas.openxmlformats.org/officeDocument/2006/relationships/slideLayout" Target="../slideLayouts/slideLayout85.xml"/><Relationship Id="rId27" Type="http://schemas.openxmlformats.org/officeDocument/2006/relationships/slideLayout" Target="../slideLayouts/slideLayout90.xml"/><Relationship Id="rId30" Type="http://schemas.openxmlformats.org/officeDocument/2006/relationships/slideLayout" Target="../slideLayouts/slideLayout93.xml"/><Relationship Id="rId35" Type="http://schemas.openxmlformats.org/officeDocument/2006/relationships/slideLayout" Target="../slideLayouts/slideLayout98.xml"/><Relationship Id="rId43" Type="http://schemas.openxmlformats.org/officeDocument/2006/relationships/tags" Target="../tags/tag5.xml"/><Relationship Id="rId8" Type="http://schemas.openxmlformats.org/officeDocument/2006/relationships/slideLayout" Target="../slideLayouts/slideLayout71.xml"/><Relationship Id="rId3" Type="http://schemas.openxmlformats.org/officeDocument/2006/relationships/slideLayout" Target="../slideLayouts/slideLayout66.xml"/><Relationship Id="rId12" Type="http://schemas.openxmlformats.org/officeDocument/2006/relationships/slideLayout" Target="../slideLayouts/slideLayout75.xml"/><Relationship Id="rId17" Type="http://schemas.openxmlformats.org/officeDocument/2006/relationships/slideLayout" Target="../slideLayouts/slideLayout80.xml"/><Relationship Id="rId25" Type="http://schemas.openxmlformats.org/officeDocument/2006/relationships/slideLayout" Target="../slideLayouts/slideLayout88.xml"/><Relationship Id="rId33" Type="http://schemas.openxmlformats.org/officeDocument/2006/relationships/slideLayout" Target="../slideLayouts/slideLayout96.xml"/><Relationship Id="rId38" Type="http://schemas.openxmlformats.org/officeDocument/2006/relationships/slideLayout" Target="../slideLayouts/slideLayout101.xml"/><Relationship Id="rId46" Type="http://schemas.openxmlformats.org/officeDocument/2006/relationships/image" Target="../media/image1.emf"/><Relationship Id="rId20" Type="http://schemas.openxmlformats.org/officeDocument/2006/relationships/slideLayout" Target="../slideLayouts/slideLayout83.xml"/><Relationship Id="rId41" Type="http://schemas.openxmlformats.org/officeDocument/2006/relationships/slideLayout" Target="../slideLayouts/slideLayout104.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0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7982" y="326585"/>
            <a:ext cx="10512862" cy="1185642"/>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7982" y="1632920"/>
            <a:ext cx="10512862" cy="389203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7982" y="5685402"/>
            <a:ext cx="2742486" cy="326584"/>
          </a:xfrm>
          <a:prstGeom prst="rect">
            <a:avLst/>
          </a:prstGeom>
        </p:spPr>
        <p:txBody>
          <a:bodyPr vert="horz" lIns="91440" tIns="45720" rIns="91440" bIns="45720" rtlCol="0" anchor="ctr"/>
          <a:lstStyle>
            <a:lvl1pPr algn="l">
              <a:defRPr sz="1073">
                <a:solidFill>
                  <a:schemeClr val="tx1">
                    <a:tint val="82000"/>
                  </a:schemeClr>
                </a:solidFill>
              </a:defRPr>
            </a:lvl1pPr>
          </a:lstStyle>
          <a:p>
            <a:fld id="{C581EB25-8590-A947-9D32-4F0415A99404}" type="datetimeFigureOut">
              <a:rPr lang="fr-FR" smtClean="0"/>
              <a:t>29/10/2026</a:t>
            </a:fld>
            <a:endParaRPr lang="fr-FR"/>
          </a:p>
        </p:txBody>
      </p:sp>
      <p:sp>
        <p:nvSpPr>
          <p:cNvPr id="5" name="Footer Placeholder 4"/>
          <p:cNvSpPr>
            <a:spLocks noGrp="1"/>
          </p:cNvSpPr>
          <p:nvPr>
            <p:ph type="ftr" sz="quarter" idx="3"/>
          </p:nvPr>
        </p:nvSpPr>
        <p:spPr>
          <a:xfrm>
            <a:off x="4037549" y="5685402"/>
            <a:ext cx="4113728" cy="326584"/>
          </a:xfrm>
          <a:prstGeom prst="rect">
            <a:avLst/>
          </a:prstGeom>
        </p:spPr>
        <p:txBody>
          <a:bodyPr vert="horz" lIns="91440" tIns="45720" rIns="91440" bIns="45720" rtlCol="0" anchor="ctr"/>
          <a:lstStyle>
            <a:lvl1pPr algn="ctr">
              <a:defRPr sz="1073">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8608357" y="5685402"/>
            <a:ext cx="2742486" cy="326584"/>
          </a:xfrm>
          <a:prstGeom prst="rect">
            <a:avLst/>
          </a:prstGeom>
        </p:spPr>
        <p:txBody>
          <a:bodyPr vert="horz" lIns="91440" tIns="45720" rIns="91440" bIns="45720" rtlCol="0" anchor="ctr"/>
          <a:lstStyle>
            <a:lvl1pPr algn="r">
              <a:defRPr sz="1073">
                <a:solidFill>
                  <a:schemeClr val="tx1">
                    <a:tint val="82000"/>
                  </a:schemeClr>
                </a:solidFill>
              </a:defRPr>
            </a:lvl1pPr>
          </a:lstStyle>
          <a:p>
            <a:fld id="{CA5F66E6-B523-9F42-A47F-42F2601227B1}" type="slidenum">
              <a:rPr lang="fr-FR" smtClean="0"/>
              <a:t>‹#›</a:t>
            </a:fld>
            <a:endParaRPr lang="fr-FR"/>
          </a:p>
        </p:txBody>
      </p:sp>
    </p:spTree>
    <p:extLst>
      <p:ext uri="{BB962C8B-B14F-4D97-AF65-F5344CB8AC3E}">
        <p14:creationId xmlns:p14="http://schemas.microsoft.com/office/powerpoint/2010/main" val="27557564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17839" rtl="0" eaLnBrk="1" latinLnBrk="0" hangingPunct="1">
        <a:lnSpc>
          <a:spcPct val="90000"/>
        </a:lnSpc>
        <a:spcBef>
          <a:spcPct val="0"/>
        </a:spcBef>
        <a:buNone/>
        <a:defRPr sz="3935" kern="1200">
          <a:solidFill>
            <a:schemeClr val="tx1"/>
          </a:solidFill>
          <a:latin typeface="+mj-lt"/>
          <a:ea typeface="+mj-ea"/>
          <a:cs typeface="+mj-cs"/>
        </a:defRPr>
      </a:lvl1pPr>
    </p:titleStyle>
    <p:bodyStyle>
      <a:lvl1pPr marL="204460" indent="-204460" algn="l" defTabSz="817839" rtl="0" eaLnBrk="1" latinLnBrk="0" hangingPunct="1">
        <a:lnSpc>
          <a:spcPct val="90000"/>
        </a:lnSpc>
        <a:spcBef>
          <a:spcPts val="894"/>
        </a:spcBef>
        <a:buFont typeface="Arial" panose="020B0604020202020204" pitchFamily="34" charset="0"/>
        <a:buChar char="•"/>
        <a:defRPr sz="2504" kern="1200">
          <a:solidFill>
            <a:schemeClr val="tx1"/>
          </a:solidFill>
          <a:latin typeface="+mn-lt"/>
          <a:ea typeface="+mn-ea"/>
          <a:cs typeface="+mn-cs"/>
        </a:defRPr>
      </a:lvl1pPr>
      <a:lvl2pPr marL="613380" indent="-204460" algn="l" defTabSz="817839" rtl="0" eaLnBrk="1" latinLnBrk="0" hangingPunct="1">
        <a:lnSpc>
          <a:spcPct val="90000"/>
        </a:lnSpc>
        <a:spcBef>
          <a:spcPts val="447"/>
        </a:spcBef>
        <a:buFont typeface="Arial" panose="020B0604020202020204" pitchFamily="34" charset="0"/>
        <a:buChar char="•"/>
        <a:defRPr sz="2147" kern="1200">
          <a:solidFill>
            <a:schemeClr val="tx1"/>
          </a:solidFill>
          <a:latin typeface="+mn-lt"/>
          <a:ea typeface="+mn-ea"/>
          <a:cs typeface="+mn-cs"/>
        </a:defRPr>
      </a:lvl2pPr>
      <a:lvl3pPr marL="1022299" indent="-204460" algn="l" defTabSz="817839" rtl="0" eaLnBrk="1" latinLnBrk="0" hangingPunct="1">
        <a:lnSpc>
          <a:spcPct val="90000"/>
        </a:lnSpc>
        <a:spcBef>
          <a:spcPts val="447"/>
        </a:spcBef>
        <a:buFont typeface="Arial" panose="020B0604020202020204" pitchFamily="34" charset="0"/>
        <a:buChar char="•"/>
        <a:defRPr sz="1789" kern="1200">
          <a:solidFill>
            <a:schemeClr val="tx1"/>
          </a:solidFill>
          <a:latin typeface="+mn-lt"/>
          <a:ea typeface="+mn-ea"/>
          <a:cs typeface="+mn-cs"/>
        </a:defRPr>
      </a:lvl3pPr>
      <a:lvl4pPr marL="1431219"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4pPr>
      <a:lvl5pPr marL="1840139"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5pPr>
      <a:lvl6pPr marL="2249058"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6pPr>
      <a:lvl7pPr marL="2657978"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7pPr>
      <a:lvl8pPr marL="3066898"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8pPr>
      <a:lvl9pPr marL="3475817"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9pPr>
    </p:bodyStyle>
    <p:otherStyle>
      <a:defPPr>
        <a:defRPr lang="en-US"/>
      </a:defPPr>
      <a:lvl1pPr marL="0" algn="l" defTabSz="817839" rtl="0" eaLnBrk="1" latinLnBrk="0" hangingPunct="1">
        <a:defRPr sz="1610" kern="1200">
          <a:solidFill>
            <a:schemeClr val="tx1"/>
          </a:solidFill>
          <a:latin typeface="+mn-lt"/>
          <a:ea typeface="+mn-ea"/>
          <a:cs typeface="+mn-cs"/>
        </a:defRPr>
      </a:lvl1pPr>
      <a:lvl2pPr marL="408920" algn="l" defTabSz="817839" rtl="0" eaLnBrk="1" latinLnBrk="0" hangingPunct="1">
        <a:defRPr sz="1610" kern="1200">
          <a:solidFill>
            <a:schemeClr val="tx1"/>
          </a:solidFill>
          <a:latin typeface="+mn-lt"/>
          <a:ea typeface="+mn-ea"/>
          <a:cs typeface="+mn-cs"/>
        </a:defRPr>
      </a:lvl2pPr>
      <a:lvl3pPr marL="817839" algn="l" defTabSz="817839" rtl="0" eaLnBrk="1" latinLnBrk="0" hangingPunct="1">
        <a:defRPr sz="1610" kern="1200">
          <a:solidFill>
            <a:schemeClr val="tx1"/>
          </a:solidFill>
          <a:latin typeface="+mn-lt"/>
          <a:ea typeface="+mn-ea"/>
          <a:cs typeface="+mn-cs"/>
        </a:defRPr>
      </a:lvl3pPr>
      <a:lvl4pPr marL="1226759" algn="l" defTabSz="817839" rtl="0" eaLnBrk="1" latinLnBrk="0" hangingPunct="1">
        <a:defRPr sz="1610" kern="1200">
          <a:solidFill>
            <a:schemeClr val="tx1"/>
          </a:solidFill>
          <a:latin typeface="+mn-lt"/>
          <a:ea typeface="+mn-ea"/>
          <a:cs typeface="+mn-cs"/>
        </a:defRPr>
      </a:lvl4pPr>
      <a:lvl5pPr marL="1635679" algn="l" defTabSz="817839" rtl="0" eaLnBrk="1" latinLnBrk="0" hangingPunct="1">
        <a:defRPr sz="1610" kern="1200">
          <a:solidFill>
            <a:schemeClr val="tx1"/>
          </a:solidFill>
          <a:latin typeface="+mn-lt"/>
          <a:ea typeface="+mn-ea"/>
          <a:cs typeface="+mn-cs"/>
        </a:defRPr>
      </a:lvl5pPr>
      <a:lvl6pPr marL="2044598" algn="l" defTabSz="817839" rtl="0" eaLnBrk="1" latinLnBrk="0" hangingPunct="1">
        <a:defRPr sz="1610" kern="1200">
          <a:solidFill>
            <a:schemeClr val="tx1"/>
          </a:solidFill>
          <a:latin typeface="+mn-lt"/>
          <a:ea typeface="+mn-ea"/>
          <a:cs typeface="+mn-cs"/>
        </a:defRPr>
      </a:lvl6pPr>
      <a:lvl7pPr marL="2453518" algn="l" defTabSz="817839" rtl="0" eaLnBrk="1" latinLnBrk="0" hangingPunct="1">
        <a:defRPr sz="1610" kern="1200">
          <a:solidFill>
            <a:schemeClr val="tx1"/>
          </a:solidFill>
          <a:latin typeface="+mn-lt"/>
          <a:ea typeface="+mn-ea"/>
          <a:cs typeface="+mn-cs"/>
        </a:defRPr>
      </a:lvl7pPr>
      <a:lvl8pPr marL="2862438" algn="l" defTabSz="817839" rtl="0" eaLnBrk="1" latinLnBrk="0" hangingPunct="1">
        <a:defRPr sz="1610" kern="1200">
          <a:solidFill>
            <a:schemeClr val="tx1"/>
          </a:solidFill>
          <a:latin typeface="+mn-lt"/>
          <a:ea typeface="+mn-ea"/>
          <a:cs typeface="+mn-cs"/>
        </a:defRPr>
      </a:lvl8pPr>
      <a:lvl9pPr marL="3271357" algn="l" defTabSz="817839" rtl="0" eaLnBrk="1" latinLnBrk="0" hangingPunct="1">
        <a:defRPr sz="161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0F51B3-B647-33E8-3C0E-926DA2CD7B26}"/>
              </a:ext>
            </a:extLst>
          </p:cNvPr>
          <p:cNvSpPr>
            <a:spLocks noGrp="1"/>
          </p:cNvSpPr>
          <p:nvPr>
            <p:ph type="title"/>
          </p:nvPr>
        </p:nvSpPr>
        <p:spPr>
          <a:xfrm>
            <a:off x="837982" y="326585"/>
            <a:ext cx="10512862" cy="1185642"/>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4D75441-1C6B-7A49-005C-082AC2343621}"/>
              </a:ext>
            </a:extLst>
          </p:cNvPr>
          <p:cNvSpPr>
            <a:spLocks noGrp="1"/>
          </p:cNvSpPr>
          <p:nvPr>
            <p:ph type="body" idx="1"/>
          </p:nvPr>
        </p:nvSpPr>
        <p:spPr>
          <a:xfrm>
            <a:off x="837982" y="1632920"/>
            <a:ext cx="10512862" cy="389203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27D63F4-5009-E0E9-B941-D0B72DB2B2CC}"/>
              </a:ext>
            </a:extLst>
          </p:cNvPr>
          <p:cNvSpPr>
            <a:spLocks noGrp="1"/>
          </p:cNvSpPr>
          <p:nvPr>
            <p:ph type="dt" sz="half" idx="2"/>
          </p:nvPr>
        </p:nvSpPr>
        <p:spPr>
          <a:xfrm>
            <a:off x="837982" y="5685402"/>
            <a:ext cx="2742486" cy="326584"/>
          </a:xfrm>
          <a:prstGeom prst="rect">
            <a:avLst/>
          </a:prstGeom>
        </p:spPr>
        <p:txBody>
          <a:bodyPr vert="horz" lIns="91440" tIns="45720" rIns="91440" bIns="45720" rtlCol="0" anchor="ctr"/>
          <a:lstStyle>
            <a:lvl1pPr algn="l">
              <a:defRPr sz="1073">
                <a:solidFill>
                  <a:schemeClr val="tx1">
                    <a:tint val="75000"/>
                  </a:schemeClr>
                </a:solidFill>
              </a:defRPr>
            </a:lvl1pPr>
          </a:lstStyle>
          <a:p>
            <a:fld id="{57D7C1D0-3E7A-5D46-9B8A-850D607C0C16}" type="datetimeFigureOut">
              <a:rPr lang="en-US" smtClean="0"/>
              <a:t>10/29/2026</a:t>
            </a:fld>
            <a:endParaRPr lang="en-US"/>
          </a:p>
        </p:txBody>
      </p:sp>
      <p:sp>
        <p:nvSpPr>
          <p:cNvPr id="5" name="Footer Placeholder 4">
            <a:extLst>
              <a:ext uri="{FF2B5EF4-FFF2-40B4-BE49-F238E27FC236}">
                <a16:creationId xmlns:a16="http://schemas.microsoft.com/office/drawing/2014/main" id="{C386ADF8-0378-341D-FAB8-87B2A512DD30}"/>
              </a:ext>
            </a:extLst>
          </p:cNvPr>
          <p:cNvSpPr>
            <a:spLocks noGrp="1"/>
          </p:cNvSpPr>
          <p:nvPr>
            <p:ph type="ftr" sz="quarter" idx="3"/>
          </p:nvPr>
        </p:nvSpPr>
        <p:spPr>
          <a:xfrm>
            <a:off x="4037549" y="5685402"/>
            <a:ext cx="4113728" cy="326584"/>
          </a:xfrm>
          <a:prstGeom prst="rect">
            <a:avLst/>
          </a:prstGeom>
        </p:spPr>
        <p:txBody>
          <a:bodyPr vert="horz" lIns="91440" tIns="45720" rIns="91440" bIns="45720" rtlCol="0" anchor="ctr"/>
          <a:lstStyle>
            <a:lvl1pPr algn="ctr">
              <a:defRPr sz="1073">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F55CA49-8FE7-85CA-392B-C4A6F5BCDBDE}"/>
              </a:ext>
            </a:extLst>
          </p:cNvPr>
          <p:cNvSpPr>
            <a:spLocks noGrp="1"/>
          </p:cNvSpPr>
          <p:nvPr>
            <p:ph type="sldNum" sz="quarter" idx="4"/>
          </p:nvPr>
        </p:nvSpPr>
        <p:spPr>
          <a:xfrm>
            <a:off x="8608357" y="5685402"/>
            <a:ext cx="2742486" cy="326584"/>
          </a:xfrm>
          <a:prstGeom prst="rect">
            <a:avLst/>
          </a:prstGeom>
        </p:spPr>
        <p:txBody>
          <a:bodyPr vert="horz" lIns="91440" tIns="45720" rIns="91440" bIns="45720" rtlCol="0" anchor="ctr"/>
          <a:lstStyle>
            <a:lvl1pPr algn="r">
              <a:defRPr sz="1073">
                <a:solidFill>
                  <a:schemeClr val="tx1">
                    <a:tint val="75000"/>
                  </a:schemeClr>
                </a:solidFill>
              </a:defRPr>
            </a:lvl1pPr>
          </a:lstStyle>
          <a:p>
            <a:fld id="{956E2DD9-014D-C943-9179-B6A04ACF3FA4}" type="slidenum">
              <a:rPr lang="en-US" smtClean="0"/>
              <a:t>‹#›</a:t>
            </a:fld>
            <a:endParaRPr lang="en-US"/>
          </a:p>
        </p:txBody>
      </p:sp>
    </p:spTree>
    <p:extLst>
      <p:ext uri="{BB962C8B-B14F-4D97-AF65-F5344CB8AC3E}">
        <p14:creationId xmlns:p14="http://schemas.microsoft.com/office/powerpoint/2010/main" val="29946261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817839" rtl="0" eaLnBrk="1" latinLnBrk="0" hangingPunct="1">
        <a:lnSpc>
          <a:spcPct val="90000"/>
        </a:lnSpc>
        <a:spcBef>
          <a:spcPct val="0"/>
        </a:spcBef>
        <a:buNone/>
        <a:defRPr sz="3935" kern="1200">
          <a:solidFill>
            <a:schemeClr val="tx1"/>
          </a:solidFill>
          <a:latin typeface="+mj-lt"/>
          <a:ea typeface="+mj-ea"/>
          <a:cs typeface="+mj-cs"/>
        </a:defRPr>
      </a:lvl1pPr>
    </p:titleStyle>
    <p:bodyStyle>
      <a:lvl1pPr marL="204460" indent="-204460" algn="l" defTabSz="817839" rtl="0" eaLnBrk="1" latinLnBrk="0" hangingPunct="1">
        <a:lnSpc>
          <a:spcPct val="90000"/>
        </a:lnSpc>
        <a:spcBef>
          <a:spcPts val="894"/>
        </a:spcBef>
        <a:buFont typeface="Arial" panose="020B0604020202020204" pitchFamily="34" charset="0"/>
        <a:buChar char="•"/>
        <a:defRPr sz="2504" kern="1200">
          <a:solidFill>
            <a:schemeClr val="tx1"/>
          </a:solidFill>
          <a:latin typeface="+mn-lt"/>
          <a:ea typeface="+mn-ea"/>
          <a:cs typeface="+mn-cs"/>
        </a:defRPr>
      </a:lvl1pPr>
      <a:lvl2pPr marL="613380" indent="-204460" algn="l" defTabSz="817839" rtl="0" eaLnBrk="1" latinLnBrk="0" hangingPunct="1">
        <a:lnSpc>
          <a:spcPct val="90000"/>
        </a:lnSpc>
        <a:spcBef>
          <a:spcPts val="447"/>
        </a:spcBef>
        <a:buFont typeface="Arial" panose="020B0604020202020204" pitchFamily="34" charset="0"/>
        <a:buChar char="•"/>
        <a:defRPr sz="2147" kern="1200">
          <a:solidFill>
            <a:schemeClr val="tx1"/>
          </a:solidFill>
          <a:latin typeface="+mn-lt"/>
          <a:ea typeface="+mn-ea"/>
          <a:cs typeface="+mn-cs"/>
        </a:defRPr>
      </a:lvl2pPr>
      <a:lvl3pPr marL="1022299" indent="-204460" algn="l" defTabSz="817839" rtl="0" eaLnBrk="1" latinLnBrk="0" hangingPunct="1">
        <a:lnSpc>
          <a:spcPct val="90000"/>
        </a:lnSpc>
        <a:spcBef>
          <a:spcPts val="447"/>
        </a:spcBef>
        <a:buFont typeface="Arial" panose="020B0604020202020204" pitchFamily="34" charset="0"/>
        <a:buChar char="•"/>
        <a:defRPr sz="1789" kern="1200">
          <a:solidFill>
            <a:schemeClr val="tx1"/>
          </a:solidFill>
          <a:latin typeface="+mn-lt"/>
          <a:ea typeface="+mn-ea"/>
          <a:cs typeface="+mn-cs"/>
        </a:defRPr>
      </a:lvl3pPr>
      <a:lvl4pPr marL="1431219"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4pPr>
      <a:lvl5pPr marL="1840139"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5pPr>
      <a:lvl6pPr marL="2249058"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6pPr>
      <a:lvl7pPr marL="2657978"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7pPr>
      <a:lvl8pPr marL="3066898"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8pPr>
      <a:lvl9pPr marL="3475817"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9pPr>
    </p:bodyStyle>
    <p:otherStyle>
      <a:defPPr>
        <a:defRPr lang="en-US"/>
      </a:defPPr>
      <a:lvl1pPr marL="0" algn="l" defTabSz="817839" rtl="0" eaLnBrk="1" latinLnBrk="0" hangingPunct="1">
        <a:defRPr sz="1610" kern="1200">
          <a:solidFill>
            <a:schemeClr val="tx1"/>
          </a:solidFill>
          <a:latin typeface="+mn-lt"/>
          <a:ea typeface="+mn-ea"/>
          <a:cs typeface="+mn-cs"/>
        </a:defRPr>
      </a:lvl1pPr>
      <a:lvl2pPr marL="408920" algn="l" defTabSz="817839" rtl="0" eaLnBrk="1" latinLnBrk="0" hangingPunct="1">
        <a:defRPr sz="1610" kern="1200">
          <a:solidFill>
            <a:schemeClr val="tx1"/>
          </a:solidFill>
          <a:latin typeface="+mn-lt"/>
          <a:ea typeface="+mn-ea"/>
          <a:cs typeface="+mn-cs"/>
        </a:defRPr>
      </a:lvl2pPr>
      <a:lvl3pPr marL="817839" algn="l" defTabSz="817839" rtl="0" eaLnBrk="1" latinLnBrk="0" hangingPunct="1">
        <a:defRPr sz="1610" kern="1200">
          <a:solidFill>
            <a:schemeClr val="tx1"/>
          </a:solidFill>
          <a:latin typeface="+mn-lt"/>
          <a:ea typeface="+mn-ea"/>
          <a:cs typeface="+mn-cs"/>
        </a:defRPr>
      </a:lvl3pPr>
      <a:lvl4pPr marL="1226759" algn="l" defTabSz="817839" rtl="0" eaLnBrk="1" latinLnBrk="0" hangingPunct="1">
        <a:defRPr sz="1610" kern="1200">
          <a:solidFill>
            <a:schemeClr val="tx1"/>
          </a:solidFill>
          <a:latin typeface="+mn-lt"/>
          <a:ea typeface="+mn-ea"/>
          <a:cs typeface="+mn-cs"/>
        </a:defRPr>
      </a:lvl4pPr>
      <a:lvl5pPr marL="1635679" algn="l" defTabSz="817839" rtl="0" eaLnBrk="1" latinLnBrk="0" hangingPunct="1">
        <a:defRPr sz="1610" kern="1200">
          <a:solidFill>
            <a:schemeClr val="tx1"/>
          </a:solidFill>
          <a:latin typeface="+mn-lt"/>
          <a:ea typeface="+mn-ea"/>
          <a:cs typeface="+mn-cs"/>
        </a:defRPr>
      </a:lvl5pPr>
      <a:lvl6pPr marL="2044598" algn="l" defTabSz="817839" rtl="0" eaLnBrk="1" latinLnBrk="0" hangingPunct="1">
        <a:defRPr sz="1610" kern="1200">
          <a:solidFill>
            <a:schemeClr val="tx1"/>
          </a:solidFill>
          <a:latin typeface="+mn-lt"/>
          <a:ea typeface="+mn-ea"/>
          <a:cs typeface="+mn-cs"/>
        </a:defRPr>
      </a:lvl6pPr>
      <a:lvl7pPr marL="2453518" algn="l" defTabSz="817839" rtl="0" eaLnBrk="1" latinLnBrk="0" hangingPunct="1">
        <a:defRPr sz="1610" kern="1200">
          <a:solidFill>
            <a:schemeClr val="tx1"/>
          </a:solidFill>
          <a:latin typeface="+mn-lt"/>
          <a:ea typeface="+mn-ea"/>
          <a:cs typeface="+mn-cs"/>
        </a:defRPr>
      </a:lvl7pPr>
      <a:lvl8pPr marL="2862438" algn="l" defTabSz="817839" rtl="0" eaLnBrk="1" latinLnBrk="0" hangingPunct="1">
        <a:defRPr sz="1610" kern="1200">
          <a:solidFill>
            <a:schemeClr val="tx1"/>
          </a:solidFill>
          <a:latin typeface="+mn-lt"/>
          <a:ea typeface="+mn-ea"/>
          <a:cs typeface="+mn-cs"/>
        </a:defRPr>
      </a:lvl8pPr>
      <a:lvl9pPr marL="3271357" algn="l" defTabSz="817839" rtl="0" eaLnBrk="1" latinLnBrk="0" hangingPunct="1">
        <a:defRPr sz="161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7982" y="326585"/>
            <a:ext cx="10512862" cy="1185642"/>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7982" y="1632919"/>
            <a:ext cx="10512862" cy="3892031"/>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7982" y="5685403"/>
            <a:ext cx="2742486" cy="326584"/>
          </a:xfrm>
          <a:prstGeom prst="rect">
            <a:avLst/>
          </a:prstGeom>
        </p:spPr>
        <p:txBody>
          <a:bodyPr vert="horz" lIns="91440" tIns="45720" rIns="91440" bIns="45720" rtlCol="0" anchor="ctr"/>
          <a:lstStyle>
            <a:lvl1pPr algn="l">
              <a:defRPr sz="1067">
                <a:solidFill>
                  <a:schemeClr val="tx1">
                    <a:tint val="82000"/>
                  </a:schemeClr>
                </a:solidFill>
              </a:defRPr>
            </a:lvl1pPr>
          </a:lstStyle>
          <a:p>
            <a:fld id="{D7109EF6-3045-0447-A594-BEFD6E45F7BF}" type="datetimeFigureOut">
              <a:rPr lang="fr-FR" smtClean="0"/>
              <a:t>29/10/2026</a:t>
            </a:fld>
            <a:endParaRPr lang="fr-FR"/>
          </a:p>
        </p:txBody>
      </p:sp>
      <p:sp>
        <p:nvSpPr>
          <p:cNvPr id="5" name="Footer Placeholder 4"/>
          <p:cNvSpPr>
            <a:spLocks noGrp="1"/>
          </p:cNvSpPr>
          <p:nvPr>
            <p:ph type="ftr" sz="quarter" idx="3"/>
          </p:nvPr>
        </p:nvSpPr>
        <p:spPr>
          <a:xfrm>
            <a:off x="4037549" y="5685403"/>
            <a:ext cx="4113728" cy="326584"/>
          </a:xfrm>
          <a:prstGeom prst="rect">
            <a:avLst/>
          </a:prstGeom>
        </p:spPr>
        <p:txBody>
          <a:bodyPr vert="horz" lIns="91440" tIns="45720" rIns="91440" bIns="45720" rtlCol="0" anchor="ctr"/>
          <a:lstStyle>
            <a:lvl1pPr algn="ctr">
              <a:defRPr sz="1067">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8608358" y="5685403"/>
            <a:ext cx="2742486" cy="326584"/>
          </a:xfrm>
          <a:prstGeom prst="rect">
            <a:avLst/>
          </a:prstGeom>
        </p:spPr>
        <p:txBody>
          <a:bodyPr vert="horz" lIns="91440" tIns="45720" rIns="91440" bIns="45720" rtlCol="0" anchor="ctr"/>
          <a:lstStyle>
            <a:lvl1pPr algn="r">
              <a:defRPr sz="1067">
                <a:solidFill>
                  <a:schemeClr val="tx1">
                    <a:tint val="82000"/>
                  </a:schemeClr>
                </a:solidFill>
              </a:defRPr>
            </a:lvl1pPr>
          </a:lstStyle>
          <a:p>
            <a:fld id="{5605C84F-6154-4C40-A248-89F3EE7AE168}" type="slidenum">
              <a:rPr lang="fr-FR" smtClean="0"/>
              <a:t>‹#›</a:t>
            </a:fld>
            <a:endParaRPr lang="fr-FR"/>
          </a:p>
        </p:txBody>
      </p:sp>
    </p:spTree>
    <p:extLst>
      <p:ext uri="{BB962C8B-B14F-4D97-AF65-F5344CB8AC3E}">
        <p14:creationId xmlns:p14="http://schemas.microsoft.com/office/powerpoint/2010/main" val="183361112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812608" rtl="0" eaLnBrk="1" latinLnBrk="0" hangingPunct="1">
        <a:lnSpc>
          <a:spcPct val="90000"/>
        </a:lnSpc>
        <a:spcBef>
          <a:spcPct val="0"/>
        </a:spcBef>
        <a:buNone/>
        <a:defRPr sz="3911" kern="1200">
          <a:solidFill>
            <a:schemeClr val="tx1"/>
          </a:solidFill>
          <a:latin typeface="+mj-lt"/>
          <a:ea typeface="+mj-ea"/>
          <a:cs typeface="+mj-cs"/>
        </a:defRPr>
      </a:lvl1pPr>
    </p:titleStyle>
    <p:bodyStyle>
      <a:lvl1pPr marL="203152" indent="-203152" algn="l" defTabSz="812608" rtl="0" eaLnBrk="1" latinLnBrk="0" hangingPunct="1">
        <a:lnSpc>
          <a:spcPct val="90000"/>
        </a:lnSpc>
        <a:spcBef>
          <a:spcPts val="889"/>
        </a:spcBef>
        <a:buFont typeface="Arial" panose="020B0604020202020204" pitchFamily="34" charset="0"/>
        <a:buChar char="•"/>
        <a:defRPr sz="2489" kern="1200">
          <a:solidFill>
            <a:schemeClr val="tx1"/>
          </a:solidFill>
          <a:latin typeface="+mn-lt"/>
          <a:ea typeface="+mn-ea"/>
          <a:cs typeface="+mn-cs"/>
        </a:defRPr>
      </a:lvl1pPr>
      <a:lvl2pPr marL="609455" indent="-203152" algn="l" defTabSz="812608" rtl="0" eaLnBrk="1" latinLnBrk="0" hangingPunct="1">
        <a:lnSpc>
          <a:spcPct val="90000"/>
        </a:lnSpc>
        <a:spcBef>
          <a:spcPts val="444"/>
        </a:spcBef>
        <a:buFont typeface="Arial" panose="020B0604020202020204" pitchFamily="34" charset="0"/>
        <a:buChar char="•"/>
        <a:defRPr sz="2133" kern="1200">
          <a:solidFill>
            <a:schemeClr val="tx1"/>
          </a:solidFill>
          <a:latin typeface="+mn-lt"/>
          <a:ea typeface="+mn-ea"/>
          <a:cs typeface="+mn-cs"/>
        </a:defRPr>
      </a:lvl2pPr>
      <a:lvl3pPr marL="1015760" indent="-203152" algn="l" defTabSz="812608" rtl="0" eaLnBrk="1" latinLnBrk="0" hangingPunct="1">
        <a:lnSpc>
          <a:spcPct val="90000"/>
        </a:lnSpc>
        <a:spcBef>
          <a:spcPts val="444"/>
        </a:spcBef>
        <a:buFont typeface="Arial" panose="020B0604020202020204" pitchFamily="34" charset="0"/>
        <a:buChar char="•"/>
        <a:defRPr sz="1778" kern="1200">
          <a:solidFill>
            <a:schemeClr val="tx1"/>
          </a:solidFill>
          <a:latin typeface="+mn-lt"/>
          <a:ea typeface="+mn-ea"/>
          <a:cs typeface="+mn-cs"/>
        </a:defRPr>
      </a:lvl3pPr>
      <a:lvl4pPr marL="1422063" indent="-203152" algn="l" defTabSz="812608" rtl="0" eaLnBrk="1" latinLnBrk="0" hangingPunct="1">
        <a:lnSpc>
          <a:spcPct val="90000"/>
        </a:lnSpc>
        <a:spcBef>
          <a:spcPts val="444"/>
        </a:spcBef>
        <a:buFont typeface="Arial" panose="020B0604020202020204" pitchFamily="34" charset="0"/>
        <a:buChar char="•"/>
        <a:defRPr sz="1600" kern="1200">
          <a:solidFill>
            <a:schemeClr val="tx1"/>
          </a:solidFill>
          <a:latin typeface="+mn-lt"/>
          <a:ea typeface="+mn-ea"/>
          <a:cs typeface="+mn-cs"/>
        </a:defRPr>
      </a:lvl4pPr>
      <a:lvl5pPr marL="1828367" indent="-203152" algn="l" defTabSz="812608" rtl="0" eaLnBrk="1" latinLnBrk="0" hangingPunct="1">
        <a:lnSpc>
          <a:spcPct val="90000"/>
        </a:lnSpc>
        <a:spcBef>
          <a:spcPts val="444"/>
        </a:spcBef>
        <a:buFont typeface="Arial" panose="020B0604020202020204" pitchFamily="34" charset="0"/>
        <a:buChar char="•"/>
        <a:defRPr sz="1600" kern="1200">
          <a:solidFill>
            <a:schemeClr val="tx1"/>
          </a:solidFill>
          <a:latin typeface="+mn-lt"/>
          <a:ea typeface="+mn-ea"/>
          <a:cs typeface="+mn-cs"/>
        </a:defRPr>
      </a:lvl5pPr>
      <a:lvl6pPr marL="2234671" indent="-203152" algn="l" defTabSz="812608" rtl="0" eaLnBrk="1" latinLnBrk="0" hangingPunct="1">
        <a:lnSpc>
          <a:spcPct val="90000"/>
        </a:lnSpc>
        <a:spcBef>
          <a:spcPts val="444"/>
        </a:spcBef>
        <a:buFont typeface="Arial" panose="020B0604020202020204" pitchFamily="34" charset="0"/>
        <a:buChar char="•"/>
        <a:defRPr sz="1600" kern="1200">
          <a:solidFill>
            <a:schemeClr val="tx1"/>
          </a:solidFill>
          <a:latin typeface="+mn-lt"/>
          <a:ea typeface="+mn-ea"/>
          <a:cs typeface="+mn-cs"/>
        </a:defRPr>
      </a:lvl6pPr>
      <a:lvl7pPr marL="2640975" indent="-203152" algn="l" defTabSz="812608" rtl="0" eaLnBrk="1" latinLnBrk="0" hangingPunct="1">
        <a:lnSpc>
          <a:spcPct val="90000"/>
        </a:lnSpc>
        <a:spcBef>
          <a:spcPts val="444"/>
        </a:spcBef>
        <a:buFont typeface="Arial" panose="020B0604020202020204" pitchFamily="34" charset="0"/>
        <a:buChar char="•"/>
        <a:defRPr sz="1600" kern="1200">
          <a:solidFill>
            <a:schemeClr val="tx1"/>
          </a:solidFill>
          <a:latin typeface="+mn-lt"/>
          <a:ea typeface="+mn-ea"/>
          <a:cs typeface="+mn-cs"/>
        </a:defRPr>
      </a:lvl7pPr>
      <a:lvl8pPr marL="3047278" indent="-203152" algn="l" defTabSz="812608" rtl="0" eaLnBrk="1" latinLnBrk="0" hangingPunct="1">
        <a:lnSpc>
          <a:spcPct val="90000"/>
        </a:lnSpc>
        <a:spcBef>
          <a:spcPts val="444"/>
        </a:spcBef>
        <a:buFont typeface="Arial" panose="020B0604020202020204" pitchFamily="34" charset="0"/>
        <a:buChar char="•"/>
        <a:defRPr sz="1600" kern="1200">
          <a:solidFill>
            <a:schemeClr val="tx1"/>
          </a:solidFill>
          <a:latin typeface="+mn-lt"/>
          <a:ea typeface="+mn-ea"/>
          <a:cs typeface="+mn-cs"/>
        </a:defRPr>
      </a:lvl8pPr>
      <a:lvl9pPr marL="3453582" indent="-203152" algn="l" defTabSz="812608" rtl="0" eaLnBrk="1" latinLnBrk="0" hangingPunct="1">
        <a:lnSpc>
          <a:spcPct val="90000"/>
        </a:lnSpc>
        <a:spcBef>
          <a:spcPts val="444"/>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812608" rtl="0" eaLnBrk="1" latinLnBrk="0" hangingPunct="1">
        <a:defRPr sz="1600" kern="1200">
          <a:solidFill>
            <a:schemeClr val="tx1"/>
          </a:solidFill>
          <a:latin typeface="+mn-lt"/>
          <a:ea typeface="+mn-ea"/>
          <a:cs typeface="+mn-cs"/>
        </a:defRPr>
      </a:lvl1pPr>
      <a:lvl2pPr marL="406304" algn="l" defTabSz="812608" rtl="0" eaLnBrk="1" latinLnBrk="0" hangingPunct="1">
        <a:defRPr sz="1600" kern="1200">
          <a:solidFill>
            <a:schemeClr val="tx1"/>
          </a:solidFill>
          <a:latin typeface="+mn-lt"/>
          <a:ea typeface="+mn-ea"/>
          <a:cs typeface="+mn-cs"/>
        </a:defRPr>
      </a:lvl2pPr>
      <a:lvl3pPr marL="812608" algn="l" defTabSz="812608" rtl="0" eaLnBrk="1" latinLnBrk="0" hangingPunct="1">
        <a:defRPr sz="1600" kern="1200">
          <a:solidFill>
            <a:schemeClr val="tx1"/>
          </a:solidFill>
          <a:latin typeface="+mn-lt"/>
          <a:ea typeface="+mn-ea"/>
          <a:cs typeface="+mn-cs"/>
        </a:defRPr>
      </a:lvl3pPr>
      <a:lvl4pPr marL="1218912" algn="l" defTabSz="812608" rtl="0" eaLnBrk="1" latinLnBrk="0" hangingPunct="1">
        <a:defRPr sz="1600" kern="1200">
          <a:solidFill>
            <a:schemeClr val="tx1"/>
          </a:solidFill>
          <a:latin typeface="+mn-lt"/>
          <a:ea typeface="+mn-ea"/>
          <a:cs typeface="+mn-cs"/>
        </a:defRPr>
      </a:lvl4pPr>
      <a:lvl5pPr marL="1625215" algn="l" defTabSz="812608" rtl="0" eaLnBrk="1" latinLnBrk="0" hangingPunct="1">
        <a:defRPr sz="1600" kern="1200">
          <a:solidFill>
            <a:schemeClr val="tx1"/>
          </a:solidFill>
          <a:latin typeface="+mn-lt"/>
          <a:ea typeface="+mn-ea"/>
          <a:cs typeface="+mn-cs"/>
        </a:defRPr>
      </a:lvl5pPr>
      <a:lvl6pPr marL="2031519" algn="l" defTabSz="812608" rtl="0" eaLnBrk="1" latinLnBrk="0" hangingPunct="1">
        <a:defRPr sz="1600" kern="1200">
          <a:solidFill>
            <a:schemeClr val="tx1"/>
          </a:solidFill>
          <a:latin typeface="+mn-lt"/>
          <a:ea typeface="+mn-ea"/>
          <a:cs typeface="+mn-cs"/>
        </a:defRPr>
      </a:lvl6pPr>
      <a:lvl7pPr marL="2437823" algn="l" defTabSz="812608" rtl="0" eaLnBrk="1" latinLnBrk="0" hangingPunct="1">
        <a:defRPr sz="1600" kern="1200">
          <a:solidFill>
            <a:schemeClr val="tx1"/>
          </a:solidFill>
          <a:latin typeface="+mn-lt"/>
          <a:ea typeface="+mn-ea"/>
          <a:cs typeface="+mn-cs"/>
        </a:defRPr>
      </a:lvl7pPr>
      <a:lvl8pPr marL="2844127" algn="l" defTabSz="812608" rtl="0" eaLnBrk="1" latinLnBrk="0" hangingPunct="1">
        <a:defRPr sz="1600" kern="1200">
          <a:solidFill>
            <a:schemeClr val="tx1"/>
          </a:solidFill>
          <a:latin typeface="+mn-lt"/>
          <a:ea typeface="+mn-ea"/>
          <a:cs typeface="+mn-cs"/>
        </a:defRPr>
      </a:lvl8pPr>
      <a:lvl9pPr marL="3250430" algn="l" defTabSz="812608" rtl="0" eaLnBrk="1" latinLnBrk="0" hangingPunct="1">
        <a:defRPr sz="16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7982" y="326585"/>
            <a:ext cx="10512862" cy="1185642"/>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7982" y="1632920"/>
            <a:ext cx="10512862" cy="389203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7982" y="5685402"/>
            <a:ext cx="2742486" cy="326584"/>
          </a:xfrm>
          <a:prstGeom prst="rect">
            <a:avLst/>
          </a:prstGeom>
        </p:spPr>
        <p:txBody>
          <a:bodyPr vert="horz" lIns="91440" tIns="45720" rIns="91440" bIns="45720" rtlCol="0" anchor="ctr"/>
          <a:lstStyle>
            <a:lvl1pPr algn="l">
              <a:defRPr sz="960">
                <a:solidFill>
                  <a:schemeClr val="tx1">
                    <a:tint val="82000"/>
                  </a:schemeClr>
                </a:solidFill>
              </a:defRPr>
            </a:lvl1pPr>
          </a:lstStyle>
          <a:p>
            <a:fld id="{9942EE12-07A5-CC40-B87E-43CB750DC0B2}" type="datetimeFigureOut">
              <a:rPr lang="fr-FR" smtClean="0"/>
              <a:t>29/10/2026</a:t>
            </a:fld>
            <a:endParaRPr lang="fr-FR"/>
          </a:p>
        </p:txBody>
      </p:sp>
      <p:sp>
        <p:nvSpPr>
          <p:cNvPr id="5" name="Footer Placeholder 4"/>
          <p:cNvSpPr>
            <a:spLocks noGrp="1"/>
          </p:cNvSpPr>
          <p:nvPr>
            <p:ph type="ftr" sz="quarter" idx="3"/>
          </p:nvPr>
        </p:nvSpPr>
        <p:spPr>
          <a:xfrm>
            <a:off x="4037549" y="5685402"/>
            <a:ext cx="4113728" cy="326584"/>
          </a:xfrm>
          <a:prstGeom prst="rect">
            <a:avLst/>
          </a:prstGeom>
        </p:spPr>
        <p:txBody>
          <a:bodyPr vert="horz" lIns="91440" tIns="45720" rIns="91440" bIns="45720" rtlCol="0" anchor="ctr"/>
          <a:lstStyle>
            <a:lvl1pPr algn="ctr">
              <a:defRPr sz="960">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8608357" y="5685402"/>
            <a:ext cx="2742486" cy="326584"/>
          </a:xfrm>
          <a:prstGeom prst="rect">
            <a:avLst/>
          </a:prstGeom>
        </p:spPr>
        <p:txBody>
          <a:bodyPr vert="horz" lIns="91440" tIns="45720" rIns="91440" bIns="45720" rtlCol="0" anchor="ctr"/>
          <a:lstStyle>
            <a:lvl1pPr algn="r">
              <a:defRPr sz="960">
                <a:solidFill>
                  <a:schemeClr val="tx1">
                    <a:tint val="82000"/>
                  </a:schemeClr>
                </a:solidFill>
              </a:defRPr>
            </a:lvl1pPr>
          </a:lstStyle>
          <a:p>
            <a:fld id="{46A509FD-1BA4-9F4F-95EC-BCBCDD86D5C0}" type="slidenum">
              <a:rPr lang="fr-FR" smtClean="0"/>
              <a:t>‹#›</a:t>
            </a:fld>
            <a:endParaRPr lang="fr-FR"/>
          </a:p>
        </p:txBody>
      </p:sp>
    </p:spTree>
    <p:extLst>
      <p:ext uri="{BB962C8B-B14F-4D97-AF65-F5344CB8AC3E}">
        <p14:creationId xmlns:p14="http://schemas.microsoft.com/office/powerpoint/2010/main" val="44013978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txStyles>
    <p:titleStyle>
      <a:lvl1pPr algn="l" defTabSz="731694" rtl="0" eaLnBrk="1" latinLnBrk="0" hangingPunct="1">
        <a:lnSpc>
          <a:spcPct val="90000"/>
        </a:lnSpc>
        <a:spcBef>
          <a:spcPct val="0"/>
        </a:spcBef>
        <a:buNone/>
        <a:defRPr sz="3520" kern="1200">
          <a:solidFill>
            <a:schemeClr val="tx1"/>
          </a:solidFill>
          <a:latin typeface="+mj-lt"/>
          <a:ea typeface="+mj-ea"/>
          <a:cs typeface="+mj-cs"/>
        </a:defRPr>
      </a:lvl1pPr>
    </p:titleStyle>
    <p:bodyStyle>
      <a:lvl1pPr marL="182924" indent="-182924" algn="l" defTabSz="731694" rtl="0" eaLnBrk="1" latinLnBrk="0" hangingPunct="1">
        <a:lnSpc>
          <a:spcPct val="90000"/>
        </a:lnSpc>
        <a:spcBef>
          <a:spcPts val="800"/>
        </a:spcBef>
        <a:buFont typeface="Arial" panose="020B0604020202020204" pitchFamily="34" charset="0"/>
        <a:buChar char="•"/>
        <a:defRPr sz="2240" kern="1200">
          <a:solidFill>
            <a:schemeClr val="tx1"/>
          </a:solidFill>
          <a:latin typeface="+mn-lt"/>
          <a:ea typeface="+mn-ea"/>
          <a:cs typeface="+mn-cs"/>
        </a:defRPr>
      </a:lvl1pPr>
      <a:lvl2pPr marL="548772" indent="-182924" algn="l" defTabSz="731694" rtl="0" eaLnBrk="1" latinLnBrk="0" hangingPunct="1">
        <a:lnSpc>
          <a:spcPct val="90000"/>
        </a:lnSpc>
        <a:spcBef>
          <a:spcPts val="400"/>
        </a:spcBef>
        <a:buFont typeface="Arial" panose="020B0604020202020204" pitchFamily="34" charset="0"/>
        <a:buChar char="•"/>
        <a:defRPr sz="1921" kern="1200">
          <a:solidFill>
            <a:schemeClr val="tx1"/>
          </a:solidFill>
          <a:latin typeface="+mn-lt"/>
          <a:ea typeface="+mn-ea"/>
          <a:cs typeface="+mn-cs"/>
        </a:defRPr>
      </a:lvl2pPr>
      <a:lvl3pPr marL="914619" indent="-182924" algn="l" defTabSz="731694" rtl="0" eaLnBrk="1" latinLnBrk="0" hangingPunct="1">
        <a:lnSpc>
          <a:spcPct val="90000"/>
        </a:lnSpc>
        <a:spcBef>
          <a:spcPts val="400"/>
        </a:spcBef>
        <a:buFont typeface="Arial" panose="020B0604020202020204" pitchFamily="34" charset="0"/>
        <a:buChar char="•"/>
        <a:defRPr sz="1601" kern="1200">
          <a:solidFill>
            <a:schemeClr val="tx1"/>
          </a:solidFill>
          <a:latin typeface="+mn-lt"/>
          <a:ea typeface="+mn-ea"/>
          <a:cs typeface="+mn-cs"/>
        </a:defRPr>
      </a:lvl3pPr>
      <a:lvl4pPr marL="1280466" indent="-182924" algn="l" defTabSz="731694"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4pPr>
      <a:lvl5pPr marL="1646314" indent="-182924" algn="l" defTabSz="731694"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5pPr>
      <a:lvl6pPr marL="2012161" indent="-182924" algn="l" defTabSz="731694"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6pPr>
      <a:lvl7pPr marL="2378008" indent="-182924" algn="l" defTabSz="731694"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7pPr>
      <a:lvl8pPr marL="2743856" indent="-182924" algn="l" defTabSz="731694"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8pPr>
      <a:lvl9pPr marL="3109704" indent="-182924" algn="l" defTabSz="731694" rtl="0" eaLnBrk="1" latinLnBrk="0" hangingPunct="1">
        <a:lnSpc>
          <a:spcPct val="90000"/>
        </a:lnSpc>
        <a:spcBef>
          <a:spcPts val="400"/>
        </a:spcBef>
        <a:buFont typeface="Arial" panose="020B0604020202020204" pitchFamily="34" charset="0"/>
        <a:buChar char="•"/>
        <a:defRPr sz="1440" kern="1200">
          <a:solidFill>
            <a:schemeClr val="tx1"/>
          </a:solidFill>
          <a:latin typeface="+mn-lt"/>
          <a:ea typeface="+mn-ea"/>
          <a:cs typeface="+mn-cs"/>
        </a:defRPr>
      </a:lvl9pPr>
    </p:bodyStyle>
    <p:otherStyle>
      <a:defPPr>
        <a:defRPr lang="en-US"/>
      </a:defPPr>
      <a:lvl1pPr marL="0" algn="l" defTabSz="731694" rtl="0" eaLnBrk="1" latinLnBrk="0" hangingPunct="1">
        <a:defRPr sz="1440" kern="1200">
          <a:solidFill>
            <a:schemeClr val="tx1"/>
          </a:solidFill>
          <a:latin typeface="+mn-lt"/>
          <a:ea typeface="+mn-ea"/>
          <a:cs typeface="+mn-cs"/>
        </a:defRPr>
      </a:lvl1pPr>
      <a:lvl2pPr marL="365848" algn="l" defTabSz="731694" rtl="0" eaLnBrk="1" latinLnBrk="0" hangingPunct="1">
        <a:defRPr sz="1440" kern="1200">
          <a:solidFill>
            <a:schemeClr val="tx1"/>
          </a:solidFill>
          <a:latin typeface="+mn-lt"/>
          <a:ea typeface="+mn-ea"/>
          <a:cs typeface="+mn-cs"/>
        </a:defRPr>
      </a:lvl2pPr>
      <a:lvl3pPr marL="731694" algn="l" defTabSz="731694" rtl="0" eaLnBrk="1" latinLnBrk="0" hangingPunct="1">
        <a:defRPr sz="1440" kern="1200">
          <a:solidFill>
            <a:schemeClr val="tx1"/>
          </a:solidFill>
          <a:latin typeface="+mn-lt"/>
          <a:ea typeface="+mn-ea"/>
          <a:cs typeface="+mn-cs"/>
        </a:defRPr>
      </a:lvl3pPr>
      <a:lvl4pPr marL="1097542" algn="l" defTabSz="731694" rtl="0" eaLnBrk="1" latinLnBrk="0" hangingPunct="1">
        <a:defRPr sz="1440" kern="1200">
          <a:solidFill>
            <a:schemeClr val="tx1"/>
          </a:solidFill>
          <a:latin typeface="+mn-lt"/>
          <a:ea typeface="+mn-ea"/>
          <a:cs typeface="+mn-cs"/>
        </a:defRPr>
      </a:lvl4pPr>
      <a:lvl5pPr marL="1463390" algn="l" defTabSz="731694" rtl="0" eaLnBrk="1" latinLnBrk="0" hangingPunct="1">
        <a:defRPr sz="1440" kern="1200">
          <a:solidFill>
            <a:schemeClr val="tx1"/>
          </a:solidFill>
          <a:latin typeface="+mn-lt"/>
          <a:ea typeface="+mn-ea"/>
          <a:cs typeface="+mn-cs"/>
        </a:defRPr>
      </a:lvl5pPr>
      <a:lvl6pPr marL="1829237" algn="l" defTabSz="731694" rtl="0" eaLnBrk="1" latinLnBrk="0" hangingPunct="1">
        <a:defRPr sz="1440" kern="1200">
          <a:solidFill>
            <a:schemeClr val="tx1"/>
          </a:solidFill>
          <a:latin typeface="+mn-lt"/>
          <a:ea typeface="+mn-ea"/>
          <a:cs typeface="+mn-cs"/>
        </a:defRPr>
      </a:lvl6pPr>
      <a:lvl7pPr marL="2195085" algn="l" defTabSz="731694" rtl="0" eaLnBrk="1" latinLnBrk="0" hangingPunct="1">
        <a:defRPr sz="1440" kern="1200">
          <a:solidFill>
            <a:schemeClr val="tx1"/>
          </a:solidFill>
          <a:latin typeface="+mn-lt"/>
          <a:ea typeface="+mn-ea"/>
          <a:cs typeface="+mn-cs"/>
        </a:defRPr>
      </a:lvl7pPr>
      <a:lvl8pPr marL="2560933" algn="l" defTabSz="731694" rtl="0" eaLnBrk="1" latinLnBrk="0" hangingPunct="1">
        <a:defRPr sz="1440" kern="1200">
          <a:solidFill>
            <a:schemeClr val="tx1"/>
          </a:solidFill>
          <a:latin typeface="+mn-lt"/>
          <a:ea typeface="+mn-ea"/>
          <a:cs typeface="+mn-cs"/>
        </a:defRPr>
      </a:lvl8pPr>
      <a:lvl9pPr marL="2926779" algn="l" defTabSz="731694" rtl="0" eaLnBrk="1" latinLnBrk="0" hangingPunct="1">
        <a:defRPr sz="144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Datumsplatzhalter 8">
            <a:extLst>
              <a:ext uri="{FF2B5EF4-FFF2-40B4-BE49-F238E27FC236}">
                <a16:creationId xmlns:a16="http://schemas.microsoft.com/office/drawing/2014/main" id="{7D7355F1-46D4-4016-8686-BB54E5AF16A7}"/>
              </a:ext>
            </a:extLst>
          </p:cNvPr>
          <p:cNvSpPr>
            <a:spLocks noGrp="1"/>
          </p:cNvSpPr>
          <p:nvPr>
            <p:ph type="dt" sz="half" idx="2"/>
          </p:nvPr>
        </p:nvSpPr>
        <p:spPr bwMode="gray">
          <a:xfrm>
            <a:off x="623230" y="5836586"/>
            <a:ext cx="1439625" cy="257600"/>
          </a:xfrm>
          <a:prstGeom prst="rect">
            <a:avLst/>
          </a:prstGeom>
        </p:spPr>
        <p:txBody>
          <a:bodyPr vert="horz" lIns="0" tIns="0" rIns="0" bIns="0" rtlCol="0" anchor="ctr"/>
          <a:lstStyle>
            <a:lvl1pPr algn="l">
              <a:defRPr sz="894" b="1" cap="all" baseline="0">
                <a:solidFill>
                  <a:schemeClr val="tx1"/>
                </a:solidFill>
                <a:latin typeface="+mj-lt"/>
              </a:defRPr>
            </a:lvl1pPr>
            <a:lvl2pPr marL="0" algn="l">
              <a:defRPr sz="954" b="1" cap="all" baseline="0">
                <a:solidFill>
                  <a:schemeClr val="accent4"/>
                </a:solidFill>
                <a:latin typeface="+mj-lt"/>
              </a:defRPr>
            </a:lvl2pPr>
            <a:lvl3pPr marL="0">
              <a:defRPr sz="954" b="1" cap="all" baseline="0">
                <a:solidFill>
                  <a:schemeClr val="accent4"/>
                </a:solidFill>
                <a:latin typeface="+mj-lt"/>
              </a:defRPr>
            </a:lvl3pPr>
            <a:lvl4pPr marL="0">
              <a:defRPr sz="954" b="1" cap="all" baseline="0">
                <a:solidFill>
                  <a:schemeClr val="accent4"/>
                </a:solidFill>
                <a:latin typeface="+mj-lt"/>
              </a:defRPr>
            </a:lvl4pPr>
            <a:lvl5pPr marL="0">
              <a:defRPr sz="954" b="1" cap="all" baseline="0">
                <a:solidFill>
                  <a:schemeClr val="accent4"/>
                </a:solidFill>
                <a:latin typeface="+mj-lt"/>
              </a:defRPr>
            </a:lvl5pPr>
            <a:lvl6pPr marL="0">
              <a:defRPr sz="954" b="1" cap="all" baseline="0">
                <a:solidFill>
                  <a:schemeClr val="accent4"/>
                </a:solidFill>
                <a:latin typeface="+mj-lt"/>
              </a:defRPr>
            </a:lvl6pPr>
            <a:lvl7pPr marL="0">
              <a:defRPr sz="954" b="1" cap="all" baseline="0">
                <a:solidFill>
                  <a:schemeClr val="accent4"/>
                </a:solidFill>
                <a:latin typeface="+mj-lt"/>
              </a:defRPr>
            </a:lvl7pPr>
            <a:lvl8pPr marL="0">
              <a:defRPr sz="954" b="1" cap="all" baseline="0">
                <a:solidFill>
                  <a:schemeClr val="accent4"/>
                </a:solidFill>
                <a:latin typeface="+mj-lt"/>
              </a:defRPr>
            </a:lvl8pPr>
            <a:lvl9pPr marL="0">
              <a:defRPr sz="954" b="1" cap="all" baseline="0">
                <a:solidFill>
                  <a:schemeClr val="accent4"/>
                </a:solidFill>
                <a:latin typeface="+mj-lt"/>
              </a:defRPr>
            </a:lvl9pPr>
          </a:lstStyle>
          <a:p>
            <a:r>
              <a:rPr lang="de-DE"/>
              <a:t>Date</a:t>
            </a:r>
            <a:endParaRPr lang="en-US"/>
          </a:p>
        </p:txBody>
      </p:sp>
      <p:sp>
        <p:nvSpPr>
          <p:cNvPr id="11" name="Foliennummernplatzhalter 10">
            <a:extLst>
              <a:ext uri="{FF2B5EF4-FFF2-40B4-BE49-F238E27FC236}">
                <a16:creationId xmlns:a16="http://schemas.microsoft.com/office/drawing/2014/main" id="{81D3BD48-0302-450E-A4BF-5FB454A621EC}"/>
              </a:ext>
            </a:extLst>
          </p:cNvPr>
          <p:cNvSpPr>
            <a:spLocks noGrp="1"/>
          </p:cNvSpPr>
          <p:nvPr>
            <p:ph type="sldNum" sz="quarter" idx="4"/>
          </p:nvPr>
        </p:nvSpPr>
        <p:spPr bwMode="gray">
          <a:xfrm>
            <a:off x="10701820" y="5836586"/>
            <a:ext cx="863775" cy="257600"/>
          </a:xfrm>
          <a:prstGeom prst="rect">
            <a:avLst/>
          </a:prstGeom>
        </p:spPr>
        <p:txBody>
          <a:bodyPr vert="horz" lIns="0" tIns="0" rIns="0" bIns="0" rtlCol="0" anchor="ctr"/>
          <a:lstStyle>
            <a:lvl1pPr algn="r">
              <a:defRPr sz="894" b="1">
                <a:solidFill>
                  <a:schemeClr val="tx1"/>
                </a:solidFill>
                <a:latin typeface="+mj-lt"/>
              </a:defRPr>
            </a:lvl1pPr>
            <a:lvl2pPr marL="0" indent="0" algn="ctr">
              <a:defRPr sz="954" b="1">
                <a:solidFill>
                  <a:schemeClr val="bg1"/>
                </a:solidFill>
                <a:latin typeface="+mj-lt"/>
              </a:defRPr>
            </a:lvl2pPr>
            <a:lvl3pPr marL="0" indent="0" algn="ctr">
              <a:defRPr sz="954" b="1">
                <a:solidFill>
                  <a:schemeClr val="bg1"/>
                </a:solidFill>
                <a:latin typeface="+mj-lt"/>
              </a:defRPr>
            </a:lvl3pPr>
            <a:lvl4pPr marL="0" algn="ctr">
              <a:defRPr sz="954" b="1">
                <a:solidFill>
                  <a:schemeClr val="bg1"/>
                </a:solidFill>
                <a:latin typeface="+mj-lt"/>
              </a:defRPr>
            </a:lvl4pPr>
            <a:lvl5pPr marL="0" algn="ctr">
              <a:defRPr sz="954" b="1">
                <a:solidFill>
                  <a:schemeClr val="bg1"/>
                </a:solidFill>
                <a:latin typeface="+mj-lt"/>
              </a:defRPr>
            </a:lvl5pPr>
            <a:lvl6pPr marL="0" algn="ctr">
              <a:defRPr sz="954" b="1">
                <a:solidFill>
                  <a:schemeClr val="bg1"/>
                </a:solidFill>
                <a:latin typeface="+mj-lt"/>
              </a:defRPr>
            </a:lvl6pPr>
            <a:lvl7pPr marL="0" algn="ctr">
              <a:defRPr sz="954" b="1">
                <a:solidFill>
                  <a:schemeClr val="bg1"/>
                </a:solidFill>
                <a:latin typeface="+mj-lt"/>
              </a:defRPr>
            </a:lvl7pPr>
            <a:lvl8pPr marL="0" algn="ctr">
              <a:defRPr sz="954" b="1">
                <a:solidFill>
                  <a:schemeClr val="bg1"/>
                </a:solidFill>
                <a:latin typeface="+mj-lt"/>
              </a:defRPr>
            </a:lvl8pPr>
            <a:lvl9pPr marL="0" algn="ctr">
              <a:defRPr sz="954" b="1">
                <a:solidFill>
                  <a:schemeClr val="bg1"/>
                </a:solidFill>
                <a:latin typeface="+mj-lt"/>
              </a:defRPr>
            </a:lvl9pPr>
          </a:lstStyle>
          <a:p>
            <a:fld id="{96FF1F4F-4717-426F-83A6-412729423D60}" type="slidenum">
              <a:rPr lang="en-US" smtClean="0"/>
              <a:pPr/>
              <a:t>‹#›</a:t>
            </a:fld>
            <a:endParaRPr lang="en-US"/>
          </a:p>
        </p:txBody>
      </p:sp>
      <p:graphicFrame>
        <p:nvGraphicFramePr>
          <p:cNvPr id="2" name="Object 1" hidden="1"/>
          <p:cNvGraphicFramePr>
            <a:graphicFrameLocks noChangeAspect="1"/>
          </p:cNvGraphicFramePr>
          <p:nvPr>
            <p:custDataLst>
              <p:tags r:id="rId20"/>
            </p:custDataLst>
            <p:extLst>
              <p:ext uri="{D42A27DB-BD31-4B8C-83A1-F6EECF244321}">
                <p14:modId xmlns:p14="http://schemas.microsoft.com/office/powerpoint/2010/main" val="1226198513"/>
              </p:ext>
            </p:extLst>
          </p:nvPr>
        </p:nvGraphicFramePr>
        <p:xfrm>
          <a:off x="2118" y="1894"/>
          <a:ext cx="2115" cy="1893"/>
        </p:xfrm>
        <a:graphic>
          <a:graphicData uri="http://schemas.openxmlformats.org/presentationml/2006/ole">
            <mc:AlternateContent xmlns:mc="http://schemas.openxmlformats.org/markup-compatibility/2006">
              <mc:Choice xmlns:v="urn:schemas-microsoft-com:vml" Requires="v">
                <p:oleObj name="think-cell Slide" r:id="rId24" imgW="270" imgH="270" progId="TCLayout.ActiveDocument.1">
                  <p:embed/>
                </p:oleObj>
              </mc:Choice>
              <mc:Fallback>
                <p:oleObj name="think-cell Slide" r:id="rId24" imgW="270" imgH="270" progId="TCLayout.ActiveDocument.1">
                  <p:embed/>
                  <p:pic>
                    <p:nvPicPr>
                      <p:cNvPr id="2" name="Object 1" hidden="1"/>
                      <p:cNvPicPr/>
                      <p:nvPr/>
                    </p:nvPicPr>
                    <p:blipFill>
                      <a:blip r:embed="rId25"/>
                      <a:stretch>
                        <a:fillRect/>
                      </a:stretch>
                    </p:blipFill>
                    <p:spPr>
                      <a:xfrm>
                        <a:off x="2118" y="1894"/>
                        <a:ext cx="2115" cy="1893"/>
                      </a:xfrm>
                      <a:prstGeom prst="rect">
                        <a:avLst/>
                      </a:prstGeom>
                    </p:spPr>
                  </p:pic>
                </p:oleObj>
              </mc:Fallback>
            </mc:AlternateContent>
          </a:graphicData>
        </a:graphic>
      </p:graphicFrame>
      <p:sp>
        <p:nvSpPr>
          <p:cNvPr id="3" name="empower - DO NOT DELETE!!!" hidden="1"/>
          <p:cNvSpPr/>
          <p:nvPr>
            <p:custDataLst>
              <p:tags r:id="rId21"/>
            </p:custDataLst>
          </p:nvPr>
        </p:nvSpPr>
        <p:spPr bwMode="gray">
          <a:xfrm>
            <a:off x="0" y="0"/>
            <a:ext cx="0" cy="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862"/>
          </a:p>
        </p:txBody>
      </p:sp>
      <p:sp>
        <p:nvSpPr>
          <p:cNvPr id="6" name="Titelplatzhalter 5">
            <a:extLst>
              <a:ext uri="{FF2B5EF4-FFF2-40B4-BE49-F238E27FC236}">
                <a16:creationId xmlns:a16="http://schemas.microsoft.com/office/drawing/2014/main" id="{DB880A2D-C062-4D44-952D-FCAD04EEFAC8}"/>
              </a:ext>
            </a:extLst>
          </p:cNvPr>
          <p:cNvSpPr>
            <a:spLocks noGrp="1"/>
          </p:cNvSpPr>
          <p:nvPr>
            <p:ph type="title"/>
          </p:nvPr>
        </p:nvSpPr>
        <p:spPr bwMode="gray">
          <a:xfrm>
            <a:off x="623230" y="748305"/>
            <a:ext cx="10941150" cy="772974"/>
          </a:xfrm>
          <a:prstGeom prst="rect">
            <a:avLst/>
          </a:prstGeom>
        </p:spPr>
        <p:txBody>
          <a:bodyPr vert="horz" lIns="0" tIns="0" rIns="0" bIns="0" rtlCol="0" anchor="b">
            <a:noAutofit/>
          </a:bodyPr>
          <a:lstStyle/>
          <a:p>
            <a:r>
              <a:rPr lang="en-US"/>
              <a:t>Click </a:t>
            </a:r>
            <a:br>
              <a:rPr lang="en-US"/>
            </a:br>
            <a:r>
              <a:rPr lang="en-US"/>
              <a:t>to edit title</a:t>
            </a:r>
          </a:p>
        </p:txBody>
      </p:sp>
      <p:sp>
        <p:nvSpPr>
          <p:cNvPr id="7" name="Textplatzhalter 6">
            <a:extLst>
              <a:ext uri="{FF2B5EF4-FFF2-40B4-BE49-F238E27FC236}">
                <a16:creationId xmlns:a16="http://schemas.microsoft.com/office/drawing/2014/main" id="{0AA6BBE1-B3CD-494B-8C99-ABDC60748E7F}"/>
              </a:ext>
            </a:extLst>
          </p:cNvPr>
          <p:cNvSpPr>
            <a:spLocks noGrp="1"/>
          </p:cNvSpPr>
          <p:nvPr>
            <p:ph type="body" idx="1"/>
          </p:nvPr>
        </p:nvSpPr>
        <p:spPr bwMode="gray">
          <a:xfrm>
            <a:off x="623230" y="2229290"/>
            <a:ext cx="10941150" cy="3349617"/>
          </a:xfrm>
          <a:prstGeom prst="rect">
            <a:avLst/>
          </a:prstGeom>
        </p:spPr>
        <p:txBody>
          <a:bodyPr vert="horz" lIns="0" tIns="0" rIns="0" bIns="0" rtlCol="0">
            <a:noAutofit/>
          </a:body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0" name="Fußzeilenplatzhalter 9">
            <a:extLst>
              <a:ext uri="{FF2B5EF4-FFF2-40B4-BE49-F238E27FC236}">
                <a16:creationId xmlns:a16="http://schemas.microsoft.com/office/drawing/2014/main" id="{19AEF450-6254-4895-97C8-01D71AE9A7D0}"/>
              </a:ext>
            </a:extLst>
          </p:cNvPr>
          <p:cNvSpPr>
            <a:spLocks noGrp="1"/>
          </p:cNvSpPr>
          <p:nvPr>
            <p:ph type="ftr" sz="quarter" idx="3"/>
          </p:nvPr>
        </p:nvSpPr>
        <p:spPr bwMode="gray">
          <a:xfrm>
            <a:off x="623230" y="490764"/>
            <a:ext cx="10941150" cy="193200"/>
          </a:xfrm>
          <a:prstGeom prst="rect">
            <a:avLst/>
          </a:prstGeom>
        </p:spPr>
        <p:txBody>
          <a:bodyPr vert="horz" lIns="0" tIns="0" rIns="0" bIns="0" rtlCol="0" anchor="t"/>
          <a:lstStyle>
            <a:lvl1pPr algn="l">
              <a:defRPr sz="894" b="1" cap="all" spc="27" baseline="0">
                <a:solidFill>
                  <a:schemeClr val="tx1"/>
                </a:solidFill>
                <a:latin typeface="+mj-lt"/>
              </a:defRPr>
            </a:lvl1pPr>
            <a:lvl2pPr marL="0">
              <a:defRPr sz="954" b="1" cap="all" baseline="0">
                <a:solidFill>
                  <a:schemeClr val="tx1"/>
                </a:solidFill>
                <a:latin typeface="+mj-lt"/>
              </a:defRPr>
            </a:lvl2pPr>
            <a:lvl3pPr marL="0">
              <a:defRPr sz="954" b="1" cap="all" baseline="0">
                <a:solidFill>
                  <a:schemeClr val="tx1"/>
                </a:solidFill>
                <a:latin typeface="+mj-lt"/>
              </a:defRPr>
            </a:lvl3pPr>
            <a:lvl4pPr marL="0">
              <a:defRPr sz="954" b="1" cap="all" baseline="0">
                <a:solidFill>
                  <a:schemeClr val="tx1"/>
                </a:solidFill>
                <a:latin typeface="+mj-lt"/>
              </a:defRPr>
            </a:lvl4pPr>
            <a:lvl5pPr marL="0">
              <a:defRPr sz="954" b="1" cap="all" baseline="0">
                <a:solidFill>
                  <a:schemeClr val="tx1"/>
                </a:solidFill>
                <a:latin typeface="+mj-lt"/>
              </a:defRPr>
            </a:lvl5pPr>
            <a:lvl6pPr marL="0">
              <a:defRPr sz="954" b="1" cap="all" baseline="0">
                <a:solidFill>
                  <a:schemeClr val="tx1"/>
                </a:solidFill>
                <a:latin typeface="+mj-lt"/>
              </a:defRPr>
            </a:lvl6pPr>
            <a:lvl7pPr marL="0">
              <a:defRPr sz="954" b="1" cap="all" baseline="0">
                <a:solidFill>
                  <a:schemeClr val="tx1"/>
                </a:solidFill>
                <a:latin typeface="+mj-lt"/>
              </a:defRPr>
            </a:lvl7pPr>
            <a:lvl8pPr marL="0">
              <a:defRPr sz="954" b="1" cap="all" baseline="0">
                <a:solidFill>
                  <a:schemeClr val="tx1"/>
                </a:solidFill>
                <a:latin typeface="+mj-lt"/>
              </a:defRPr>
            </a:lvl8pPr>
            <a:lvl9pPr marL="0">
              <a:defRPr sz="954" b="1" cap="all" baseline="0">
                <a:solidFill>
                  <a:schemeClr val="tx1"/>
                </a:solidFill>
                <a:latin typeface="+mj-lt"/>
              </a:defRPr>
            </a:lvl9pPr>
          </a:lstStyle>
          <a:p>
            <a:r>
              <a:rPr lang="en-US"/>
              <a:t>Title of the presentation</a:t>
            </a:r>
          </a:p>
        </p:txBody>
      </p:sp>
      <p:cxnSp>
        <p:nvCxnSpPr>
          <p:cNvPr id="14" name="Gerader Verbinder 13">
            <a:extLst>
              <a:ext uri="{FF2B5EF4-FFF2-40B4-BE49-F238E27FC236}">
                <a16:creationId xmlns:a16="http://schemas.microsoft.com/office/drawing/2014/main" id="{6AAE0DBC-28BE-40D0-B783-A342169E761D}"/>
              </a:ext>
            </a:extLst>
          </p:cNvPr>
          <p:cNvCxnSpPr/>
          <p:nvPr/>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CC515ABE-B67A-4021-A839-97C01999930D}"/>
              </a:ext>
            </a:extLst>
          </p:cNvPr>
          <p:cNvCxnSpPr/>
          <p:nvPr/>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167709D4-2642-43CD-9521-757457584705}"/>
              </a:ext>
            </a:extLst>
          </p:cNvPr>
          <p:cNvCxnSpPr/>
          <p:nvPr/>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0CA26CF1-CE52-4C33-879B-2E14445A5578}"/>
              </a:ext>
            </a:extLst>
          </p:cNvPr>
          <p:cNvCxnSpPr/>
          <p:nvPr/>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7A80618A-7365-4479-B969-338981696CA5}"/>
              </a:ext>
            </a:extLst>
          </p:cNvPr>
          <p:cNvCxnSpPr/>
          <p:nvPr/>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91931F2E-3507-46A0-8CB6-EFE5945CC292}"/>
              </a:ext>
            </a:extLst>
          </p:cNvPr>
          <p:cNvCxnSpPr/>
          <p:nvPr/>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0990D3E4-6C8E-4DF5-9CFE-D8998AB1D93B}"/>
              </a:ext>
            </a:extLst>
          </p:cNvPr>
          <p:cNvCxnSpPr/>
          <p:nvPr/>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64BAD6B8-1689-482F-93D6-AFBC516F78A2}"/>
              </a:ext>
            </a:extLst>
          </p:cNvPr>
          <p:cNvCxnSpPr/>
          <p:nvPr/>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0DB33E1B-ED21-458F-A9D8-1D425827CC17}"/>
              </a:ext>
            </a:extLst>
          </p:cNvPr>
          <p:cNvCxnSpPr/>
          <p:nvPr/>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A411B6A5-6A33-4880-A59C-C9948CA136B1}"/>
              </a:ext>
            </a:extLst>
          </p:cNvPr>
          <p:cNvCxnSpPr/>
          <p:nvPr/>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8FC1791E-69BB-491C-9A41-369011898EA0}"/>
              </a:ext>
            </a:extLst>
          </p:cNvPr>
          <p:cNvCxnSpPr/>
          <p:nvPr/>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9D6C18EA-6C7E-4EAA-BD84-A6B0EAB308BD}"/>
              </a:ext>
            </a:extLst>
          </p:cNvPr>
          <p:cNvCxnSpPr/>
          <p:nvPr/>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5721F760-3B24-42F0-A207-0BC9F646D185}"/>
              </a:ext>
            </a:extLst>
          </p:cNvPr>
          <p:cNvCxnSpPr/>
          <p:nvPr/>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2B551C91-9EDE-47CC-9680-57826EA986FF}"/>
              </a:ext>
            </a:extLst>
          </p:cNvPr>
          <p:cNvCxnSpPr/>
          <p:nvPr/>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5639AFFB-D329-45C1-A33E-3AB8AD3986C2}"/>
              </a:ext>
            </a:extLst>
          </p:cNvPr>
          <p:cNvCxnSpPr/>
          <p:nvPr/>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F2F4ECF5-A06F-479F-AEB1-A7681929DFDC}"/>
              </a:ext>
            </a:extLst>
          </p:cNvPr>
          <p:cNvCxnSpPr/>
          <p:nvPr/>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EA190E5B-14D2-4C86-88B4-7D7A74E4169D}"/>
              </a:ext>
            </a:extLst>
          </p:cNvPr>
          <p:cNvCxnSpPr/>
          <p:nvPr/>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32800909-2565-417F-B2A6-4F05A8EB81D7}"/>
              </a:ext>
            </a:extLst>
          </p:cNvPr>
          <p:cNvCxnSpPr/>
          <p:nvPr/>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graphicFrame>
        <p:nvGraphicFramePr>
          <p:cNvPr id="4" name="Object 1" hidden="1">
            <a:extLst>
              <a:ext uri="{FF2B5EF4-FFF2-40B4-BE49-F238E27FC236}">
                <a16:creationId xmlns:a16="http://schemas.microsoft.com/office/drawing/2014/main" id="{2FEB17FC-7F09-7E8D-498D-35A6FA0539AD}"/>
              </a:ext>
            </a:extLst>
          </p:cNvPr>
          <p:cNvGraphicFramePr>
            <a:graphicFrameLocks noChangeAspect="1"/>
          </p:cNvGraphicFramePr>
          <p:nvPr userDrawn="1">
            <p:custDataLst>
              <p:tags r:id="rId22"/>
            </p:custDataLst>
            <p:extLst>
              <p:ext uri="{D42A27DB-BD31-4B8C-83A1-F6EECF244321}">
                <p14:modId xmlns:p14="http://schemas.microsoft.com/office/powerpoint/2010/main" val="3224912082"/>
              </p:ext>
            </p:extLst>
          </p:nvPr>
        </p:nvGraphicFramePr>
        <p:xfrm>
          <a:off x="2118" y="1894"/>
          <a:ext cx="2115" cy="1893"/>
        </p:xfrm>
        <a:graphic>
          <a:graphicData uri="http://schemas.openxmlformats.org/presentationml/2006/ole">
            <mc:AlternateContent xmlns:mc="http://schemas.openxmlformats.org/markup-compatibility/2006">
              <mc:Choice xmlns:v="urn:schemas-microsoft-com:vml" Requires="v">
                <p:oleObj name="think-cell Folie" r:id="rId26" imgW="270" imgH="270" progId="TCLayout.ActiveDocument.1">
                  <p:embed/>
                </p:oleObj>
              </mc:Choice>
              <mc:Fallback>
                <p:oleObj name="think-cell Folie" r:id="rId26" imgW="270" imgH="270" progId="TCLayout.ActiveDocument.1">
                  <p:embed/>
                  <p:pic>
                    <p:nvPicPr>
                      <p:cNvPr id="4" name="Object 1" hidden="1">
                        <a:extLst>
                          <a:ext uri="{FF2B5EF4-FFF2-40B4-BE49-F238E27FC236}">
                            <a16:creationId xmlns:a16="http://schemas.microsoft.com/office/drawing/2014/main" id="{2FEB17FC-7F09-7E8D-498D-35A6FA0539AD}"/>
                          </a:ext>
                        </a:extLst>
                      </p:cNvPr>
                      <p:cNvPicPr/>
                      <p:nvPr/>
                    </p:nvPicPr>
                    <p:blipFill>
                      <a:blip r:embed="rId25"/>
                      <a:stretch>
                        <a:fillRect/>
                      </a:stretch>
                    </p:blipFill>
                    <p:spPr>
                      <a:xfrm>
                        <a:off x="2118" y="1894"/>
                        <a:ext cx="2115" cy="1893"/>
                      </a:xfrm>
                      <a:prstGeom prst="rect">
                        <a:avLst/>
                      </a:prstGeom>
                    </p:spPr>
                  </p:pic>
                </p:oleObj>
              </mc:Fallback>
            </mc:AlternateContent>
          </a:graphicData>
        </a:graphic>
      </p:graphicFrame>
      <p:sp>
        <p:nvSpPr>
          <p:cNvPr id="5" name="empower - DO NOT DELETE!!!" hidden="1">
            <a:extLst>
              <a:ext uri="{FF2B5EF4-FFF2-40B4-BE49-F238E27FC236}">
                <a16:creationId xmlns:a16="http://schemas.microsoft.com/office/drawing/2014/main" id="{E0D61DAF-351A-3F12-1B92-D2ACF7A197BC}"/>
              </a:ext>
            </a:extLst>
          </p:cNvPr>
          <p:cNvSpPr/>
          <p:nvPr userDrawn="1">
            <p:custDataLst>
              <p:tags r:id="rId23"/>
            </p:custDataLst>
          </p:nvPr>
        </p:nvSpPr>
        <p:spPr bwMode="gray">
          <a:xfrm>
            <a:off x="0" y="0"/>
            <a:ext cx="0" cy="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862"/>
          </a:p>
        </p:txBody>
      </p:sp>
      <p:cxnSp>
        <p:nvCxnSpPr>
          <p:cNvPr id="8" name="Gerader Verbinder 7">
            <a:extLst>
              <a:ext uri="{FF2B5EF4-FFF2-40B4-BE49-F238E27FC236}">
                <a16:creationId xmlns:a16="http://schemas.microsoft.com/office/drawing/2014/main" id="{087072AE-3532-E0E2-91F7-CE1043B20009}"/>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5D2E8ED8-468E-26E5-1F1E-3E58A9447F6D}"/>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2B927FD2-4F28-D053-D0AC-4E20F6BC5BAE}"/>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D93AC074-82EA-1867-F26F-582D411A7C0C}"/>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A7E4A753-8ACE-8ACB-177E-08D20D180D18}"/>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ACD661B6-9F29-B422-F778-56350415ACAC}"/>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CCC4ED26-362B-59D5-59AA-7ECAC03B9F4A}"/>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EF5D9A9E-B3F8-6428-47D1-44A65F756055}"/>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AC9AB535-E88C-7718-ECB1-FCC9170D9862}"/>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C13C3D77-8E72-2EFC-742B-E0478B7A9AD6}"/>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CD665F89-D905-46AD-6C58-40E22B5D5E50}"/>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59B25445-27E7-7820-923B-27CDB1645AFF}"/>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1E0EAC56-5797-1597-2E70-DE048ABC33E4}"/>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F82CC6AA-AC1C-103F-B15D-D5B6E992A341}"/>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260C14E9-0D58-95D5-CC2F-417E392EC6F3}"/>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30C8564B-D6F9-FB80-7EFF-4D1FC24CAD97}"/>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37EEF827-75CB-A42A-42B1-7B65FA68AFA7}"/>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8BBA8B8D-975F-96B1-B769-469EC9862780}"/>
              </a:ext>
            </a:extLst>
          </p:cNvPr>
          <p:cNvCxnSpPr/>
          <p:nvPr userDrawn="1"/>
        </p:nvCxnSpPr>
        <p:spPr bwMode="gray">
          <a:xfrm>
            <a:off x="-204635" y="1714500"/>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5675423"/>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Lst>
  <p:hf hdr="0" dt="0"/>
  <p:txStyles>
    <p:titleStyle>
      <a:lvl1pPr algn="l" defTabSz="1090426" rtl="0" eaLnBrk="1" latinLnBrk="0" hangingPunct="1">
        <a:lnSpc>
          <a:spcPct val="90000"/>
        </a:lnSpc>
        <a:spcBef>
          <a:spcPts val="0"/>
        </a:spcBef>
        <a:spcAft>
          <a:spcPts val="0"/>
        </a:spcAft>
        <a:buNone/>
        <a:defRPr sz="2862" b="1" i="0" kern="1200" cap="all" spc="60" baseline="0">
          <a:solidFill>
            <a:schemeClr val="tx1"/>
          </a:solidFill>
          <a:latin typeface="+mj-lt"/>
          <a:ea typeface="+mj-ea"/>
          <a:cs typeface="+mj-cs"/>
        </a:defRPr>
      </a:lvl1pPr>
    </p:titleStyle>
    <p:bodyStyle>
      <a:lvl1pPr marL="0" indent="0" algn="l" defTabSz="1090426" rtl="0" eaLnBrk="1" latinLnBrk="0" hangingPunct="1">
        <a:lnSpc>
          <a:spcPct val="110000"/>
        </a:lnSpc>
        <a:spcBef>
          <a:spcPts val="537"/>
        </a:spcBef>
        <a:spcAft>
          <a:spcPts val="0"/>
        </a:spcAft>
        <a:buSzPct val="100000"/>
        <a:buFont typeface="Arial" panose="020B0604020202020204" pitchFamily="34" charset="0"/>
        <a:buNone/>
        <a:defRPr sz="1610" b="0" kern="1200">
          <a:solidFill>
            <a:schemeClr val="tx1"/>
          </a:solidFill>
          <a:latin typeface="+mj-lt"/>
          <a:ea typeface="+mn-ea"/>
          <a:cs typeface="+mn-cs"/>
        </a:defRPr>
      </a:lvl1pPr>
      <a:lvl2pPr marL="160992" indent="-160992" algn="l" defTabSz="1090426" rtl="0" eaLnBrk="1" latinLnBrk="0" hangingPunct="1">
        <a:lnSpc>
          <a:spcPct val="110000"/>
        </a:lnSpc>
        <a:spcBef>
          <a:spcPts val="537"/>
        </a:spcBef>
        <a:spcAft>
          <a:spcPts val="0"/>
        </a:spcAft>
        <a:buClr>
          <a:schemeClr val="bg2"/>
        </a:buClr>
        <a:buSzPct val="105000"/>
        <a:buFont typeface="Wingdings 3" panose="05040102010807070707" pitchFamily="18" charset="2"/>
        <a:buChar char=""/>
        <a:defRPr sz="1610" b="0" kern="1200">
          <a:solidFill>
            <a:schemeClr val="tx1"/>
          </a:solidFill>
          <a:latin typeface="+mn-lt"/>
          <a:ea typeface="+mn-ea"/>
          <a:cs typeface="+mn-cs"/>
        </a:defRPr>
      </a:lvl2pPr>
      <a:lvl3pPr marL="321984" indent="-160992" algn="l" defTabSz="1090426" rtl="0" eaLnBrk="1" latinLnBrk="0" hangingPunct="1">
        <a:lnSpc>
          <a:spcPct val="110000"/>
        </a:lnSpc>
        <a:spcBef>
          <a:spcPts val="537"/>
        </a:spcBef>
        <a:spcAft>
          <a:spcPts val="0"/>
        </a:spcAft>
        <a:buClrTx/>
        <a:buSzPct val="105000"/>
        <a:buFont typeface="Wingdings 3" panose="05040102010807070707" pitchFamily="18" charset="2"/>
        <a:buChar char=""/>
        <a:defRPr sz="1610" kern="1200">
          <a:solidFill>
            <a:schemeClr val="tx1"/>
          </a:solidFill>
          <a:latin typeface="+mn-lt"/>
          <a:ea typeface="+mn-ea"/>
          <a:cs typeface="+mn-cs"/>
        </a:defRPr>
      </a:lvl3pPr>
      <a:lvl4pPr marL="482976" indent="-160992" algn="l" defTabSz="1090426" rtl="0" eaLnBrk="1" latinLnBrk="0" hangingPunct="1">
        <a:lnSpc>
          <a:spcPct val="110000"/>
        </a:lnSpc>
        <a:spcBef>
          <a:spcPts val="537"/>
        </a:spcBef>
        <a:spcAft>
          <a:spcPts val="0"/>
        </a:spcAft>
        <a:buClrTx/>
        <a:buSzPct val="100000"/>
        <a:buFont typeface="Arial" panose="020B0604020202020204" pitchFamily="34" charset="0"/>
        <a:buChar char="−"/>
        <a:defRPr sz="1610" kern="1200">
          <a:solidFill>
            <a:schemeClr val="tx1"/>
          </a:solidFill>
          <a:latin typeface="+mn-lt"/>
          <a:ea typeface="+mn-ea"/>
          <a:cs typeface="+mn-cs"/>
        </a:defRPr>
      </a:lvl4pPr>
      <a:lvl5pPr marL="482976" indent="-160992" algn="l" defTabSz="1090426" rtl="0" eaLnBrk="1" latinLnBrk="0" hangingPunct="1">
        <a:lnSpc>
          <a:spcPct val="110000"/>
        </a:lnSpc>
        <a:spcBef>
          <a:spcPts val="537"/>
        </a:spcBef>
        <a:spcAft>
          <a:spcPts val="0"/>
        </a:spcAft>
        <a:buClrTx/>
        <a:buSzPct val="100000"/>
        <a:buFont typeface="Arial" panose="020B0604020202020204" pitchFamily="34" charset="0"/>
        <a:buChar char="−"/>
        <a:defRPr sz="1610" kern="1200">
          <a:solidFill>
            <a:schemeClr val="tx1"/>
          </a:solidFill>
          <a:latin typeface="+mn-lt"/>
          <a:ea typeface="+mn-ea"/>
          <a:cs typeface="+mn-cs"/>
        </a:defRPr>
      </a:lvl5pPr>
      <a:lvl6pPr marL="482976" indent="-160992" algn="l" defTabSz="1090426" rtl="0" eaLnBrk="1" latinLnBrk="0" hangingPunct="1">
        <a:lnSpc>
          <a:spcPct val="110000"/>
        </a:lnSpc>
        <a:spcBef>
          <a:spcPts val="537"/>
        </a:spcBef>
        <a:spcAft>
          <a:spcPts val="0"/>
        </a:spcAft>
        <a:buClrTx/>
        <a:buFont typeface="Arial" panose="020B0604020202020204" pitchFamily="34" charset="0"/>
        <a:buChar char="−"/>
        <a:defRPr sz="1610" kern="1200">
          <a:solidFill>
            <a:schemeClr val="tx1"/>
          </a:solidFill>
          <a:latin typeface="+mn-lt"/>
          <a:ea typeface="+mn-ea"/>
          <a:cs typeface="+mn-cs"/>
        </a:defRPr>
      </a:lvl6pPr>
      <a:lvl7pPr marL="482976" indent="-160992" algn="l" defTabSz="1090426" rtl="0" eaLnBrk="1" latinLnBrk="0" hangingPunct="1">
        <a:lnSpc>
          <a:spcPct val="110000"/>
        </a:lnSpc>
        <a:spcBef>
          <a:spcPts val="537"/>
        </a:spcBef>
        <a:spcAft>
          <a:spcPts val="0"/>
        </a:spcAft>
        <a:buClrTx/>
        <a:buFont typeface="Arial" panose="020B0604020202020204" pitchFamily="34" charset="0"/>
        <a:buChar char="−"/>
        <a:defRPr sz="1610" kern="1200">
          <a:solidFill>
            <a:schemeClr val="tx1"/>
          </a:solidFill>
          <a:latin typeface="+mn-lt"/>
          <a:ea typeface="+mn-ea"/>
          <a:cs typeface="+mn-cs"/>
        </a:defRPr>
      </a:lvl7pPr>
      <a:lvl8pPr marL="482976" indent="-160992" algn="l" defTabSz="1090426" rtl="0" eaLnBrk="1" latinLnBrk="0" hangingPunct="1">
        <a:lnSpc>
          <a:spcPct val="110000"/>
        </a:lnSpc>
        <a:spcBef>
          <a:spcPts val="537"/>
        </a:spcBef>
        <a:spcAft>
          <a:spcPts val="0"/>
        </a:spcAft>
        <a:buClrTx/>
        <a:buFont typeface="Arial" panose="020B0604020202020204" pitchFamily="34" charset="0"/>
        <a:buChar char="−"/>
        <a:defRPr sz="1610" kern="1200">
          <a:solidFill>
            <a:schemeClr val="tx1"/>
          </a:solidFill>
          <a:latin typeface="+mn-lt"/>
          <a:ea typeface="+mn-ea"/>
          <a:cs typeface="+mn-cs"/>
        </a:defRPr>
      </a:lvl8pPr>
      <a:lvl9pPr marL="482976" indent="-160992" algn="l" defTabSz="1090426" rtl="0" eaLnBrk="1" latinLnBrk="0" hangingPunct="1">
        <a:lnSpc>
          <a:spcPct val="110000"/>
        </a:lnSpc>
        <a:spcBef>
          <a:spcPts val="537"/>
        </a:spcBef>
        <a:spcAft>
          <a:spcPts val="0"/>
        </a:spcAft>
        <a:buClrTx/>
        <a:buFont typeface="Arial" panose="020B0604020202020204" pitchFamily="34" charset="0"/>
        <a:buChar char="−"/>
        <a:defRPr sz="1610" kern="1200">
          <a:solidFill>
            <a:schemeClr val="tx1"/>
          </a:solidFill>
          <a:latin typeface="+mn-lt"/>
          <a:ea typeface="+mn-ea"/>
          <a:cs typeface="+mn-cs"/>
        </a:defRPr>
      </a:lvl9pPr>
    </p:bodyStyle>
    <p:otherStyle>
      <a:defPPr>
        <a:defRPr lang="fr-FR"/>
      </a:defPPr>
      <a:lvl1pPr marL="0" algn="l" defTabSz="1090426" rtl="0" eaLnBrk="1" latinLnBrk="0" hangingPunct="1">
        <a:defRPr sz="1252" kern="1200">
          <a:solidFill>
            <a:schemeClr val="tx1"/>
          </a:solidFill>
          <a:latin typeface="+mn-lt"/>
          <a:ea typeface="+mn-ea"/>
          <a:cs typeface="+mn-cs"/>
        </a:defRPr>
      </a:lvl1pPr>
      <a:lvl2pPr marL="545213" algn="l" defTabSz="1090426" rtl="0" eaLnBrk="1" latinLnBrk="0" hangingPunct="1">
        <a:defRPr sz="2147" kern="1200">
          <a:solidFill>
            <a:schemeClr val="tx1"/>
          </a:solidFill>
          <a:latin typeface="+mn-lt"/>
          <a:ea typeface="+mn-ea"/>
          <a:cs typeface="+mn-cs"/>
        </a:defRPr>
      </a:lvl2pPr>
      <a:lvl3pPr marL="1090426" algn="l" defTabSz="1090426" rtl="0" eaLnBrk="1" latinLnBrk="0" hangingPunct="1">
        <a:defRPr sz="2147" kern="1200">
          <a:solidFill>
            <a:schemeClr val="tx1"/>
          </a:solidFill>
          <a:latin typeface="+mn-lt"/>
          <a:ea typeface="+mn-ea"/>
          <a:cs typeface="+mn-cs"/>
        </a:defRPr>
      </a:lvl3pPr>
      <a:lvl4pPr marL="1635638" algn="l" defTabSz="1090426" rtl="0" eaLnBrk="1" latinLnBrk="0" hangingPunct="1">
        <a:defRPr sz="2147" kern="1200">
          <a:solidFill>
            <a:schemeClr val="tx1"/>
          </a:solidFill>
          <a:latin typeface="+mn-lt"/>
          <a:ea typeface="+mn-ea"/>
          <a:cs typeface="+mn-cs"/>
        </a:defRPr>
      </a:lvl4pPr>
      <a:lvl5pPr marL="2180850" algn="l" defTabSz="1090426" rtl="0" eaLnBrk="1" latinLnBrk="0" hangingPunct="1">
        <a:defRPr sz="2147" kern="1200">
          <a:solidFill>
            <a:schemeClr val="tx1"/>
          </a:solidFill>
          <a:latin typeface="+mn-lt"/>
          <a:ea typeface="+mn-ea"/>
          <a:cs typeface="+mn-cs"/>
        </a:defRPr>
      </a:lvl5pPr>
      <a:lvl6pPr marL="2726063" algn="l" defTabSz="1090426" rtl="0" eaLnBrk="1" latinLnBrk="0" hangingPunct="1">
        <a:defRPr sz="2147" kern="1200">
          <a:solidFill>
            <a:schemeClr val="tx1"/>
          </a:solidFill>
          <a:latin typeface="+mn-lt"/>
          <a:ea typeface="+mn-ea"/>
          <a:cs typeface="+mn-cs"/>
        </a:defRPr>
      </a:lvl6pPr>
      <a:lvl7pPr marL="3271276" algn="l" defTabSz="1090426" rtl="0" eaLnBrk="1" latinLnBrk="0" hangingPunct="1">
        <a:defRPr sz="2147" kern="1200">
          <a:solidFill>
            <a:schemeClr val="tx1"/>
          </a:solidFill>
          <a:latin typeface="+mn-lt"/>
          <a:ea typeface="+mn-ea"/>
          <a:cs typeface="+mn-cs"/>
        </a:defRPr>
      </a:lvl7pPr>
      <a:lvl8pPr marL="3816488" algn="l" defTabSz="1090426" rtl="0" eaLnBrk="1" latinLnBrk="0" hangingPunct="1">
        <a:defRPr sz="2147" kern="1200">
          <a:solidFill>
            <a:schemeClr val="tx1"/>
          </a:solidFill>
          <a:latin typeface="+mn-lt"/>
          <a:ea typeface="+mn-ea"/>
          <a:cs typeface="+mn-cs"/>
        </a:defRPr>
      </a:lvl8pPr>
      <a:lvl9pPr marL="4361701" algn="l" defTabSz="1090426" rtl="0" eaLnBrk="1" latinLnBrk="0" hangingPunct="1">
        <a:defRPr sz="2147" kern="1200">
          <a:solidFill>
            <a:schemeClr val="tx1"/>
          </a:solidFill>
          <a:latin typeface="+mn-lt"/>
          <a:ea typeface="+mn-ea"/>
          <a:cs typeface="+mn-cs"/>
        </a:defRPr>
      </a:lvl9pPr>
    </p:otherStyle>
  </p:txStyles>
  <p:extLst>
    <p:ext uri="{27BBF7A9-308A-43DC-89C8-2F10F3537804}">
      <p15:sldGuideLst xmlns:p15="http://schemas.microsoft.com/office/powerpoint/2012/main">
        <p15:guide id="13" pos="393">
          <p15:clr>
            <a:srgbClr val="F26B43"/>
          </p15:clr>
        </p15:guide>
        <p15:guide id="14" pos="7287">
          <p15:clr>
            <a:srgbClr val="F26B43"/>
          </p15:clr>
        </p15:guide>
        <p15:guide id="20" orient="horz" pos="3929">
          <p15:clr>
            <a:srgbClr val="F26B43"/>
          </p15:clr>
        </p15:guide>
        <p15:guide id="22" orient="horz" pos="346">
          <p15:clr>
            <a:srgbClr val="F26B43"/>
          </p15:clr>
        </p15:guide>
        <p15:guide id="23" orient="horz" pos="527">
          <p15:clr>
            <a:srgbClr val="F26B43"/>
          </p15:clr>
        </p15:guide>
        <p15:guide id="24" orient="horz" pos="1117">
          <p15:clr>
            <a:srgbClr val="F26B43"/>
          </p15:clr>
        </p15:guide>
        <p15:guide id="25" orient="horz" pos="157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Datumsplatzhalter 8">
            <a:extLst>
              <a:ext uri="{FF2B5EF4-FFF2-40B4-BE49-F238E27FC236}">
                <a16:creationId xmlns:a16="http://schemas.microsoft.com/office/drawing/2014/main" id="{7D7355F1-46D4-4016-8686-BB54E5AF16A7}"/>
              </a:ext>
            </a:extLst>
          </p:cNvPr>
          <p:cNvSpPr>
            <a:spLocks noGrp="1"/>
          </p:cNvSpPr>
          <p:nvPr>
            <p:ph type="dt" sz="half" idx="2"/>
          </p:nvPr>
        </p:nvSpPr>
        <p:spPr bwMode="gray">
          <a:xfrm>
            <a:off x="623230" y="5836586"/>
            <a:ext cx="1439625" cy="257600"/>
          </a:xfrm>
          <a:prstGeom prst="rect">
            <a:avLst/>
          </a:prstGeom>
        </p:spPr>
        <p:txBody>
          <a:bodyPr vert="horz" lIns="0" tIns="0" rIns="0" bIns="0" rtlCol="0" anchor="ctr"/>
          <a:lstStyle>
            <a:lvl1pPr algn="l">
              <a:defRPr sz="894" b="1" cap="all" baseline="0">
                <a:solidFill>
                  <a:schemeClr val="tx1"/>
                </a:solidFill>
                <a:latin typeface="+mj-lt"/>
              </a:defRPr>
            </a:lvl1pPr>
            <a:lvl2pPr marL="0" algn="l">
              <a:defRPr sz="954" b="1" cap="all" baseline="0">
                <a:solidFill>
                  <a:schemeClr val="accent4"/>
                </a:solidFill>
                <a:latin typeface="+mj-lt"/>
              </a:defRPr>
            </a:lvl2pPr>
            <a:lvl3pPr marL="0">
              <a:defRPr sz="954" b="1" cap="all" baseline="0">
                <a:solidFill>
                  <a:schemeClr val="accent4"/>
                </a:solidFill>
                <a:latin typeface="+mj-lt"/>
              </a:defRPr>
            </a:lvl3pPr>
            <a:lvl4pPr marL="0">
              <a:defRPr sz="954" b="1" cap="all" baseline="0">
                <a:solidFill>
                  <a:schemeClr val="accent4"/>
                </a:solidFill>
                <a:latin typeface="+mj-lt"/>
              </a:defRPr>
            </a:lvl4pPr>
            <a:lvl5pPr marL="0">
              <a:defRPr sz="954" b="1" cap="all" baseline="0">
                <a:solidFill>
                  <a:schemeClr val="accent4"/>
                </a:solidFill>
                <a:latin typeface="+mj-lt"/>
              </a:defRPr>
            </a:lvl5pPr>
            <a:lvl6pPr marL="0">
              <a:defRPr sz="954" b="1" cap="all" baseline="0">
                <a:solidFill>
                  <a:schemeClr val="accent4"/>
                </a:solidFill>
                <a:latin typeface="+mj-lt"/>
              </a:defRPr>
            </a:lvl6pPr>
            <a:lvl7pPr marL="0">
              <a:defRPr sz="954" b="1" cap="all" baseline="0">
                <a:solidFill>
                  <a:schemeClr val="accent4"/>
                </a:solidFill>
                <a:latin typeface="+mj-lt"/>
              </a:defRPr>
            </a:lvl7pPr>
            <a:lvl8pPr marL="0">
              <a:defRPr sz="954" b="1" cap="all" baseline="0">
                <a:solidFill>
                  <a:schemeClr val="accent4"/>
                </a:solidFill>
                <a:latin typeface="+mj-lt"/>
              </a:defRPr>
            </a:lvl8pPr>
            <a:lvl9pPr marL="0">
              <a:defRPr sz="954" b="1" cap="all" baseline="0">
                <a:solidFill>
                  <a:schemeClr val="accent4"/>
                </a:solidFill>
                <a:latin typeface="+mj-lt"/>
              </a:defRPr>
            </a:lvl9pPr>
          </a:lstStyle>
          <a:p>
            <a:r>
              <a:rPr lang="de-DE"/>
              <a:t>Date</a:t>
            </a:r>
            <a:endParaRPr lang="en-US"/>
          </a:p>
        </p:txBody>
      </p:sp>
      <p:sp>
        <p:nvSpPr>
          <p:cNvPr id="11" name="Foliennummernplatzhalter 10">
            <a:extLst>
              <a:ext uri="{FF2B5EF4-FFF2-40B4-BE49-F238E27FC236}">
                <a16:creationId xmlns:a16="http://schemas.microsoft.com/office/drawing/2014/main" id="{81D3BD48-0302-450E-A4BF-5FB454A621EC}"/>
              </a:ext>
            </a:extLst>
          </p:cNvPr>
          <p:cNvSpPr>
            <a:spLocks noGrp="1"/>
          </p:cNvSpPr>
          <p:nvPr>
            <p:ph type="sldNum" sz="quarter" idx="4"/>
          </p:nvPr>
        </p:nvSpPr>
        <p:spPr bwMode="gray">
          <a:xfrm>
            <a:off x="10701820" y="5836586"/>
            <a:ext cx="863775" cy="257600"/>
          </a:xfrm>
          <a:prstGeom prst="rect">
            <a:avLst/>
          </a:prstGeom>
        </p:spPr>
        <p:txBody>
          <a:bodyPr vert="horz" lIns="0" tIns="0" rIns="0" bIns="0" rtlCol="0" anchor="ctr"/>
          <a:lstStyle>
            <a:lvl1pPr algn="r">
              <a:defRPr sz="894" b="1">
                <a:solidFill>
                  <a:schemeClr val="tx1"/>
                </a:solidFill>
                <a:latin typeface="+mj-lt"/>
              </a:defRPr>
            </a:lvl1pPr>
            <a:lvl2pPr marL="0" indent="0" algn="ctr">
              <a:defRPr sz="954" b="1">
                <a:solidFill>
                  <a:schemeClr val="bg1"/>
                </a:solidFill>
                <a:latin typeface="+mj-lt"/>
              </a:defRPr>
            </a:lvl2pPr>
            <a:lvl3pPr marL="0" indent="0" algn="ctr">
              <a:defRPr sz="954" b="1">
                <a:solidFill>
                  <a:schemeClr val="bg1"/>
                </a:solidFill>
                <a:latin typeface="+mj-lt"/>
              </a:defRPr>
            </a:lvl3pPr>
            <a:lvl4pPr marL="0" algn="ctr">
              <a:defRPr sz="954" b="1">
                <a:solidFill>
                  <a:schemeClr val="bg1"/>
                </a:solidFill>
                <a:latin typeface="+mj-lt"/>
              </a:defRPr>
            </a:lvl4pPr>
            <a:lvl5pPr marL="0" algn="ctr">
              <a:defRPr sz="954" b="1">
                <a:solidFill>
                  <a:schemeClr val="bg1"/>
                </a:solidFill>
                <a:latin typeface="+mj-lt"/>
              </a:defRPr>
            </a:lvl5pPr>
            <a:lvl6pPr marL="0" algn="ctr">
              <a:defRPr sz="954" b="1">
                <a:solidFill>
                  <a:schemeClr val="bg1"/>
                </a:solidFill>
                <a:latin typeface="+mj-lt"/>
              </a:defRPr>
            </a:lvl6pPr>
            <a:lvl7pPr marL="0" algn="ctr">
              <a:defRPr sz="954" b="1">
                <a:solidFill>
                  <a:schemeClr val="bg1"/>
                </a:solidFill>
                <a:latin typeface="+mj-lt"/>
              </a:defRPr>
            </a:lvl7pPr>
            <a:lvl8pPr marL="0" algn="ctr">
              <a:defRPr sz="954" b="1">
                <a:solidFill>
                  <a:schemeClr val="bg1"/>
                </a:solidFill>
                <a:latin typeface="+mj-lt"/>
              </a:defRPr>
            </a:lvl8pPr>
            <a:lvl9pPr marL="0" algn="ctr">
              <a:defRPr sz="954" b="1">
                <a:solidFill>
                  <a:schemeClr val="bg1"/>
                </a:solidFill>
                <a:latin typeface="+mj-lt"/>
              </a:defRPr>
            </a:lvl9pPr>
          </a:lstStyle>
          <a:p>
            <a:fld id="{96FF1F4F-4717-426F-83A6-412729423D60}" type="slidenum">
              <a:rPr lang="en-US" smtClean="0"/>
              <a:pPr/>
              <a:t>‹#›</a:t>
            </a:fld>
            <a:endParaRPr lang="en-US"/>
          </a:p>
        </p:txBody>
      </p:sp>
      <p:graphicFrame>
        <p:nvGraphicFramePr>
          <p:cNvPr id="2" name="Object 1" hidden="1"/>
          <p:cNvGraphicFramePr>
            <a:graphicFrameLocks noChangeAspect="1"/>
          </p:cNvGraphicFramePr>
          <p:nvPr userDrawn="1">
            <p:custDataLst>
              <p:tags r:id="rId43"/>
            </p:custDataLst>
            <p:extLst>
              <p:ext uri="{D42A27DB-BD31-4B8C-83A1-F6EECF244321}">
                <p14:modId xmlns:p14="http://schemas.microsoft.com/office/powerpoint/2010/main" val="1226198513"/>
              </p:ext>
            </p:extLst>
          </p:nvPr>
        </p:nvGraphicFramePr>
        <p:xfrm>
          <a:off x="2118" y="1894"/>
          <a:ext cx="2115" cy="1893"/>
        </p:xfrm>
        <a:graphic>
          <a:graphicData uri="http://schemas.openxmlformats.org/presentationml/2006/ole">
            <mc:AlternateContent xmlns:mc="http://schemas.openxmlformats.org/markup-compatibility/2006">
              <mc:Choice xmlns:v="urn:schemas-microsoft-com:vml" Requires="v">
                <p:oleObj name="think-cell Slide" r:id="rId45" imgW="270" imgH="270" progId="TCLayout.ActiveDocument.1">
                  <p:embed/>
                </p:oleObj>
              </mc:Choice>
              <mc:Fallback>
                <p:oleObj name="think-cell Slide" r:id="rId45" imgW="270" imgH="270" progId="TCLayout.ActiveDocument.1">
                  <p:embed/>
                  <p:pic>
                    <p:nvPicPr>
                      <p:cNvPr id="2" name="Object 1" hidden="1"/>
                      <p:cNvPicPr/>
                      <p:nvPr/>
                    </p:nvPicPr>
                    <p:blipFill>
                      <a:blip r:embed="rId46"/>
                      <a:stretch>
                        <a:fillRect/>
                      </a:stretch>
                    </p:blipFill>
                    <p:spPr>
                      <a:xfrm>
                        <a:off x="2118" y="1894"/>
                        <a:ext cx="2115" cy="1893"/>
                      </a:xfrm>
                      <a:prstGeom prst="rect">
                        <a:avLst/>
                      </a:prstGeom>
                    </p:spPr>
                  </p:pic>
                </p:oleObj>
              </mc:Fallback>
            </mc:AlternateContent>
          </a:graphicData>
        </a:graphic>
      </p:graphicFrame>
      <p:sp>
        <p:nvSpPr>
          <p:cNvPr id="3" name="empower - DO NOT DELETE!!!" hidden="1"/>
          <p:cNvSpPr/>
          <p:nvPr userDrawn="1">
            <p:custDataLst>
              <p:tags r:id="rId44"/>
            </p:custDataLst>
          </p:nvPr>
        </p:nvSpPr>
        <p:spPr bwMode="gray">
          <a:xfrm>
            <a:off x="0" y="0"/>
            <a:ext cx="0" cy="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2862"/>
          </a:p>
        </p:txBody>
      </p:sp>
      <p:sp>
        <p:nvSpPr>
          <p:cNvPr id="6" name="Titelplatzhalter 5">
            <a:extLst>
              <a:ext uri="{FF2B5EF4-FFF2-40B4-BE49-F238E27FC236}">
                <a16:creationId xmlns:a16="http://schemas.microsoft.com/office/drawing/2014/main" id="{DB880A2D-C062-4D44-952D-FCAD04EEFAC8}"/>
              </a:ext>
            </a:extLst>
          </p:cNvPr>
          <p:cNvSpPr>
            <a:spLocks noGrp="1"/>
          </p:cNvSpPr>
          <p:nvPr>
            <p:ph type="title"/>
          </p:nvPr>
        </p:nvSpPr>
        <p:spPr bwMode="gray">
          <a:xfrm>
            <a:off x="623230" y="748305"/>
            <a:ext cx="10941150" cy="772974"/>
          </a:xfrm>
          <a:prstGeom prst="rect">
            <a:avLst/>
          </a:prstGeom>
        </p:spPr>
        <p:txBody>
          <a:bodyPr vert="horz" lIns="0" tIns="0" rIns="0" bIns="0" rtlCol="0" anchor="b">
            <a:noAutofit/>
          </a:bodyPr>
          <a:lstStyle/>
          <a:p>
            <a:r>
              <a:rPr lang="en-US"/>
              <a:t>Click </a:t>
            </a:r>
            <a:br>
              <a:rPr lang="en-US"/>
            </a:br>
            <a:r>
              <a:rPr lang="en-US"/>
              <a:t>to edit title</a:t>
            </a:r>
          </a:p>
        </p:txBody>
      </p:sp>
      <p:sp>
        <p:nvSpPr>
          <p:cNvPr id="7" name="Textplatzhalter 6">
            <a:extLst>
              <a:ext uri="{FF2B5EF4-FFF2-40B4-BE49-F238E27FC236}">
                <a16:creationId xmlns:a16="http://schemas.microsoft.com/office/drawing/2014/main" id="{0AA6BBE1-B3CD-494B-8C99-ABDC60748E7F}"/>
              </a:ext>
            </a:extLst>
          </p:cNvPr>
          <p:cNvSpPr>
            <a:spLocks noGrp="1"/>
          </p:cNvSpPr>
          <p:nvPr>
            <p:ph type="body" idx="1"/>
          </p:nvPr>
        </p:nvSpPr>
        <p:spPr bwMode="gray">
          <a:xfrm>
            <a:off x="623230" y="2229290"/>
            <a:ext cx="10941150" cy="3349617"/>
          </a:xfrm>
          <a:prstGeom prst="rect">
            <a:avLst/>
          </a:prstGeom>
        </p:spPr>
        <p:txBody>
          <a:bodyPr vert="horz" lIns="0" tIns="0" rIns="0" bIns="0" rtlCol="0">
            <a:noAutofit/>
          </a:body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0" name="Fußzeilenplatzhalter 9">
            <a:extLst>
              <a:ext uri="{FF2B5EF4-FFF2-40B4-BE49-F238E27FC236}">
                <a16:creationId xmlns:a16="http://schemas.microsoft.com/office/drawing/2014/main" id="{19AEF450-6254-4895-97C8-01D71AE9A7D0}"/>
              </a:ext>
            </a:extLst>
          </p:cNvPr>
          <p:cNvSpPr>
            <a:spLocks noGrp="1"/>
          </p:cNvSpPr>
          <p:nvPr>
            <p:ph type="ftr" sz="quarter" idx="3"/>
          </p:nvPr>
        </p:nvSpPr>
        <p:spPr bwMode="gray">
          <a:xfrm>
            <a:off x="623230" y="490764"/>
            <a:ext cx="10941150" cy="193200"/>
          </a:xfrm>
          <a:prstGeom prst="rect">
            <a:avLst/>
          </a:prstGeom>
        </p:spPr>
        <p:txBody>
          <a:bodyPr vert="horz" lIns="0" tIns="0" rIns="0" bIns="0" rtlCol="0" anchor="t"/>
          <a:lstStyle>
            <a:lvl1pPr algn="l">
              <a:defRPr sz="894" b="1" cap="all" spc="27" baseline="0">
                <a:solidFill>
                  <a:schemeClr val="tx1"/>
                </a:solidFill>
                <a:latin typeface="+mj-lt"/>
              </a:defRPr>
            </a:lvl1pPr>
            <a:lvl2pPr marL="0">
              <a:defRPr sz="954" b="1" cap="all" baseline="0">
                <a:solidFill>
                  <a:schemeClr val="tx1"/>
                </a:solidFill>
                <a:latin typeface="+mj-lt"/>
              </a:defRPr>
            </a:lvl2pPr>
            <a:lvl3pPr marL="0">
              <a:defRPr sz="954" b="1" cap="all" baseline="0">
                <a:solidFill>
                  <a:schemeClr val="tx1"/>
                </a:solidFill>
                <a:latin typeface="+mj-lt"/>
              </a:defRPr>
            </a:lvl3pPr>
            <a:lvl4pPr marL="0">
              <a:defRPr sz="954" b="1" cap="all" baseline="0">
                <a:solidFill>
                  <a:schemeClr val="tx1"/>
                </a:solidFill>
                <a:latin typeface="+mj-lt"/>
              </a:defRPr>
            </a:lvl4pPr>
            <a:lvl5pPr marL="0">
              <a:defRPr sz="954" b="1" cap="all" baseline="0">
                <a:solidFill>
                  <a:schemeClr val="tx1"/>
                </a:solidFill>
                <a:latin typeface="+mj-lt"/>
              </a:defRPr>
            </a:lvl5pPr>
            <a:lvl6pPr marL="0">
              <a:defRPr sz="954" b="1" cap="all" baseline="0">
                <a:solidFill>
                  <a:schemeClr val="tx1"/>
                </a:solidFill>
                <a:latin typeface="+mj-lt"/>
              </a:defRPr>
            </a:lvl6pPr>
            <a:lvl7pPr marL="0">
              <a:defRPr sz="954" b="1" cap="all" baseline="0">
                <a:solidFill>
                  <a:schemeClr val="tx1"/>
                </a:solidFill>
                <a:latin typeface="+mj-lt"/>
              </a:defRPr>
            </a:lvl7pPr>
            <a:lvl8pPr marL="0">
              <a:defRPr sz="954" b="1" cap="all" baseline="0">
                <a:solidFill>
                  <a:schemeClr val="tx1"/>
                </a:solidFill>
                <a:latin typeface="+mj-lt"/>
              </a:defRPr>
            </a:lvl8pPr>
            <a:lvl9pPr marL="0">
              <a:defRPr sz="954" b="1" cap="all" baseline="0">
                <a:solidFill>
                  <a:schemeClr val="tx1"/>
                </a:solidFill>
                <a:latin typeface="+mj-lt"/>
              </a:defRPr>
            </a:lvl9pPr>
          </a:lstStyle>
          <a:p>
            <a:r>
              <a:rPr lang="en-US"/>
              <a:t>Title of the presentation</a:t>
            </a:r>
          </a:p>
        </p:txBody>
      </p:sp>
      <p:cxnSp>
        <p:nvCxnSpPr>
          <p:cNvPr id="14" name="Gerader Verbinder 13">
            <a:extLst>
              <a:ext uri="{FF2B5EF4-FFF2-40B4-BE49-F238E27FC236}">
                <a16:creationId xmlns:a16="http://schemas.microsoft.com/office/drawing/2014/main" id="{6AAE0DBC-28BE-40D0-B783-A342169E761D}"/>
              </a:ext>
            </a:extLst>
          </p:cNvPr>
          <p:cNvCxnSpPr/>
          <p:nvPr userDrawn="1"/>
        </p:nvCxnSpPr>
        <p:spPr bwMode="gray">
          <a:xfrm>
            <a:off x="11565595"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CC515ABE-B67A-4021-A839-97C01999930D}"/>
              </a:ext>
            </a:extLst>
          </p:cNvPr>
          <p:cNvCxnSpPr/>
          <p:nvPr userDrawn="1"/>
        </p:nvCxnSpPr>
        <p:spPr bwMode="gray">
          <a:xfrm>
            <a:off x="11853552"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167709D4-2642-43CD-9521-757457584705}"/>
              </a:ext>
            </a:extLst>
          </p:cNvPr>
          <p:cNvCxnSpPr/>
          <p:nvPr userDrawn="1"/>
        </p:nvCxnSpPr>
        <p:spPr bwMode="gray">
          <a:xfrm>
            <a:off x="5950434"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0CA26CF1-CE52-4C33-879B-2E14445A5578}"/>
              </a:ext>
            </a:extLst>
          </p:cNvPr>
          <p:cNvCxnSpPr/>
          <p:nvPr userDrawn="1"/>
        </p:nvCxnSpPr>
        <p:spPr bwMode="gray">
          <a:xfrm>
            <a:off x="6238391"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7A80618A-7365-4479-B969-338981696CA5}"/>
              </a:ext>
            </a:extLst>
          </p:cNvPr>
          <p:cNvCxnSpPr/>
          <p:nvPr userDrawn="1"/>
        </p:nvCxnSpPr>
        <p:spPr bwMode="gray">
          <a:xfrm>
            <a:off x="335273"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91931F2E-3507-46A0-8CB6-EFE5945CC292}"/>
              </a:ext>
            </a:extLst>
          </p:cNvPr>
          <p:cNvCxnSpPr/>
          <p:nvPr userDrawn="1"/>
        </p:nvCxnSpPr>
        <p:spPr bwMode="gray">
          <a:xfrm>
            <a:off x="623230" y="-185501"/>
            <a:ext cx="0" cy="966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0990D3E4-6C8E-4DF5-9CFE-D8998AB1D93B}"/>
              </a:ext>
            </a:extLst>
          </p:cNvPr>
          <p:cNvCxnSpPr/>
          <p:nvPr userDrawn="1"/>
        </p:nvCxnSpPr>
        <p:spPr bwMode="gray">
          <a:xfrm>
            <a:off x="407871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64BAD6B8-1689-482F-93D6-AFBC516F78A2}"/>
              </a:ext>
            </a:extLst>
          </p:cNvPr>
          <p:cNvCxnSpPr/>
          <p:nvPr userDrawn="1"/>
        </p:nvCxnSpPr>
        <p:spPr bwMode="gray">
          <a:xfrm>
            <a:off x="436667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0DB33E1B-ED21-458F-A9D8-1D425827CC17}"/>
              </a:ext>
            </a:extLst>
          </p:cNvPr>
          <p:cNvCxnSpPr/>
          <p:nvPr userDrawn="1"/>
        </p:nvCxnSpPr>
        <p:spPr bwMode="gray">
          <a:xfrm>
            <a:off x="7822154"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A411B6A5-6A33-4880-A59C-C9948CA136B1}"/>
              </a:ext>
            </a:extLst>
          </p:cNvPr>
          <p:cNvCxnSpPr/>
          <p:nvPr userDrawn="1"/>
        </p:nvCxnSpPr>
        <p:spPr bwMode="gray">
          <a:xfrm>
            <a:off x="8110111" y="-185501"/>
            <a:ext cx="0" cy="966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8FC1791E-69BB-491C-9A41-369011898EA0}"/>
              </a:ext>
            </a:extLst>
          </p:cNvPr>
          <p:cNvCxnSpPr/>
          <p:nvPr userDrawn="1"/>
        </p:nvCxnSpPr>
        <p:spPr bwMode="gray">
          <a:xfrm>
            <a:off x="-204635" y="5578929"/>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9D6C18EA-6C7E-4EAA-BD84-A6B0EAB308BD}"/>
              </a:ext>
            </a:extLst>
          </p:cNvPr>
          <p:cNvCxnSpPr/>
          <p:nvPr userDrawn="1"/>
        </p:nvCxnSpPr>
        <p:spPr bwMode="gray">
          <a:xfrm>
            <a:off x="-204635" y="748392"/>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5721F760-3B24-42F0-A207-0BC9F646D185}"/>
              </a:ext>
            </a:extLst>
          </p:cNvPr>
          <p:cNvCxnSpPr/>
          <p:nvPr userDrawn="1"/>
        </p:nvCxnSpPr>
        <p:spPr bwMode="gray">
          <a:xfrm>
            <a:off x="3142853"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2B551C91-9EDE-47CC-9680-57826EA986FF}"/>
              </a:ext>
            </a:extLst>
          </p:cNvPr>
          <p:cNvCxnSpPr/>
          <p:nvPr userDrawn="1"/>
        </p:nvCxnSpPr>
        <p:spPr bwMode="gray">
          <a:xfrm>
            <a:off x="3430810"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5639AFFB-D329-45C1-A33E-3AB8AD3986C2}"/>
              </a:ext>
            </a:extLst>
          </p:cNvPr>
          <p:cNvCxnSpPr/>
          <p:nvPr userDrawn="1"/>
        </p:nvCxnSpPr>
        <p:spPr bwMode="gray">
          <a:xfrm>
            <a:off x="8758015"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F2F4ECF5-A06F-479F-AEB1-A7681929DFDC}"/>
              </a:ext>
            </a:extLst>
          </p:cNvPr>
          <p:cNvCxnSpPr/>
          <p:nvPr userDrawn="1"/>
        </p:nvCxnSpPr>
        <p:spPr bwMode="gray">
          <a:xfrm>
            <a:off x="9045972" y="-185501"/>
            <a:ext cx="0" cy="966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EA190E5B-14D2-4C86-88B4-7D7A74E4169D}"/>
              </a:ext>
            </a:extLst>
          </p:cNvPr>
          <p:cNvCxnSpPr/>
          <p:nvPr userDrawn="1"/>
        </p:nvCxnSpPr>
        <p:spPr bwMode="gray">
          <a:xfrm>
            <a:off x="-204635" y="2229757"/>
            <a:ext cx="10797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32800909-2565-417F-B2A6-4F05A8EB81D7}"/>
              </a:ext>
            </a:extLst>
          </p:cNvPr>
          <p:cNvCxnSpPr/>
          <p:nvPr userDrawn="1"/>
        </p:nvCxnSpPr>
        <p:spPr bwMode="gray">
          <a:xfrm>
            <a:off x="-204635" y="1585685"/>
            <a:ext cx="107972"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0797270"/>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 id="2147483756" r:id="rId28"/>
    <p:sldLayoutId id="2147483757" r:id="rId29"/>
    <p:sldLayoutId id="2147483758" r:id="rId30"/>
    <p:sldLayoutId id="2147483759" r:id="rId31"/>
    <p:sldLayoutId id="2147483760" r:id="rId32"/>
    <p:sldLayoutId id="2147483761" r:id="rId33"/>
    <p:sldLayoutId id="2147483762" r:id="rId34"/>
    <p:sldLayoutId id="2147483763" r:id="rId35"/>
    <p:sldLayoutId id="2147483764" r:id="rId36"/>
    <p:sldLayoutId id="2147483765" r:id="rId37"/>
    <p:sldLayoutId id="2147483766" r:id="rId38"/>
    <p:sldLayoutId id="2147483767" r:id="rId39"/>
    <p:sldLayoutId id="2147483768" r:id="rId40"/>
    <p:sldLayoutId id="2147483769" r:id="rId41"/>
  </p:sldLayoutIdLst>
  <p:hf sldNum="0" hdr="0" ftr="0" dt="0"/>
  <p:txStyles>
    <p:titleStyle>
      <a:lvl1pPr algn="l" defTabSz="1090426" rtl="0" eaLnBrk="1" latinLnBrk="0" hangingPunct="1">
        <a:lnSpc>
          <a:spcPct val="90000"/>
        </a:lnSpc>
        <a:spcBef>
          <a:spcPts val="0"/>
        </a:spcBef>
        <a:spcAft>
          <a:spcPts val="0"/>
        </a:spcAft>
        <a:buNone/>
        <a:defRPr sz="2862" b="1" i="0" kern="1200" cap="all" spc="60" baseline="0">
          <a:solidFill>
            <a:schemeClr val="tx1"/>
          </a:solidFill>
          <a:latin typeface="+mj-lt"/>
          <a:ea typeface="+mj-ea"/>
          <a:cs typeface="+mj-cs"/>
        </a:defRPr>
      </a:lvl1pPr>
    </p:titleStyle>
    <p:bodyStyle>
      <a:lvl1pPr marL="0" indent="0" algn="l" defTabSz="1090426" rtl="0" eaLnBrk="1" latinLnBrk="0" hangingPunct="1">
        <a:lnSpc>
          <a:spcPct val="110000"/>
        </a:lnSpc>
        <a:spcBef>
          <a:spcPts val="537"/>
        </a:spcBef>
        <a:spcAft>
          <a:spcPts val="0"/>
        </a:spcAft>
        <a:buSzPct val="100000"/>
        <a:buFont typeface="Arial" panose="020B0604020202020204" pitchFamily="34" charset="0"/>
        <a:buNone/>
        <a:defRPr sz="1610" b="0" kern="1200">
          <a:solidFill>
            <a:schemeClr val="tx1"/>
          </a:solidFill>
          <a:latin typeface="+mj-lt"/>
          <a:ea typeface="+mn-ea"/>
          <a:cs typeface="+mn-cs"/>
        </a:defRPr>
      </a:lvl1pPr>
      <a:lvl2pPr marL="160992" indent="-160992" algn="l" defTabSz="1090426" rtl="0" eaLnBrk="1" latinLnBrk="0" hangingPunct="1">
        <a:lnSpc>
          <a:spcPct val="110000"/>
        </a:lnSpc>
        <a:spcBef>
          <a:spcPts val="537"/>
        </a:spcBef>
        <a:spcAft>
          <a:spcPts val="0"/>
        </a:spcAft>
        <a:buClr>
          <a:schemeClr val="bg2"/>
        </a:buClr>
        <a:buSzPct val="105000"/>
        <a:buFont typeface="Wingdings 3" panose="05040102010807070707" pitchFamily="18" charset="2"/>
        <a:buChar char=""/>
        <a:defRPr sz="1610" b="0" kern="1200">
          <a:solidFill>
            <a:schemeClr val="tx1"/>
          </a:solidFill>
          <a:latin typeface="+mn-lt"/>
          <a:ea typeface="+mn-ea"/>
          <a:cs typeface="+mn-cs"/>
        </a:defRPr>
      </a:lvl2pPr>
      <a:lvl3pPr marL="321984" indent="-160992" algn="l" defTabSz="1090426" rtl="0" eaLnBrk="1" latinLnBrk="0" hangingPunct="1">
        <a:lnSpc>
          <a:spcPct val="110000"/>
        </a:lnSpc>
        <a:spcBef>
          <a:spcPts val="537"/>
        </a:spcBef>
        <a:spcAft>
          <a:spcPts val="0"/>
        </a:spcAft>
        <a:buClrTx/>
        <a:buSzPct val="105000"/>
        <a:buFont typeface="Wingdings 3" panose="05040102010807070707" pitchFamily="18" charset="2"/>
        <a:buChar char=""/>
        <a:defRPr sz="1610" kern="1200">
          <a:solidFill>
            <a:schemeClr val="tx1"/>
          </a:solidFill>
          <a:latin typeface="+mn-lt"/>
          <a:ea typeface="+mn-ea"/>
          <a:cs typeface="+mn-cs"/>
        </a:defRPr>
      </a:lvl3pPr>
      <a:lvl4pPr marL="482976" indent="-160992" algn="l" defTabSz="1090426" rtl="0" eaLnBrk="1" latinLnBrk="0" hangingPunct="1">
        <a:lnSpc>
          <a:spcPct val="110000"/>
        </a:lnSpc>
        <a:spcBef>
          <a:spcPts val="537"/>
        </a:spcBef>
        <a:spcAft>
          <a:spcPts val="0"/>
        </a:spcAft>
        <a:buClrTx/>
        <a:buSzPct val="100000"/>
        <a:buFont typeface="Arial" panose="020B0604020202020204" pitchFamily="34" charset="0"/>
        <a:buChar char="−"/>
        <a:defRPr sz="1610" kern="1200">
          <a:solidFill>
            <a:schemeClr val="tx1"/>
          </a:solidFill>
          <a:latin typeface="+mn-lt"/>
          <a:ea typeface="+mn-ea"/>
          <a:cs typeface="+mn-cs"/>
        </a:defRPr>
      </a:lvl4pPr>
      <a:lvl5pPr marL="482976" indent="-160992" algn="l" defTabSz="1090426" rtl="0" eaLnBrk="1" latinLnBrk="0" hangingPunct="1">
        <a:lnSpc>
          <a:spcPct val="110000"/>
        </a:lnSpc>
        <a:spcBef>
          <a:spcPts val="537"/>
        </a:spcBef>
        <a:spcAft>
          <a:spcPts val="0"/>
        </a:spcAft>
        <a:buClrTx/>
        <a:buSzPct val="100000"/>
        <a:buFont typeface="Arial" panose="020B0604020202020204" pitchFamily="34" charset="0"/>
        <a:buChar char="−"/>
        <a:defRPr sz="1610" kern="1200">
          <a:solidFill>
            <a:schemeClr val="tx1"/>
          </a:solidFill>
          <a:latin typeface="+mn-lt"/>
          <a:ea typeface="+mn-ea"/>
          <a:cs typeface="+mn-cs"/>
        </a:defRPr>
      </a:lvl5pPr>
      <a:lvl6pPr marL="482976" indent="-160992" algn="l" defTabSz="1090426" rtl="0" eaLnBrk="1" latinLnBrk="0" hangingPunct="1">
        <a:lnSpc>
          <a:spcPct val="110000"/>
        </a:lnSpc>
        <a:spcBef>
          <a:spcPts val="537"/>
        </a:spcBef>
        <a:spcAft>
          <a:spcPts val="0"/>
        </a:spcAft>
        <a:buClrTx/>
        <a:buFont typeface="Arial" panose="020B0604020202020204" pitchFamily="34" charset="0"/>
        <a:buChar char="−"/>
        <a:defRPr sz="1610" kern="1200">
          <a:solidFill>
            <a:schemeClr val="tx1"/>
          </a:solidFill>
          <a:latin typeface="+mn-lt"/>
          <a:ea typeface="+mn-ea"/>
          <a:cs typeface="+mn-cs"/>
        </a:defRPr>
      </a:lvl6pPr>
      <a:lvl7pPr marL="482976" indent="-160992" algn="l" defTabSz="1090426" rtl="0" eaLnBrk="1" latinLnBrk="0" hangingPunct="1">
        <a:lnSpc>
          <a:spcPct val="110000"/>
        </a:lnSpc>
        <a:spcBef>
          <a:spcPts val="537"/>
        </a:spcBef>
        <a:spcAft>
          <a:spcPts val="0"/>
        </a:spcAft>
        <a:buClrTx/>
        <a:buFont typeface="Arial" panose="020B0604020202020204" pitchFamily="34" charset="0"/>
        <a:buChar char="−"/>
        <a:defRPr sz="1610" kern="1200">
          <a:solidFill>
            <a:schemeClr val="tx1"/>
          </a:solidFill>
          <a:latin typeface="+mn-lt"/>
          <a:ea typeface="+mn-ea"/>
          <a:cs typeface="+mn-cs"/>
        </a:defRPr>
      </a:lvl7pPr>
      <a:lvl8pPr marL="482976" indent="-160992" algn="l" defTabSz="1090426" rtl="0" eaLnBrk="1" latinLnBrk="0" hangingPunct="1">
        <a:lnSpc>
          <a:spcPct val="110000"/>
        </a:lnSpc>
        <a:spcBef>
          <a:spcPts val="537"/>
        </a:spcBef>
        <a:spcAft>
          <a:spcPts val="0"/>
        </a:spcAft>
        <a:buClrTx/>
        <a:buFont typeface="Arial" panose="020B0604020202020204" pitchFamily="34" charset="0"/>
        <a:buChar char="−"/>
        <a:defRPr sz="1610" kern="1200">
          <a:solidFill>
            <a:schemeClr val="tx1"/>
          </a:solidFill>
          <a:latin typeface="+mn-lt"/>
          <a:ea typeface="+mn-ea"/>
          <a:cs typeface="+mn-cs"/>
        </a:defRPr>
      </a:lvl8pPr>
      <a:lvl9pPr marL="482976" indent="-160992" algn="l" defTabSz="1090426" rtl="0" eaLnBrk="1" latinLnBrk="0" hangingPunct="1">
        <a:lnSpc>
          <a:spcPct val="110000"/>
        </a:lnSpc>
        <a:spcBef>
          <a:spcPts val="537"/>
        </a:spcBef>
        <a:spcAft>
          <a:spcPts val="0"/>
        </a:spcAft>
        <a:buClrTx/>
        <a:buFont typeface="Arial" panose="020B0604020202020204" pitchFamily="34" charset="0"/>
        <a:buChar char="−"/>
        <a:defRPr sz="1610" kern="1200">
          <a:solidFill>
            <a:schemeClr val="tx1"/>
          </a:solidFill>
          <a:latin typeface="+mn-lt"/>
          <a:ea typeface="+mn-ea"/>
          <a:cs typeface="+mn-cs"/>
        </a:defRPr>
      </a:lvl9pPr>
    </p:bodyStyle>
    <p:otherStyle>
      <a:defPPr>
        <a:defRPr lang="fr-FR"/>
      </a:defPPr>
      <a:lvl1pPr marL="0" algn="l" defTabSz="1090426" rtl="0" eaLnBrk="1" latinLnBrk="0" hangingPunct="1">
        <a:defRPr sz="1252" kern="1200">
          <a:solidFill>
            <a:schemeClr val="tx1"/>
          </a:solidFill>
          <a:latin typeface="+mn-lt"/>
          <a:ea typeface="+mn-ea"/>
          <a:cs typeface="+mn-cs"/>
        </a:defRPr>
      </a:lvl1pPr>
      <a:lvl2pPr marL="545213" algn="l" defTabSz="1090426" rtl="0" eaLnBrk="1" latinLnBrk="0" hangingPunct="1">
        <a:defRPr sz="2147" kern="1200">
          <a:solidFill>
            <a:schemeClr val="tx1"/>
          </a:solidFill>
          <a:latin typeface="+mn-lt"/>
          <a:ea typeface="+mn-ea"/>
          <a:cs typeface="+mn-cs"/>
        </a:defRPr>
      </a:lvl2pPr>
      <a:lvl3pPr marL="1090426" algn="l" defTabSz="1090426" rtl="0" eaLnBrk="1" latinLnBrk="0" hangingPunct="1">
        <a:defRPr sz="2147" kern="1200">
          <a:solidFill>
            <a:schemeClr val="tx1"/>
          </a:solidFill>
          <a:latin typeface="+mn-lt"/>
          <a:ea typeface="+mn-ea"/>
          <a:cs typeface="+mn-cs"/>
        </a:defRPr>
      </a:lvl3pPr>
      <a:lvl4pPr marL="1635638" algn="l" defTabSz="1090426" rtl="0" eaLnBrk="1" latinLnBrk="0" hangingPunct="1">
        <a:defRPr sz="2147" kern="1200">
          <a:solidFill>
            <a:schemeClr val="tx1"/>
          </a:solidFill>
          <a:latin typeface="+mn-lt"/>
          <a:ea typeface="+mn-ea"/>
          <a:cs typeface="+mn-cs"/>
        </a:defRPr>
      </a:lvl4pPr>
      <a:lvl5pPr marL="2180850" algn="l" defTabSz="1090426" rtl="0" eaLnBrk="1" latinLnBrk="0" hangingPunct="1">
        <a:defRPr sz="2147" kern="1200">
          <a:solidFill>
            <a:schemeClr val="tx1"/>
          </a:solidFill>
          <a:latin typeface="+mn-lt"/>
          <a:ea typeface="+mn-ea"/>
          <a:cs typeface="+mn-cs"/>
        </a:defRPr>
      </a:lvl5pPr>
      <a:lvl6pPr marL="2726063" algn="l" defTabSz="1090426" rtl="0" eaLnBrk="1" latinLnBrk="0" hangingPunct="1">
        <a:defRPr sz="2147" kern="1200">
          <a:solidFill>
            <a:schemeClr val="tx1"/>
          </a:solidFill>
          <a:latin typeface="+mn-lt"/>
          <a:ea typeface="+mn-ea"/>
          <a:cs typeface="+mn-cs"/>
        </a:defRPr>
      </a:lvl6pPr>
      <a:lvl7pPr marL="3271276" algn="l" defTabSz="1090426" rtl="0" eaLnBrk="1" latinLnBrk="0" hangingPunct="1">
        <a:defRPr sz="2147" kern="1200">
          <a:solidFill>
            <a:schemeClr val="tx1"/>
          </a:solidFill>
          <a:latin typeface="+mn-lt"/>
          <a:ea typeface="+mn-ea"/>
          <a:cs typeface="+mn-cs"/>
        </a:defRPr>
      </a:lvl7pPr>
      <a:lvl8pPr marL="3816488" algn="l" defTabSz="1090426" rtl="0" eaLnBrk="1" latinLnBrk="0" hangingPunct="1">
        <a:defRPr sz="2147" kern="1200">
          <a:solidFill>
            <a:schemeClr val="tx1"/>
          </a:solidFill>
          <a:latin typeface="+mn-lt"/>
          <a:ea typeface="+mn-ea"/>
          <a:cs typeface="+mn-cs"/>
        </a:defRPr>
      </a:lvl8pPr>
      <a:lvl9pPr marL="4361701" algn="l" defTabSz="1090426" rtl="0" eaLnBrk="1" latinLnBrk="0" hangingPunct="1">
        <a:defRPr sz="2147" kern="1200">
          <a:solidFill>
            <a:schemeClr val="tx1"/>
          </a:solidFill>
          <a:latin typeface="+mn-lt"/>
          <a:ea typeface="+mn-ea"/>
          <a:cs typeface="+mn-cs"/>
        </a:defRPr>
      </a:lvl9pPr>
    </p:otherStyle>
  </p:txStyles>
  <p:extLst>
    <p:ext uri="{27BBF7A9-308A-43DC-89C8-2F10F3537804}">
      <p15:sldGuideLst xmlns:p15="http://schemas.microsoft.com/office/powerpoint/2012/main">
        <p15:guide id="13" pos="393">
          <p15:clr>
            <a:srgbClr val="F26B43"/>
          </p15:clr>
        </p15:guide>
        <p15:guide id="14" pos="7287">
          <p15:clr>
            <a:srgbClr val="F26B43"/>
          </p15:clr>
        </p15:guide>
        <p15:guide id="20" orient="horz" pos="3929">
          <p15:clr>
            <a:srgbClr val="F26B43"/>
          </p15:clr>
        </p15:guide>
        <p15:guide id="22" orient="horz" pos="346">
          <p15:clr>
            <a:srgbClr val="F26B43"/>
          </p15:clr>
        </p15:guide>
        <p15:guide id="23" orient="horz" pos="527">
          <p15:clr>
            <a:srgbClr val="F26B43"/>
          </p15:clr>
        </p15:guide>
        <p15:guide id="24" orient="horz" pos="1117">
          <p15:clr>
            <a:srgbClr val="F26B43"/>
          </p15:clr>
        </p15:guide>
        <p15:guide id="25" orient="horz" pos="157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BCEC6B-65B1-C259-0335-ABA1612C3D38}"/>
              </a:ext>
            </a:extLst>
          </p:cNvPr>
          <p:cNvSpPr>
            <a:spLocks noGrp="1"/>
          </p:cNvSpPr>
          <p:nvPr>
            <p:ph type="title"/>
          </p:nvPr>
        </p:nvSpPr>
        <p:spPr>
          <a:xfrm>
            <a:off x="311069" y="278306"/>
            <a:ext cx="11566687" cy="880358"/>
          </a:xfrm>
          <a:prstGeom prst="rect">
            <a:avLst/>
          </a:prstGeom>
        </p:spPr>
        <p:txBody>
          <a:bodyPr vert="horz" lIns="0" tIns="0" rIns="0" bIns="0" rtlCol="0" anchor="ctr">
            <a:noAutofit/>
          </a:bodyPr>
          <a:lstStyle/>
          <a:p>
            <a:r>
              <a:rPr lang="en-US"/>
              <a:t>Click to edit Master title style</a:t>
            </a:r>
            <a:endParaRPr lang="fr-FR"/>
          </a:p>
        </p:txBody>
      </p:sp>
      <p:sp>
        <p:nvSpPr>
          <p:cNvPr id="3" name="Text Placeholder 2">
            <a:extLst>
              <a:ext uri="{FF2B5EF4-FFF2-40B4-BE49-F238E27FC236}">
                <a16:creationId xmlns:a16="http://schemas.microsoft.com/office/drawing/2014/main" id="{E9E16317-17FC-63E7-AEBC-D6E71DDD3235}"/>
              </a:ext>
            </a:extLst>
          </p:cNvPr>
          <p:cNvSpPr>
            <a:spLocks noGrp="1"/>
          </p:cNvSpPr>
          <p:nvPr>
            <p:ph type="body" idx="1"/>
          </p:nvPr>
        </p:nvSpPr>
        <p:spPr>
          <a:xfrm>
            <a:off x="311069" y="1255219"/>
            <a:ext cx="11566687" cy="408088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Date Placeholder 3">
            <a:extLst>
              <a:ext uri="{FF2B5EF4-FFF2-40B4-BE49-F238E27FC236}">
                <a16:creationId xmlns:a16="http://schemas.microsoft.com/office/drawing/2014/main" id="{D14DB21C-E9FC-81C2-AFCC-C2DA89B6924E}"/>
              </a:ext>
            </a:extLst>
          </p:cNvPr>
          <p:cNvSpPr>
            <a:spLocks noGrp="1"/>
          </p:cNvSpPr>
          <p:nvPr>
            <p:ph type="dt" sz="half" idx="2"/>
          </p:nvPr>
        </p:nvSpPr>
        <p:spPr>
          <a:xfrm>
            <a:off x="311069" y="5529210"/>
            <a:ext cx="2742486" cy="326584"/>
          </a:xfrm>
          <a:prstGeom prst="rect">
            <a:avLst/>
          </a:prstGeom>
        </p:spPr>
        <p:txBody>
          <a:bodyPr vert="horz" lIns="0" tIns="0" rIns="0" bIns="0" rtlCol="0" anchor="ctr"/>
          <a:lstStyle>
            <a:lvl1pPr algn="l">
              <a:defRPr sz="1073">
                <a:solidFill>
                  <a:schemeClr val="tx1">
                    <a:tint val="75000"/>
                  </a:schemeClr>
                </a:solidFill>
              </a:defRPr>
            </a:lvl1pPr>
          </a:lstStyle>
          <a:p>
            <a:fld id="{E1C57FC6-27D9-4D17-A659-E24ADA79BB57}" type="datetimeFigureOut">
              <a:rPr lang="fr-FR" smtClean="0"/>
              <a:t>29/10/2026</a:t>
            </a:fld>
            <a:endParaRPr lang="fr-FR"/>
          </a:p>
        </p:txBody>
      </p:sp>
      <p:sp>
        <p:nvSpPr>
          <p:cNvPr id="5" name="Footer Placeholder 4">
            <a:extLst>
              <a:ext uri="{FF2B5EF4-FFF2-40B4-BE49-F238E27FC236}">
                <a16:creationId xmlns:a16="http://schemas.microsoft.com/office/drawing/2014/main" id="{C1DE4BE0-3050-FA8B-2889-1A394473BBC0}"/>
              </a:ext>
            </a:extLst>
          </p:cNvPr>
          <p:cNvSpPr>
            <a:spLocks noGrp="1"/>
          </p:cNvSpPr>
          <p:nvPr>
            <p:ph type="ftr" sz="quarter" idx="3"/>
          </p:nvPr>
        </p:nvSpPr>
        <p:spPr>
          <a:xfrm>
            <a:off x="3269399" y="5529210"/>
            <a:ext cx="5650028" cy="326584"/>
          </a:xfrm>
          <a:prstGeom prst="rect">
            <a:avLst/>
          </a:prstGeom>
        </p:spPr>
        <p:txBody>
          <a:bodyPr vert="horz" lIns="0" tIns="0" rIns="0" bIns="0" rtlCol="0" anchor="ctr"/>
          <a:lstStyle>
            <a:lvl1pPr algn="ctr">
              <a:defRPr sz="1073">
                <a:solidFill>
                  <a:schemeClr val="tx1">
                    <a:tint val="75000"/>
                  </a:schemeClr>
                </a:solidFill>
              </a:defRPr>
            </a:lvl1pPr>
          </a:lstStyle>
          <a:p>
            <a:endParaRPr lang="fr-FR"/>
          </a:p>
        </p:txBody>
      </p:sp>
      <p:sp>
        <p:nvSpPr>
          <p:cNvPr id="6" name="Slide Number Placeholder 5">
            <a:extLst>
              <a:ext uri="{FF2B5EF4-FFF2-40B4-BE49-F238E27FC236}">
                <a16:creationId xmlns:a16="http://schemas.microsoft.com/office/drawing/2014/main" id="{84D1D053-6F4C-F6AF-AECE-2F66534D3F61}"/>
              </a:ext>
            </a:extLst>
          </p:cNvPr>
          <p:cNvSpPr>
            <a:spLocks noGrp="1"/>
          </p:cNvSpPr>
          <p:nvPr>
            <p:ph type="sldNum" sz="quarter" idx="4"/>
          </p:nvPr>
        </p:nvSpPr>
        <p:spPr>
          <a:xfrm>
            <a:off x="9135270" y="5529210"/>
            <a:ext cx="2742486" cy="326584"/>
          </a:xfrm>
          <a:prstGeom prst="rect">
            <a:avLst/>
          </a:prstGeom>
        </p:spPr>
        <p:txBody>
          <a:bodyPr vert="horz" lIns="0" tIns="0" rIns="0" bIns="0" rtlCol="0" anchor="ctr"/>
          <a:lstStyle>
            <a:lvl1pPr algn="r">
              <a:defRPr sz="1073">
                <a:solidFill>
                  <a:schemeClr val="tx1">
                    <a:tint val="75000"/>
                  </a:schemeClr>
                </a:solidFill>
              </a:defRPr>
            </a:lvl1pPr>
          </a:lstStyle>
          <a:p>
            <a:fld id="{F9C3BB23-CDFC-4291-A4D2-FB1740117D51}" type="slidenum">
              <a:rPr lang="fr-FR" smtClean="0"/>
              <a:t>‹#›</a:t>
            </a:fld>
            <a:endParaRPr lang="fr-FR"/>
          </a:p>
        </p:txBody>
      </p:sp>
    </p:spTree>
    <p:extLst>
      <p:ext uri="{BB962C8B-B14F-4D97-AF65-F5344CB8AC3E}">
        <p14:creationId xmlns:p14="http://schemas.microsoft.com/office/powerpoint/2010/main" val="856454219"/>
      </p:ext>
    </p:extLst>
  </p:cSld>
  <p:clrMap bg1="lt1" tx1="dk1" bg2="lt2" tx2="dk2" accent1="accent1" accent2="accent2" accent3="accent3" accent4="accent4" accent5="accent5" accent6="accent6" hlink="hlink" folHlink="folHlink"/>
  <p:sldLayoutIdLst>
    <p:sldLayoutId id="2147483771" r:id="rId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817839" rtl="0" eaLnBrk="1" latinLnBrk="0" hangingPunct="1">
        <a:lnSpc>
          <a:spcPct val="100000"/>
        </a:lnSpc>
        <a:spcBef>
          <a:spcPct val="0"/>
        </a:spcBef>
        <a:buNone/>
        <a:defRPr sz="3935" kern="1200">
          <a:solidFill>
            <a:schemeClr val="tx1"/>
          </a:solidFill>
          <a:latin typeface="+mj-lt"/>
          <a:ea typeface="+mj-ea"/>
          <a:cs typeface="+mj-cs"/>
        </a:defRPr>
      </a:lvl1pPr>
    </p:titleStyle>
    <p:bodyStyle>
      <a:lvl1pPr marL="0" indent="0" algn="l" defTabSz="817839" rtl="0" eaLnBrk="1" latinLnBrk="0" hangingPunct="1">
        <a:lnSpc>
          <a:spcPct val="100000"/>
        </a:lnSpc>
        <a:spcBef>
          <a:spcPts val="0"/>
        </a:spcBef>
        <a:buFont typeface="Arial" panose="020B0604020202020204" pitchFamily="34" charset="0"/>
        <a:buNone/>
        <a:defRPr sz="2504" kern="1200">
          <a:solidFill>
            <a:schemeClr val="tx1"/>
          </a:solidFill>
          <a:latin typeface="+mn-lt"/>
          <a:ea typeface="+mn-ea"/>
          <a:cs typeface="+mn-cs"/>
        </a:defRPr>
      </a:lvl1pPr>
      <a:lvl2pPr marL="613380" indent="-204460" algn="l" defTabSz="817839" rtl="0" eaLnBrk="1" latinLnBrk="0" hangingPunct="1">
        <a:lnSpc>
          <a:spcPct val="100000"/>
        </a:lnSpc>
        <a:spcBef>
          <a:spcPts val="0"/>
        </a:spcBef>
        <a:buFont typeface="Arial" panose="020B0604020202020204" pitchFamily="34" charset="0"/>
        <a:buChar char="•"/>
        <a:defRPr sz="2147" kern="1200">
          <a:solidFill>
            <a:schemeClr val="tx1"/>
          </a:solidFill>
          <a:latin typeface="+mn-lt"/>
          <a:ea typeface="+mn-ea"/>
          <a:cs typeface="+mn-cs"/>
        </a:defRPr>
      </a:lvl2pPr>
      <a:lvl3pPr marL="1022299" indent="-204460" algn="l" defTabSz="817839" rtl="0" eaLnBrk="1" latinLnBrk="0" hangingPunct="1">
        <a:lnSpc>
          <a:spcPct val="100000"/>
        </a:lnSpc>
        <a:spcBef>
          <a:spcPts val="0"/>
        </a:spcBef>
        <a:buFont typeface="Arial" panose="020B0604020202020204" pitchFamily="34" charset="0"/>
        <a:buChar char="•"/>
        <a:defRPr sz="1789" kern="1200">
          <a:solidFill>
            <a:schemeClr val="tx1"/>
          </a:solidFill>
          <a:latin typeface="+mn-lt"/>
          <a:ea typeface="+mn-ea"/>
          <a:cs typeface="+mn-cs"/>
        </a:defRPr>
      </a:lvl3pPr>
      <a:lvl4pPr marL="1431219" indent="-204460" algn="l" defTabSz="817839" rtl="0" eaLnBrk="1" latinLnBrk="0" hangingPunct="1">
        <a:lnSpc>
          <a:spcPct val="100000"/>
        </a:lnSpc>
        <a:spcBef>
          <a:spcPts val="0"/>
        </a:spcBef>
        <a:buFont typeface="Arial" panose="020B0604020202020204" pitchFamily="34" charset="0"/>
        <a:buChar char="•"/>
        <a:defRPr sz="1610" kern="1200">
          <a:solidFill>
            <a:schemeClr val="tx1"/>
          </a:solidFill>
          <a:latin typeface="+mn-lt"/>
          <a:ea typeface="+mn-ea"/>
          <a:cs typeface="+mn-cs"/>
        </a:defRPr>
      </a:lvl4pPr>
      <a:lvl5pPr marL="1840139" indent="-204460" algn="l" defTabSz="817839" rtl="0" eaLnBrk="1" latinLnBrk="0" hangingPunct="1">
        <a:lnSpc>
          <a:spcPct val="100000"/>
        </a:lnSpc>
        <a:spcBef>
          <a:spcPts val="0"/>
        </a:spcBef>
        <a:buFont typeface="Arial" panose="020B0604020202020204" pitchFamily="34" charset="0"/>
        <a:buChar char="•"/>
        <a:defRPr sz="1610" kern="1200">
          <a:solidFill>
            <a:schemeClr val="tx1"/>
          </a:solidFill>
          <a:latin typeface="+mn-lt"/>
          <a:ea typeface="+mn-ea"/>
          <a:cs typeface="+mn-cs"/>
        </a:defRPr>
      </a:lvl5pPr>
      <a:lvl6pPr marL="2249058"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6pPr>
      <a:lvl7pPr marL="2657978"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7pPr>
      <a:lvl8pPr marL="3066898"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8pPr>
      <a:lvl9pPr marL="3475817" indent="-204460" algn="l" defTabSz="817839" rtl="0" eaLnBrk="1" latinLnBrk="0" hangingPunct="1">
        <a:lnSpc>
          <a:spcPct val="90000"/>
        </a:lnSpc>
        <a:spcBef>
          <a:spcPts val="447"/>
        </a:spcBef>
        <a:buFont typeface="Arial" panose="020B0604020202020204" pitchFamily="34" charset="0"/>
        <a:buChar char="•"/>
        <a:defRPr sz="1610" kern="1200">
          <a:solidFill>
            <a:schemeClr val="tx1"/>
          </a:solidFill>
          <a:latin typeface="+mn-lt"/>
          <a:ea typeface="+mn-ea"/>
          <a:cs typeface="+mn-cs"/>
        </a:defRPr>
      </a:lvl9pPr>
    </p:bodyStyle>
    <p:otherStyle>
      <a:defPPr>
        <a:defRPr lang="fr-FR"/>
      </a:defPPr>
      <a:lvl1pPr marL="0" algn="l" defTabSz="817839" rtl="0" eaLnBrk="1" latinLnBrk="0" hangingPunct="1">
        <a:defRPr sz="1610" kern="1200">
          <a:solidFill>
            <a:schemeClr val="tx1"/>
          </a:solidFill>
          <a:latin typeface="+mn-lt"/>
          <a:ea typeface="+mn-ea"/>
          <a:cs typeface="+mn-cs"/>
        </a:defRPr>
      </a:lvl1pPr>
      <a:lvl2pPr marL="408920" algn="l" defTabSz="817839" rtl="0" eaLnBrk="1" latinLnBrk="0" hangingPunct="1">
        <a:defRPr sz="1610" kern="1200">
          <a:solidFill>
            <a:schemeClr val="tx1"/>
          </a:solidFill>
          <a:latin typeface="+mn-lt"/>
          <a:ea typeface="+mn-ea"/>
          <a:cs typeface="+mn-cs"/>
        </a:defRPr>
      </a:lvl2pPr>
      <a:lvl3pPr marL="817839" algn="l" defTabSz="817839" rtl="0" eaLnBrk="1" latinLnBrk="0" hangingPunct="1">
        <a:defRPr sz="1610" kern="1200">
          <a:solidFill>
            <a:schemeClr val="tx1"/>
          </a:solidFill>
          <a:latin typeface="+mn-lt"/>
          <a:ea typeface="+mn-ea"/>
          <a:cs typeface="+mn-cs"/>
        </a:defRPr>
      </a:lvl3pPr>
      <a:lvl4pPr marL="1226759" algn="l" defTabSz="817839" rtl="0" eaLnBrk="1" latinLnBrk="0" hangingPunct="1">
        <a:defRPr sz="1610" kern="1200">
          <a:solidFill>
            <a:schemeClr val="tx1"/>
          </a:solidFill>
          <a:latin typeface="+mn-lt"/>
          <a:ea typeface="+mn-ea"/>
          <a:cs typeface="+mn-cs"/>
        </a:defRPr>
      </a:lvl4pPr>
      <a:lvl5pPr marL="1635679" algn="l" defTabSz="817839" rtl="0" eaLnBrk="1" latinLnBrk="0" hangingPunct="1">
        <a:defRPr sz="1610" kern="1200">
          <a:solidFill>
            <a:schemeClr val="tx1"/>
          </a:solidFill>
          <a:latin typeface="+mn-lt"/>
          <a:ea typeface="+mn-ea"/>
          <a:cs typeface="+mn-cs"/>
        </a:defRPr>
      </a:lvl5pPr>
      <a:lvl6pPr marL="2044598" algn="l" defTabSz="817839" rtl="0" eaLnBrk="1" latinLnBrk="0" hangingPunct="1">
        <a:defRPr sz="1610" kern="1200">
          <a:solidFill>
            <a:schemeClr val="tx1"/>
          </a:solidFill>
          <a:latin typeface="+mn-lt"/>
          <a:ea typeface="+mn-ea"/>
          <a:cs typeface="+mn-cs"/>
        </a:defRPr>
      </a:lvl6pPr>
      <a:lvl7pPr marL="2453518" algn="l" defTabSz="817839" rtl="0" eaLnBrk="1" latinLnBrk="0" hangingPunct="1">
        <a:defRPr sz="1610" kern="1200">
          <a:solidFill>
            <a:schemeClr val="tx1"/>
          </a:solidFill>
          <a:latin typeface="+mn-lt"/>
          <a:ea typeface="+mn-ea"/>
          <a:cs typeface="+mn-cs"/>
        </a:defRPr>
      </a:lvl7pPr>
      <a:lvl8pPr marL="2862438" algn="l" defTabSz="817839" rtl="0" eaLnBrk="1" latinLnBrk="0" hangingPunct="1">
        <a:defRPr sz="1610" kern="1200">
          <a:solidFill>
            <a:schemeClr val="tx1"/>
          </a:solidFill>
          <a:latin typeface="+mn-lt"/>
          <a:ea typeface="+mn-ea"/>
          <a:cs typeface="+mn-cs"/>
        </a:defRPr>
      </a:lvl8pPr>
      <a:lvl9pPr marL="3271357" algn="l" defTabSz="817839" rtl="0" eaLnBrk="1" latinLnBrk="0" hangingPunct="1">
        <a:defRPr sz="161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0">
          <p15:clr>
            <a:srgbClr val="F26B43"/>
          </p15:clr>
        </p15:guide>
        <p15:guide id="2" orient="horz" pos="340">
          <p15:clr>
            <a:srgbClr val="F26B43"/>
          </p15:clr>
        </p15:guide>
        <p15:guide id="3" pos="7339">
          <p15:clr>
            <a:srgbClr val="F26B43"/>
          </p15:clr>
        </p15:guide>
        <p15:guide id="4" orient="horz" pos="3978">
          <p15:clr>
            <a:srgbClr val="F26B43"/>
          </p15:clr>
        </p15:guide>
        <p15:guide id="5" pos="27">
          <p15:clr>
            <a:srgbClr val="F26B43"/>
          </p15:clr>
        </p15:guide>
        <p15:guide id="6" pos="7653">
          <p15:clr>
            <a:srgbClr val="F26B43"/>
          </p15:clr>
        </p15:guide>
        <p15:guide id="7" orient="horz" pos="4290">
          <p15:clr>
            <a:srgbClr val="F26B43"/>
          </p15:clr>
        </p15:guide>
        <p15:guide id="8" orient="horz" pos="651">
          <p15:clr>
            <a:srgbClr val="F26B43"/>
          </p15:clr>
        </p15:guide>
        <p15:guide id="9" orient="horz" pos="29">
          <p15:clr>
            <a:srgbClr val="F26B43"/>
          </p15:clr>
        </p15:guide>
        <p15:guide id="10" orient="horz" pos="370">
          <p15:clr>
            <a:srgbClr val="F26B43"/>
          </p15:clr>
        </p15:guide>
      </p15:sldGuideLst>
    </p:ext>
  </p:extLst>
</p:sldMaster>
</file>

<file path=ppt/slides/_rels/slide55.xml.rels><?xml version="1.0" encoding="UTF-8" standalone="yes"?>
<Relationships xmlns="http://schemas.openxmlformats.org/package/2006/relationships"><Relationship Id="rId3" Type="http://schemas.openxmlformats.org/officeDocument/2006/relationships/image" Target="../media/image196.png"/><Relationship Id="rId1" Type="http://schemas.openxmlformats.org/officeDocument/2006/relationships/slideLayout" Target="../slideLayouts/slideLayout34.xml"/><Relationship Id="rId4" Type="http://schemas.microsoft.com/office/2007/relationships/hdphoto" Target="../media/hdphoto14.wdp"/></Relationships>
</file>

<file path=ppt/slides/_rels/slide56.xml.rels><?xml version="1.0" encoding="UTF-8" standalone="yes"?>
<Relationships xmlns="http://schemas.openxmlformats.org/package/2006/relationships"><Relationship Id="rId3" Type="http://schemas.openxmlformats.org/officeDocument/2006/relationships/image" Target="../media/image196.png"/><Relationship Id="rId1" Type="http://schemas.openxmlformats.org/officeDocument/2006/relationships/slideLayout" Target="../slideLayouts/slideLayout34.xml"/><Relationship Id="rId4" Type="http://schemas.microsoft.com/office/2007/relationships/hdphoto" Target="../media/hdphoto14.wdp"/></Relationships>
</file>

<file path=ppt/slides/_rels/slide57.xml.rels><?xml version="1.0" encoding="UTF-8" standalone="yes"?>
<Relationships xmlns="http://schemas.openxmlformats.org/package/2006/relationships"><Relationship Id="rId3" Type="http://schemas.openxmlformats.org/officeDocument/2006/relationships/image" Target="../media/image196.png"/><Relationship Id="rId1" Type="http://schemas.openxmlformats.org/officeDocument/2006/relationships/slideLayout" Target="../slideLayouts/slideLayout34.xml"/><Relationship Id="rId4" Type="http://schemas.microsoft.com/office/2007/relationships/hdphoto" Target="../media/hdphoto14.wdp"/></Relationships>
</file>

<file path=ppt/slides/_rels/slide58.xml.rels><?xml version="1.0" encoding="UTF-8" standalone="yes"?>
<Relationships xmlns="http://schemas.openxmlformats.org/package/2006/relationships"><Relationship Id="rId3" Type="http://schemas.openxmlformats.org/officeDocument/2006/relationships/image" Target="../media/image235.png"/><Relationship Id="rId1" Type="http://schemas.openxmlformats.org/officeDocument/2006/relationships/slideLayout" Target="../slideLayouts/slideLayout34.xml"/><Relationship Id="rId4" Type="http://schemas.microsoft.com/office/2007/relationships/hdphoto" Target="../media/hdphoto19.wdp"/></Relationships>
</file>

<file path=ppt/slides/_rels/slide59.xml.rels><?xml version="1.0" encoding="UTF-8" standalone="yes"?>
<Relationships xmlns="http://schemas.openxmlformats.org/package/2006/relationships"><Relationship Id="rId3" Type="http://schemas.openxmlformats.org/officeDocument/2006/relationships/image" Target="../media/image235.png"/><Relationship Id="rId1" Type="http://schemas.openxmlformats.org/officeDocument/2006/relationships/slideLayout" Target="../slideLayouts/slideLayout34.xml"/><Relationship Id="rId4" Type="http://schemas.microsoft.com/office/2007/relationships/hdphoto" Target="../media/hdphoto19.wdp"/></Relationships>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8E55C-DA1B-FC0F-F0EC-B1ACFE08C573}"/>
            </a:ext>
          </a:extLst>
        </p:cNvPr>
        <p:cNvGrpSpPr/>
        <p:nvPr/>
      </p:nvGrpSpPr>
      <p:grpSpPr>
        <a:xfrm>
          <a:off x="0" y="0"/>
          <a:ext cx="0" cy="0"/>
          <a:chOff x="0" y="0"/>
          <a:chExt cx="0" cy="0"/>
        </a:xfrm>
      </p:grpSpPr>
      <p:pic>
        <p:nvPicPr>
          <p:cNvPr id="2" name="Image 8">
            <a:extLst>
              <a:ext uri="{FF2B5EF4-FFF2-40B4-BE49-F238E27FC236}">
                <a16:creationId xmlns:a16="http://schemas.microsoft.com/office/drawing/2014/main" id="{A09A850B-B9BA-4F49-81AD-915E895115AE}"/>
              </a:ext>
            </a:extLst>
          </p:cNvPr>
          <p:cNvPicPr>
            <a:picLocks noGrp="1" noRot="1" noChangeAspect="1" noMove="1" noResize="1" noEditPoints="1" noAdjustHandles="1" noChangeArrowheads="1" noChangeShapeType="1" noCrop="1"/>
          </p:cNvPicPr>
          <p:nvPr/>
        </p:nvPicPr>
        <p:blipFill>
          <a:blip r:embed="rId3">
            <a:duotone>
              <a:prstClr val="black"/>
              <a:schemeClr val="tx2">
                <a:tint val="45000"/>
                <a:satMod val="400000"/>
              </a:schemeClr>
            </a:duotone>
            <a:alphaModFix/>
            <a:extLst>
              <a:ext uri="{BEBA8EAE-BF5A-486C-A8C5-ECC9F3942E4B}">
                <a14:imgProps xmlns:a14="http://schemas.microsoft.com/office/drawing/2010/main">
                  <a14:imgLayer r:embed="rId4">
                    <a14:imgEffect>
                      <a14:brightnessContrast bright="-34000"/>
                    </a14:imgEffect>
                  </a14:imgLayer>
                </a14:imgProps>
              </a:ext>
            </a:extLst>
          </a:blip>
          <a:srcRect l="6151" t="15096" r="3076" b="9415"/>
          <a:stretch>
            <a:fillRect/>
          </a:stretch>
        </p:blipFill>
        <p:spPr>
          <a:xfrm>
            <a:off x="0" y="-311783"/>
            <a:ext cx="12188825" cy="6757665"/>
          </a:xfrm>
          <a:prstGeom prst="rect">
            <a:avLst/>
          </a:prstGeom>
        </p:spPr>
      </p:pic>
      <p:sp>
        <p:nvSpPr>
          <p:cNvPr id="3" name="Title line 1"/>
          <p:cNvSpPr txBox="1"/>
          <p:nvPr/>
        </p:nvSpPr>
        <p:spPr>
          <a:xfrm>
            <a:off x="3712464" y="548640"/>
            <a:ext cx="7589520" cy="338328"/>
          </a:xfrm>
          <a:prstGeom prst="rect">
            <a:avLst/>
          </a:prstGeom>
          <a:noFill/>
        </p:spPr>
        <p:txBody>
          <a:bodyPr wrap="square" lIns="91440" tIns="45720" rIns="91440" bIns="45720" anchor="t" rtlCol="0">
            <a:noAutofit/>
          </a:bodyPr>
          <a:lstStyle/>
          <a:p>
            <a:pPr marL="0" indent="0" algn="l">
              <a:lnSpc>
                <a:spcPct val="100000"/>
              </a:lnSpc>
              <a:spcBef>
                <a:spcPts val="0"/>
              </a:spcBef>
              <a:spcAft>
                <a:spcPts val="0"/>
              </a:spcAft>
              <a:buNone/>
            </a:pPr>
            <a:r>
              <a:rPr lang="en-GB" sz="1600" b="0" i="0" dirty="0">
                <a:solidFill>
                  <a:schemeClr val="bg1"/>
                </a:solidFill>
                <a:latin typeface="Aptos Light"/>
                <a:cs typeface="Aptos Light"/>
              </a:rPr>
              <a:t>EXEMPLARY</a:t>
            </a:r>
            <a:endParaRPr lang="en-GB" sz="1100" dirty="0"/>
          </a:p>
        </p:txBody>
      </p:sp>
      <p:sp>
        <p:nvSpPr>
          <p:cNvPr id="4" name="Title"/>
          <p:cNvSpPr txBox="1"/>
          <p:nvPr/>
        </p:nvSpPr>
        <p:spPr>
          <a:xfrm>
            <a:off x="3977640" y="676656"/>
            <a:ext cx="5669280" cy="704088"/>
          </a:xfrm>
          <a:prstGeom prst="rect">
            <a:avLst/>
          </a:prstGeom>
          <a:noFill/>
        </p:spPr>
        <p:txBody>
          <a:bodyPr wrap="square" lIns="91440" tIns="45720" rIns="91440" bIns="45720" anchor="t" rtlCol="0">
            <a:noAutofit/>
          </a:bodyPr>
          <a:lstStyle/>
          <a:p>
            <a:pPr marL="0" indent="0" algn="l">
              <a:lnSpc>
                <a:spcPct val="100000"/>
              </a:lnSpc>
              <a:spcBef>
                <a:spcPts val="0"/>
              </a:spcBef>
              <a:spcAft>
                <a:spcPts val="0"/>
              </a:spcAft>
              <a:buNone/>
            </a:pPr>
            <a:r>
              <a:rPr lang="en-GB" sz="4000" b="1" i="1" dirty="0">
                <a:solidFill>
                  <a:srgbClr val="2A4CF9"/>
                </a:solidFill>
                <a:latin typeface="+mj-lt"/>
                <a:cs typeface="+mj-lt"/>
              </a:rPr>
              <a:t>Rights packages</a:t>
            </a:r>
            <a:endParaRPr lang="en-GB" sz="4000" dirty="0"/>
          </a:p>
        </p:txBody>
      </p:sp>
      <p:sp>
        <p:nvSpPr>
          <p:cNvPr id="5" name="Title line 3"/>
          <p:cNvSpPr txBox="1"/>
          <p:nvPr/>
        </p:nvSpPr>
        <p:spPr>
          <a:xfrm>
            <a:off x="4983480" y="1280160"/>
            <a:ext cx="3657600" cy="338328"/>
          </a:xfrm>
          <a:prstGeom prst="rect">
            <a:avLst/>
          </a:prstGeom>
          <a:noFill/>
        </p:spPr>
        <p:txBody>
          <a:bodyPr wrap="square" lIns="91440" tIns="45720" rIns="91440" bIns="45720" anchor="t" rtlCol="0">
            <a:noAutofit/>
          </a:bodyPr>
          <a:lstStyle/>
          <a:p>
            <a:pPr marL="0" indent="0" algn="r">
              <a:lnSpc>
                <a:spcPct val="100000"/>
              </a:lnSpc>
              <a:spcBef>
                <a:spcPts val="0"/>
              </a:spcBef>
              <a:spcAft>
                <a:spcPts val="0"/>
              </a:spcAft>
              <a:buNone/>
            </a:pPr>
            <a:r>
              <a:rPr lang="en-GB" sz="1600" b="0" i="0" dirty="0">
                <a:solidFill>
                  <a:schemeClr val="bg1"/>
                </a:solidFill>
                <a:latin typeface="Aptos Light"/>
                <a:cs typeface="Aptos Light"/>
              </a:rPr>
              <a:t>ATP 1000 &amp; 500 TOURNAMENTS</a:t>
            </a:r>
            <a:endParaRPr lang="en-GB" sz="1100" dirty="0"/>
          </a:p>
        </p:txBody>
      </p:sp>
      <p:graphicFrame>
        <p:nvGraphicFramePr>
          <p:cNvPr id="6" name="Package comparison table"/>
          <p:cNvGraphicFramePr>
            <a:graphicFrameLocks noGrp="1"/>
          </p:cNvGraphicFramePr>
          <p:nvPr/>
        </p:nvGraphicFramePr>
        <p:xfrm>
          <a:off x="928116" y="1874520"/>
          <a:ext cx="10332720" cy="3787445"/>
        </p:xfrm>
        <a:graphic>
          <a:graphicData uri="http://schemas.openxmlformats.org/drawingml/2006/table">
            <a:tbl>
              <a:tblPr firstRow="1"/>
              <a:tblGrid>
                <a:gridCol w="1417320"/>
                <a:gridCol w="3703320"/>
                <a:gridCol w="2606040"/>
                <a:gridCol w="2606040"/>
              </a:tblGrid>
              <a:tr h="676656">
                <a:tc gridSpan="2">
                  <a:txBody>
                    <a:bodyPr/>
                    <a:lstStyle/>
                    <a:p>
                      <a:pPr marL="0" indent="0" algn="l">
                        <a:lnSpc>
                          <a:spcPct val="100000"/>
                        </a:lnSpc>
                        <a:spcBef>
                          <a:spcPts val="0"/>
                        </a:spcBef>
                        <a:spcAft>
                          <a:spcPts val="0"/>
                        </a:spcAft>
                        <a:buNone/>
                      </a:pPr>
                      <a:r>
                        <a:rPr lang="en-GB" sz="1200" b="1" i="0" spc="50" dirty="0">
                          <a:solidFill>
                            <a:srgbClr val="FFFFFF"/>
                          </a:solidFill>
                          <a:latin typeface="Aptos Light"/>
                          <a:cs typeface="Aptos Light"/>
                        </a:rPr>
                        <a:t>WHAT’S INCLUDED</a:t>
                      </a:r>
                      <a:endParaRPr lang="en-GB" sz="1200" dirty="0"/>
                    </a:p>
                  </a:txBody>
                  <a:tcPr marL="18288" marR="73152" marT="18288" marB="73152" anchor="b">
                    <a:lnL w="0">
                      <a:noFill/>
                    </a:lnL>
                    <a:lnR w="0">
                      <a:noFill/>
                    </a:lnR>
                    <a:lnT w="0">
                      <a:noFill/>
                    </a:lnT>
                    <a:lnB w="0">
                      <a:noFill/>
                    </a:lnB>
                    <a:noFill/>
                  </a:tcPr>
                </a:tc>
                <a:tc hMerge="1">
                  <a:txBody>
                    <a:bodyPr/>
                    <a:lstStyle/>
                    <a:p>
                      <a:endParaRPr lang="en-GB" dirty="0"/>
                    </a:p>
                  </a:txBody>
                  <a:tcPr marL="73152" marR="73152" marT="18288" marB="18288" anchor="ctr">
                    <a:lnL w="0">
                      <a:noFill/>
                    </a:lnL>
                    <a:lnR w="0">
                      <a:noFill/>
                    </a:lnR>
                    <a:lnT w="0">
                      <a:noFill/>
                    </a:lnT>
                    <a:lnB w="0">
                      <a:noFill/>
                    </a:lnB>
                    <a:noFill/>
                  </a:tcPr>
                </a:tc>
                <a:tc>
                  <a:txBody>
                    <a:bodyPr/>
                    <a:lstStyle/>
                    <a:p>
                      <a:pPr marL="0" indent="0" algn="ctr">
                        <a:lnSpc>
                          <a:spcPct val="100000"/>
                        </a:lnSpc>
                        <a:spcBef>
                          <a:spcPts val="0"/>
                        </a:spcBef>
                        <a:spcAft>
                          <a:spcPts val="0"/>
                        </a:spcAft>
                        <a:buNone/>
                      </a:pPr>
                      <a:r>
                        <a:rPr lang="en-GB" sz="1000" b="1" i="0" spc="100" dirty="0">
                          <a:solidFill>
                            <a:srgbClr val="FFFFFF"/>
                          </a:solidFill>
                          <a:latin typeface="Aptos Light"/>
                          <a:cs typeface="Aptos Light"/>
                        </a:rPr>
                        <a:t>PACKAGE A</a:t>
                      </a:r>
                      <a:endParaRPr lang="en-GB" sz="1000" dirty="0"/>
                    </a:p>
                    <a:p>
                      <a:pPr marL="0" indent="0" algn="ctr">
                        <a:lnSpc>
                          <a:spcPct val="100000"/>
                        </a:lnSpc>
                        <a:spcBef>
                          <a:spcPts val="0"/>
                        </a:spcBef>
                        <a:spcAft>
                          <a:spcPts val="0"/>
                        </a:spcAft>
                        <a:buNone/>
                      </a:pPr>
                      <a:r>
                        <a:rPr lang="en-GB" sz="1200" b="1" i="0" dirty="0">
                          <a:solidFill>
                            <a:srgbClr val="FFFFFF"/>
                          </a:solidFill>
                          <a:latin typeface="Aptos Light"/>
                          <a:cs typeface="Aptos Light"/>
                        </a:rPr>
                        <a:t>Premium umpire-chair position</a:t>
                      </a:r>
                      <a:endParaRPr lang="en-GB" sz="1200" dirty="0"/>
                    </a:p>
                    <a:p>
                      <a:pPr marL="0" indent="0" algn="ctr">
                        <a:lnSpc>
                          <a:spcPct val="100000"/>
                        </a:lnSpc>
                        <a:spcBef>
                          <a:spcPts val="0"/>
                        </a:spcBef>
                        <a:spcAft>
                          <a:spcPts val="0"/>
                        </a:spcAft>
                        <a:buNone/>
                      </a:pPr>
                      <a:r>
                        <a:rPr lang="en-GB" sz="1100" b="0" i="0" dirty="0">
                          <a:solidFill>
                            <a:srgbClr val="FFFFFF"/>
                          </a:solidFill>
                          <a:latin typeface="Aptos Light"/>
                          <a:cs typeface="Aptos Light"/>
                        </a:rPr>
                        <a:t>€600K – 1M p.a. / tournament</a:t>
                      </a:r>
                      <a:endParaRPr lang="en-GB" sz="1100" dirty="0"/>
                    </a:p>
                  </a:txBody>
                  <a:tcPr marL="54864" marR="54864" marT="36576" marB="36576" anchor="ctr">
                    <a:lnL w="9525">
                      <a:solidFill>
                        <a:srgbClr val="FFFFFF"/>
                      </a:solidFill>
                    </a:lnL>
                    <a:lnR w="9525">
                      <a:solidFill>
                        <a:srgbClr val="FFFFFF"/>
                      </a:solidFill>
                    </a:lnR>
                    <a:lnT w="9525">
                      <a:solidFill>
                        <a:srgbClr val="FFFFFF"/>
                      </a:solidFill>
                    </a:lnT>
                    <a:lnB w="9525">
                      <a:solidFill>
                        <a:srgbClr val="FFFFFF"/>
                      </a:solidFill>
                    </a:lnB>
                    <a:solidFill>
                      <a:srgbClr val="2A4CF9"/>
                    </a:solidFill>
                  </a:tcPr>
                </a:tc>
                <a:tc>
                  <a:txBody>
                    <a:bodyPr/>
                    <a:lstStyle/>
                    <a:p>
                      <a:pPr marL="0" indent="0" algn="ctr">
                        <a:lnSpc>
                          <a:spcPct val="100000"/>
                        </a:lnSpc>
                        <a:spcBef>
                          <a:spcPts val="0"/>
                        </a:spcBef>
                        <a:spcAft>
                          <a:spcPts val="0"/>
                        </a:spcAft>
                        <a:buNone/>
                      </a:pPr>
                      <a:r>
                        <a:rPr lang="en-GB" sz="1000" b="1" i="0" spc="100" dirty="0">
                          <a:solidFill>
                            <a:srgbClr val="FFFFFF"/>
                          </a:solidFill>
                          <a:latin typeface="Aptos Light"/>
                          <a:cs typeface="Aptos Light"/>
                        </a:rPr>
                        <a:t>PACKAGE B</a:t>
                      </a:r>
                      <a:endParaRPr lang="en-GB" sz="1000" dirty="0"/>
                    </a:p>
                    <a:p>
                      <a:pPr marL="0" indent="0" algn="ctr">
                        <a:lnSpc>
                          <a:spcPct val="100000"/>
                        </a:lnSpc>
                        <a:spcBef>
                          <a:spcPts val="0"/>
                        </a:spcBef>
                        <a:spcAft>
                          <a:spcPts val="0"/>
                        </a:spcAft>
                        <a:buNone/>
                      </a:pPr>
                      <a:r>
                        <a:rPr lang="en-GB" sz="1200" b="1" i="0" dirty="0">
                          <a:solidFill>
                            <a:srgbClr val="FFFFFF"/>
                          </a:solidFill>
                          <a:latin typeface="Aptos Light"/>
                          <a:cs typeface="Aptos Light"/>
                        </a:rPr>
                        <a:t>Sidewall LED visibility</a:t>
                      </a:r>
                      <a:endParaRPr lang="en-GB" sz="1200" dirty="0"/>
                    </a:p>
                    <a:p>
                      <a:pPr marL="0" indent="0" algn="ctr">
                        <a:lnSpc>
                          <a:spcPct val="100000"/>
                        </a:lnSpc>
                        <a:spcBef>
                          <a:spcPts val="0"/>
                        </a:spcBef>
                        <a:spcAft>
                          <a:spcPts val="0"/>
                        </a:spcAft>
                        <a:buNone/>
                      </a:pPr>
                      <a:r>
                        <a:rPr lang="en-GB" sz="1100" b="0" i="0" dirty="0">
                          <a:solidFill>
                            <a:srgbClr val="FFFFFF"/>
                          </a:solidFill>
                          <a:latin typeface="Aptos Light"/>
                          <a:cs typeface="Aptos Light"/>
                        </a:rPr>
                        <a:t>€300K – 500K p.a. / tournament</a:t>
                      </a:r>
                      <a:endParaRPr lang="en-GB" sz="1100" dirty="0"/>
                    </a:p>
                  </a:txBody>
                  <a:tcPr marL="54864" marR="54864" marT="36576" marB="36576" anchor="ctr">
                    <a:lnL w="9525">
                      <a:solidFill>
                        <a:srgbClr val="FFFFFF"/>
                      </a:solidFill>
                    </a:lnL>
                    <a:lnR w="9525">
                      <a:solidFill>
                        <a:srgbClr val="FFFFFF"/>
                      </a:solidFill>
                    </a:lnR>
                    <a:lnT w="9525">
                      <a:solidFill>
                        <a:srgbClr val="FFFFFF"/>
                      </a:solidFill>
                    </a:lnT>
                    <a:lnB w="9525">
                      <a:solidFill>
                        <a:srgbClr val="FFFFFF"/>
                      </a:solidFill>
                    </a:lnB>
                    <a:solidFill>
                      <a:srgbClr val="2A4CF9"/>
                    </a:solidFill>
                  </a:tcPr>
                </a:tc>
              </a:tr>
              <a:tr h="222199">
                <a:tc>
                  <a:txBody>
                    <a:bodyPr/>
                    <a:lstStyle/>
                    <a:p>
                      <a:pPr marL="0" indent="0" algn="ctr">
                        <a:lnSpc>
                          <a:spcPct val="100000"/>
                        </a:lnSpc>
                        <a:spcBef>
                          <a:spcPts val="0"/>
                        </a:spcBef>
                        <a:spcAft>
                          <a:spcPts val="0"/>
                        </a:spcAft>
                        <a:buNone/>
                      </a:pPr>
                      <a:r>
                        <a:rPr lang="en-GB" sz="1050" b="1" i="0" spc="50" dirty="0">
                          <a:solidFill>
                            <a:srgbClr val="2A4CF9"/>
                          </a:solidFill>
                          <a:latin typeface="Aptos Light"/>
                          <a:cs typeface="Aptos Light"/>
                        </a:rPr>
                        <a:t>IP RIGHTS</a:t>
                      </a:r>
                      <a:endParaRPr lang="en-GB" sz="105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88000"/>
                      </a:srgbClr>
                    </a:solidFill>
                  </a:tcPr>
                </a:tc>
                <a:tc>
                  <a:txBody>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IP rights &amp; category exclusivity</a:t>
                      </a:r>
                      <a:endParaRPr lang="en-GB" sz="1100" dirty="0"/>
                    </a:p>
                  </a:txBody>
                  <a:tcPr marL="109728"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r>
              <a:tr h="222199">
                <a:tc rowSpan="6">
                  <a:txBody>
                    <a:bodyPr/>
                    <a:lstStyle/>
                    <a:p>
                      <a:pPr marL="0" indent="0" algn="ctr">
                        <a:lnSpc>
                          <a:spcPct val="100000"/>
                        </a:lnSpc>
                        <a:spcBef>
                          <a:spcPts val="0"/>
                        </a:spcBef>
                        <a:spcAft>
                          <a:spcPts val="0"/>
                        </a:spcAft>
                        <a:buNone/>
                      </a:pPr>
                      <a:r>
                        <a:rPr lang="en-GB" sz="1050" b="1" i="0" spc="50" dirty="0">
                          <a:solidFill>
                            <a:srgbClr val="2A4CF9"/>
                          </a:solidFill>
                          <a:latin typeface="Aptos Light"/>
                          <a:cs typeface="Aptos Light"/>
                        </a:rPr>
                        <a:t>VISIBILITY</a:t>
                      </a:r>
                      <a:endParaRPr lang="en-GB" sz="105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88000"/>
                      </a:srgbClr>
                    </a:solidFill>
                  </a:tcPr>
                </a:tc>
                <a:tc>
                  <a:txBody>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Umpire-chair / premium on-court branding</a:t>
                      </a:r>
                      <a:endParaRPr lang="en-GB" sz="1100" dirty="0"/>
                    </a:p>
                  </a:txBody>
                  <a:tcPr marL="109728"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  </a:t>
                      </a:r>
                      <a:r>
                        <a:rPr lang="en-GB" sz="1100" b="1" i="0" dirty="0">
                          <a:solidFill>
                            <a:srgbClr val="2A4CF9"/>
                          </a:solidFill>
                          <a:latin typeface="Aptos Light"/>
                          <a:cs typeface="Aptos Light"/>
                        </a:rPr>
                        <a:t>Lead asset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0" i="1" dirty="0">
                          <a:solidFill>
                            <a:srgbClr val="595959"/>
                          </a:solidFill>
                          <a:latin typeface="Aptos Light"/>
                          <a:cs typeface="Aptos Light"/>
                        </a:rPr>
                        <a:t>Not included</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r>
              <a:tr h="222199">
                <a:tc vMerge="1">
                  <a:txBody>
                    <a:bodyPr/>
                    <a:lstStyle/>
                    <a:p>
                      <a:endParaRPr lang="en-GB"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noFill/>
                  </a:tcPr>
                </a:tc>
                <a:tc>
                  <a:txBody>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Courtside LED sidewall branding</a:t>
                      </a:r>
                      <a:endParaRPr lang="en-GB" sz="1100" dirty="0"/>
                    </a:p>
                  </a:txBody>
                  <a:tcPr marL="109728"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  </a:t>
                      </a:r>
                      <a:r>
                        <a:rPr lang="en-GB" sz="1100" b="1" i="0" dirty="0">
                          <a:solidFill>
                            <a:srgbClr val="2A4CF9"/>
                          </a:solidFill>
                          <a:latin typeface="Aptos Light"/>
                          <a:cs typeface="Aptos Light"/>
                        </a:rPr>
                        <a:t>Lead asset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r>
              <a:tr h="222199">
                <a:tc vMerge="1">
                  <a:txBody>
                    <a:bodyPr/>
                    <a:lstStyle/>
                    <a:p>
                      <a:endParaRPr lang="en-GB"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noFill/>
                  </a:tcPr>
                </a:tc>
                <a:tc>
                  <a:txBody>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Big-screen video spot</a:t>
                      </a:r>
                      <a:endParaRPr lang="en-GB" sz="1100" dirty="0"/>
                    </a:p>
                  </a:txBody>
                  <a:tcPr marL="109728"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r>
              <a:tr h="222199">
                <a:tc vMerge="1">
                  <a:txBody>
                    <a:bodyPr/>
                    <a:lstStyle/>
                    <a:p>
                      <a:endParaRPr lang="en-GB"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noFill/>
                  </a:tcPr>
                </a:tc>
                <a:tc>
                  <a:txBody>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Practice-court static branding</a:t>
                      </a:r>
                      <a:endParaRPr lang="en-GB" sz="1100" dirty="0"/>
                    </a:p>
                  </a:txBody>
                  <a:tcPr marL="109728"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r>
              <a:tr h="222199">
                <a:tc vMerge="1">
                  <a:txBody>
                    <a:bodyPr/>
                    <a:lstStyle/>
                    <a:p>
                      <a:endParaRPr lang="en-GB"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noFill/>
                  </a:tcPr>
                </a:tc>
                <a:tc>
                  <a:txBody>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Tournament website &amp; App presence</a:t>
                      </a:r>
                      <a:endParaRPr lang="en-GB" sz="1100" dirty="0"/>
                    </a:p>
                  </a:txBody>
                  <a:tcPr marL="109728"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r>
              <a:tr h="222199">
                <a:tc vMerge="1">
                  <a:txBody>
                    <a:bodyPr/>
                    <a:lstStyle/>
                    <a:p>
                      <a:endParaRPr lang="en-GB"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noFill/>
                  </a:tcPr>
                </a:tc>
                <a:tc>
                  <a:txBody>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Social media (tournament channels)</a:t>
                      </a:r>
                      <a:endParaRPr lang="en-GB" sz="1100" dirty="0"/>
                    </a:p>
                  </a:txBody>
                  <a:tcPr marL="109728"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000000"/>
                          </a:solidFill>
                          <a:latin typeface="Aptos Light"/>
                          <a:cs typeface="Aptos Light"/>
                        </a:rPr>
                        <a:t>Co-branded posts</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000000"/>
                          </a:solidFill>
                          <a:latin typeface="Aptos Light"/>
                          <a:cs typeface="Aptos Light"/>
                        </a:rPr>
                        <a:t>Collaborative communications</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r>
              <a:tr h="222199">
                <a:tc rowSpan="3">
                  <a:txBody>
                    <a:bodyPr/>
                    <a:lstStyle/>
                    <a:p>
                      <a:pPr marL="0" indent="0" algn="ctr">
                        <a:lnSpc>
                          <a:spcPct val="100000"/>
                        </a:lnSpc>
                        <a:spcBef>
                          <a:spcPts val="0"/>
                        </a:spcBef>
                        <a:spcAft>
                          <a:spcPts val="0"/>
                        </a:spcAft>
                        <a:buNone/>
                      </a:pPr>
                      <a:r>
                        <a:rPr lang="en-GB" sz="1050" b="1" i="0" spc="50" dirty="0">
                          <a:solidFill>
                            <a:srgbClr val="2A4CF9"/>
                          </a:solidFill>
                          <a:latin typeface="Aptos Light"/>
                          <a:cs typeface="Aptos Light"/>
                        </a:rPr>
                        <a:t>HOSPITALITY</a:t>
                      </a:r>
                      <a:endParaRPr lang="en-GB" sz="105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88000"/>
                      </a:srgbClr>
                    </a:solidFill>
                  </a:tcPr>
                </a:tc>
                <a:tc>
                  <a:txBody>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VIP boxes on the main show court</a:t>
                      </a:r>
                      <a:endParaRPr lang="en-GB" sz="1100" dirty="0"/>
                    </a:p>
                  </a:txBody>
                  <a:tcPr marL="109728"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000000"/>
                          </a:solidFill>
                          <a:latin typeface="Aptos Light"/>
                          <a:cs typeface="Aptos Light"/>
                        </a:rPr>
                        <a:t>Multiple boxes</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000000"/>
                          </a:solidFill>
                          <a:latin typeface="Aptos Light"/>
                          <a:cs typeface="Aptos Light"/>
                        </a:rPr>
                        <a:t>One box</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r>
              <a:tr h="222199">
                <a:tc vMerge="1">
                  <a:txBody>
                    <a:bodyPr/>
                    <a:lstStyle/>
                    <a:p>
                      <a:endParaRPr lang="en-GB"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noFill/>
                  </a:tcPr>
                </a:tc>
                <a:tc>
                  <a:txBody>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VIP Club tables</a:t>
                      </a:r>
                      <a:endParaRPr lang="en-GB" sz="1100" dirty="0"/>
                    </a:p>
                  </a:txBody>
                  <a:tcPr marL="109728"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000000"/>
                          </a:solidFill>
                          <a:latin typeface="Aptos Light"/>
                          <a:cs typeface="Aptos Light"/>
                        </a:rPr>
                        <a:t>Multiple tables</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000000"/>
                          </a:solidFill>
                          <a:latin typeface="Aptos Light"/>
                          <a:cs typeface="Aptos Light"/>
                        </a:rPr>
                        <a:t>One table</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r>
              <a:tr h="222199">
                <a:tc vMerge="1">
                  <a:txBody>
                    <a:bodyPr/>
                    <a:lstStyle/>
                    <a:p>
                      <a:endParaRPr lang="en-GB"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noFill/>
                  </a:tcPr>
                </a:tc>
                <a:tc>
                  <a:txBody>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Premium tickets per session</a:t>
                      </a:r>
                      <a:endParaRPr lang="en-GB" sz="1100" dirty="0"/>
                    </a:p>
                  </a:txBody>
                  <a:tcPr marL="109728"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000000"/>
                          </a:solidFill>
                          <a:latin typeface="Aptos Light"/>
                          <a:cs typeface="Aptos Light"/>
                        </a:rPr>
                        <a:t>Flexible allocation</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000000"/>
                          </a:solidFill>
                          <a:latin typeface="Aptos Light"/>
                          <a:cs typeface="Aptos Light"/>
                        </a:rPr>
                        <a:t>Ten tickets</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r>
              <a:tr h="222199">
                <a:tc rowSpan="4">
                  <a:txBody>
                    <a:bodyPr/>
                    <a:lstStyle/>
                    <a:p>
                      <a:pPr marL="0" indent="0" algn="ctr">
                        <a:lnSpc>
                          <a:spcPct val="100000"/>
                        </a:lnSpc>
                        <a:spcBef>
                          <a:spcPts val="0"/>
                        </a:spcBef>
                        <a:spcAft>
                          <a:spcPts val="0"/>
                        </a:spcAft>
                        <a:buNone/>
                      </a:pPr>
                      <a:r>
                        <a:rPr lang="en-GB" sz="1050" b="1" i="0" spc="50" dirty="0">
                          <a:solidFill>
                            <a:srgbClr val="2A4CF9"/>
                          </a:solidFill>
                          <a:latin typeface="Aptos Light"/>
                          <a:cs typeface="Aptos Light"/>
                        </a:rPr>
                        <a:t>ACTIVATION</a:t>
                      </a:r>
                      <a:endParaRPr lang="en-GB" sz="105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88000"/>
                      </a:srgbClr>
                    </a:solidFill>
                  </a:tcPr>
                </a:tc>
                <a:tc>
                  <a:txBody>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Player meet &amp; greet</a:t>
                      </a:r>
                      <a:endParaRPr lang="en-GB" sz="1100" dirty="0"/>
                    </a:p>
                  </a:txBody>
                  <a:tcPr marL="109728"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r>
              <a:tr h="222199">
                <a:tc vMerge="1">
                  <a:txBody>
                    <a:bodyPr/>
                    <a:lstStyle/>
                    <a:p>
                      <a:endParaRPr lang="en-GB"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noFill/>
                  </a:tcPr>
                </a:tc>
                <a:tc>
                  <a:txBody>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Entrance activation space</a:t>
                      </a:r>
                      <a:endParaRPr lang="en-GB" sz="1100" dirty="0"/>
                    </a:p>
                  </a:txBody>
                  <a:tcPr marL="109728"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r>
              <a:tr h="222199">
                <a:tc vMerge="1">
                  <a:txBody>
                    <a:bodyPr/>
                    <a:lstStyle/>
                    <a:p>
                      <a:endParaRPr lang="en-GB"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noFill/>
                  </a:tcPr>
                </a:tc>
                <a:tc>
                  <a:txBody>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Coin Toss Experience (center court)</a:t>
                      </a:r>
                      <a:endParaRPr lang="en-GB" sz="1100" dirty="0"/>
                    </a:p>
                  </a:txBody>
                  <a:tcPr marL="109728"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r>
              <a:tr h="222199">
                <a:tc vMerge="1">
                  <a:txBody>
                    <a:bodyPr/>
                    <a:lstStyle/>
                    <a:p>
                      <a:endParaRPr lang="en-GB"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noFill/>
                  </a:tcPr>
                </a:tc>
                <a:tc>
                  <a:txBody>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Private Tennis Clinic</a:t>
                      </a:r>
                      <a:endParaRPr lang="en-GB" sz="1100" dirty="0"/>
                    </a:p>
                  </a:txBody>
                  <a:tcPr marL="109728"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c>
                  <a:txBody>
                    <a:bodyPr/>
                    <a:lstStyle/>
                    <a:p>
                      <a:pPr marL="0" indent="0" algn="ctr">
                        <a:lnSpc>
                          <a:spcPct val="100000"/>
                        </a:lnSpc>
                        <a:spcBef>
                          <a:spcPts val="0"/>
                        </a:spcBef>
                        <a:spcAft>
                          <a:spcPts val="0"/>
                        </a:spcAft>
                        <a:buNone/>
                      </a:pPr>
                      <a:r>
                        <a:rPr lang="en-GB" sz="1100" b="1" i="0" dirty="0">
                          <a:solidFill>
                            <a:srgbClr val="2A4CF9"/>
                          </a:solidFill>
                          <a:latin typeface="Segoe UI Symbol"/>
                          <a:cs typeface="Segoe UI Symbol"/>
                          <a:sym typeface="Segoe UI Symbol"/>
                        </a:rPr>
                        <a:t>✓</a:t>
                      </a:r>
                      <a:endParaRPr lang="en-GB" sz="1100" dirty="0"/>
                    </a:p>
                  </a:txBody>
                  <a:tcPr marL="73152" marR="73152" marT="18288" marB="18288" anchor="ctr">
                    <a:lnL w="9525">
                      <a:solidFill>
                        <a:srgbClr val="FFFFFF"/>
                      </a:solidFill>
                    </a:lnL>
                    <a:lnR w="9525">
                      <a:solidFill>
                        <a:srgbClr val="FFFFFF"/>
                      </a:solidFill>
                    </a:lnR>
                    <a:lnT w="9525">
                      <a:solidFill>
                        <a:srgbClr val="FFFFFF"/>
                      </a:solidFill>
                    </a:lnT>
                    <a:lnB w="9525">
                      <a:solidFill>
                        <a:srgbClr val="FFFFFF"/>
                      </a:solidFill>
                    </a:lnB>
                    <a:solidFill>
                      <a:srgbClr val="FFFFFF">
                        <a:alpha val="70000"/>
                      </a:srgbClr>
                    </a:solidFill>
                  </a:tcPr>
                </a:tc>
              </a:tr>
            </a:tbl>
          </a:graphicData>
        </a:graphic>
      </p:graphicFrame>
      <p:sp>
        <p:nvSpPr>
          <p:cNvPr id="7" name="Footnote"/>
          <p:cNvSpPr txBox="1"/>
          <p:nvPr/>
        </p:nvSpPr>
        <p:spPr>
          <a:xfrm>
            <a:off x="928116" y="5733288"/>
            <a:ext cx="9692640" cy="274320"/>
          </a:xfrm>
          <a:prstGeom prst="rect">
            <a:avLst/>
          </a:prstGeom>
          <a:noFill/>
        </p:spPr>
        <p:txBody>
          <a:bodyPr wrap="square" lIns="0" tIns="0" rIns="0" bIns="0" anchor="ctr" rtlCol="0">
            <a:noAutofit/>
          </a:bodyPr>
          <a:lstStyle/>
          <a:p>
            <a:pPr marL="0" indent="0" algn="l">
              <a:lnSpc>
                <a:spcPct val="100000"/>
              </a:lnSpc>
              <a:spcBef>
                <a:spcPts val="0"/>
              </a:spcBef>
              <a:spcAft>
                <a:spcPts val="0"/>
              </a:spcAft>
              <a:buNone/>
            </a:pPr>
            <a:r>
              <a:rPr lang="en-GB" sz="900" b="0" i="1" dirty="0">
                <a:solidFill>
                  <a:srgbClr val="D9D9D9"/>
                </a:solidFill>
                <a:latin typeface="Aptos Light"/>
                <a:cs typeface="Aptos Light"/>
              </a:rPr>
              <a:t>*All rights subject to approval by each rights-holder. Pricing is per tournament, per year. Premium on-court inventory may change for each tournament.</a:t>
            </a:r>
            <a:endParaRPr lang="en-GB" sz="900" dirty="0"/>
          </a:p>
        </p:txBody>
      </p:sp>
      <p:sp>
        <p:nvSpPr>
          <p:cNvPr id="8" name="ZoneTexte 13">
            <a:extLst>
              <a:ext uri="{FF2B5EF4-FFF2-40B4-BE49-F238E27FC236}">
                <a16:creationId xmlns:a16="http://schemas.microsoft.com/office/drawing/2014/main" id="{4D8599EA-122C-47DA-ACA5-D0B2726EE3AE}"/>
              </a:ext>
            </a:extLst>
          </p:cNvPr>
          <p:cNvSpPr txBox="1"/>
          <p:nvPr/>
        </p:nvSpPr>
        <p:spPr>
          <a:xfrm>
            <a:off x="111533" y="117413"/>
            <a:ext cx="4672007" cy="20005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700">
                <a:solidFill>
                  <a:schemeClr val="bg1"/>
                </a:solidFill>
                <a:latin typeface="Aptos Light" panose="020B0004020202020204" pitchFamily="34" charset="0"/>
                <a:ea typeface="Times New Roman" panose="02020603050405020304" pitchFamily="18" charset="0"/>
              </a:rPr>
              <a:t>Five9 </a:t>
            </a:r>
            <a:r>
              <a:rPr kumimoji="0" lang="en-GB" sz="700" b="0" i="0" u="none" strike="noStrike" kern="1200" cap="none" spc="0" normalizeH="0" baseline="0" noProof="0">
                <a:ln>
                  <a:noFill/>
                </a:ln>
                <a:solidFill>
                  <a:schemeClr val="bg1"/>
                </a:solidFill>
                <a:effectLst/>
                <a:uLnTx/>
                <a:uFillTx/>
                <a:latin typeface="Aptos Light" panose="020B0004020202020204" pitchFamily="34" charset="0"/>
                <a:ea typeface="Times New Roman" panose="02020603050405020304" pitchFamily="18" charset="0"/>
                <a:cs typeface="+mn-cs"/>
              </a:rPr>
              <a:t>x SPORTFIVE		</a:t>
            </a:r>
            <a:r>
              <a:rPr lang="en-GB" sz="700">
                <a:solidFill>
                  <a:schemeClr val="bg1"/>
                </a:solidFill>
                <a:latin typeface="Aptos Light" panose="020B0004020202020204" pitchFamily="34" charset="0"/>
                <a:ea typeface="Times New Roman" panose="02020603050405020304" pitchFamily="18" charset="0"/>
              </a:rPr>
              <a:t>RECOMMENDATION: THE BEST FIT FOR Five9</a:t>
            </a:r>
            <a:endParaRPr kumimoji="0" lang="en-GB" sz="700" b="0" i="0" u="none" strike="noStrike" kern="1200" cap="none" spc="0" normalizeH="0" baseline="0" noProof="0">
              <a:ln>
                <a:noFill/>
              </a:ln>
              <a:solidFill>
                <a:schemeClr val="bg1"/>
              </a:solidFill>
              <a:effectLst/>
              <a:uLnTx/>
              <a:uFillTx/>
              <a:latin typeface="Aptos Light" panose="020B0004020202020204" pitchFamily="34" charset="0"/>
              <a:ea typeface="Times New Roman" panose="02020603050405020304" pitchFamily="18" charset="0"/>
              <a:cs typeface="+mn-cs"/>
            </a:endParaRPr>
          </a:p>
        </p:txBody>
      </p:sp>
      <p:sp>
        <p:nvSpPr>
          <p:cNvPr id="9" name="Slide Number Placeholder 2">
            <a:extLst>
              <a:ext uri="{FF2B5EF4-FFF2-40B4-BE49-F238E27FC236}">
                <a16:creationId xmlns:a16="http://schemas.microsoft.com/office/drawing/2014/main" id="{6FA03EE2-E5FA-43AA-8D24-9DA6266B19AD}"/>
              </a:ext>
            </a:extLst>
          </p:cNvPr>
          <p:cNvSpPr txBox="1">
            <a:spLocks/>
          </p:cNvSpPr>
          <p:nvPr/>
        </p:nvSpPr>
        <p:spPr bwMode="gray">
          <a:xfrm>
            <a:off x="10711770" y="5785478"/>
            <a:ext cx="1140869" cy="281947"/>
          </a:xfrm>
          <a:prstGeom prst="rect">
            <a:avLst/>
          </a:prstGeom>
        </p:spPr>
        <p:txBody>
          <a:bodyPr vert="horz" lIns="0" tIns="0" rIns="0" bIns="0" rtlCol="0" anchor="ctr"/>
          <a:lstStyle>
            <a:defPPr>
              <a:defRPr lang="de-DE"/>
            </a:defPPr>
            <a:lvl1pPr marL="0" algn="r" defTabSz="1219170" rtl="0" eaLnBrk="1" latinLnBrk="0" hangingPunct="1">
              <a:defRPr sz="1000" b="1" kern="1200">
                <a:solidFill>
                  <a:schemeClr val="tx1"/>
                </a:solidFill>
                <a:latin typeface="+mj-lt"/>
                <a:ea typeface="+mn-ea"/>
                <a:cs typeface="+mn-cs"/>
              </a:defRPr>
            </a:lvl1pPr>
            <a:lvl2pPr marL="0" indent="0" algn="ctr" defTabSz="1219170" rtl="0" eaLnBrk="1" latinLnBrk="0" hangingPunct="1">
              <a:defRPr sz="1067" b="1" kern="1200">
                <a:solidFill>
                  <a:schemeClr val="bg1"/>
                </a:solidFill>
                <a:latin typeface="+mj-lt"/>
                <a:ea typeface="+mn-ea"/>
                <a:cs typeface="+mn-cs"/>
              </a:defRPr>
            </a:lvl2pPr>
            <a:lvl3pPr marL="0" indent="0" algn="ctr" defTabSz="1219170" rtl="0" eaLnBrk="1" latinLnBrk="0" hangingPunct="1">
              <a:defRPr sz="1067" b="1" kern="1200">
                <a:solidFill>
                  <a:schemeClr val="bg1"/>
                </a:solidFill>
                <a:latin typeface="+mj-lt"/>
                <a:ea typeface="+mn-ea"/>
                <a:cs typeface="+mn-cs"/>
              </a:defRPr>
            </a:lvl3pPr>
            <a:lvl4pPr marL="0" algn="ctr" defTabSz="1219170" rtl="0" eaLnBrk="1" latinLnBrk="0" hangingPunct="1">
              <a:defRPr sz="1067" b="1" kern="1200">
                <a:solidFill>
                  <a:schemeClr val="bg1"/>
                </a:solidFill>
                <a:latin typeface="+mj-lt"/>
                <a:ea typeface="+mn-ea"/>
                <a:cs typeface="+mn-cs"/>
              </a:defRPr>
            </a:lvl4pPr>
            <a:lvl5pPr marL="0" algn="ctr" defTabSz="1219170" rtl="0" eaLnBrk="1" latinLnBrk="0" hangingPunct="1">
              <a:defRPr sz="1067" b="1" kern="1200">
                <a:solidFill>
                  <a:schemeClr val="bg1"/>
                </a:solidFill>
                <a:latin typeface="+mj-lt"/>
                <a:ea typeface="+mn-ea"/>
                <a:cs typeface="+mn-cs"/>
              </a:defRPr>
            </a:lvl5pPr>
            <a:lvl6pPr marL="0" algn="ctr" defTabSz="1219170" rtl="0" eaLnBrk="1" latinLnBrk="0" hangingPunct="1">
              <a:defRPr sz="1067" b="1" kern="1200">
                <a:solidFill>
                  <a:schemeClr val="bg1"/>
                </a:solidFill>
                <a:latin typeface="+mj-lt"/>
                <a:ea typeface="+mn-ea"/>
                <a:cs typeface="+mn-cs"/>
              </a:defRPr>
            </a:lvl6pPr>
            <a:lvl7pPr marL="0" algn="ctr" defTabSz="1219170" rtl="0" eaLnBrk="1" latinLnBrk="0" hangingPunct="1">
              <a:defRPr sz="1067" b="1" kern="1200">
                <a:solidFill>
                  <a:schemeClr val="bg1"/>
                </a:solidFill>
                <a:latin typeface="+mj-lt"/>
                <a:ea typeface="+mn-ea"/>
                <a:cs typeface="+mn-cs"/>
              </a:defRPr>
            </a:lvl7pPr>
            <a:lvl8pPr marL="0" algn="ctr" defTabSz="1219170" rtl="0" eaLnBrk="1" latinLnBrk="0" hangingPunct="1">
              <a:defRPr sz="1067" b="1" kern="1200">
                <a:solidFill>
                  <a:schemeClr val="bg1"/>
                </a:solidFill>
                <a:latin typeface="+mj-lt"/>
                <a:ea typeface="+mn-ea"/>
                <a:cs typeface="+mn-cs"/>
              </a:defRPr>
            </a:lvl8pPr>
            <a:lvl9pPr marL="0" algn="ctr" defTabSz="1219170" rtl="0" eaLnBrk="1" latinLnBrk="0" hangingPunct="1">
              <a:defRPr sz="1067" b="1" kern="1200">
                <a:solidFill>
                  <a:schemeClr val="bg1"/>
                </a:solidFill>
                <a:latin typeface="+mj-lt"/>
                <a:ea typeface="+mn-ea"/>
                <a:cs typeface="+mn-cs"/>
              </a:defRPr>
            </a:lvl9pPr>
          </a:lstStyle>
          <a:p>
            <a:pPr defTabSz="1090426">
              <a:defRPr/>
            </a:pPr>
            <a:fld id="{96FF1F4F-4717-426F-83A6-412729423D60}" type="slidenum">
              <a:rPr lang="en-US" sz="894" b="0">
                <a:solidFill>
                  <a:schemeClr val="bg1"/>
                </a:solidFill>
                <a:latin typeface="Bebas Neue" panose="020B0606020202050201" pitchFamily="34" charset="0"/>
              </a:rPr>
              <a:pPr defTabSz="1090426">
                <a:defRPr/>
              </a:pPr>
              <a:t>37</a:t>
            </a:fld>
            <a:endParaRPr lang="en-US" sz="894" b="0">
              <a:solidFill>
                <a:schemeClr val="bg1"/>
              </a:solidFill>
              <a:latin typeface="Bebas Neue" panose="020B0606020202050201" pitchFamily="34" charset="0"/>
            </a:endParaRPr>
          </a:p>
        </p:txBody>
      </p:sp>
    </p:spTree>
    <p:extLst>
      <p:ext uri="{BB962C8B-B14F-4D97-AF65-F5344CB8AC3E}">
        <p14:creationId xmlns:p14="http://schemas.microsoft.com/office/powerpoint/2010/main" val="29108343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8E55C-DA1B-FC0F-F0EC-B1ACFE08C573}"/>
            </a:ext>
          </a:extLst>
        </p:cNvPr>
        <p:cNvGrpSpPr/>
        <p:nvPr/>
      </p:nvGrpSpPr>
      <p:grpSpPr>
        <a:xfrm>
          <a:off x="0" y="0"/>
          <a:ext cx="0" cy="0"/>
          <a:chOff x="0" y="0"/>
          <a:chExt cx="0" cy="0"/>
        </a:xfrm>
      </p:grpSpPr>
      <p:pic>
        <p:nvPicPr>
          <p:cNvPr id="2" name="Image 8">
            <a:extLst>
              <a:ext uri="{FF2B5EF4-FFF2-40B4-BE49-F238E27FC236}">
                <a16:creationId xmlns:a16="http://schemas.microsoft.com/office/drawing/2014/main" id="{FB7530EF-BA3A-43DE-8B41-E0AEC07E619F}"/>
              </a:ext>
            </a:extLst>
          </p:cNvPr>
          <p:cNvPicPr>
            <a:picLocks noGrp="1" noRot="1" noChangeAspect="1" noMove="1" noResize="1" noEditPoints="1" noAdjustHandles="1" noChangeArrowheads="1" noChangeShapeType="1" noCrop="1"/>
          </p:cNvPicPr>
          <p:nvPr/>
        </p:nvPicPr>
        <p:blipFill>
          <a:blip r:embed="rId3">
            <a:duotone>
              <a:prstClr val="black"/>
              <a:schemeClr val="tx2">
                <a:tint val="45000"/>
                <a:satMod val="400000"/>
              </a:schemeClr>
            </a:duotone>
            <a:alphaModFix/>
            <a:extLst>
              <a:ext uri="{BEBA8EAE-BF5A-486C-A8C5-ECC9F3942E4B}">
                <a14:imgProps xmlns:a14="http://schemas.microsoft.com/office/drawing/2010/main">
                  <a14:imgLayer r:embed="rId4">
                    <a14:imgEffect>
                      <a14:brightnessContrast bright="-34000"/>
                    </a14:imgEffect>
                  </a14:imgLayer>
                </a14:imgProps>
              </a:ext>
            </a:extLst>
          </a:blip>
          <a:srcRect l="6151" t="15096" r="3076" b="9415"/>
          <a:stretch>
            <a:fillRect/>
          </a:stretch>
        </p:blipFill>
        <p:spPr>
          <a:xfrm>
            <a:off x="0" y="-311783"/>
            <a:ext cx="12188825" cy="6757665"/>
          </a:xfrm>
          <a:prstGeom prst="rect">
            <a:avLst/>
          </a:prstGeom>
        </p:spPr>
      </p:pic>
      <p:sp>
        <p:nvSpPr>
          <p:cNvPr id="3" name="Title line 1"/>
          <p:cNvSpPr txBox="1"/>
          <p:nvPr/>
        </p:nvSpPr>
        <p:spPr>
          <a:xfrm>
            <a:off x="411480" y="548640"/>
            <a:ext cx="7589520" cy="338328"/>
          </a:xfrm>
          <a:prstGeom prst="rect">
            <a:avLst/>
          </a:prstGeom>
          <a:noFill/>
        </p:spPr>
        <p:txBody>
          <a:bodyPr wrap="square" lIns="91440" tIns="45720" rIns="91440" bIns="45720" anchor="t" rtlCol="0">
            <a:noAutofit/>
          </a:bodyPr>
          <a:lstStyle/>
          <a:p>
            <a:pPr marL="0" indent="0" algn="l">
              <a:lnSpc>
                <a:spcPct val="100000"/>
              </a:lnSpc>
              <a:spcBef>
                <a:spcPts val="0"/>
              </a:spcBef>
              <a:spcAft>
                <a:spcPts val="0"/>
              </a:spcAft>
              <a:buNone/>
            </a:pPr>
            <a:r>
              <a:rPr lang="en-GB" sz="1600" b="0" i="0" dirty="0">
                <a:solidFill>
                  <a:schemeClr val="bg1"/>
                </a:solidFill>
                <a:latin typeface="Aptos Light"/>
                <a:cs typeface="Aptos Light"/>
              </a:rPr>
              <a:t>EXEMPLARY RIGHTS PACKAGE · ATP 1000 &amp; 500 TOURNAMENTS</a:t>
            </a:r>
            <a:endParaRPr lang="en-GB" sz="1100" dirty="0"/>
          </a:p>
        </p:txBody>
      </p:sp>
      <p:sp>
        <p:nvSpPr>
          <p:cNvPr id="4" name="Title"/>
          <p:cNvSpPr txBox="1"/>
          <p:nvPr/>
        </p:nvSpPr>
        <p:spPr>
          <a:xfrm>
            <a:off x="676656" y="676656"/>
            <a:ext cx="5669280" cy="704088"/>
          </a:xfrm>
          <a:prstGeom prst="rect">
            <a:avLst/>
          </a:prstGeom>
          <a:noFill/>
        </p:spPr>
        <p:txBody>
          <a:bodyPr wrap="square" lIns="91440" tIns="45720" rIns="91440" bIns="45720" anchor="t" rtlCol="0">
            <a:noAutofit/>
          </a:bodyPr>
          <a:lstStyle/>
          <a:p>
            <a:pPr marL="0" indent="0" algn="l">
              <a:lnSpc>
                <a:spcPct val="100000"/>
              </a:lnSpc>
              <a:spcBef>
                <a:spcPts val="0"/>
              </a:spcBef>
              <a:spcAft>
                <a:spcPts val="0"/>
              </a:spcAft>
              <a:buNone/>
            </a:pPr>
            <a:r>
              <a:rPr lang="en-GB" sz="4000" b="1" i="1" dirty="0">
                <a:solidFill>
                  <a:srgbClr val="2A4CF9"/>
                </a:solidFill>
                <a:latin typeface="+mj-lt"/>
                <a:cs typeface="+mj-lt"/>
              </a:rPr>
              <a:t>Package A</a:t>
            </a:r>
            <a:endParaRPr lang="en-GB" sz="4000" dirty="0"/>
          </a:p>
        </p:txBody>
      </p:sp>
      <p:sp>
        <p:nvSpPr>
          <p:cNvPr id="5" name="Title line 3"/>
          <p:cNvSpPr txBox="1"/>
          <p:nvPr/>
        </p:nvSpPr>
        <p:spPr>
          <a:xfrm>
            <a:off x="676656" y="1280160"/>
            <a:ext cx="6400800" cy="338328"/>
          </a:xfrm>
          <a:prstGeom prst="rect">
            <a:avLst/>
          </a:prstGeom>
          <a:noFill/>
        </p:spPr>
        <p:txBody>
          <a:bodyPr wrap="square" lIns="91440" tIns="45720" rIns="91440" bIns="45720" anchor="t" rtlCol="0">
            <a:noAutofit/>
          </a:bodyPr>
          <a:lstStyle/>
          <a:p>
            <a:pPr marL="0" indent="0" algn="l">
              <a:lnSpc>
                <a:spcPct val="100000"/>
              </a:lnSpc>
              <a:spcBef>
                <a:spcPts val="0"/>
              </a:spcBef>
              <a:spcAft>
                <a:spcPts val="0"/>
              </a:spcAft>
              <a:buNone/>
            </a:pPr>
            <a:r>
              <a:rPr lang="en-GB" sz="1600" b="0" i="0" dirty="0">
                <a:solidFill>
                  <a:schemeClr val="bg1"/>
                </a:solidFill>
                <a:latin typeface="Aptos Light"/>
                <a:cs typeface="Aptos Light"/>
              </a:rPr>
              <a:t>PREMIUM UMPIRE-CHAIR POSITION</a:t>
            </a:r>
            <a:endParaRPr lang="en-GB" sz="1100" dirty="0"/>
          </a:p>
        </p:txBody>
      </p:sp>
      <p:sp>
        <p:nvSpPr>
          <p:cNvPr id="6" name="Investment box"/>
          <p:cNvSpPr/>
          <p:nvPr/>
        </p:nvSpPr>
        <p:spPr>
          <a:xfrm>
            <a:off x="8485632" y="548640"/>
            <a:ext cx="3200400" cy="1170432"/>
          </a:xfrm>
          <a:prstGeom prst="roundRect">
            <a:avLst>
              <a:gd name="adj" fmla="val 15625"/>
            </a:avLst>
          </a:prstGeom>
          <a:solidFill>
            <a:srgbClr val="2A4CF9"/>
          </a:solidFill>
          <a:ln>
            <a:noFill/>
          </a:ln>
        </p:spPr>
        <p:txBody>
          <a:bodyPr wrap="square" lIns="182880" tIns="118872" rIns="182880" bIns="91440" anchor="t" rtlCol="0">
            <a:noAutofit/>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
            </a:r>
            <a:endParaRPr lang="en-GB" sz="1100" dirty="0"/>
          </a:p>
        </p:txBody>
      </p:sp>
      <p:sp>
        <p:nvSpPr>
          <p:cNvPr id="7" name="Investment - INVESTMENT"/>
          <p:cNvSpPr txBox="1"/>
          <p:nvPr/>
        </p:nvSpPr>
        <p:spPr>
          <a:xfrm>
            <a:off x="8485632" y="548640"/>
            <a:ext cx="3200400" cy="1170432"/>
          </a:xfrm>
          <a:prstGeom prst="rect">
            <a:avLst/>
          </a:prstGeom>
          <a:noFill/>
        </p:spPr>
        <p:txBody>
          <a:bodyPr wrap="square" lIns="73152" tIns="36576" rIns="73152" bIns="36576" anchor="ctr" rtlCol="0">
            <a:noAutofit/>
          </a:bodyPr>
          <a:lstStyle/>
          <a:p>
            <a:pPr marL="0" indent="0" algn="ctr">
              <a:lnSpc>
                <a:spcPct val="100000"/>
              </a:lnSpc>
              <a:spcBef>
                <a:spcPts val="0"/>
              </a:spcBef>
              <a:spcAft>
                <a:spcPts val="0"/>
              </a:spcAft>
              <a:buNone/>
            </a:pPr>
            <a:r>
              <a:rPr lang="en-GB" sz="1000" b="1" i="0" spc="100" dirty="0">
                <a:solidFill>
                  <a:srgbClr val="FFFFFF"/>
                </a:solidFill>
                <a:latin typeface="Aptos Light"/>
                <a:cs typeface="Aptos Light"/>
              </a:rPr>
              <a:t>INVESTMENT</a:t>
            </a:r>
            <a:endParaRPr lang="en-GB" sz="1000" dirty="0"/>
          </a:p>
          <a:p>
            <a:pPr marL="0" indent="0" algn="ctr">
              <a:lnSpc>
                <a:spcPct val="100000"/>
              </a:lnSpc>
              <a:spcBef>
                <a:spcPts val="0"/>
              </a:spcBef>
              <a:spcAft>
                <a:spcPts val="0"/>
              </a:spcAft>
              <a:buNone/>
            </a:pPr>
            <a:r>
              <a:rPr lang="en-GB" sz="2600" b="1" i="0" dirty="0">
                <a:solidFill>
                  <a:srgbClr val="FFFFFF"/>
                </a:solidFill>
                <a:latin typeface="+mj-lt"/>
                <a:cs typeface="+mj-lt"/>
              </a:rPr>
              <a:t>€600K – 1M</a:t>
            </a:r>
            <a:endParaRPr lang="en-GB" sz="2600" dirty="0"/>
          </a:p>
          <a:p>
            <a:pPr marL="0" indent="0" algn="ctr">
              <a:lnSpc>
                <a:spcPct val="100000"/>
              </a:lnSpc>
              <a:spcBef>
                <a:spcPts val="0"/>
              </a:spcBef>
              <a:spcAft>
                <a:spcPts val="0"/>
              </a:spcAft>
              <a:buNone/>
            </a:pPr>
            <a:r>
              <a:rPr lang="en-GB" sz="1100" b="0" i="0" dirty="0">
                <a:solidFill>
                  <a:srgbClr val="FFFFFF"/>
                </a:solidFill>
                <a:latin typeface="Aptos Light"/>
                <a:cs typeface="Aptos Light"/>
              </a:rPr>
              <a:t>per annum, per tournament</a:t>
            </a:r>
            <a:endParaRPr lang="en-GB" sz="1100" dirty="0"/>
          </a:p>
        </p:txBody>
      </p:sp>
      <p:sp>
        <p:nvSpPr>
          <p:cNvPr id="8" name="Card - IP Rights"/>
          <p:cNvSpPr/>
          <p:nvPr/>
        </p:nvSpPr>
        <p:spPr>
          <a:xfrm>
            <a:off x="502920" y="1984248"/>
            <a:ext cx="3849624" cy="1325880"/>
          </a:xfrm>
          <a:prstGeom prst="roundRect">
            <a:avLst>
              <a:gd name="adj" fmla="val 15172"/>
            </a:avLst>
          </a:prstGeom>
          <a:solidFill>
            <a:srgbClr val="FFFFFF">
              <a:alpha val="60000"/>
            </a:srgbClr>
          </a:solidFill>
          <a:ln>
            <a:noFill/>
          </a:ln>
        </p:spPr>
        <p:txBody>
          <a:bodyPr wrap="square" lIns="182880" tIns="118872" rIns="182880" bIns="91440" anchor="t" rtlCol="0">
            <a:noAutofit/>
          </a:bodyPr>
          <a:lstStyle/>
          <a:p>
            <a:pPr marL="0" indent="0" algn="ctr">
              <a:lnSpc>
                <a:spcPct val="100000"/>
              </a:lnSpc>
              <a:spcBef>
                <a:spcPts val="0"/>
              </a:spcBef>
              <a:spcAft>
                <a:spcPts val="400"/>
              </a:spcAft>
              <a:buNone/>
            </a:pPr>
            <a:r>
              <a:rPr lang="en-GB" sz="1300" b="1" i="0" dirty="0">
                <a:solidFill>
                  <a:srgbClr val="2A4CF9"/>
                </a:solidFill>
                <a:latin typeface="Aptos Light"/>
                <a:cs typeface="Aptos Light"/>
              </a:rPr>
              <a:t>IP Rights</a:t>
            </a:r>
            <a:endParaRPr lang="en-GB" sz="1300" dirty="0"/>
          </a:p>
          <a:p>
            <a:pPr marL="155448" indent="-155448" algn="l">
              <a:lnSpc>
                <a:spcPct val="100000"/>
              </a:lnSpc>
              <a:spcBef>
                <a:spcPts val="0"/>
              </a:spcBef>
              <a:spcAft>
                <a:spcPts val="0"/>
              </a:spcAft>
              <a:buClr>
                <a:srgbClr val="2A4CF9"/>
              </a:buClr>
              <a:buSzPct val="100000"/>
              <a:buFont typeface="Arial"/>
              <a:buChar char="•"/>
            </a:pPr>
            <a:r>
              <a:rPr lang="en-GB" sz="1100" b="1" i="0" dirty="0">
                <a:solidFill>
                  <a:srgbClr val="000000"/>
                </a:solidFill>
                <a:latin typeface="Aptos Light"/>
                <a:cs typeface="Aptos Light"/>
              </a:rPr>
              <a:t>IP Rights &amp; Category exclusivity: </a:t>
            </a:r>
            <a:r>
              <a:rPr lang="en-GB" sz="1100" b="0" i="0" dirty="0">
                <a:solidFill>
                  <a:srgbClr val="000000"/>
                </a:solidFill>
                <a:latin typeface="Aptos Light"/>
                <a:cs typeface="Aptos Light"/>
              </a:rPr>
              <a:t>Use of tournament logo, marks and official name across Five9 marketing and advertising materials. Category designation to be mutually agreed.</a:t>
            </a:r>
            <a:endParaRPr lang="en-GB" sz="1100" dirty="0"/>
          </a:p>
        </p:txBody>
      </p:sp>
      <p:grpSp>
        <p:nvGrpSpPr>
          <p:cNvPr id="9" name="Hatch motif">
            <a:extLst>
              <a:ext uri="{FF2B5EF4-FFF2-40B4-BE49-F238E27FC236}">
                <a16:creationId xmlns:a16="http://schemas.microsoft.com/office/drawing/2014/main" id="{2E78901D-0D08-4817-B9DF-CA977E316DB6}"/>
              </a:ext>
            </a:extLst>
          </p:cNvPr>
          <p:cNvGrpSpPr/>
          <p:nvPr/>
        </p:nvGrpSpPr>
        <p:grpSpPr>
          <a:xfrm>
            <a:off x="2144268" y="1924812"/>
            <a:ext cx="566928" cy="118872"/>
            <a:chOff x="539750" y="2201159"/>
            <a:chExt cx="630525" cy="108104"/>
          </a:xfrm>
          <a:solidFill>
            <a:srgbClr val="FFFFFF"/>
          </a:solidFill>
        </p:grpSpPr>
        <p:sp>
          <p:nvSpPr>
            <p:cNvPr id="10" name="Freeform: Shape 134">
              <a:extLst>
                <a:ext uri="{FF2B5EF4-FFF2-40B4-BE49-F238E27FC236}">
                  <a16:creationId xmlns:a16="http://schemas.microsoft.com/office/drawing/2014/main" id="{C66D8F31-8C06-4825-AE74-31D6B9CB2564}"/>
                </a:ext>
              </a:extLst>
            </p:cNvPr>
            <p:cNvSpPr/>
            <p:nvPr/>
          </p:nvSpPr>
          <p:spPr>
            <a:xfrm flipH="1">
              <a:off x="689012"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11" name="Freeform: Shape 135">
              <a:extLst>
                <a:ext uri="{FF2B5EF4-FFF2-40B4-BE49-F238E27FC236}">
                  <a16:creationId xmlns:a16="http://schemas.microsoft.com/office/drawing/2014/main" id="{296A04EA-B1C3-4770-A7B5-D44242AC43B8}"/>
                </a:ext>
              </a:extLst>
            </p:cNvPr>
            <p:cNvSpPr/>
            <p:nvPr/>
          </p:nvSpPr>
          <p:spPr>
            <a:xfrm flipH="1">
              <a:off x="614381"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12" name="Freeform: Shape 136">
              <a:extLst>
                <a:ext uri="{FF2B5EF4-FFF2-40B4-BE49-F238E27FC236}">
                  <a16:creationId xmlns:a16="http://schemas.microsoft.com/office/drawing/2014/main" id="{8746A035-3868-40A4-B245-75018710CAA8}"/>
                </a:ext>
              </a:extLst>
            </p:cNvPr>
            <p:cNvSpPr/>
            <p:nvPr/>
          </p:nvSpPr>
          <p:spPr>
            <a:xfrm flipH="1">
              <a:off x="539750"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13" name="Freeform: Shape 137">
              <a:extLst>
                <a:ext uri="{FF2B5EF4-FFF2-40B4-BE49-F238E27FC236}">
                  <a16:creationId xmlns:a16="http://schemas.microsoft.com/office/drawing/2014/main" id="{26FDFFD3-E2D9-4024-A8B9-28DC454953F0}"/>
                </a:ext>
              </a:extLst>
            </p:cNvPr>
            <p:cNvSpPr/>
            <p:nvPr/>
          </p:nvSpPr>
          <p:spPr>
            <a:xfrm flipH="1">
              <a:off x="912909"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14" name="Freeform: Shape 138">
              <a:extLst>
                <a:ext uri="{FF2B5EF4-FFF2-40B4-BE49-F238E27FC236}">
                  <a16:creationId xmlns:a16="http://schemas.microsoft.com/office/drawing/2014/main" id="{3353D383-CD00-4FBE-8592-A625C7D939A8}"/>
                </a:ext>
              </a:extLst>
            </p:cNvPr>
            <p:cNvSpPr/>
            <p:nvPr/>
          </p:nvSpPr>
          <p:spPr>
            <a:xfrm flipH="1">
              <a:off x="838278"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15" name="Freeform: Shape 139">
              <a:extLst>
                <a:ext uri="{FF2B5EF4-FFF2-40B4-BE49-F238E27FC236}">
                  <a16:creationId xmlns:a16="http://schemas.microsoft.com/office/drawing/2014/main" id="{1ED27A8A-7ED0-4D7C-8074-8000994FC0B5}"/>
                </a:ext>
              </a:extLst>
            </p:cNvPr>
            <p:cNvSpPr/>
            <p:nvPr/>
          </p:nvSpPr>
          <p:spPr>
            <a:xfrm flipH="1">
              <a:off x="763647"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16" name="Freeform: Shape 140">
              <a:extLst>
                <a:ext uri="{FF2B5EF4-FFF2-40B4-BE49-F238E27FC236}">
                  <a16:creationId xmlns:a16="http://schemas.microsoft.com/office/drawing/2014/main" id="{861A3490-41A2-49B1-B2D6-5D3E3E3EACA6}"/>
                </a:ext>
              </a:extLst>
            </p:cNvPr>
            <p:cNvSpPr/>
            <p:nvPr/>
          </p:nvSpPr>
          <p:spPr>
            <a:xfrm flipH="1">
              <a:off x="1062175"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17" name="Freeform: Shape 141">
              <a:extLst>
                <a:ext uri="{FF2B5EF4-FFF2-40B4-BE49-F238E27FC236}">
                  <a16:creationId xmlns:a16="http://schemas.microsoft.com/office/drawing/2014/main" id="{E81738D7-B60E-4237-9C70-A5DD6A6C47E6}"/>
                </a:ext>
              </a:extLst>
            </p:cNvPr>
            <p:cNvSpPr/>
            <p:nvPr/>
          </p:nvSpPr>
          <p:spPr>
            <a:xfrm flipH="1">
              <a:off x="987544"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grpSp>
      <p:sp>
        <p:nvSpPr>
          <p:cNvPr id="18" name="Card - Hospitality"/>
          <p:cNvSpPr/>
          <p:nvPr/>
        </p:nvSpPr>
        <p:spPr>
          <a:xfrm>
            <a:off x="502920" y="3584448"/>
            <a:ext cx="3849624" cy="2057400"/>
          </a:xfrm>
          <a:prstGeom prst="roundRect">
            <a:avLst>
              <a:gd name="adj" fmla="val 9777"/>
            </a:avLst>
          </a:prstGeom>
          <a:solidFill>
            <a:srgbClr val="FFFFFF">
              <a:alpha val="60000"/>
            </a:srgbClr>
          </a:solidFill>
          <a:ln>
            <a:noFill/>
          </a:ln>
        </p:spPr>
        <p:txBody>
          <a:bodyPr wrap="square" lIns="182880" tIns="118872" rIns="182880" bIns="91440" anchor="t" rtlCol="0">
            <a:noAutofit/>
          </a:bodyPr>
          <a:lstStyle/>
          <a:p>
            <a:pPr marL="0" indent="0" algn="ctr">
              <a:lnSpc>
                <a:spcPct val="100000"/>
              </a:lnSpc>
              <a:spcBef>
                <a:spcPts val="0"/>
              </a:spcBef>
              <a:spcAft>
                <a:spcPts val="400"/>
              </a:spcAft>
              <a:buNone/>
            </a:pPr>
            <a:r>
              <a:rPr lang="en-GB" sz="1300" b="1" i="0" dirty="0">
                <a:solidFill>
                  <a:srgbClr val="2A4CF9"/>
                </a:solidFill>
                <a:latin typeface="Aptos Light"/>
                <a:cs typeface="Aptos Light"/>
              </a:rPr>
              <a:t>Hospitality</a:t>
            </a:r>
            <a:endParaRPr lang="en-GB" sz="13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VIP boxes: </a:t>
            </a:r>
            <a:r>
              <a:rPr lang="en-GB" sz="1100" b="0" i="0" dirty="0">
                <a:solidFill>
                  <a:srgbClr val="000000"/>
                </a:solidFill>
                <a:latin typeface="Aptos Light"/>
                <a:cs typeface="Aptos Light"/>
              </a:rPr>
              <a:t>Premium spaces on the main show court for hosting clients, prospects and partners.</a:t>
            </a:r>
            <a:endParaRPr lang="en-GB" sz="11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VIP Club tables: </a:t>
            </a:r>
            <a:r>
              <a:rPr lang="en-GB" sz="1100" b="0" i="0" dirty="0">
                <a:solidFill>
                  <a:srgbClr val="000000"/>
                </a:solidFill>
                <a:latin typeface="Aptos Light"/>
                <a:cs typeface="Aptos Light"/>
              </a:rPr>
              <a:t>Dedicated hospitality tables for networking and relationship-building.</a:t>
            </a:r>
            <a:endParaRPr lang="en-GB" sz="1100" dirty="0"/>
          </a:p>
          <a:p>
            <a:pPr marL="155448" indent="-155448" algn="l">
              <a:lnSpc>
                <a:spcPct val="100000"/>
              </a:lnSpc>
              <a:spcBef>
                <a:spcPts val="0"/>
              </a:spcBef>
              <a:spcAft>
                <a:spcPts val="0"/>
              </a:spcAft>
              <a:buClr>
                <a:srgbClr val="2A4CF9"/>
              </a:buClr>
              <a:buSzPct val="100000"/>
              <a:buFont typeface="Arial"/>
              <a:buChar char="•"/>
            </a:pPr>
            <a:r>
              <a:rPr lang="en-GB" sz="1100" b="1" i="0" dirty="0">
                <a:solidFill>
                  <a:srgbClr val="000000"/>
                </a:solidFill>
                <a:latin typeface="Aptos Light"/>
                <a:cs typeface="Aptos Light"/>
              </a:rPr>
              <a:t>Premium tickets per session: </a:t>
            </a:r>
            <a:r>
              <a:rPr lang="en-GB" sz="1100" b="0" i="0" dirty="0">
                <a:solidFill>
                  <a:srgbClr val="000000"/>
                </a:solidFill>
                <a:latin typeface="Aptos Light"/>
                <a:cs typeface="Aptos Light"/>
              </a:rPr>
              <a:t>Flexible premium access for client entertainment and employee engagement.</a:t>
            </a:r>
            <a:endParaRPr lang="en-GB" sz="1100" dirty="0"/>
          </a:p>
        </p:txBody>
      </p:sp>
      <p:grpSp>
        <p:nvGrpSpPr>
          <p:cNvPr id="19" name="Hatch motif">
            <a:extLst>
              <a:ext uri="{FF2B5EF4-FFF2-40B4-BE49-F238E27FC236}">
                <a16:creationId xmlns:a16="http://schemas.microsoft.com/office/drawing/2014/main" id="{65DD0D7D-5F10-4A76-95F7-EFCFE53E3820}"/>
              </a:ext>
            </a:extLst>
          </p:cNvPr>
          <p:cNvGrpSpPr/>
          <p:nvPr/>
        </p:nvGrpSpPr>
        <p:grpSpPr>
          <a:xfrm>
            <a:off x="2144268" y="3525012"/>
            <a:ext cx="566928" cy="118872"/>
            <a:chOff x="539750" y="2201159"/>
            <a:chExt cx="630525" cy="108104"/>
          </a:xfrm>
          <a:solidFill>
            <a:srgbClr val="FFFFFF"/>
          </a:solidFill>
        </p:grpSpPr>
        <p:sp>
          <p:nvSpPr>
            <p:cNvPr id="20" name="Freeform: Shape 134">
              <a:extLst>
                <a:ext uri="{FF2B5EF4-FFF2-40B4-BE49-F238E27FC236}">
                  <a16:creationId xmlns:a16="http://schemas.microsoft.com/office/drawing/2014/main" id="{599DA237-0A6A-4880-86AF-951A01816A52}"/>
                </a:ext>
              </a:extLst>
            </p:cNvPr>
            <p:cNvSpPr/>
            <p:nvPr/>
          </p:nvSpPr>
          <p:spPr>
            <a:xfrm flipH="1">
              <a:off x="689012"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21" name="Freeform: Shape 135">
              <a:extLst>
                <a:ext uri="{FF2B5EF4-FFF2-40B4-BE49-F238E27FC236}">
                  <a16:creationId xmlns:a16="http://schemas.microsoft.com/office/drawing/2014/main" id="{96CD095D-7B7D-4ACC-8B9E-825021795649}"/>
                </a:ext>
              </a:extLst>
            </p:cNvPr>
            <p:cNvSpPr/>
            <p:nvPr/>
          </p:nvSpPr>
          <p:spPr>
            <a:xfrm flipH="1">
              <a:off x="614381"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22" name="Freeform: Shape 136">
              <a:extLst>
                <a:ext uri="{FF2B5EF4-FFF2-40B4-BE49-F238E27FC236}">
                  <a16:creationId xmlns:a16="http://schemas.microsoft.com/office/drawing/2014/main" id="{D72321FE-18DD-4C82-AFC5-237110F775F6}"/>
                </a:ext>
              </a:extLst>
            </p:cNvPr>
            <p:cNvSpPr/>
            <p:nvPr/>
          </p:nvSpPr>
          <p:spPr>
            <a:xfrm flipH="1">
              <a:off x="539750"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23" name="Freeform: Shape 137">
              <a:extLst>
                <a:ext uri="{FF2B5EF4-FFF2-40B4-BE49-F238E27FC236}">
                  <a16:creationId xmlns:a16="http://schemas.microsoft.com/office/drawing/2014/main" id="{60BAB7DC-6212-4F44-9BA4-6E7AFAE096E3}"/>
                </a:ext>
              </a:extLst>
            </p:cNvPr>
            <p:cNvSpPr/>
            <p:nvPr/>
          </p:nvSpPr>
          <p:spPr>
            <a:xfrm flipH="1">
              <a:off x="912909"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24" name="Freeform: Shape 138">
              <a:extLst>
                <a:ext uri="{FF2B5EF4-FFF2-40B4-BE49-F238E27FC236}">
                  <a16:creationId xmlns:a16="http://schemas.microsoft.com/office/drawing/2014/main" id="{69B95F86-3A2E-4F9A-AFFB-3765B0E94510}"/>
                </a:ext>
              </a:extLst>
            </p:cNvPr>
            <p:cNvSpPr/>
            <p:nvPr/>
          </p:nvSpPr>
          <p:spPr>
            <a:xfrm flipH="1">
              <a:off x="838278"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25" name="Freeform: Shape 139">
              <a:extLst>
                <a:ext uri="{FF2B5EF4-FFF2-40B4-BE49-F238E27FC236}">
                  <a16:creationId xmlns:a16="http://schemas.microsoft.com/office/drawing/2014/main" id="{ED73263D-6AD7-4681-A572-CF4023CD5A71}"/>
                </a:ext>
              </a:extLst>
            </p:cNvPr>
            <p:cNvSpPr/>
            <p:nvPr/>
          </p:nvSpPr>
          <p:spPr>
            <a:xfrm flipH="1">
              <a:off x="763647"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26" name="Freeform: Shape 140">
              <a:extLst>
                <a:ext uri="{FF2B5EF4-FFF2-40B4-BE49-F238E27FC236}">
                  <a16:creationId xmlns:a16="http://schemas.microsoft.com/office/drawing/2014/main" id="{1DE1DB61-5ACE-48EC-B57D-6A305D41E0B8}"/>
                </a:ext>
              </a:extLst>
            </p:cNvPr>
            <p:cNvSpPr/>
            <p:nvPr/>
          </p:nvSpPr>
          <p:spPr>
            <a:xfrm flipH="1">
              <a:off x="1062175"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27" name="Freeform: Shape 141">
              <a:extLst>
                <a:ext uri="{FF2B5EF4-FFF2-40B4-BE49-F238E27FC236}">
                  <a16:creationId xmlns:a16="http://schemas.microsoft.com/office/drawing/2014/main" id="{AF0111FE-15D4-4EB7-A79A-1C46DD1C8C83}"/>
                </a:ext>
              </a:extLst>
            </p:cNvPr>
            <p:cNvSpPr/>
            <p:nvPr/>
          </p:nvSpPr>
          <p:spPr>
            <a:xfrm flipH="1">
              <a:off x="987544"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grpSp>
      <p:sp>
        <p:nvSpPr>
          <p:cNvPr id="28" name="Card - Visibility"/>
          <p:cNvSpPr/>
          <p:nvPr/>
        </p:nvSpPr>
        <p:spPr>
          <a:xfrm>
            <a:off x="4626864" y="1984248"/>
            <a:ext cx="3575304" cy="3657600"/>
          </a:xfrm>
          <a:prstGeom prst="roundRect">
            <a:avLst>
              <a:gd name="adj" fmla="val 5626"/>
            </a:avLst>
          </a:prstGeom>
          <a:solidFill>
            <a:srgbClr val="FFFFFF">
              <a:alpha val="60000"/>
            </a:srgbClr>
          </a:solidFill>
          <a:ln>
            <a:noFill/>
          </a:ln>
        </p:spPr>
        <p:txBody>
          <a:bodyPr wrap="square" lIns="182880" tIns="118872" rIns="182880" bIns="91440" anchor="t" rtlCol="0">
            <a:noAutofit/>
          </a:bodyPr>
          <a:lstStyle/>
          <a:p>
            <a:pPr marL="0" indent="0" algn="ctr">
              <a:lnSpc>
                <a:spcPct val="100000"/>
              </a:lnSpc>
              <a:spcBef>
                <a:spcPts val="0"/>
              </a:spcBef>
              <a:spcAft>
                <a:spcPts val="400"/>
              </a:spcAft>
              <a:buNone/>
            </a:pPr>
            <a:r>
              <a:rPr lang="en-GB" sz="1300" b="1" i="0" dirty="0">
                <a:solidFill>
                  <a:srgbClr val="2A4CF9"/>
                </a:solidFill>
                <a:latin typeface="Aptos Light"/>
                <a:cs typeface="Aptos Light"/>
              </a:rPr>
              <a:t>Visibility</a:t>
            </a:r>
            <a:endParaRPr lang="en-GB" sz="13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Premium branding: </a:t>
            </a:r>
            <a:r>
              <a:rPr lang="en-GB" sz="1100" b="0" i="0" dirty="0">
                <a:solidFill>
                  <a:srgbClr val="000000"/>
                </a:solidFill>
                <a:latin typeface="Aptos Light"/>
                <a:cs typeface="Aptos Light"/>
              </a:rPr>
              <a:t>Five9 branding on the umpire chair or similar premium on-court positions, delivering prominent in-venue and broadcast exposure.</a:t>
            </a:r>
            <a:r>
              <a:rPr lang="en-GB" sz="1100" b="0" i="1" dirty="0">
                <a:solidFill>
                  <a:srgbClr val="000000"/>
                </a:solidFill>
                <a:latin typeface="Aptos Light"/>
                <a:cs typeface="Aptos Light"/>
              </a:rPr>
              <a:t> Inventory may change for each tournament.</a:t>
            </a:r>
            <a:endParaRPr lang="en-GB" sz="11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LED sidewall branding: </a:t>
            </a:r>
            <a:r>
              <a:rPr lang="en-GB" sz="1100" b="0" i="0" dirty="0">
                <a:solidFill>
                  <a:srgbClr val="000000"/>
                </a:solidFill>
                <a:latin typeface="Aptos Light"/>
                <a:cs typeface="Aptos Light"/>
              </a:rPr>
              <a:t>Five9 branding on courtside LED inventory during games.</a:t>
            </a:r>
            <a:endParaRPr lang="en-GB" sz="11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Big-screen spot: </a:t>
            </a:r>
            <a:r>
              <a:rPr lang="en-GB" sz="1100" b="0" i="0" dirty="0">
                <a:solidFill>
                  <a:srgbClr val="000000"/>
                </a:solidFill>
                <a:latin typeface="Aptos Light"/>
                <a:cs typeface="Aptos Light"/>
              </a:rPr>
              <a:t>Five9 video shown on the main venue screens.</a:t>
            </a:r>
            <a:endParaRPr lang="en-GB" sz="11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Practice courts: </a:t>
            </a:r>
            <a:r>
              <a:rPr lang="en-GB" sz="1100" b="0" i="0" dirty="0">
                <a:solidFill>
                  <a:srgbClr val="000000"/>
                </a:solidFill>
                <a:latin typeface="Aptos Light"/>
                <a:cs typeface="Aptos Light"/>
              </a:rPr>
              <a:t>Static branding around selected outdoor practice courts.</a:t>
            </a:r>
            <a:endParaRPr lang="en-GB" sz="11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Tournament website &amp; App: </a:t>
            </a:r>
            <a:r>
              <a:rPr lang="en-GB" sz="1100" b="0" i="0" dirty="0">
                <a:solidFill>
                  <a:srgbClr val="000000"/>
                </a:solidFill>
                <a:latin typeface="Aptos Light"/>
                <a:cs typeface="Aptos Light"/>
              </a:rPr>
              <a:t>Five9 banner and sponsor-directory presence on the official website &amp; App.</a:t>
            </a:r>
            <a:endParaRPr lang="en-GB" sz="1100" dirty="0"/>
          </a:p>
          <a:p>
            <a:pPr marL="155448" indent="-155448" algn="l">
              <a:lnSpc>
                <a:spcPct val="100000"/>
              </a:lnSpc>
              <a:spcBef>
                <a:spcPts val="0"/>
              </a:spcBef>
              <a:spcAft>
                <a:spcPts val="0"/>
              </a:spcAft>
              <a:buClr>
                <a:srgbClr val="2A4CF9"/>
              </a:buClr>
              <a:buSzPct val="100000"/>
              <a:buFont typeface="Arial"/>
              <a:buChar char="•"/>
            </a:pPr>
            <a:r>
              <a:rPr lang="en-GB" sz="1100" b="1" i="0" dirty="0">
                <a:solidFill>
                  <a:srgbClr val="000000"/>
                </a:solidFill>
                <a:latin typeface="Aptos Light"/>
                <a:cs typeface="Aptos Light"/>
              </a:rPr>
              <a:t>Social media: </a:t>
            </a:r>
            <a:r>
              <a:rPr lang="en-GB" sz="1100" b="0" i="0" dirty="0">
                <a:solidFill>
                  <a:srgbClr val="000000"/>
                </a:solidFill>
                <a:latin typeface="Aptos Light"/>
                <a:cs typeface="Aptos Light"/>
              </a:rPr>
              <a:t>Co-branded posts through the tournament’s official channels.</a:t>
            </a:r>
            <a:endParaRPr lang="en-GB" sz="1100" dirty="0"/>
          </a:p>
        </p:txBody>
      </p:sp>
      <p:grpSp>
        <p:nvGrpSpPr>
          <p:cNvPr id="29" name="Hatch motif">
            <a:extLst>
              <a:ext uri="{FF2B5EF4-FFF2-40B4-BE49-F238E27FC236}">
                <a16:creationId xmlns:a16="http://schemas.microsoft.com/office/drawing/2014/main" id="{B19B6A27-CD0F-4126-9FAC-62A24238B4F2}"/>
              </a:ext>
            </a:extLst>
          </p:cNvPr>
          <p:cNvGrpSpPr/>
          <p:nvPr/>
        </p:nvGrpSpPr>
        <p:grpSpPr>
          <a:xfrm>
            <a:off x="6131052" y="1924812"/>
            <a:ext cx="566928" cy="118872"/>
            <a:chOff x="539750" y="2201159"/>
            <a:chExt cx="630525" cy="108104"/>
          </a:xfrm>
          <a:solidFill>
            <a:srgbClr val="FFFFFF"/>
          </a:solidFill>
        </p:grpSpPr>
        <p:sp>
          <p:nvSpPr>
            <p:cNvPr id="30" name="Freeform: Shape 134">
              <a:extLst>
                <a:ext uri="{FF2B5EF4-FFF2-40B4-BE49-F238E27FC236}">
                  <a16:creationId xmlns:a16="http://schemas.microsoft.com/office/drawing/2014/main" id="{96CBF795-EA93-4923-9861-20E345D986B8}"/>
                </a:ext>
              </a:extLst>
            </p:cNvPr>
            <p:cNvSpPr/>
            <p:nvPr/>
          </p:nvSpPr>
          <p:spPr>
            <a:xfrm flipH="1">
              <a:off x="689012"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31" name="Freeform: Shape 135">
              <a:extLst>
                <a:ext uri="{FF2B5EF4-FFF2-40B4-BE49-F238E27FC236}">
                  <a16:creationId xmlns:a16="http://schemas.microsoft.com/office/drawing/2014/main" id="{5D18CF36-FCA6-4DC9-8092-AE5D018F147B}"/>
                </a:ext>
              </a:extLst>
            </p:cNvPr>
            <p:cNvSpPr/>
            <p:nvPr/>
          </p:nvSpPr>
          <p:spPr>
            <a:xfrm flipH="1">
              <a:off x="614381"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32" name="Freeform: Shape 136">
              <a:extLst>
                <a:ext uri="{FF2B5EF4-FFF2-40B4-BE49-F238E27FC236}">
                  <a16:creationId xmlns:a16="http://schemas.microsoft.com/office/drawing/2014/main" id="{C2434098-DBCF-4A38-8FA3-EAD81D5EFFB8}"/>
                </a:ext>
              </a:extLst>
            </p:cNvPr>
            <p:cNvSpPr/>
            <p:nvPr/>
          </p:nvSpPr>
          <p:spPr>
            <a:xfrm flipH="1">
              <a:off x="539750"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33" name="Freeform: Shape 137">
              <a:extLst>
                <a:ext uri="{FF2B5EF4-FFF2-40B4-BE49-F238E27FC236}">
                  <a16:creationId xmlns:a16="http://schemas.microsoft.com/office/drawing/2014/main" id="{2F26E812-3312-4724-83AA-D58DE6104B93}"/>
                </a:ext>
              </a:extLst>
            </p:cNvPr>
            <p:cNvSpPr/>
            <p:nvPr/>
          </p:nvSpPr>
          <p:spPr>
            <a:xfrm flipH="1">
              <a:off x="912909"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34" name="Freeform: Shape 138">
              <a:extLst>
                <a:ext uri="{FF2B5EF4-FFF2-40B4-BE49-F238E27FC236}">
                  <a16:creationId xmlns:a16="http://schemas.microsoft.com/office/drawing/2014/main" id="{778A2CCF-D0DF-439B-8703-E7BBC27F79C3}"/>
                </a:ext>
              </a:extLst>
            </p:cNvPr>
            <p:cNvSpPr/>
            <p:nvPr/>
          </p:nvSpPr>
          <p:spPr>
            <a:xfrm flipH="1">
              <a:off x="838278"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35" name="Freeform: Shape 139">
              <a:extLst>
                <a:ext uri="{FF2B5EF4-FFF2-40B4-BE49-F238E27FC236}">
                  <a16:creationId xmlns:a16="http://schemas.microsoft.com/office/drawing/2014/main" id="{1D9AA028-5D1B-45C9-84AE-374792184E7C}"/>
                </a:ext>
              </a:extLst>
            </p:cNvPr>
            <p:cNvSpPr/>
            <p:nvPr/>
          </p:nvSpPr>
          <p:spPr>
            <a:xfrm flipH="1">
              <a:off x="763647"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36" name="Freeform: Shape 140">
              <a:extLst>
                <a:ext uri="{FF2B5EF4-FFF2-40B4-BE49-F238E27FC236}">
                  <a16:creationId xmlns:a16="http://schemas.microsoft.com/office/drawing/2014/main" id="{47468A2F-D486-4ACE-AFA5-FD5CF9B32C58}"/>
                </a:ext>
              </a:extLst>
            </p:cNvPr>
            <p:cNvSpPr/>
            <p:nvPr/>
          </p:nvSpPr>
          <p:spPr>
            <a:xfrm flipH="1">
              <a:off x="1062175"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37" name="Freeform: Shape 141">
              <a:extLst>
                <a:ext uri="{FF2B5EF4-FFF2-40B4-BE49-F238E27FC236}">
                  <a16:creationId xmlns:a16="http://schemas.microsoft.com/office/drawing/2014/main" id="{EC67504D-1F2A-4149-84E2-D9A1EB7259DC}"/>
                </a:ext>
              </a:extLst>
            </p:cNvPr>
            <p:cNvSpPr/>
            <p:nvPr/>
          </p:nvSpPr>
          <p:spPr>
            <a:xfrm flipH="1">
              <a:off x="987544"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grpSp>
      <p:sp>
        <p:nvSpPr>
          <p:cNvPr id="38" name="Card - Activation"/>
          <p:cNvSpPr/>
          <p:nvPr/>
        </p:nvSpPr>
        <p:spPr>
          <a:xfrm>
            <a:off x="8476488" y="1984248"/>
            <a:ext cx="3209544" cy="3657600"/>
          </a:xfrm>
          <a:prstGeom prst="roundRect">
            <a:avLst>
              <a:gd name="adj" fmla="val 6267"/>
            </a:avLst>
          </a:prstGeom>
          <a:solidFill>
            <a:srgbClr val="FFFFFF">
              <a:alpha val="60000"/>
            </a:srgbClr>
          </a:solidFill>
          <a:ln>
            <a:noFill/>
          </a:ln>
        </p:spPr>
        <p:txBody>
          <a:bodyPr wrap="square" lIns="182880" tIns="118872" rIns="182880" bIns="91440" anchor="t" rtlCol="0">
            <a:noAutofit/>
          </a:bodyPr>
          <a:lstStyle/>
          <a:p>
            <a:pPr marL="0" indent="0" algn="ctr">
              <a:lnSpc>
                <a:spcPct val="100000"/>
              </a:lnSpc>
              <a:spcBef>
                <a:spcPts val="0"/>
              </a:spcBef>
              <a:spcAft>
                <a:spcPts val="400"/>
              </a:spcAft>
              <a:buNone/>
            </a:pPr>
            <a:r>
              <a:rPr lang="en-GB" sz="1300" b="1" i="0" dirty="0">
                <a:solidFill>
                  <a:srgbClr val="2A4CF9"/>
                </a:solidFill>
                <a:latin typeface="Aptos Light"/>
                <a:cs typeface="Aptos Light"/>
              </a:rPr>
              <a:t>Activation</a:t>
            </a:r>
            <a:endParaRPr lang="en-GB" sz="13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Player meet &amp; greet: </a:t>
            </a:r>
            <a:r>
              <a:rPr lang="en-GB" sz="1100" b="0" i="0" dirty="0">
                <a:solidFill>
                  <a:srgbClr val="000000"/>
                </a:solidFill>
                <a:latin typeface="Aptos Light"/>
                <a:cs typeface="Aptos Light"/>
              </a:rPr>
              <a:t>Exclusive guest experience hosted by players.</a:t>
            </a:r>
            <a:endParaRPr lang="en-GB" sz="11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Entrance activation: </a:t>
            </a:r>
            <a:r>
              <a:rPr lang="en-GB" sz="1100" b="0" i="0" dirty="0">
                <a:solidFill>
                  <a:srgbClr val="000000"/>
                </a:solidFill>
                <a:latin typeface="Aptos Light"/>
                <a:cs typeface="Aptos Light"/>
              </a:rPr>
              <a:t>Branded space near the main entrance for engagement, demonstrations and lead generation.</a:t>
            </a:r>
            <a:endParaRPr lang="en-GB" sz="11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Coin Toss: </a:t>
            </a:r>
            <a:r>
              <a:rPr lang="en-GB" sz="1100" b="0" i="0" dirty="0">
                <a:solidFill>
                  <a:srgbClr val="000000"/>
                </a:solidFill>
                <a:latin typeface="Aptos Light"/>
                <a:cs typeface="Aptos Light"/>
              </a:rPr>
              <a:t>Five9 lives the “Coin Toss Experience”, one of the tournament’s most iconic on-court moments, with premium visibility on center court during the pre-match ceremony.</a:t>
            </a:r>
            <a:endParaRPr lang="en-GB" sz="1100" dirty="0"/>
          </a:p>
          <a:p>
            <a:pPr marL="155448" indent="-155448" algn="l">
              <a:lnSpc>
                <a:spcPct val="100000"/>
              </a:lnSpc>
              <a:spcBef>
                <a:spcPts val="0"/>
              </a:spcBef>
              <a:spcAft>
                <a:spcPts val="0"/>
              </a:spcAft>
              <a:buClr>
                <a:srgbClr val="2A4CF9"/>
              </a:buClr>
              <a:buSzPct val="100000"/>
              <a:buFont typeface="Arial"/>
              <a:buChar char="•"/>
            </a:pPr>
            <a:r>
              <a:rPr lang="en-GB" sz="1100" b="1" i="0" dirty="0">
                <a:solidFill>
                  <a:srgbClr val="000000"/>
                </a:solidFill>
                <a:latin typeface="Aptos Light"/>
                <a:cs typeface="Aptos Light"/>
              </a:rPr>
              <a:t>Clinics: </a:t>
            </a:r>
            <a:r>
              <a:rPr lang="en-GB" sz="1100" b="0" i="0" dirty="0">
                <a:solidFill>
                  <a:srgbClr val="000000"/>
                </a:solidFill>
                <a:latin typeface="Aptos Light"/>
                <a:cs typeface="Aptos Light"/>
              </a:rPr>
              <a:t>A private, one-hour on-court tennis clinic during the tournament weeks, giving guests exclusive access to the tournament environment through a premium tennis session.</a:t>
            </a:r>
            <a:endParaRPr lang="en-GB" sz="1100" dirty="0"/>
          </a:p>
        </p:txBody>
      </p:sp>
      <p:grpSp>
        <p:nvGrpSpPr>
          <p:cNvPr id="39" name="Hatch motif">
            <a:extLst>
              <a:ext uri="{FF2B5EF4-FFF2-40B4-BE49-F238E27FC236}">
                <a16:creationId xmlns:a16="http://schemas.microsoft.com/office/drawing/2014/main" id="{8E1A3587-0AE1-4C10-B1B0-EC3AC9EAE645}"/>
              </a:ext>
            </a:extLst>
          </p:cNvPr>
          <p:cNvGrpSpPr/>
          <p:nvPr/>
        </p:nvGrpSpPr>
        <p:grpSpPr>
          <a:xfrm>
            <a:off x="9797796" y="1924812"/>
            <a:ext cx="566928" cy="118872"/>
            <a:chOff x="539750" y="2201159"/>
            <a:chExt cx="630525" cy="108104"/>
          </a:xfrm>
          <a:solidFill>
            <a:srgbClr val="FFFFFF"/>
          </a:solidFill>
        </p:grpSpPr>
        <p:sp>
          <p:nvSpPr>
            <p:cNvPr id="40" name="Freeform: Shape 134">
              <a:extLst>
                <a:ext uri="{FF2B5EF4-FFF2-40B4-BE49-F238E27FC236}">
                  <a16:creationId xmlns:a16="http://schemas.microsoft.com/office/drawing/2014/main" id="{3F67CBD1-2DEF-44E2-A8D2-E0C5174253A6}"/>
                </a:ext>
              </a:extLst>
            </p:cNvPr>
            <p:cNvSpPr/>
            <p:nvPr/>
          </p:nvSpPr>
          <p:spPr>
            <a:xfrm flipH="1">
              <a:off x="689012"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41" name="Freeform: Shape 135">
              <a:extLst>
                <a:ext uri="{FF2B5EF4-FFF2-40B4-BE49-F238E27FC236}">
                  <a16:creationId xmlns:a16="http://schemas.microsoft.com/office/drawing/2014/main" id="{3E0E84CD-EE1D-4D79-9715-E2D241F8607E}"/>
                </a:ext>
              </a:extLst>
            </p:cNvPr>
            <p:cNvSpPr/>
            <p:nvPr/>
          </p:nvSpPr>
          <p:spPr>
            <a:xfrm flipH="1">
              <a:off x="614381"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42" name="Freeform: Shape 136">
              <a:extLst>
                <a:ext uri="{FF2B5EF4-FFF2-40B4-BE49-F238E27FC236}">
                  <a16:creationId xmlns:a16="http://schemas.microsoft.com/office/drawing/2014/main" id="{1EA98680-5380-4CD9-922A-9C9CD90A3E91}"/>
                </a:ext>
              </a:extLst>
            </p:cNvPr>
            <p:cNvSpPr/>
            <p:nvPr/>
          </p:nvSpPr>
          <p:spPr>
            <a:xfrm flipH="1">
              <a:off x="539750"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43" name="Freeform: Shape 137">
              <a:extLst>
                <a:ext uri="{FF2B5EF4-FFF2-40B4-BE49-F238E27FC236}">
                  <a16:creationId xmlns:a16="http://schemas.microsoft.com/office/drawing/2014/main" id="{63FDF18A-C8A9-46C2-AE17-DD5AD306797A}"/>
                </a:ext>
              </a:extLst>
            </p:cNvPr>
            <p:cNvSpPr/>
            <p:nvPr/>
          </p:nvSpPr>
          <p:spPr>
            <a:xfrm flipH="1">
              <a:off x="912909"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44" name="Freeform: Shape 138">
              <a:extLst>
                <a:ext uri="{FF2B5EF4-FFF2-40B4-BE49-F238E27FC236}">
                  <a16:creationId xmlns:a16="http://schemas.microsoft.com/office/drawing/2014/main" id="{03A8C455-74AB-477B-A987-5DF747DBCD2D}"/>
                </a:ext>
              </a:extLst>
            </p:cNvPr>
            <p:cNvSpPr/>
            <p:nvPr/>
          </p:nvSpPr>
          <p:spPr>
            <a:xfrm flipH="1">
              <a:off x="838278"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45" name="Freeform: Shape 139">
              <a:extLst>
                <a:ext uri="{FF2B5EF4-FFF2-40B4-BE49-F238E27FC236}">
                  <a16:creationId xmlns:a16="http://schemas.microsoft.com/office/drawing/2014/main" id="{178D2291-94FE-4714-A3F1-A59A09A133C0}"/>
                </a:ext>
              </a:extLst>
            </p:cNvPr>
            <p:cNvSpPr/>
            <p:nvPr/>
          </p:nvSpPr>
          <p:spPr>
            <a:xfrm flipH="1">
              <a:off x="763647"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46" name="Freeform: Shape 140">
              <a:extLst>
                <a:ext uri="{FF2B5EF4-FFF2-40B4-BE49-F238E27FC236}">
                  <a16:creationId xmlns:a16="http://schemas.microsoft.com/office/drawing/2014/main" id="{290FFE48-5532-45F8-B060-1B18A2936595}"/>
                </a:ext>
              </a:extLst>
            </p:cNvPr>
            <p:cNvSpPr/>
            <p:nvPr/>
          </p:nvSpPr>
          <p:spPr>
            <a:xfrm flipH="1">
              <a:off x="1062175"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47" name="Freeform: Shape 141">
              <a:extLst>
                <a:ext uri="{FF2B5EF4-FFF2-40B4-BE49-F238E27FC236}">
                  <a16:creationId xmlns:a16="http://schemas.microsoft.com/office/drawing/2014/main" id="{D6132F08-720B-4CD4-899E-016BFD66D002}"/>
                </a:ext>
              </a:extLst>
            </p:cNvPr>
            <p:cNvSpPr/>
            <p:nvPr/>
          </p:nvSpPr>
          <p:spPr>
            <a:xfrm flipH="1">
              <a:off x="987544"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grpSp>
      <p:sp>
        <p:nvSpPr>
          <p:cNvPr id="48" name="Footnote"/>
          <p:cNvSpPr txBox="1"/>
          <p:nvPr/>
        </p:nvSpPr>
        <p:spPr>
          <a:xfrm>
            <a:off x="502920" y="5733288"/>
            <a:ext cx="9692640" cy="274320"/>
          </a:xfrm>
          <a:prstGeom prst="rect">
            <a:avLst/>
          </a:prstGeom>
          <a:noFill/>
        </p:spPr>
        <p:txBody>
          <a:bodyPr wrap="square" lIns="0" tIns="0" rIns="0" bIns="0" anchor="ctr" rtlCol="0">
            <a:noAutofit/>
          </a:bodyPr>
          <a:lstStyle/>
          <a:p>
            <a:pPr marL="0" indent="0" algn="l">
              <a:lnSpc>
                <a:spcPct val="100000"/>
              </a:lnSpc>
              <a:spcBef>
                <a:spcPts val="0"/>
              </a:spcBef>
              <a:spcAft>
                <a:spcPts val="0"/>
              </a:spcAft>
              <a:buNone/>
            </a:pPr>
            <a:r>
              <a:rPr lang="en-GB" sz="900" b="0" i="1" dirty="0">
                <a:solidFill>
                  <a:srgbClr val="D9D9D9"/>
                </a:solidFill>
                <a:latin typeface="Aptos Light"/>
                <a:cs typeface="Aptos Light"/>
              </a:rPr>
              <a:t>*Subject to approval by each rights-holder.</a:t>
            </a:r>
            <a:endParaRPr lang="en-GB" sz="900" dirty="0"/>
          </a:p>
        </p:txBody>
      </p:sp>
      <p:sp>
        <p:nvSpPr>
          <p:cNvPr id="49" name="ZoneTexte 13">
            <a:extLst>
              <a:ext uri="{FF2B5EF4-FFF2-40B4-BE49-F238E27FC236}">
                <a16:creationId xmlns:a16="http://schemas.microsoft.com/office/drawing/2014/main" id="{4F33147F-A205-4872-B175-5814D14A3ED9}"/>
              </a:ext>
            </a:extLst>
          </p:cNvPr>
          <p:cNvSpPr txBox="1"/>
          <p:nvPr/>
        </p:nvSpPr>
        <p:spPr>
          <a:xfrm>
            <a:off x="111533" y="117413"/>
            <a:ext cx="4672007" cy="20005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700">
                <a:solidFill>
                  <a:schemeClr val="bg1"/>
                </a:solidFill>
                <a:latin typeface="Aptos Light" panose="020B0004020202020204" pitchFamily="34" charset="0"/>
                <a:ea typeface="Times New Roman" panose="02020603050405020304" pitchFamily="18" charset="0"/>
              </a:rPr>
              <a:t>Five9 </a:t>
            </a:r>
            <a:r>
              <a:rPr kumimoji="0" lang="en-GB" sz="700" b="0" i="0" u="none" strike="noStrike" kern="1200" cap="none" spc="0" normalizeH="0" baseline="0" noProof="0">
                <a:ln>
                  <a:noFill/>
                </a:ln>
                <a:solidFill>
                  <a:schemeClr val="bg1"/>
                </a:solidFill>
                <a:effectLst/>
                <a:uLnTx/>
                <a:uFillTx/>
                <a:latin typeface="Aptos Light" panose="020B0004020202020204" pitchFamily="34" charset="0"/>
                <a:ea typeface="Times New Roman" panose="02020603050405020304" pitchFamily="18" charset="0"/>
                <a:cs typeface="+mn-cs"/>
              </a:rPr>
              <a:t>x SPORTFIVE		</a:t>
            </a:r>
            <a:r>
              <a:rPr lang="en-GB" sz="700">
                <a:solidFill>
                  <a:schemeClr val="bg1"/>
                </a:solidFill>
                <a:latin typeface="Aptos Light" panose="020B0004020202020204" pitchFamily="34" charset="0"/>
                <a:ea typeface="Times New Roman" panose="02020603050405020304" pitchFamily="18" charset="0"/>
              </a:rPr>
              <a:t>RECOMMENDATION: THE BEST FIT FOR Five9</a:t>
            </a:r>
            <a:endParaRPr kumimoji="0" lang="en-GB" sz="700" b="0" i="0" u="none" strike="noStrike" kern="1200" cap="none" spc="0" normalizeH="0" baseline="0" noProof="0">
              <a:ln>
                <a:noFill/>
              </a:ln>
              <a:solidFill>
                <a:schemeClr val="bg1"/>
              </a:solidFill>
              <a:effectLst/>
              <a:uLnTx/>
              <a:uFillTx/>
              <a:latin typeface="Aptos Light" panose="020B0004020202020204" pitchFamily="34" charset="0"/>
              <a:ea typeface="Times New Roman" panose="02020603050405020304" pitchFamily="18" charset="0"/>
              <a:cs typeface="+mn-cs"/>
            </a:endParaRPr>
          </a:p>
        </p:txBody>
      </p:sp>
      <p:sp>
        <p:nvSpPr>
          <p:cNvPr id="50" name="Slide Number Placeholder 2">
            <a:extLst>
              <a:ext uri="{FF2B5EF4-FFF2-40B4-BE49-F238E27FC236}">
                <a16:creationId xmlns:a16="http://schemas.microsoft.com/office/drawing/2014/main" id="{A8986FE4-752B-46B2-80E1-3B1DD934A45E}"/>
              </a:ext>
            </a:extLst>
          </p:cNvPr>
          <p:cNvSpPr txBox="1">
            <a:spLocks/>
          </p:cNvSpPr>
          <p:nvPr/>
        </p:nvSpPr>
        <p:spPr bwMode="gray">
          <a:xfrm>
            <a:off x="10711770" y="5785478"/>
            <a:ext cx="1140869" cy="281947"/>
          </a:xfrm>
          <a:prstGeom prst="rect">
            <a:avLst/>
          </a:prstGeom>
        </p:spPr>
        <p:txBody>
          <a:bodyPr vert="horz" lIns="0" tIns="0" rIns="0" bIns="0" rtlCol="0" anchor="ctr"/>
          <a:lstStyle>
            <a:defPPr>
              <a:defRPr lang="de-DE"/>
            </a:defPPr>
            <a:lvl1pPr marL="0" algn="r" defTabSz="1219170" rtl="0" eaLnBrk="1" latinLnBrk="0" hangingPunct="1">
              <a:defRPr sz="1000" b="1" kern="1200">
                <a:solidFill>
                  <a:schemeClr val="tx1"/>
                </a:solidFill>
                <a:latin typeface="+mj-lt"/>
                <a:ea typeface="+mn-ea"/>
                <a:cs typeface="+mn-cs"/>
              </a:defRPr>
            </a:lvl1pPr>
            <a:lvl2pPr marL="0" indent="0" algn="ctr" defTabSz="1219170" rtl="0" eaLnBrk="1" latinLnBrk="0" hangingPunct="1">
              <a:defRPr sz="1067" b="1" kern="1200">
                <a:solidFill>
                  <a:schemeClr val="bg1"/>
                </a:solidFill>
                <a:latin typeface="+mj-lt"/>
                <a:ea typeface="+mn-ea"/>
                <a:cs typeface="+mn-cs"/>
              </a:defRPr>
            </a:lvl2pPr>
            <a:lvl3pPr marL="0" indent="0" algn="ctr" defTabSz="1219170" rtl="0" eaLnBrk="1" latinLnBrk="0" hangingPunct="1">
              <a:defRPr sz="1067" b="1" kern="1200">
                <a:solidFill>
                  <a:schemeClr val="bg1"/>
                </a:solidFill>
                <a:latin typeface="+mj-lt"/>
                <a:ea typeface="+mn-ea"/>
                <a:cs typeface="+mn-cs"/>
              </a:defRPr>
            </a:lvl3pPr>
            <a:lvl4pPr marL="0" algn="ctr" defTabSz="1219170" rtl="0" eaLnBrk="1" latinLnBrk="0" hangingPunct="1">
              <a:defRPr sz="1067" b="1" kern="1200">
                <a:solidFill>
                  <a:schemeClr val="bg1"/>
                </a:solidFill>
                <a:latin typeface="+mj-lt"/>
                <a:ea typeface="+mn-ea"/>
                <a:cs typeface="+mn-cs"/>
              </a:defRPr>
            </a:lvl4pPr>
            <a:lvl5pPr marL="0" algn="ctr" defTabSz="1219170" rtl="0" eaLnBrk="1" latinLnBrk="0" hangingPunct="1">
              <a:defRPr sz="1067" b="1" kern="1200">
                <a:solidFill>
                  <a:schemeClr val="bg1"/>
                </a:solidFill>
                <a:latin typeface="+mj-lt"/>
                <a:ea typeface="+mn-ea"/>
                <a:cs typeface="+mn-cs"/>
              </a:defRPr>
            </a:lvl5pPr>
            <a:lvl6pPr marL="0" algn="ctr" defTabSz="1219170" rtl="0" eaLnBrk="1" latinLnBrk="0" hangingPunct="1">
              <a:defRPr sz="1067" b="1" kern="1200">
                <a:solidFill>
                  <a:schemeClr val="bg1"/>
                </a:solidFill>
                <a:latin typeface="+mj-lt"/>
                <a:ea typeface="+mn-ea"/>
                <a:cs typeface="+mn-cs"/>
              </a:defRPr>
            </a:lvl6pPr>
            <a:lvl7pPr marL="0" algn="ctr" defTabSz="1219170" rtl="0" eaLnBrk="1" latinLnBrk="0" hangingPunct="1">
              <a:defRPr sz="1067" b="1" kern="1200">
                <a:solidFill>
                  <a:schemeClr val="bg1"/>
                </a:solidFill>
                <a:latin typeface="+mj-lt"/>
                <a:ea typeface="+mn-ea"/>
                <a:cs typeface="+mn-cs"/>
              </a:defRPr>
            </a:lvl7pPr>
            <a:lvl8pPr marL="0" algn="ctr" defTabSz="1219170" rtl="0" eaLnBrk="1" latinLnBrk="0" hangingPunct="1">
              <a:defRPr sz="1067" b="1" kern="1200">
                <a:solidFill>
                  <a:schemeClr val="bg1"/>
                </a:solidFill>
                <a:latin typeface="+mj-lt"/>
                <a:ea typeface="+mn-ea"/>
                <a:cs typeface="+mn-cs"/>
              </a:defRPr>
            </a:lvl8pPr>
            <a:lvl9pPr marL="0" algn="ctr" defTabSz="1219170" rtl="0" eaLnBrk="1" latinLnBrk="0" hangingPunct="1">
              <a:defRPr sz="1067" b="1" kern="1200">
                <a:solidFill>
                  <a:schemeClr val="bg1"/>
                </a:solidFill>
                <a:latin typeface="+mj-lt"/>
                <a:ea typeface="+mn-ea"/>
                <a:cs typeface="+mn-cs"/>
              </a:defRPr>
            </a:lvl9pPr>
          </a:lstStyle>
          <a:p>
            <a:pPr defTabSz="1090426">
              <a:defRPr/>
            </a:pPr>
            <a:fld id="{96FF1F4F-4717-426F-83A6-412729423D60}" type="slidenum">
              <a:rPr lang="en-US" sz="894" b="0">
                <a:solidFill>
                  <a:schemeClr val="bg1"/>
                </a:solidFill>
                <a:latin typeface="Bebas Neue" panose="020B0606020202050201" pitchFamily="34" charset="0"/>
              </a:rPr>
              <a:pPr defTabSz="1090426">
                <a:defRPr/>
              </a:pPr>
              <a:t>37</a:t>
            </a:fld>
            <a:endParaRPr lang="en-US" sz="894" b="0">
              <a:solidFill>
                <a:schemeClr val="bg1"/>
              </a:solidFill>
              <a:latin typeface="Bebas Neue" panose="020B0606020202050201" pitchFamily="34" charset="0"/>
            </a:endParaRPr>
          </a:p>
        </p:txBody>
      </p:sp>
    </p:spTree>
    <p:extLst>
      <p:ext uri="{BB962C8B-B14F-4D97-AF65-F5344CB8AC3E}">
        <p14:creationId xmlns:p14="http://schemas.microsoft.com/office/powerpoint/2010/main" val="29108343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8E55C-DA1B-FC0F-F0EC-B1ACFE08C573}"/>
            </a:ext>
          </a:extLst>
        </p:cNvPr>
        <p:cNvGrpSpPr/>
        <p:nvPr/>
      </p:nvGrpSpPr>
      <p:grpSpPr>
        <a:xfrm>
          <a:off x="0" y="0"/>
          <a:ext cx="0" cy="0"/>
          <a:chOff x="0" y="0"/>
          <a:chExt cx="0" cy="0"/>
        </a:xfrm>
      </p:grpSpPr>
      <p:pic>
        <p:nvPicPr>
          <p:cNvPr id="2" name="Image 8">
            <a:extLst>
              <a:ext uri="{FF2B5EF4-FFF2-40B4-BE49-F238E27FC236}">
                <a16:creationId xmlns:a16="http://schemas.microsoft.com/office/drawing/2014/main" id="{9170CB6F-FF49-45AF-8ECA-BE97E10311C5}"/>
              </a:ext>
            </a:extLst>
          </p:cNvPr>
          <p:cNvPicPr>
            <a:picLocks noGrp="1" noRot="1" noChangeAspect="1" noMove="1" noResize="1" noEditPoints="1" noAdjustHandles="1" noChangeArrowheads="1" noChangeShapeType="1" noCrop="1"/>
          </p:cNvPicPr>
          <p:nvPr/>
        </p:nvPicPr>
        <p:blipFill>
          <a:blip r:embed="rId3">
            <a:duotone>
              <a:prstClr val="black"/>
              <a:schemeClr val="tx2">
                <a:tint val="45000"/>
                <a:satMod val="400000"/>
              </a:schemeClr>
            </a:duotone>
            <a:alphaModFix/>
            <a:extLst>
              <a:ext uri="{BEBA8EAE-BF5A-486C-A8C5-ECC9F3942E4B}">
                <a14:imgProps xmlns:a14="http://schemas.microsoft.com/office/drawing/2010/main">
                  <a14:imgLayer r:embed="rId4">
                    <a14:imgEffect>
                      <a14:brightnessContrast bright="-34000"/>
                    </a14:imgEffect>
                  </a14:imgLayer>
                </a14:imgProps>
              </a:ext>
            </a:extLst>
          </a:blip>
          <a:srcRect l="6151" t="15096" r="3076" b="9415"/>
          <a:stretch>
            <a:fillRect/>
          </a:stretch>
        </p:blipFill>
        <p:spPr>
          <a:xfrm>
            <a:off x="0" y="-311783"/>
            <a:ext cx="12188825" cy="6757665"/>
          </a:xfrm>
          <a:prstGeom prst="rect">
            <a:avLst/>
          </a:prstGeom>
        </p:spPr>
      </p:pic>
      <p:sp>
        <p:nvSpPr>
          <p:cNvPr id="3" name="Title line 1"/>
          <p:cNvSpPr txBox="1"/>
          <p:nvPr/>
        </p:nvSpPr>
        <p:spPr>
          <a:xfrm>
            <a:off x="411480" y="548640"/>
            <a:ext cx="7589520" cy="338328"/>
          </a:xfrm>
          <a:prstGeom prst="rect">
            <a:avLst/>
          </a:prstGeom>
          <a:noFill/>
        </p:spPr>
        <p:txBody>
          <a:bodyPr wrap="square" lIns="91440" tIns="45720" rIns="91440" bIns="45720" anchor="t" rtlCol="0">
            <a:noAutofit/>
          </a:bodyPr>
          <a:lstStyle/>
          <a:p>
            <a:pPr marL="0" indent="0" algn="l">
              <a:lnSpc>
                <a:spcPct val="100000"/>
              </a:lnSpc>
              <a:spcBef>
                <a:spcPts val="0"/>
              </a:spcBef>
              <a:spcAft>
                <a:spcPts val="0"/>
              </a:spcAft>
              <a:buNone/>
            </a:pPr>
            <a:r>
              <a:rPr lang="en-GB" sz="1600" b="0" i="0" dirty="0">
                <a:solidFill>
                  <a:schemeClr val="bg1"/>
                </a:solidFill>
                <a:latin typeface="Aptos Light"/>
                <a:cs typeface="Aptos Light"/>
              </a:rPr>
              <a:t>EXEMPLARY RIGHTS PACKAGE · ATP 1000 &amp; 500 TOURNAMENTS</a:t>
            </a:r>
            <a:endParaRPr lang="en-GB" sz="1100" dirty="0"/>
          </a:p>
        </p:txBody>
      </p:sp>
      <p:sp>
        <p:nvSpPr>
          <p:cNvPr id="4" name="Title"/>
          <p:cNvSpPr txBox="1"/>
          <p:nvPr/>
        </p:nvSpPr>
        <p:spPr>
          <a:xfrm>
            <a:off x="676656" y="676656"/>
            <a:ext cx="5669280" cy="704088"/>
          </a:xfrm>
          <a:prstGeom prst="rect">
            <a:avLst/>
          </a:prstGeom>
          <a:noFill/>
        </p:spPr>
        <p:txBody>
          <a:bodyPr wrap="square" lIns="91440" tIns="45720" rIns="91440" bIns="45720" anchor="t" rtlCol="0">
            <a:noAutofit/>
          </a:bodyPr>
          <a:lstStyle/>
          <a:p>
            <a:pPr marL="0" indent="0" algn="l">
              <a:lnSpc>
                <a:spcPct val="100000"/>
              </a:lnSpc>
              <a:spcBef>
                <a:spcPts val="0"/>
              </a:spcBef>
              <a:spcAft>
                <a:spcPts val="0"/>
              </a:spcAft>
              <a:buNone/>
            </a:pPr>
            <a:r>
              <a:rPr lang="en-GB" sz="4000" b="1" i="1" dirty="0">
                <a:solidFill>
                  <a:srgbClr val="2A4CF9"/>
                </a:solidFill>
                <a:latin typeface="+mj-lt"/>
                <a:cs typeface="+mj-lt"/>
              </a:rPr>
              <a:t>Package B</a:t>
            </a:r>
            <a:endParaRPr lang="en-GB" sz="4000" dirty="0"/>
          </a:p>
        </p:txBody>
      </p:sp>
      <p:sp>
        <p:nvSpPr>
          <p:cNvPr id="5" name="Title line 3"/>
          <p:cNvSpPr txBox="1"/>
          <p:nvPr/>
        </p:nvSpPr>
        <p:spPr>
          <a:xfrm>
            <a:off x="676656" y="1280160"/>
            <a:ext cx="6400800" cy="338328"/>
          </a:xfrm>
          <a:prstGeom prst="rect">
            <a:avLst/>
          </a:prstGeom>
          <a:noFill/>
        </p:spPr>
        <p:txBody>
          <a:bodyPr wrap="square" lIns="91440" tIns="45720" rIns="91440" bIns="45720" anchor="t" rtlCol="0">
            <a:noAutofit/>
          </a:bodyPr>
          <a:lstStyle/>
          <a:p>
            <a:pPr marL="0" indent="0" algn="l">
              <a:lnSpc>
                <a:spcPct val="100000"/>
              </a:lnSpc>
              <a:spcBef>
                <a:spcPts val="0"/>
              </a:spcBef>
              <a:spcAft>
                <a:spcPts val="0"/>
              </a:spcAft>
              <a:buNone/>
            </a:pPr>
            <a:r>
              <a:rPr lang="en-GB" sz="1600" b="0" i="0" dirty="0">
                <a:solidFill>
                  <a:schemeClr val="bg1"/>
                </a:solidFill>
                <a:latin typeface="Aptos Light"/>
                <a:cs typeface="Aptos Light"/>
              </a:rPr>
              <a:t>SIDEWALL LED VISIBILITY</a:t>
            </a:r>
            <a:endParaRPr lang="en-GB" sz="1100" dirty="0"/>
          </a:p>
        </p:txBody>
      </p:sp>
      <p:sp>
        <p:nvSpPr>
          <p:cNvPr id="6" name="Investment box"/>
          <p:cNvSpPr/>
          <p:nvPr/>
        </p:nvSpPr>
        <p:spPr>
          <a:xfrm>
            <a:off x="8485632" y="548640"/>
            <a:ext cx="3200400" cy="1170432"/>
          </a:xfrm>
          <a:prstGeom prst="roundRect">
            <a:avLst>
              <a:gd name="adj" fmla="val 15625"/>
            </a:avLst>
          </a:prstGeom>
          <a:solidFill>
            <a:srgbClr val="2A4CF9"/>
          </a:solidFill>
          <a:ln>
            <a:noFill/>
          </a:ln>
        </p:spPr>
        <p:txBody>
          <a:bodyPr wrap="square" lIns="182880" tIns="118872" rIns="182880" bIns="91440" anchor="t" rtlCol="0">
            <a:noAutofit/>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
            </a:r>
            <a:endParaRPr lang="en-GB" sz="1100" dirty="0"/>
          </a:p>
        </p:txBody>
      </p:sp>
      <p:sp>
        <p:nvSpPr>
          <p:cNvPr id="7" name="Investment - INVESTMENT"/>
          <p:cNvSpPr txBox="1"/>
          <p:nvPr/>
        </p:nvSpPr>
        <p:spPr>
          <a:xfrm>
            <a:off x="8485632" y="548640"/>
            <a:ext cx="3200400" cy="1170432"/>
          </a:xfrm>
          <a:prstGeom prst="rect">
            <a:avLst/>
          </a:prstGeom>
          <a:noFill/>
        </p:spPr>
        <p:txBody>
          <a:bodyPr wrap="square" lIns="73152" tIns="36576" rIns="73152" bIns="36576" anchor="ctr" rtlCol="0">
            <a:noAutofit/>
          </a:bodyPr>
          <a:lstStyle/>
          <a:p>
            <a:pPr marL="0" indent="0" algn="ctr">
              <a:lnSpc>
                <a:spcPct val="100000"/>
              </a:lnSpc>
              <a:spcBef>
                <a:spcPts val="0"/>
              </a:spcBef>
              <a:spcAft>
                <a:spcPts val="0"/>
              </a:spcAft>
              <a:buNone/>
            </a:pPr>
            <a:r>
              <a:rPr lang="en-GB" sz="1000" b="1" i="0" spc="100" dirty="0">
                <a:solidFill>
                  <a:srgbClr val="FFFFFF"/>
                </a:solidFill>
                <a:latin typeface="Aptos Light"/>
                <a:cs typeface="Aptos Light"/>
              </a:rPr>
              <a:t>INVESTMENT</a:t>
            </a:r>
            <a:endParaRPr lang="en-GB" sz="1000" dirty="0"/>
          </a:p>
          <a:p>
            <a:pPr marL="0" indent="0" algn="ctr">
              <a:lnSpc>
                <a:spcPct val="100000"/>
              </a:lnSpc>
              <a:spcBef>
                <a:spcPts val="0"/>
              </a:spcBef>
              <a:spcAft>
                <a:spcPts val="0"/>
              </a:spcAft>
              <a:buNone/>
            </a:pPr>
            <a:r>
              <a:rPr lang="en-GB" sz="2600" b="1" i="0" dirty="0">
                <a:solidFill>
                  <a:srgbClr val="FFFFFF"/>
                </a:solidFill>
                <a:latin typeface="+mj-lt"/>
                <a:cs typeface="+mj-lt"/>
              </a:rPr>
              <a:t>€300K – 500K</a:t>
            </a:r>
            <a:endParaRPr lang="en-GB" sz="2600" dirty="0"/>
          </a:p>
          <a:p>
            <a:pPr marL="0" indent="0" algn="ctr">
              <a:lnSpc>
                <a:spcPct val="100000"/>
              </a:lnSpc>
              <a:spcBef>
                <a:spcPts val="0"/>
              </a:spcBef>
              <a:spcAft>
                <a:spcPts val="0"/>
              </a:spcAft>
              <a:buNone/>
            </a:pPr>
            <a:r>
              <a:rPr lang="en-GB" sz="1100" b="0" i="0" dirty="0">
                <a:solidFill>
                  <a:srgbClr val="FFFFFF"/>
                </a:solidFill>
                <a:latin typeface="Aptos Light"/>
                <a:cs typeface="Aptos Light"/>
              </a:rPr>
              <a:t>per annum, per tournament</a:t>
            </a:r>
            <a:endParaRPr lang="en-GB" sz="1100" dirty="0"/>
          </a:p>
        </p:txBody>
      </p:sp>
      <p:sp>
        <p:nvSpPr>
          <p:cNvPr id="8" name="Card - IP Rights"/>
          <p:cNvSpPr/>
          <p:nvPr/>
        </p:nvSpPr>
        <p:spPr>
          <a:xfrm>
            <a:off x="502920" y="1984248"/>
            <a:ext cx="3849624" cy="1325880"/>
          </a:xfrm>
          <a:prstGeom prst="roundRect">
            <a:avLst>
              <a:gd name="adj" fmla="val 15172"/>
            </a:avLst>
          </a:prstGeom>
          <a:solidFill>
            <a:srgbClr val="FFFFFF">
              <a:alpha val="60000"/>
            </a:srgbClr>
          </a:solidFill>
          <a:ln>
            <a:noFill/>
          </a:ln>
        </p:spPr>
        <p:txBody>
          <a:bodyPr wrap="square" lIns="182880" tIns="118872" rIns="182880" bIns="91440" anchor="t" rtlCol="0">
            <a:noAutofit/>
          </a:bodyPr>
          <a:lstStyle/>
          <a:p>
            <a:pPr marL="0" indent="0" algn="ctr">
              <a:lnSpc>
                <a:spcPct val="100000"/>
              </a:lnSpc>
              <a:spcBef>
                <a:spcPts val="0"/>
              </a:spcBef>
              <a:spcAft>
                <a:spcPts val="400"/>
              </a:spcAft>
              <a:buNone/>
            </a:pPr>
            <a:r>
              <a:rPr lang="en-GB" sz="1300" b="1" i="0" dirty="0">
                <a:solidFill>
                  <a:srgbClr val="2A4CF9"/>
                </a:solidFill>
                <a:latin typeface="Aptos Light"/>
                <a:cs typeface="Aptos Light"/>
              </a:rPr>
              <a:t>IP Rights</a:t>
            </a:r>
            <a:endParaRPr lang="en-GB" sz="1300" dirty="0"/>
          </a:p>
          <a:p>
            <a:pPr marL="155448" indent="-155448" algn="l">
              <a:lnSpc>
                <a:spcPct val="100000"/>
              </a:lnSpc>
              <a:spcBef>
                <a:spcPts val="0"/>
              </a:spcBef>
              <a:spcAft>
                <a:spcPts val="0"/>
              </a:spcAft>
              <a:buClr>
                <a:srgbClr val="2A4CF9"/>
              </a:buClr>
              <a:buSzPct val="100000"/>
              <a:buFont typeface="Arial"/>
              <a:buChar char="•"/>
            </a:pPr>
            <a:r>
              <a:rPr lang="en-GB" sz="1100" b="1" i="0" dirty="0">
                <a:solidFill>
                  <a:srgbClr val="000000"/>
                </a:solidFill>
                <a:latin typeface="Aptos Light"/>
                <a:cs typeface="Aptos Light"/>
              </a:rPr>
              <a:t>IP Rights &amp; Category exclusivity: </a:t>
            </a:r>
            <a:r>
              <a:rPr lang="en-GB" sz="1100" b="0" i="0" dirty="0">
                <a:solidFill>
                  <a:srgbClr val="000000"/>
                </a:solidFill>
                <a:latin typeface="Aptos Light"/>
                <a:cs typeface="Aptos Light"/>
              </a:rPr>
              <a:t>Use of tournament logo, marks and official name across Five9 marketing and advertising materials. Category designation to be mutually agreed.</a:t>
            </a:r>
            <a:endParaRPr lang="en-GB" sz="1100" dirty="0"/>
          </a:p>
        </p:txBody>
      </p:sp>
      <p:grpSp>
        <p:nvGrpSpPr>
          <p:cNvPr id="9" name="Hatch motif">
            <a:extLst>
              <a:ext uri="{FF2B5EF4-FFF2-40B4-BE49-F238E27FC236}">
                <a16:creationId xmlns:a16="http://schemas.microsoft.com/office/drawing/2014/main" id="{8456E7F1-A2FA-486C-9FA3-8AF45B4D4748}"/>
              </a:ext>
            </a:extLst>
          </p:cNvPr>
          <p:cNvGrpSpPr/>
          <p:nvPr/>
        </p:nvGrpSpPr>
        <p:grpSpPr>
          <a:xfrm>
            <a:off x="2144268" y="1924812"/>
            <a:ext cx="566928" cy="118872"/>
            <a:chOff x="539750" y="2201159"/>
            <a:chExt cx="630525" cy="108104"/>
          </a:xfrm>
          <a:solidFill>
            <a:srgbClr val="FFFFFF"/>
          </a:solidFill>
        </p:grpSpPr>
        <p:sp>
          <p:nvSpPr>
            <p:cNvPr id="10" name="Freeform: Shape 134">
              <a:extLst>
                <a:ext uri="{FF2B5EF4-FFF2-40B4-BE49-F238E27FC236}">
                  <a16:creationId xmlns:a16="http://schemas.microsoft.com/office/drawing/2014/main" id="{68560C1B-44CD-487E-88C9-20FA0786B053}"/>
                </a:ext>
              </a:extLst>
            </p:cNvPr>
            <p:cNvSpPr/>
            <p:nvPr/>
          </p:nvSpPr>
          <p:spPr>
            <a:xfrm flipH="1">
              <a:off x="689012"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11" name="Freeform: Shape 135">
              <a:extLst>
                <a:ext uri="{FF2B5EF4-FFF2-40B4-BE49-F238E27FC236}">
                  <a16:creationId xmlns:a16="http://schemas.microsoft.com/office/drawing/2014/main" id="{B46D5CC3-770B-40CA-AAD3-3DA8093C36FE}"/>
                </a:ext>
              </a:extLst>
            </p:cNvPr>
            <p:cNvSpPr/>
            <p:nvPr/>
          </p:nvSpPr>
          <p:spPr>
            <a:xfrm flipH="1">
              <a:off x="614381"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12" name="Freeform: Shape 136">
              <a:extLst>
                <a:ext uri="{FF2B5EF4-FFF2-40B4-BE49-F238E27FC236}">
                  <a16:creationId xmlns:a16="http://schemas.microsoft.com/office/drawing/2014/main" id="{8A038F60-DF6A-4687-BE22-A2216EDA79EC}"/>
                </a:ext>
              </a:extLst>
            </p:cNvPr>
            <p:cNvSpPr/>
            <p:nvPr/>
          </p:nvSpPr>
          <p:spPr>
            <a:xfrm flipH="1">
              <a:off x="539750"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13" name="Freeform: Shape 137">
              <a:extLst>
                <a:ext uri="{FF2B5EF4-FFF2-40B4-BE49-F238E27FC236}">
                  <a16:creationId xmlns:a16="http://schemas.microsoft.com/office/drawing/2014/main" id="{0B67B078-BCA8-4F89-B051-96566160212F}"/>
                </a:ext>
              </a:extLst>
            </p:cNvPr>
            <p:cNvSpPr/>
            <p:nvPr/>
          </p:nvSpPr>
          <p:spPr>
            <a:xfrm flipH="1">
              <a:off x="912909"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14" name="Freeform: Shape 138">
              <a:extLst>
                <a:ext uri="{FF2B5EF4-FFF2-40B4-BE49-F238E27FC236}">
                  <a16:creationId xmlns:a16="http://schemas.microsoft.com/office/drawing/2014/main" id="{37024FC3-7B7E-445B-A4E4-5A7826608E01}"/>
                </a:ext>
              </a:extLst>
            </p:cNvPr>
            <p:cNvSpPr/>
            <p:nvPr/>
          </p:nvSpPr>
          <p:spPr>
            <a:xfrm flipH="1">
              <a:off x="838278"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15" name="Freeform: Shape 139">
              <a:extLst>
                <a:ext uri="{FF2B5EF4-FFF2-40B4-BE49-F238E27FC236}">
                  <a16:creationId xmlns:a16="http://schemas.microsoft.com/office/drawing/2014/main" id="{CC8E9AA8-67CB-42D7-8334-7432CFA6EDDA}"/>
                </a:ext>
              </a:extLst>
            </p:cNvPr>
            <p:cNvSpPr/>
            <p:nvPr/>
          </p:nvSpPr>
          <p:spPr>
            <a:xfrm flipH="1">
              <a:off x="763647"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16" name="Freeform: Shape 140">
              <a:extLst>
                <a:ext uri="{FF2B5EF4-FFF2-40B4-BE49-F238E27FC236}">
                  <a16:creationId xmlns:a16="http://schemas.microsoft.com/office/drawing/2014/main" id="{28DC3A28-552D-4FA9-A656-5E39B4405E38}"/>
                </a:ext>
              </a:extLst>
            </p:cNvPr>
            <p:cNvSpPr/>
            <p:nvPr/>
          </p:nvSpPr>
          <p:spPr>
            <a:xfrm flipH="1">
              <a:off x="1062175"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17" name="Freeform: Shape 141">
              <a:extLst>
                <a:ext uri="{FF2B5EF4-FFF2-40B4-BE49-F238E27FC236}">
                  <a16:creationId xmlns:a16="http://schemas.microsoft.com/office/drawing/2014/main" id="{95B24DD7-B224-4A19-A4F5-B21C64D267A5}"/>
                </a:ext>
              </a:extLst>
            </p:cNvPr>
            <p:cNvSpPr/>
            <p:nvPr/>
          </p:nvSpPr>
          <p:spPr>
            <a:xfrm flipH="1">
              <a:off x="987544"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grpSp>
      <p:sp>
        <p:nvSpPr>
          <p:cNvPr id="18" name="Card - Hospitality"/>
          <p:cNvSpPr/>
          <p:nvPr/>
        </p:nvSpPr>
        <p:spPr>
          <a:xfrm>
            <a:off x="502920" y="3584448"/>
            <a:ext cx="3849624" cy="2057400"/>
          </a:xfrm>
          <a:prstGeom prst="roundRect">
            <a:avLst>
              <a:gd name="adj" fmla="val 9777"/>
            </a:avLst>
          </a:prstGeom>
          <a:solidFill>
            <a:srgbClr val="FFFFFF">
              <a:alpha val="60000"/>
            </a:srgbClr>
          </a:solidFill>
          <a:ln>
            <a:noFill/>
          </a:ln>
        </p:spPr>
        <p:txBody>
          <a:bodyPr wrap="square" lIns="182880" tIns="118872" rIns="182880" bIns="91440" anchor="t" rtlCol="0">
            <a:noAutofit/>
          </a:bodyPr>
          <a:lstStyle/>
          <a:p>
            <a:pPr marL="0" indent="0" algn="ctr">
              <a:lnSpc>
                <a:spcPct val="100000"/>
              </a:lnSpc>
              <a:spcBef>
                <a:spcPts val="0"/>
              </a:spcBef>
              <a:spcAft>
                <a:spcPts val="400"/>
              </a:spcAft>
              <a:buNone/>
            </a:pPr>
            <a:r>
              <a:rPr lang="en-GB" sz="1300" b="1" i="0" dirty="0">
                <a:solidFill>
                  <a:srgbClr val="2A4CF9"/>
                </a:solidFill>
                <a:latin typeface="Aptos Light"/>
                <a:cs typeface="Aptos Light"/>
              </a:rPr>
              <a:t>Hospitality</a:t>
            </a:r>
            <a:endParaRPr lang="en-GB" sz="13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One VIP box: </a:t>
            </a:r>
            <a:r>
              <a:rPr lang="en-GB" sz="1100" b="0" i="0" dirty="0">
                <a:solidFill>
                  <a:srgbClr val="000000"/>
                </a:solidFill>
                <a:latin typeface="Aptos Light"/>
                <a:cs typeface="Aptos Light"/>
              </a:rPr>
              <a:t>Premium space on the main show court for hosting clients and prospects.</a:t>
            </a:r>
            <a:endParaRPr lang="en-GB" sz="11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One VIP Club table: </a:t>
            </a:r>
            <a:r>
              <a:rPr lang="en-GB" sz="1100" b="0" i="0" dirty="0">
                <a:solidFill>
                  <a:srgbClr val="000000"/>
                </a:solidFill>
                <a:latin typeface="Aptos Light"/>
                <a:cs typeface="Aptos Light"/>
              </a:rPr>
              <a:t>Dedicated hospitality table for networking and relationship-building.</a:t>
            </a:r>
            <a:endParaRPr lang="en-GB" sz="1100" dirty="0"/>
          </a:p>
          <a:p>
            <a:pPr marL="155448" indent="-155448" algn="l">
              <a:lnSpc>
                <a:spcPct val="100000"/>
              </a:lnSpc>
              <a:spcBef>
                <a:spcPts val="0"/>
              </a:spcBef>
              <a:spcAft>
                <a:spcPts val="0"/>
              </a:spcAft>
              <a:buClr>
                <a:srgbClr val="2A4CF9"/>
              </a:buClr>
              <a:buSzPct val="100000"/>
              <a:buFont typeface="Arial"/>
              <a:buChar char="•"/>
            </a:pPr>
            <a:r>
              <a:rPr lang="en-GB" sz="1100" b="1" i="0" dirty="0">
                <a:solidFill>
                  <a:srgbClr val="000000"/>
                </a:solidFill>
                <a:latin typeface="Aptos Light"/>
                <a:cs typeface="Aptos Light"/>
              </a:rPr>
              <a:t>Ten premium tickets per session: </a:t>
            </a:r>
            <a:r>
              <a:rPr lang="en-GB" sz="1100" b="0" i="0" dirty="0">
                <a:solidFill>
                  <a:srgbClr val="000000"/>
                </a:solidFill>
                <a:latin typeface="Aptos Light"/>
                <a:cs typeface="Aptos Light"/>
              </a:rPr>
              <a:t>Flexible premium access for guests and employee engagement.</a:t>
            </a:r>
            <a:endParaRPr lang="en-GB" sz="1100" dirty="0"/>
          </a:p>
        </p:txBody>
      </p:sp>
      <p:grpSp>
        <p:nvGrpSpPr>
          <p:cNvPr id="19" name="Hatch motif">
            <a:extLst>
              <a:ext uri="{FF2B5EF4-FFF2-40B4-BE49-F238E27FC236}">
                <a16:creationId xmlns:a16="http://schemas.microsoft.com/office/drawing/2014/main" id="{908A7528-D459-4949-901D-67A91360BFBD}"/>
              </a:ext>
            </a:extLst>
          </p:cNvPr>
          <p:cNvGrpSpPr/>
          <p:nvPr/>
        </p:nvGrpSpPr>
        <p:grpSpPr>
          <a:xfrm>
            <a:off x="2144268" y="3525012"/>
            <a:ext cx="566928" cy="118872"/>
            <a:chOff x="539750" y="2201159"/>
            <a:chExt cx="630525" cy="108104"/>
          </a:xfrm>
          <a:solidFill>
            <a:srgbClr val="FFFFFF"/>
          </a:solidFill>
        </p:grpSpPr>
        <p:sp>
          <p:nvSpPr>
            <p:cNvPr id="20" name="Freeform: Shape 134">
              <a:extLst>
                <a:ext uri="{FF2B5EF4-FFF2-40B4-BE49-F238E27FC236}">
                  <a16:creationId xmlns:a16="http://schemas.microsoft.com/office/drawing/2014/main" id="{2E49F8A8-F54B-4159-8986-4E577054B10C}"/>
                </a:ext>
              </a:extLst>
            </p:cNvPr>
            <p:cNvSpPr/>
            <p:nvPr/>
          </p:nvSpPr>
          <p:spPr>
            <a:xfrm flipH="1">
              <a:off x="689012"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21" name="Freeform: Shape 135">
              <a:extLst>
                <a:ext uri="{FF2B5EF4-FFF2-40B4-BE49-F238E27FC236}">
                  <a16:creationId xmlns:a16="http://schemas.microsoft.com/office/drawing/2014/main" id="{2A1D4E1E-7FA9-4247-9CA9-212605BDA953}"/>
                </a:ext>
              </a:extLst>
            </p:cNvPr>
            <p:cNvSpPr/>
            <p:nvPr/>
          </p:nvSpPr>
          <p:spPr>
            <a:xfrm flipH="1">
              <a:off x="614381"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22" name="Freeform: Shape 136">
              <a:extLst>
                <a:ext uri="{FF2B5EF4-FFF2-40B4-BE49-F238E27FC236}">
                  <a16:creationId xmlns:a16="http://schemas.microsoft.com/office/drawing/2014/main" id="{F28418F0-3DD4-4E7C-AB75-BFD8DDDAB885}"/>
                </a:ext>
              </a:extLst>
            </p:cNvPr>
            <p:cNvSpPr/>
            <p:nvPr/>
          </p:nvSpPr>
          <p:spPr>
            <a:xfrm flipH="1">
              <a:off x="539750"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23" name="Freeform: Shape 137">
              <a:extLst>
                <a:ext uri="{FF2B5EF4-FFF2-40B4-BE49-F238E27FC236}">
                  <a16:creationId xmlns:a16="http://schemas.microsoft.com/office/drawing/2014/main" id="{6E02E412-B8E3-4479-818E-4222D0517FC1}"/>
                </a:ext>
              </a:extLst>
            </p:cNvPr>
            <p:cNvSpPr/>
            <p:nvPr/>
          </p:nvSpPr>
          <p:spPr>
            <a:xfrm flipH="1">
              <a:off x="912909"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24" name="Freeform: Shape 138">
              <a:extLst>
                <a:ext uri="{FF2B5EF4-FFF2-40B4-BE49-F238E27FC236}">
                  <a16:creationId xmlns:a16="http://schemas.microsoft.com/office/drawing/2014/main" id="{2D2E3A48-3085-4091-9624-46D7D0AC15E4}"/>
                </a:ext>
              </a:extLst>
            </p:cNvPr>
            <p:cNvSpPr/>
            <p:nvPr/>
          </p:nvSpPr>
          <p:spPr>
            <a:xfrm flipH="1">
              <a:off x="838278"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25" name="Freeform: Shape 139">
              <a:extLst>
                <a:ext uri="{FF2B5EF4-FFF2-40B4-BE49-F238E27FC236}">
                  <a16:creationId xmlns:a16="http://schemas.microsoft.com/office/drawing/2014/main" id="{B4D45D6F-4D51-4209-BDD7-68C67350057D}"/>
                </a:ext>
              </a:extLst>
            </p:cNvPr>
            <p:cNvSpPr/>
            <p:nvPr/>
          </p:nvSpPr>
          <p:spPr>
            <a:xfrm flipH="1">
              <a:off x="763647"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26" name="Freeform: Shape 140">
              <a:extLst>
                <a:ext uri="{FF2B5EF4-FFF2-40B4-BE49-F238E27FC236}">
                  <a16:creationId xmlns:a16="http://schemas.microsoft.com/office/drawing/2014/main" id="{B1B621A0-2F4A-4C94-8538-E6238A91B7CD}"/>
                </a:ext>
              </a:extLst>
            </p:cNvPr>
            <p:cNvSpPr/>
            <p:nvPr/>
          </p:nvSpPr>
          <p:spPr>
            <a:xfrm flipH="1">
              <a:off x="1062175"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27" name="Freeform: Shape 141">
              <a:extLst>
                <a:ext uri="{FF2B5EF4-FFF2-40B4-BE49-F238E27FC236}">
                  <a16:creationId xmlns:a16="http://schemas.microsoft.com/office/drawing/2014/main" id="{8A4EF870-7220-46CB-9CF4-C48CC9D9521F}"/>
                </a:ext>
              </a:extLst>
            </p:cNvPr>
            <p:cNvSpPr/>
            <p:nvPr/>
          </p:nvSpPr>
          <p:spPr>
            <a:xfrm flipH="1">
              <a:off x="987544"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grpSp>
      <p:sp>
        <p:nvSpPr>
          <p:cNvPr id="28" name="Card - Visibility"/>
          <p:cNvSpPr/>
          <p:nvPr/>
        </p:nvSpPr>
        <p:spPr>
          <a:xfrm>
            <a:off x="4626864" y="1984248"/>
            <a:ext cx="3575304" cy="3657600"/>
          </a:xfrm>
          <a:prstGeom prst="roundRect">
            <a:avLst>
              <a:gd name="adj" fmla="val 5626"/>
            </a:avLst>
          </a:prstGeom>
          <a:solidFill>
            <a:srgbClr val="FFFFFF">
              <a:alpha val="60000"/>
            </a:srgbClr>
          </a:solidFill>
          <a:ln>
            <a:noFill/>
          </a:ln>
        </p:spPr>
        <p:txBody>
          <a:bodyPr wrap="square" lIns="182880" tIns="118872" rIns="182880" bIns="91440" anchor="t" rtlCol="0">
            <a:noAutofit/>
          </a:bodyPr>
          <a:lstStyle/>
          <a:p>
            <a:pPr marL="0" indent="0" algn="ctr">
              <a:lnSpc>
                <a:spcPct val="100000"/>
              </a:lnSpc>
              <a:spcBef>
                <a:spcPts val="0"/>
              </a:spcBef>
              <a:spcAft>
                <a:spcPts val="400"/>
              </a:spcAft>
              <a:buNone/>
            </a:pPr>
            <a:r>
              <a:rPr lang="en-GB" sz="1300" b="1" i="0" dirty="0">
                <a:solidFill>
                  <a:srgbClr val="2A4CF9"/>
                </a:solidFill>
                <a:latin typeface="Aptos Light"/>
                <a:cs typeface="Aptos Light"/>
              </a:rPr>
              <a:t>Visibility</a:t>
            </a:r>
            <a:endParaRPr lang="en-GB" sz="13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LED sidewall branding: </a:t>
            </a:r>
            <a:r>
              <a:rPr lang="en-GB" sz="1100" b="0" i="0" dirty="0">
                <a:solidFill>
                  <a:srgbClr val="000000"/>
                </a:solidFill>
                <a:latin typeface="Aptos Light"/>
                <a:cs typeface="Aptos Light"/>
              </a:rPr>
              <a:t>Five9 branding on courtside LED inventory during games, delivering prominent in-venue and broadcast exposure.</a:t>
            </a:r>
            <a:endParaRPr lang="en-GB" sz="11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Practice courts: </a:t>
            </a:r>
            <a:r>
              <a:rPr lang="en-GB" sz="1100" b="0" i="0" dirty="0">
                <a:solidFill>
                  <a:srgbClr val="000000"/>
                </a:solidFill>
                <a:latin typeface="Aptos Light"/>
                <a:cs typeface="Aptos Light"/>
              </a:rPr>
              <a:t>Static branding around selected outdoor practice courts.</a:t>
            </a:r>
            <a:endParaRPr lang="en-GB" sz="11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Big-screen spot: </a:t>
            </a:r>
            <a:r>
              <a:rPr lang="en-GB" sz="1100" b="0" i="0" dirty="0">
                <a:solidFill>
                  <a:srgbClr val="000000"/>
                </a:solidFill>
                <a:latin typeface="Aptos Light"/>
                <a:cs typeface="Aptos Light"/>
              </a:rPr>
              <a:t>Five9 video shown on the main venue screens.</a:t>
            </a:r>
            <a:endParaRPr lang="en-GB" sz="11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Tournament website &amp; App: </a:t>
            </a:r>
            <a:r>
              <a:rPr lang="en-GB" sz="1100" b="0" i="0" dirty="0">
                <a:solidFill>
                  <a:srgbClr val="000000"/>
                </a:solidFill>
                <a:latin typeface="Aptos Light"/>
                <a:cs typeface="Aptos Light"/>
              </a:rPr>
              <a:t>Five9 banner and sponsor-directory presence on the official website &amp; App.</a:t>
            </a:r>
            <a:endParaRPr lang="en-GB" sz="1100" dirty="0"/>
          </a:p>
          <a:p>
            <a:pPr marL="155448" indent="-155448" algn="l">
              <a:lnSpc>
                <a:spcPct val="100000"/>
              </a:lnSpc>
              <a:spcBef>
                <a:spcPts val="0"/>
              </a:spcBef>
              <a:spcAft>
                <a:spcPts val="0"/>
              </a:spcAft>
              <a:buClr>
                <a:srgbClr val="2A4CF9"/>
              </a:buClr>
              <a:buSzPct val="100000"/>
              <a:buFont typeface="Arial"/>
              <a:buChar char="•"/>
            </a:pPr>
            <a:r>
              <a:rPr lang="en-GB" sz="1100" b="1" i="0" dirty="0">
                <a:solidFill>
                  <a:srgbClr val="000000"/>
                </a:solidFill>
                <a:latin typeface="Aptos Light"/>
                <a:cs typeface="Aptos Light"/>
              </a:rPr>
              <a:t>Social media: </a:t>
            </a:r>
            <a:r>
              <a:rPr lang="en-GB" sz="1100" b="0" i="0" dirty="0">
                <a:solidFill>
                  <a:srgbClr val="000000"/>
                </a:solidFill>
                <a:latin typeface="Aptos Light"/>
                <a:cs typeface="Aptos Light"/>
              </a:rPr>
              <a:t>Collaborative Five9 communications through the tournament’s official channels.</a:t>
            </a:r>
            <a:endParaRPr lang="en-GB" sz="1100" dirty="0"/>
          </a:p>
        </p:txBody>
      </p:sp>
      <p:grpSp>
        <p:nvGrpSpPr>
          <p:cNvPr id="29" name="Hatch motif">
            <a:extLst>
              <a:ext uri="{FF2B5EF4-FFF2-40B4-BE49-F238E27FC236}">
                <a16:creationId xmlns:a16="http://schemas.microsoft.com/office/drawing/2014/main" id="{3694A26F-1F1B-4D2E-BB68-FFF02D300A66}"/>
              </a:ext>
            </a:extLst>
          </p:cNvPr>
          <p:cNvGrpSpPr/>
          <p:nvPr/>
        </p:nvGrpSpPr>
        <p:grpSpPr>
          <a:xfrm>
            <a:off x="6131052" y="1924812"/>
            <a:ext cx="566928" cy="118872"/>
            <a:chOff x="539750" y="2201159"/>
            <a:chExt cx="630525" cy="108104"/>
          </a:xfrm>
          <a:solidFill>
            <a:srgbClr val="FFFFFF"/>
          </a:solidFill>
        </p:grpSpPr>
        <p:sp>
          <p:nvSpPr>
            <p:cNvPr id="30" name="Freeform: Shape 134">
              <a:extLst>
                <a:ext uri="{FF2B5EF4-FFF2-40B4-BE49-F238E27FC236}">
                  <a16:creationId xmlns:a16="http://schemas.microsoft.com/office/drawing/2014/main" id="{E509678F-D6E3-4631-ABCA-988A2ABD053A}"/>
                </a:ext>
              </a:extLst>
            </p:cNvPr>
            <p:cNvSpPr/>
            <p:nvPr/>
          </p:nvSpPr>
          <p:spPr>
            <a:xfrm flipH="1">
              <a:off x="689012"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31" name="Freeform: Shape 135">
              <a:extLst>
                <a:ext uri="{FF2B5EF4-FFF2-40B4-BE49-F238E27FC236}">
                  <a16:creationId xmlns:a16="http://schemas.microsoft.com/office/drawing/2014/main" id="{55A4AA1F-03FD-4F31-97D4-0926CC75DC18}"/>
                </a:ext>
              </a:extLst>
            </p:cNvPr>
            <p:cNvSpPr/>
            <p:nvPr/>
          </p:nvSpPr>
          <p:spPr>
            <a:xfrm flipH="1">
              <a:off x="614381"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32" name="Freeform: Shape 136">
              <a:extLst>
                <a:ext uri="{FF2B5EF4-FFF2-40B4-BE49-F238E27FC236}">
                  <a16:creationId xmlns:a16="http://schemas.microsoft.com/office/drawing/2014/main" id="{C22A737B-33DE-4530-A697-CF932661DF88}"/>
                </a:ext>
              </a:extLst>
            </p:cNvPr>
            <p:cNvSpPr/>
            <p:nvPr/>
          </p:nvSpPr>
          <p:spPr>
            <a:xfrm flipH="1">
              <a:off x="539750"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33" name="Freeform: Shape 137">
              <a:extLst>
                <a:ext uri="{FF2B5EF4-FFF2-40B4-BE49-F238E27FC236}">
                  <a16:creationId xmlns:a16="http://schemas.microsoft.com/office/drawing/2014/main" id="{635BB4E2-4F99-4AEA-BCAD-A82FFE1BA1C6}"/>
                </a:ext>
              </a:extLst>
            </p:cNvPr>
            <p:cNvSpPr/>
            <p:nvPr/>
          </p:nvSpPr>
          <p:spPr>
            <a:xfrm flipH="1">
              <a:off x="912909"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34" name="Freeform: Shape 138">
              <a:extLst>
                <a:ext uri="{FF2B5EF4-FFF2-40B4-BE49-F238E27FC236}">
                  <a16:creationId xmlns:a16="http://schemas.microsoft.com/office/drawing/2014/main" id="{2F52812F-926D-4211-8278-F0DCF7F494C2}"/>
                </a:ext>
              </a:extLst>
            </p:cNvPr>
            <p:cNvSpPr/>
            <p:nvPr/>
          </p:nvSpPr>
          <p:spPr>
            <a:xfrm flipH="1">
              <a:off x="838278"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35" name="Freeform: Shape 139">
              <a:extLst>
                <a:ext uri="{FF2B5EF4-FFF2-40B4-BE49-F238E27FC236}">
                  <a16:creationId xmlns:a16="http://schemas.microsoft.com/office/drawing/2014/main" id="{3DD22318-D789-48D7-8C89-44A52F151D16}"/>
                </a:ext>
              </a:extLst>
            </p:cNvPr>
            <p:cNvSpPr/>
            <p:nvPr/>
          </p:nvSpPr>
          <p:spPr>
            <a:xfrm flipH="1">
              <a:off x="763647"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36" name="Freeform: Shape 140">
              <a:extLst>
                <a:ext uri="{FF2B5EF4-FFF2-40B4-BE49-F238E27FC236}">
                  <a16:creationId xmlns:a16="http://schemas.microsoft.com/office/drawing/2014/main" id="{070EBFBD-7E04-4730-AB18-E9C35F96946F}"/>
                </a:ext>
              </a:extLst>
            </p:cNvPr>
            <p:cNvSpPr/>
            <p:nvPr/>
          </p:nvSpPr>
          <p:spPr>
            <a:xfrm flipH="1">
              <a:off x="1062175"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37" name="Freeform: Shape 141">
              <a:extLst>
                <a:ext uri="{FF2B5EF4-FFF2-40B4-BE49-F238E27FC236}">
                  <a16:creationId xmlns:a16="http://schemas.microsoft.com/office/drawing/2014/main" id="{7605E59C-7F1A-4B51-B7F1-D6A4685BE58C}"/>
                </a:ext>
              </a:extLst>
            </p:cNvPr>
            <p:cNvSpPr/>
            <p:nvPr/>
          </p:nvSpPr>
          <p:spPr>
            <a:xfrm flipH="1">
              <a:off x="987544"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grpSp>
      <p:sp>
        <p:nvSpPr>
          <p:cNvPr id="38" name="Card - Activation"/>
          <p:cNvSpPr/>
          <p:nvPr/>
        </p:nvSpPr>
        <p:spPr>
          <a:xfrm>
            <a:off x="8476488" y="1984248"/>
            <a:ext cx="3209544" cy="3657600"/>
          </a:xfrm>
          <a:prstGeom prst="roundRect">
            <a:avLst>
              <a:gd name="adj" fmla="val 6267"/>
            </a:avLst>
          </a:prstGeom>
          <a:solidFill>
            <a:srgbClr val="FFFFFF">
              <a:alpha val="60000"/>
            </a:srgbClr>
          </a:solidFill>
          <a:ln>
            <a:noFill/>
          </a:ln>
        </p:spPr>
        <p:txBody>
          <a:bodyPr wrap="square" lIns="182880" tIns="118872" rIns="182880" bIns="91440" anchor="t" rtlCol="0">
            <a:noAutofit/>
          </a:bodyPr>
          <a:lstStyle/>
          <a:p>
            <a:pPr marL="0" indent="0" algn="ctr">
              <a:lnSpc>
                <a:spcPct val="100000"/>
              </a:lnSpc>
              <a:spcBef>
                <a:spcPts val="0"/>
              </a:spcBef>
              <a:spcAft>
                <a:spcPts val="400"/>
              </a:spcAft>
              <a:buNone/>
            </a:pPr>
            <a:r>
              <a:rPr lang="en-GB" sz="1300" b="1" i="0" dirty="0">
                <a:solidFill>
                  <a:srgbClr val="2A4CF9"/>
                </a:solidFill>
                <a:latin typeface="Aptos Light"/>
                <a:cs typeface="Aptos Light"/>
              </a:rPr>
              <a:t>Activation</a:t>
            </a:r>
            <a:endParaRPr lang="en-GB" sz="13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Player meet &amp; greet: </a:t>
            </a:r>
            <a:r>
              <a:rPr lang="en-GB" sz="1100" b="0" i="0" dirty="0">
                <a:solidFill>
                  <a:srgbClr val="000000"/>
                </a:solidFill>
                <a:latin typeface="Aptos Light"/>
                <a:cs typeface="Aptos Light"/>
              </a:rPr>
              <a:t>Exclusive guest experience hosted by players.</a:t>
            </a:r>
            <a:endParaRPr lang="en-GB" sz="11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Entrance activation: </a:t>
            </a:r>
            <a:r>
              <a:rPr lang="en-GB" sz="1100" b="0" i="0" dirty="0">
                <a:solidFill>
                  <a:srgbClr val="000000"/>
                </a:solidFill>
                <a:latin typeface="Aptos Light"/>
                <a:cs typeface="Aptos Light"/>
              </a:rPr>
              <a:t>Branded space near the main entrance for engagement, demonstrations and lead generation.</a:t>
            </a:r>
            <a:endParaRPr lang="en-GB" sz="11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Coin Toss: </a:t>
            </a:r>
            <a:r>
              <a:rPr lang="en-GB" sz="1100" b="0" i="0" dirty="0">
                <a:solidFill>
                  <a:srgbClr val="000000"/>
                </a:solidFill>
                <a:latin typeface="Aptos Light"/>
                <a:cs typeface="Aptos Light"/>
              </a:rPr>
              <a:t>Five9 lives the “Coin Toss Experience”, one of the tournament’s most iconic on-court moments, with premium visibility on center court during the pre-match ceremony.</a:t>
            </a:r>
            <a:endParaRPr lang="en-GB" sz="1100" dirty="0"/>
          </a:p>
          <a:p>
            <a:pPr marL="155448" indent="-155448" algn="l">
              <a:lnSpc>
                <a:spcPct val="100000"/>
              </a:lnSpc>
              <a:spcBef>
                <a:spcPts val="0"/>
              </a:spcBef>
              <a:spcAft>
                <a:spcPts val="0"/>
              </a:spcAft>
              <a:buClr>
                <a:srgbClr val="2A4CF9"/>
              </a:buClr>
              <a:buSzPct val="100000"/>
              <a:buFont typeface="Arial"/>
              <a:buChar char="•"/>
            </a:pPr>
            <a:r>
              <a:rPr lang="en-GB" sz="1100" b="1" i="0" dirty="0">
                <a:solidFill>
                  <a:srgbClr val="000000"/>
                </a:solidFill>
                <a:latin typeface="Aptos Light"/>
                <a:cs typeface="Aptos Light"/>
              </a:rPr>
              <a:t>Clinics: </a:t>
            </a:r>
            <a:r>
              <a:rPr lang="en-GB" sz="1100" b="0" i="0" dirty="0">
                <a:solidFill>
                  <a:srgbClr val="000000"/>
                </a:solidFill>
                <a:latin typeface="Aptos Light"/>
                <a:cs typeface="Aptos Light"/>
              </a:rPr>
              <a:t>A private, one-hour on-court tennis clinic during the tournament weeks, giving guests exclusive access to the tournament environment through a premium tennis session.</a:t>
            </a:r>
            <a:endParaRPr lang="en-GB" sz="1100" dirty="0"/>
          </a:p>
        </p:txBody>
      </p:sp>
      <p:grpSp>
        <p:nvGrpSpPr>
          <p:cNvPr id="39" name="Hatch motif">
            <a:extLst>
              <a:ext uri="{FF2B5EF4-FFF2-40B4-BE49-F238E27FC236}">
                <a16:creationId xmlns:a16="http://schemas.microsoft.com/office/drawing/2014/main" id="{12E55268-6BDF-4CC4-86C0-C7C50614C834}"/>
              </a:ext>
            </a:extLst>
          </p:cNvPr>
          <p:cNvGrpSpPr/>
          <p:nvPr/>
        </p:nvGrpSpPr>
        <p:grpSpPr>
          <a:xfrm>
            <a:off x="9797796" y="1924812"/>
            <a:ext cx="566928" cy="118872"/>
            <a:chOff x="539750" y="2201159"/>
            <a:chExt cx="630525" cy="108104"/>
          </a:xfrm>
          <a:solidFill>
            <a:srgbClr val="FFFFFF"/>
          </a:solidFill>
        </p:grpSpPr>
        <p:sp>
          <p:nvSpPr>
            <p:cNvPr id="40" name="Freeform: Shape 134">
              <a:extLst>
                <a:ext uri="{FF2B5EF4-FFF2-40B4-BE49-F238E27FC236}">
                  <a16:creationId xmlns:a16="http://schemas.microsoft.com/office/drawing/2014/main" id="{A5807825-BEA7-4C4B-95A3-357A3DB46258}"/>
                </a:ext>
              </a:extLst>
            </p:cNvPr>
            <p:cNvSpPr/>
            <p:nvPr/>
          </p:nvSpPr>
          <p:spPr>
            <a:xfrm flipH="1">
              <a:off x="689012"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41" name="Freeform: Shape 135">
              <a:extLst>
                <a:ext uri="{FF2B5EF4-FFF2-40B4-BE49-F238E27FC236}">
                  <a16:creationId xmlns:a16="http://schemas.microsoft.com/office/drawing/2014/main" id="{933C5DF7-124A-4782-B7EE-537E039AFE30}"/>
                </a:ext>
              </a:extLst>
            </p:cNvPr>
            <p:cNvSpPr/>
            <p:nvPr/>
          </p:nvSpPr>
          <p:spPr>
            <a:xfrm flipH="1">
              <a:off x="614381"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42" name="Freeform: Shape 136">
              <a:extLst>
                <a:ext uri="{FF2B5EF4-FFF2-40B4-BE49-F238E27FC236}">
                  <a16:creationId xmlns:a16="http://schemas.microsoft.com/office/drawing/2014/main" id="{0DFE34B9-11C5-47C7-AA15-B1FC533B27F3}"/>
                </a:ext>
              </a:extLst>
            </p:cNvPr>
            <p:cNvSpPr/>
            <p:nvPr/>
          </p:nvSpPr>
          <p:spPr>
            <a:xfrm flipH="1">
              <a:off x="539750"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43" name="Freeform: Shape 137">
              <a:extLst>
                <a:ext uri="{FF2B5EF4-FFF2-40B4-BE49-F238E27FC236}">
                  <a16:creationId xmlns:a16="http://schemas.microsoft.com/office/drawing/2014/main" id="{317CAA29-AC10-4472-9512-01BA5F219170}"/>
                </a:ext>
              </a:extLst>
            </p:cNvPr>
            <p:cNvSpPr/>
            <p:nvPr/>
          </p:nvSpPr>
          <p:spPr>
            <a:xfrm flipH="1">
              <a:off x="912909"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44" name="Freeform: Shape 138">
              <a:extLst>
                <a:ext uri="{FF2B5EF4-FFF2-40B4-BE49-F238E27FC236}">
                  <a16:creationId xmlns:a16="http://schemas.microsoft.com/office/drawing/2014/main" id="{42C7860A-6B67-4E08-ADE0-7D206D246911}"/>
                </a:ext>
              </a:extLst>
            </p:cNvPr>
            <p:cNvSpPr/>
            <p:nvPr/>
          </p:nvSpPr>
          <p:spPr>
            <a:xfrm flipH="1">
              <a:off x="838278"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45" name="Freeform: Shape 139">
              <a:extLst>
                <a:ext uri="{FF2B5EF4-FFF2-40B4-BE49-F238E27FC236}">
                  <a16:creationId xmlns:a16="http://schemas.microsoft.com/office/drawing/2014/main" id="{B0435CA5-E0A1-46D6-9654-9B8F3756631D}"/>
                </a:ext>
              </a:extLst>
            </p:cNvPr>
            <p:cNvSpPr/>
            <p:nvPr/>
          </p:nvSpPr>
          <p:spPr>
            <a:xfrm flipH="1">
              <a:off x="763647"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46" name="Freeform: Shape 140">
              <a:extLst>
                <a:ext uri="{FF2B5EF4-FFF2-40B4-BE49-F238E27FC236}">
                  <a16:creationId xmlns:a16="http://schemas.microsoft.com/office/drawing/2014/main" id="{6E7E1DBA-BA6F-44DD-9728-7CE4E55609BE}"/>
                </a:ext>
              </a:extLst>
            </p:cNvPr>
            <p:cNvSpPr/>
            <p:nvPr/>
          </p:nvSpPr>
          <p:spPr>
            <a:xfrm flipH="1">
              <a:off x="1062175"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sp>
          <p:nvSpPr>
            <p:cNvPr id="47" name="Freeform: Shape 141">
              <a:extLst>
                <a:ext uri="{FF2B5EF4-FFF2-40B4-BE49-F238E27FC236}">
                  <a16:creationId xmlns:a16="http://schemas.microsoft.com/office/drawing/2014/main" id="{D0898274-4724-43E2-898B-4211518E3DF3}"/>
                </a:ext>
              </a:extLst>
            </p:cNvPr>
            <p:cNvSpPr/>
            <p:nvPr/>
          </p:nvSpPr>
          <p:spPr>
            <a:xfrm flipH="1">
              <a:off x="987544"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Display" panose="02110004020202020204"/>
              </a:endParaRPr>
            </a:p>
          </p:txBody>
        </p:sp>
      </p:grpSp>
      <p:sp>
        <p:nvSpPr>
          <p:cNvPr id="48" name="Footnote"/>
          <p:cNvSpPr txBox="1"/>
          <p:nvPr/>
        </p:nvSpPr>
        <p:spPr>
          <a:xfrm>
            <a:off x="502920" y="5733288"/>
            <a:ext cx="9692640" cy="274320"/>
          </a:xfrm>
          <a:prstGeom prst="rect">
            <a:avLst/>
          </a:prstGeom>
          <a:noFill/>
        </p:spPr>
        <p:txBody>
          <a:bodyPr wrap="square" lIns="0" tIns="0" rIns="0" bIns="0" anchor="ctr" rtlCol="0">
            <a:noAutofit/>
          </a:bodyPr>
          <a:lstStyle/>
          <a:p>
            <a:pPr marL="0" indent="0" algn="l">
              <a:lnSpc>
                <a:spcPct val="100000"/>
              </a:lnSpc>
              <a:spcBef>
                <a:spcPts val="0"/>
              </a:spcBef>
              <a:spcAft>
                <a:spcPts val="0"/>
              </a:spcAft>
              <a:buNone/>
            </a:pPr>
            <a:r>
              <a:rPr lang="en-GB" sz="900" b="0" i="1" dirty="0">
                <a:solidFill>
                  <a:srgbClr val="D9D9D9"/>
                </a:solidFill>
                <a:latin typeface="Aptos Light"/>
                <a:cs typeface="Aptos Light"/>
              </a:rPr>
              <a:t>*Subject to approval by each rights-holder. Umpire-chair / premium on-court branding is part of Package A only.</a:t>
            </a:r>
            <a:endParaRPr lang="en-GB" sz="900" dirty="0"/>
          </a:p>
        </p:txBody>
      </p:sp>
      <p:sp>
        <p:nvSpPr>
          <p:cNvPr id="49" name="ZoneTexte 13">
            <a:extLst>
              <a:ext uri="{FF2B5EF4-FFF2-40B4-BE49-F238E27FC236}">
                <a16:creationId xmlns:a16="http://schemas.microsoft.com/office/drawing/2014/main" id="{F9688AE4-AFE6-4B07-AA57-A5D90E93451D}"/>
              </a:ext>
            </a:extLst>
          </p:cNvPr>
          <p:cNvSpPr txBox="1"/>
          <p:nvPr/>
        </p:nvSpPr>
        <p:spPr>
          <a:xfrm>
            <a:off x="111533" y="117413"/>
            <a:ext cx="4672007" cy="20005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700">
                <a:solidFill>
                  <a:schemeClr val="bg1"/>
                </a:solidFill>
                <a:latin typeface="Aptos Light" panose="020B0004020202020204" pitchFamily="34" charset="0"/>
                <a:ea typeface="Times New Roman" panose="02020603050405020304" pitchFamily="18" charset="0"/>
              </a:rPr>
              <a:t>Five9 </a:t>
            </a:r>
            <a:r>
              <a:rPr kumimoji="0" lang="en-GB" sz="700" b="0" i="0" u="none" strike="noStrike" kern="1200" cap="none" spc="0" normalizeH="0" baseline="0" noProof="0">
                <a:ln>
                  <a:noFill/>
                </a:ln>
                <a:solidFill>
                  <a:schemeClr val="bg1"/>
                </a:solidFill>
                <a:effectLst/>
                <a:uLnTx/>
                <a:uFillTx/>
                <a:latin typeface="Aptos Light" panose="020B0004020202020204" pitchFamily="34" charset="0"/>
                <a:ea typeface="Times New Roman" panose="02020603050405020304" pitchFamily="18" charset="0"/>
                <a:cs typeface="+mn-cs"/>
              </a:rPr>
              <a:t>x SPORTFIVE		</a:t>
            </a:r>
            <a:r>
              <a:rPr lang="en-GB" sz="700">
                <a:solidFill>
                  <a:schemeClr val="bg1"/>
                </a:solidFill>
                <a:latin typeface="Aptos Light" panose="020B0004020202020204" pitchFamily="34" charset="0"/>
                <a:ea typeface="Times New Roman" panose="02020603050405020304" pitchFamily="18" charset="0"/>
              </a:rPr>
              <a:t>RECOMMENDATION: THE BEST FIT FOR Five9</a:t>
            </a:r>
            <a:endParaRPr kumimoji="0" lang="en-GB" sz="700" b="0" i="0" u="none" strike="noStrike" kern="1200" cap="none" spc="0" normalizeH="0" baseline="0" noProof="0">
              <a:ln>
                <a:noFill/>
              </a:ln>
              <a:solidFill>
                <a:schemeClr val="bg1"/>
              </a:solidFill>
              <a:effectLst/>
              <a:uLnTx/>
              <a:uFillTx/>
              <a:latin typeface="Aptos Light" panose="020B0004020202020204" pitchFamily="34" charset="0"/>
              <a:ea typeface="Times New Roman" panose="02020603050405020304" pitchFamily="18" charset="0"/>
              <a:cs typeface="+mn-cs"/>
            </a:endParaRPr>
          </a:p>
        </p:txBody>
      </p:sp>
      <p:sp>
        <p:nvSpPr>
          <p:cNvPr id="50" name="Slide Number Placeholder 2">
            <a:extLst>
              <a:ext uri="{FF2B5EF4-FFF2-40B4-BE49-F238E27FC236}">
                <a16:creationId xmlns:a16="http://schemas.microsoft.com/office/drawing/2014/main" id="{E3272310-3BDA-438C-B479-EB34D4F7433D}"/>
              </a:ext>
            </a:extLst>
          </p:cNvPr>
          <p:cNvSpPr txBox="1">
            <a:spLocks/>
          </p:cNvSpPr>
          <p:nvPr/>
        </p:nvSpPr>
        <p:spPr bwMode="gray">
          <a:xfrm>
            <a:off x="10711770" y="5785478"/>
            <a:ext cx="1140869" cy="281947"/>
          </a:xfrm>
          <a:prstGeom prst="rect">
            <a:avLst/>
          </a:prstGeom>
        </p:spPr>
        <p:txBody>
          <a:bodyPr vert="horz" lIns="0" tIns="0" rIns="0" bIns="0" rtlCol="0" anchor="ctr"/>
          <a:lstStyle>
            <a:defPPr>
              <a:defRPr lang="de-DE"/>
            </a:defPPr>
            <a:lvl1pPr marL="0" algn="r" defTabSz="1219170" rtl="0" eaLnBrk="1" latinLnBrk="0" hangingPunct="1">
              <a:defRPr sz="1000" b="1" kern="1200">
                <a:solidFill>
                  <a:schemeClr val="tx1"/>
                </a:solidFill>
                <a:latin typeface="+mj-lt"/>
                <a:ea typeface="+mn-ea"/>
                <a:cs typeface="+mn-cs"/>
              </a:defRPr>
            </a:lvl1pPr>
            <a:lvl2pPr marL="0" indent="0" algn="ctr" defTabSz="1219170" rtl="0" eaLnBrk="1" latinLnBrk="0" hangingPunct="1">
              <a:defRPr sz="1067" b="1" kern="1200">
                <a:solidFill>
                  <a:schemeClr val="bg1"/>
                </a:solidFill>
                <a:latin typeface="+mj-lt"/>
                <a:ea typeface="+mn-ea"/>
                <a:cs typeface="+mn-cs"/>
              </a:defRPr>
            </a:lvl2pPr>
            <a:lvl3pPr marL="0" indent="0" algn="ctr" defTabSz="1219170" rtl="0" eaLnBrk="1" latinLnBrk="0" hangingPunct="1">
              <a:defRPr sz="1067" b="1" kern="1200">
                <a:solidFill>
                  <a:schemeClr val="bg1"/>
                </a:solidFill>
                <a:latin typeface="+mj-lt"/>
                <a:ea typeface="+mn-ea"/>
                <a:cs typeface="+mn-cs"/>
              </a:defRPr>
            </a:lvl3pPr>
            <a:lvl4pPr marL="0" algn="ctr" defTabSz="1219170" rtl="0" eaLnBrk="1" latinLnBrk="0" hangingPunct="1">
              <a:defRPr sz="1067" b="1" kern="1200">
                <a:solidFill>
                  <a:schemeClr val="bg1"/>
                </a:solidFill>
                <a:latin typeface="+mj-lt"/>
                <a:ea typeface="+mn-ea"/>
                <a:cs typeface="+mn-cs"/>
              </a:defRPr>
            </a:lvl4pPr>
            <a:lvl5pPr marL="0" algn="ctr" defTabSz="1219170" rtl="0" eaLnBrk="1" latinLnBrk="0" hangingPunct="1">
              <a:defRPr sz="1067" b="1" kern="1200">
                <a:solidFill>
                  <a:schemeClr val="bg1"/>
                </a:solidFill>
                <a:latin typeface="+mj-lt"/>
                <a:ea typeface="+mn-ea"/>
                <a:cs typeface="+mn-cs"/>
              </a:defRPr>
            </a:lvl5pPr>
            <a:lvl6pPr marL="0" algn="ctr" defTabSz="1219170" rtl="0" eaLnBrk="1" latinLnBrk="0" hangingPunct="1">
              <a:defRPr sz="1067" b="1" kern="1200">
                <a:solidFill>
                  <a:schemeClr val="bg1"/>
                </a:solidFill>
                <a:latin typeface="+mj-lt"/>
                <a:ea typeface="+mn-ea"/>
                <a:cs typeface="+mn-cs"/>
              </a:defRPr>
            </a:lvl6pPr>
            <a:lvl7pPr marL="0" algn="ctr" defTabSz="1219170" rtl="0" eaLnBrk="1" latinLnBrk="0" hangingPunct="1">
              <a:defRPr sz="1067" b="1" kern="1200">
                <a:solidFill>
                  <a:schemeClr val="bg1"/>
                </a:solidFill>
                <a:latin typeface="+mj-lt"/>
                <a:ea typeface="+mn-ea"/>
                <a:cs typeface="+mn-cs"/>
              </a:defRPr>
            </a:lvl7pPr>
            <a:lvl8pPr marL="0" algn="ctr" defTabSz="1219170" rtl="0" eaLnBrk="1" latinLnBrk="0" hangingPunct="1">
              <a:defRPr sz="1067" b="1" kern="1200">
                <a:solidFill>
                  <a:schemeClr val="bg1"/>
                </a:solidFill>
                <a:latin typeface="+mj-lt"/>
                <a:ea typeface="+mn-ea"/>
                <a:cs typeface="+mn-cs"/>
              </a:defRPr>
            </a:lvl8pPr>
            <a:lvl9pPr marL="0" algn="ctr" defTabSz="1219170" rtl="0" eaLnBrk="1" latinLnBrk="0" hangingPunct="1">
              <a:defRPr sz="1067" b="1" kern="1200">
                <a:solidFill>
                  <a:schemeClr val="bg1"/>
                </a:solidFill>
                <a:latin typeface="+mj-lt"/>
                <a:ea typeface="+mn-ea"/>
                <a:cs typeface="+mn-cs"/>
              </a:defRPr>
            </a:lvl9pPr>
          </a:lstStyle>
          <a:p>
            <a:pPr defTabSz="1090426">
              <a:defRPr/>
            </a:pPr>
            <a:fld id="{96FF1F4F-4717-426F-83A6-412729423D60}" type="slidenum">
              <a:rPr lang="en-US" sz="894" b="0">
                <a:solidFill>
                  <a:schemeClr val="bg1"/>
                </a:solidFill>
                <a:latin typeface="Bebas Neue" panose="020B0606020202050201" pitchFamily="34" charset="0"/>
              </a:rPr>
              <a:pPr defTabSz="1090426">
                <a:defRPr/>
              </a:pPr>
              <a:t>37</a:t>
            </a:fld>
            <a:endParaRPr lang="en-US" sz="894" b="0">
              <a:solidFill>
                <a:schemeClr val="bg1"/>
              </a:solidFill>
              <a:latin typeface="Bebas Neue" panose="020B0606020202050201" pitchFamily="34" charset="0"/>
            </a:endParaRPr>
          </a:p>
        </p:txBody>
      </p:sp>
    </p:spTree>
    <p:extLst>
      <p:ext uri="{BB962C8B-B14F-4D97-AF65-F5344CB8AC3E}">
        <p14:creationId xmlns:p14="http://schemas.microsoft.com/office/powerpoint/2010/main" val="29108343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9F094-B9E6-F99F-29A6-40643DF43B1A}"/>
            </a:ext>
          </a:extLst>
        </p:cNvPr>
        <p:cNvGrpSpPr/>
        <p:nvPr/>
      </p:nvGrpSpPr>
      <p:grpSpPr>
        <a:xfrm>
          <a:off x="0" y="0"/>
          <a:ext cx="0" cy="0"/>
          <a:chOff x="0" y="0"/>
          <a:chExt cx="0" cy="0"/>
        </a:xfrm>
      </p:grpSpPr>
      <p:pic>
        <p:nvPicPr>
          <p:cNvPr id="2" name="Grafik 22" descr="What are the pitch sizes for every Premier League stadium? | FourFourTwo">
            <a:extLst>
              <a:ext uri="{FF2B5EF4-FFF2-40B4-BE49-F238E27FC236}">
                <a16:creationId xmlns:a16="http://schemas.microsoft.com/office/drawing/2014/main" id="{2941DE9E-1496-436C-B785-E9B2D93F36EB}"/>
              </a:ext>
            </a:extLst>
          </p:cNvPr>
          <p:cNvPicPr>
            <a:picLocks noChangeAspect="1"/>
          </p:cNvPicPr>
          <p:nvPr/>
        </p:nvPicPr>
        <p:blipFill>
          <a:blip r:embed="rId3">
            <a:duotone>
              <a:prstClr val="black"/>
              <a:schemeClr val="tx2">
                <a:tint val="45000"/>
                <a:satMod val="400000"/>
              </a:schemeClr>
            </a:duotone>
            <a:alphaModFix/>
            <a:extLst>
              <a:ext uri="{BEBA8EAE-BF5A-486C-A8C5-ECC9F3942E4B}">
                <a14:imgProps xmlns:a14="http://schemas.microsoft.com/office/drawing/2010/main">
                  <a14:imgLayer r:embed="rId4">
                    <a14:imgEffect>
                      <a14:brightnessContrast bright="-68000"/>
                    </a14:imgEffect>
                  </a14:imgLayer>
                </a14:imgProps>
              </a:ext>
            </a:extLst>
          </a:blip>
          <a:srcRect l="6388"/>
          <a:stretch>
            <a:fillRect/>
          </a:stretch>
        </p:blipFill>
        <p:spPr>
          <a:xfrm>
            <a:off x="0" y="-499424"/>
            <a:ext cx="12207518" cy="6851397"/>
          </a:xfrm>
          <a:prstGeom prst="rect">
            <a:avLst/>
          </a:prstGeom>
        </p:spPr>
      </p:pic>
      <p:sp>
        <p:nvSpPr>
          <p:cNvPr id="3" name="Title line 1"/>
          <p:cNvSpPr txBox="1"/>
          <p:nvPr/>
        </p:nvSpPr>
        <p:spPr>
          <a:xfrm>
            <a:off x="411480" y="548640"/>
            <a:ext cx="7589520" cy="338328"/>
          </a:xfrm>
          <a:prstGeom prst="rect">
            <a:avLst/>
          </a:prstGeom>
          <a:noFill/>
        </p:spPr>
        <p:txBody>
          <a:bodyPr wrap="square" lIns="91440" tIns="45720" rIns="91440" bIns="45720" anchor="t" rtlCol="0">
            <a:noAutofit/>
          </a:bodyPr>
          <a:lstStyle/>
          <a:p>
            <a:pPr marL="0" indent="0" algn="l">
              <a:lnSpc>
                <a:spcPct val="100000"/>
              </a:lnSpc>
              <a:spcBef>
                <a:spcPts val="0"/>
              </a:spcBef>
              <a:spcAft>
                <a:spcPts val="0"/>
              </a:spcAft>
              <a:buNone/>
            </a:pPr>
            <a:r>
              <a:rPr lang="en-GB" sz="1600" b="0" i="0" dirty="0">
                <a:solidFill>
                  <a:schemeClr val="bg1"/>
                </a:solidFill>
                <a:latin typeface="Aptos Light"/>
                <a:cs typeface="Aptos Light"/>
              </a:rPr>
              <a:t>EXEMPLARY RIGHTS PACKAGE</a:t>
            </a:r>
            <a:endParaRPr lang="en-GB" sz="1100" dirty="0"/>
          </a:p>
        </p:txBody>
      </p:sp>
      <p:sp>
        <p:nvSpPr>
          <p:cNvPr id="4" name="Title"/>
          <p:cNvSpPr txBox="1"/>
          <p:nvPr/>
        </p:nvSpPr>
        <p:spPr>
          <a:xfrm>
            <a:off x="676656" y="676656"/>
            <a:ext cx="5669280" cy="704088"/>
          </a:xfrm>
          <a:prstGeom prst="rect">
            <a:avLst/>
          </a:prstGeom>
          <a:noFill/>
        </p:spPr>
        <p:txBody>
          <a:bodyPr wrap="square" lIns="91440" tIns="45720" rIns="91440" bIns="45720" anchor="t" rtlCol="0">
            <a:noAutofit/>
          </a:bodyPr>
          <a:lstStyle/>
          <a:p>
            <a:pPr marL="0" indent="0" algn="l">
              <a:lnSpc>
                <a:spcPct val="100000"/>
              </a:lnSpc>
              <a:spcBef>
                <a:spcPts val="0"/>
              </a:spcBef>
              <a:spcAft>
                <a:spcPts val="0"/>
              </a:spcAft>
              <a:buNone/>
            </a:pPr>
            <a:r>
              <a:rPr lang="en-GB" sz="4000" b="1" i="1" dirty="0">
                <a:solidFill>
                  <a:srgbClr val="2A4CF9"/>
                </a:solidFill>
                <a:latin typeface="+mj-lt"/>
                <a:cs typeface="+mj-lt"/>
              </a:rPr>
              <a:t>Global football club</a:t>
            </a:r>
            <a:endParaRPr lang="en-GB" sz="4000" dirty="0"/>
          </a:p>
        </p:txBody>
      </p:sp>
      <p:sp>
        <p:nvSpPr>
          <p:cNvPr id="5" name="Title line 3"/>
          <p:cNvSpPr txBox="1"/>
          <p:nvPr/>
        </p:nvSpPr>
        <p:spPr>
          <a:xfrm>
            <a:off x="676656" y="1280160"/>
            <a:ext cx="6400800" cy="338328"/>
          </a:xfrm>
          <a:prstGeom prst="rect">
            <a:avLst/>
          </a:prstGeom>
          <a:noFill/>
        </p:spPr>
        <p:txBody>
          <a:bodyPr wrap="square" lIns="91440" tIns="45720" rIns="91440" bIns="45720" anchor="t" rtlCol="0">
            <a:noAutofit/>
          </a:bodyPr>
          <a:lstStyle/>
          <a:p>
            <a:pPr marL="0" indent="0" algn="l">
              <a:lnSpc>
                <a:spcPct val="100000"/>
              </a:lnSpc>
              <a:spcBef>
                <a:spcPts val="0"/>
              </a:spcBef>
              <a:spcAft>
                <a:spcPts val="0"/>
              </a:spcAft>
              <a:buNone/>
            </a:pPr>
            <a:r>
              <a:rPr lang="en-GB" sz="1600" b="0" i="0" dirty="0">
                <a:solidFill>
                  <a:schemeClr val="bg1"/>
                </a:solidFill>
                <a:latin typeface="Aptos Light"/>
                <a:cs typeface="Aptos Light"/>
              </a:rPr>
              <a:t>ARSENAL FC  /  FC BAYERN MUNICH  ·  1 OF 2</a:t>
            </a:r>
            <a:endParaRPr lang="en-GB" sz="1100" dirty="0"/>
          </a:p>
        </p:txBody>
      </p:sp>
      <p:sp>
        <p:nvSpPr>
          <p:cNvPr id="6" name="Investment box"/>
          <p:cNvSpPr/>
          <p:nvPr/>
        </p:nvSpPr>
        <p:spPr>
          <a:xfrm>
            <a:off x="8485632" y="548640"/>
            <a:ext cx="3200400" cy="1170432"/>
          </a:xfrm>
          <a:prstGeom prst="roundRect">
            <a:avLst>
              <a:gd name="adj" fmla="val 15625"/>
            </a:avLst>
          </a:prstGeom>
          <a:solidFill>
            <a:srgbClr val="2A4CF9"/>
          </a:solidFill>
          <a:ln>
            <a:noFill/>
          </a:ln>
        </p:spPr>
        <p:txBody>
          <a:bodyPr wrap="square" lIns="182880" tIns="118872" rIns="182880" bIns="91440" anchor="t" rtlCol="0">
            <a:noAutofit/>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
            </a:r>
            <a:endParaRPr lang="en-GB" sz="1100" dirty="0"/>
          </a:p>
        </p:txBody>
      </p:sp>
      <p:sp>
        <p:nvSpPr>
          <p:cNvPr id="7" name="Investment - INVESTMENT"/>
          <p:cNvSpPr txBox="1"/>
          <p:nvPr/>
        </p:nvSpPr>
        <p:spPr>
          <a:xfrm>
            <a:off x="8485632" y="548640"/>
            <a:ext cx="1600200" cy="1170432"/>
          </a:xfrm>
          <a:prstGeom prst="rect">
            <a:avLst/>
          </a:prstGeom>
          <a:noFill/>
        </p:spPr>
        <p:txBody>
          <a:bodyPr wrap="square" lIns="73152" tIns="36576" rIns="73152" bIns="36576" anchor="ctr" rtlCol="0">
            <a:noAutofit/>
          </a:bodyPr>
          <a:lstStyle/>
          <a:p>
            <a:pPr marL="0" indent="0" algn="ctr">
              <a:lnSpc>
                <a:spcPct val="100000"/>
              </a:lnSpc>
              <a:spcBef>
                <a:spcPts val="0"/>
              </a:spcBef>
              <a:spcAft>
                <a:spcPts val="0"/>
              </a:spcAft>
              <a:buNone/>
            </a:pPr>
            <a:r>
              <a:rPr lang="en-GB" sz="1000" b="1" i="0" spc="100" dirty="0">
                <a:solidFill>
                  <a:srgbClr val="FFFFFF"/>
                </a:solidFill>
                <a:latin typeface="Aptos Light"/>
                <a:cs typeface="Aptos Light"/>
              </a:rPr>
              <a:t>INVESTMENT</a:t>
            </a:r>
            <a:endParaRPr lang="en-GB" sz="1000" dirty="0"/>
          </a:p>
          <a:p>
            <a:pPr marL="0" indent="0" algn="ctr">
              <a:lnSpc>
                <a:spcPct val="100000"/>
              </a:lnSpc>
              <a:spcBef>
                <a:spcPts val="0"/>
              </a:spcBef>
              <a:spcAft>
                <a:spcPts val="0"/>
              </a:spcAft>
              <a:buNone/>
            </a:pPr>
            <a:r>
              <a:rPr lang="en-GB" sz="2600" b="1" i="0" dirty="0">
                <a:solidFill>
                  <a:srgbClr val="FFFFFF"/>
                </a:solidFill>
                <a:latin typeface="+mj-lt"/>
                <a:cs typeface="+mj-lt"/>
              </a:rPr>
              <a:t>€2M+</a:t>
            </a:r>
            <a:endParaRPr lang="en-GB" sz="2600" dirty="0"/>
          </a:p>
          <a:p>
            <a:pPr marL="0" indent="0" algn="ctr">
              <a:lnSpc>
                <a:spcPct val="100000"/>
              </a:lnSpc>
              <a:spcBef>
                <a:spcPts val="0"/>
              </a:spcBef>
              <a:spcAft>
                <a:spcPts val="0"/>
              </a:spcAft>
              <a:buNone/>
            </a:pPr>
            <a:r>
              <a:rPr lang="en-GB" sz="1100" b="0" i="0" dirty="0">
                <a:solidFill>
                  <a:srgbClr val="FFFFFF"/>
                </a:solidFill>
                <a:latin typeface="Aptos Light"/>
                <a:cs typeface="Aptos Light"/>
              </a:rPr>
              <a:t>per year, per club</a:t>
            </a:r>
            <a:endParaRPr lang="en-GB" sz="1100" dirty="0"/>
          </a:p>
        </p:txBody>
      </p:sp>
      <p:sp>
        <p:nvSpPr>
          <p:cNvPr id="8" name="Investment - TERM"/>
          <p:cNvSpPr txBox="1"/>
          <p:nvPr/>
        </p:nvSpPr>
        <p:spPr>
          <a:xfrm>
            <a:off x="10085832" y="548640"/>
            <a:ext cx="1600200" cy="1170432"/>
          </a:xfrm>
          <a:prstGeom prst="rect">
            <a:avLst/>
          </a:prstGeom>
          <a:noFill/>
        </p:spPr>
        <p:txBody>
          <a:bodyPr wrap="square" lIns="73152" tIns="36576" rIns="73152" bIns="36576" anchor="ctr" rtlCol="0">
            <a:noAutofit/>
          </a:bodyPr>
          <a:lstStyle/>
          <a:p>
            <a:pPr marL="0" indent="0" algn="ctr">
              <a:lnSpc>
                <a:spcPct val="100000"/>
              </a:lnSpc>
              <a:spcBef>
                <a:spcPts val="0"/>
              </a:spcBef>
              <a:spcAft>
                <a:spcPts val="0"/>
              </a:spcAft>
              <a:buNone/>
            </a:pPr>
            <a:r>
              <a:rPr lang="en-GB" sz="1000" b="1" i="0" spc="100" dirty="0">
                <a:solidFill>
                  <a:srgbClr val="FFFFFF"/>
                </a:solidFill>
                <a:latin typeface="Aptos Light"/>
                <a:cs typeface="Aptos Light"/>
              </a:rPr>
              <a:t>TERM</a:t>
            </a:r>
            <a:endParaRPr lang="en-GB" sz="1000" dirty="0"/>
          </a:p>
          <a:p>
            <a:pPr marL="0" indent="0" algn="ctr">
              <a:lnSpc>
                <a:spcPct val="100000"/>
              </a:lnSpc>
              <a:spcBef>
                <a:spcPts val="0"/>
              </a:spcBef>
              <a:spcAft>
                <a:spcPts val="0"/>
              </a:spcAft>
              <a:buNone/>
            </a:pPr>
            <a:r>
              <a:rPr lang="en-GB" sz="2600" b="1" i="0" dirty="0">
                <a:solidFill>
                  <a:srgbClr val="FFFFFF"/>
                </a:solidFill>
                <a:latin typeface="+mj-lt"/>
                <a:cs typeface="+mj-lt"/>
              </a:rPr>
              <a:t>3 years</a:t>
            </a:r>
            <a:endParaRPr lang="en-GB" sz="2600" dirty="0"/>
          </a:p>
          <a:p>
            <a:pPr marL="0" indent="0" algn="ctr">
              <a:lnSpc>
                <a:spcPct val="100000"/>
              </a:lnSpc>
              <a:spcBef>
                <a:spcPts val="0"/>
              </a:spcBef>
              <a:spcAft>
                <a:spcPts val="0"/>
              </a:spcAft>
              <a:buNone/>
            </a:pPr>
            <a:r>
              <a:rPr lang="en-GB" sz="1100" b="0" i="0" dirty="0">
                <a:solidFill>
                  <a:srgbClr val="FFFFFF"/>
                </a:solidFill>
                <a:latin typeface="Aptos Light"/>
                <a:cs typeface="Aptos Light"/>
              </a:rPr>
              <a:t>partnership term</a:t>
            </a:r>
            <a:endParaRPr lang="en-GB" sz="1100" dirty="0"/>
          </a:p>
        </p:txBody>
      </p:sp>
      <p:cxnSp>
        <p:nvCxnSpPr>
          <p:cNvPr id="9" name="Investment divider"/>
          <p:cNvCxnSpPr/>
          <p:nvPr/>
        </p:nvCxnSpPr>
        <p:spPr>
          <a:xfrm>
            <a:off x="10085832" y="749808"/>
            <a:ext cx="0" cy="768096"/>
          </a:xfrm>
          <a:prstGeom prst="line">
            <a:avLst/>
          </a:prstGeom>
          <a:ln w="9525">
            <a:solidFill>
              <a:srgbClr val="FFFFFF">
                <a:alpha val="60000"/>
              </a:srgbClr>
            </a:solidFill>
          </a:ln>
        </p:spPr>
      </p:cxnSp>
      <p:sp>
        <p:nvSpPr>
          <p:cNvPr id="10" name="Card - IP Rights &amp; Designation"/>
          <p:cNvSpPr/>
          <p:nvPr/>
        </p:nvSpPr>
        <p:spPr>
          <a:xfrm>
            <a:off x="502920" y="1984248"/>
            <a:ext cx="5454396" cy="2103120"/>
          </a:xfrm>
          <a:prstGeom prst="roundRect">
            <a:avLst>
              <a:gd name="adj" fmla="val 9565"/>
            </a:avLst>
          </a:prstGeom>
          <a:solidFill>
            <a:srgbClr val="FFFFFF">
              <a:alpha val="60000"/>
            </a:srgbClr>
          </a:solidFill>
          <a:ln>
            <a:noFill/>
          </a:ln>
        </p:spPr>
        <p:txBody>
          <a:bodyPr wrap="square" lIns="182880" tIns="118872" rIns="182880" bIns="91440" anchor="t" rtlCol="0">
            <a:noAutofit/>
          </a:bodyPr>
          <a:lstStyle/>
          <a:p>
            <a:pPr marL="0" indent="0" algn="ctr">
              <a:lnSpc>
                <a:spcPct val="100000"/>
              </a:lnSpc>
              <a:spcBef>
                <a:spcPts val="0"/>
              </a:spcBef>
              <a:spcAft>
                <a:spcPts val="400"/>
              </a:spcAft>
              <a:buNone/>
            </a:pPr>
            <a:r>
              <a:rPr lang="en-GB" sz="1300" b="1" i="0" dirty="0">
                <a:solidFill>
                  <a:srgbClr val="2A4CF9"/>
                </a:solidFill>
                <a:latin typeface="Aptos Light"/>
                <a:cs typeface="Aptos Light"/>
              </a:rPr>
              <a:t>IP Rights &amp; Designation</a:t>
            </a:r>
            <a:endParaRPr lang="en-GB" sz="13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IP Rights: </a:t>
            </a:r>
            <a:r>
              <a:rPr lang="en-GB" sz="1100" b="0" i="0" dirty="0">
                <a:solidFill>
                  <a:srgbClr val="000000"/>
                </a:solidFill>
                <a:latin typeface="Aptos Light"/>
                <a:cs typeface="Aptos Light"/>
              </a:rPr>
              <a:t>Use of Club logo, marks and official name across Five9 marketing and advertising materials.</a:t>
            </a:r>
            <a:endParaRPr lang="en-GB" sz="11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Group Player Image Rights: </a:t>
            </a:r>
            <a:r>
              <a:rPr lang="en-GB" sz="1100" b="0" i="0" dirty="0">
                <a:solidFill>
                  <a:srgbClr val="000000"/>
                </a:solidFill>
                <a:latin typeface="Aptos Light"/>
                <a:cs typeface="Aptos Light"/>
              </a:rPr>
              <a:t>Collective use of Club players within Five9’s marketing and content platforms (minimum of 3 players required).</a:t>
            </a:r>
            <a:endParaRPr lang="en-GB" sz="11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Category Exclusivity: </a:t>
            </a:r>
            <a:r>
              <a:rPr lang="en-GB" sz="1100" b="0" i="0" dirty="0">
                <a:solidFill>
                  <a:srgbClr val="000000"/>
                </a:solidFill>
                <a:latin typeface="Aptos Light"/>
                <a:cs typeface="Aptos Light"/>
              </a:rPr>
              <a:t>To be mutually agreed between Five9 and the Club.</a:t>
            </a:r>
            <a:endParaRPr lang="en-GB" sz="1100" dirty="0"/>
          </a:p>
          <a:p>
            <a:pPr marL="155448" indent="-155448" algn="l">
              <a:lnSpc>
                <a:spcPct val="100000"/>
              </a:lnSpc>
              <a:spcBef>
                <a:spcPts val="0"/>
              </a:spcBef>
              <a:spcAft>
                <a:spcPts val="0"/>
              </a:spcAft>
              <a:buClr>
                <a:srgbClr val="2A4CF9"/>
              </a:buClr>
              <a:buSzPct val="100000"/>
              <a:buFont typeface="Arial"/>
              <a:buChar char="•"/>
            </a:pPr>
            <a:r>
              <a:rPr lang="en-GB" sz="1100" b="1" i="0" dirty="0">
                <a:solidFill>
                  <a:srgbClr val="000000"/>
                </a:solidFill>
                <a:latin typeface="Aptos Light"/>
                <a:cs typeface="Aptos Light"/>
              </a:rPr>
              <a:t>Partnership Announcement: </a:t>
            </a:r>
            <a:r>
              <a:rPr lang="en-GB" sz="1100" b="0" i="0" dirty="0">
                <a:solidFill>
                  <a:srgbClr val="000000"/>
                </a:solidFill>
                <a:latin typeface="Aptos Light"/>
                <a:cs typeface="Aptos Light"/>
              </a:rPr>
              <a:t>Official partnership announcement across the Club’s official channels and media outlets.</a:t>
            </a:r>
            <a:endParaRPr lang="en-GB" sz="1100" dirty="0"/>
          </a:p>
        </p:txBody>
      </p:sp>
      <p:grpSp>
        <p:nvGrpSpPr>
          <p:cNvPr id="11" name="Hatch motif">
            <a:extLst>
              <a:ext uri="{FF2B5EF4-FFF2-40B4-BE49-F238E27FC236}">
                <a16:creationId xmlns:a16="http://schemas.microsoft.com/office/drawing/2014/main" id="{68B1F7C6-094B-48A0-8AED-2A5246989A7C}"/>
              </a:ext>
            </a:extLst>
          </p:cNvPr>
          <p:cNvGrpSpPr/>
          <p:nvPr/>
        </p:nvGrpSpPr>
        <p:grpSpPr>
          <a:xfrm>
            <a:off x="2946654" y="1924812"/>
            <a:ext cx="566928" cy="118872"/>
            <a:chOff x="539750" y="2201159"/>
            <a:chExt cx="630525" cy="108104"/>
          </a:xfrm>
          <a:solidFill>
            <a:srgbClr val="FFFFFF"/>
          </a:solidFill>
        </p:grpSpPr>
        <p:sp>
          <p:nvSpPr>
            <p:cNvPr id="12" name="Freeform: Shape 134">
              <a:extLst>
                <a:ext uri="{FF2B5EF4-FFF2-40B4-BE49-F238E27FC236}">
                  <a16:creationId xmlns:a16="http://schemas.microsoft.com/office/drawing/2014/main" id="{3C8F7524-C46D-4331-8F8C-7E2B4AE59C9E}"/>
                </a:ext>
              </a:extLst>
            </p:cNvPr>
            <p:cNvSpPr/>
            <p:nvPr/>
          </p:nvSpPr>
          <p:spPr>
            <a:xfrm flipH="1">
              <a:off x="689012"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13" name="Freeform: Shape 135">
              <a:extLst>
                <a:ext uri="{FF2B5EF4-FFF2-40B4-BE49-F238E27FC236}">
                  <a16:creationId xmlns:a16="http://schemas.microsoft.com/office/drawing/2014/main" id="{1D95996A-9B09-44A9-9E08-8B6E52E4CC56}"/>
                </a:ext>
              </a:extLst>
            </p:cNvPr>
            <p:cNvSpPr/>
            <p:nvPr/>
          </p:nvSpPr>
          <p:spPr>
            <a:xfrm flipH="1">
              <a:off x="614381"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14" name="Freeform: Shape 136">
              <a:extLst>
                <a:ext uri="{FF2B5EF4-FFF2-40B4-BE49-F238E27FC236}">
                  <a16:creationId xmlns:a16="http://schemas.microsoft.com/office/drawing/2014/main" id="{70C2AD87-A2D4-4EFC-8517-3525595BCBA0}"/>
                </a:ext>
              </a:extLst>
            </p:cNvPr>
            <p:cNvSpPr/>
            <p:nvPr/>
          </p:nvSpPr>
          <p:spPr>
            <a:xfrm flipH="1">
              <a:off x="539750"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15" name="Freeform: Shape 137">
              <a:extLst>
                <a:ext uri="{FF2B5EF4-FFF2-40B4-BE49-F238E27FC236}">
                  <a16:creationId xmlns:a16="http://schemas.microsoft.com/office/drawing/2014/main" id="{FA33AA0A-486E-42AD-B849-C4F463A2ACE2}"/>
                </a:ext>
              </a:extLst>
            </p:cNvPr>
            <p:cNvSpPr/>
            <p:nvPr/>
          </p:nvSpPr>
          <p:spPr>
            <a:xfrm flipH="1">
              <a:off x="912909"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16" name="Freeform: Shape 138">
              <a:extLst>
                <a:ext uri="{FF2B5EF4-FFF2-40B4-BE49-F238E27FC236}">
                  <a16:creationId xmlns:a16="http://schemas.microsoft.com/office/drawing/2014/main" id="{729E313B-BE09-4144-86EB-0DDCA132036E}"/>
                </a:ext>
              </a:extLst>
            </p:cNvPr>
            <p:cNvSpPr/>
            <p:nvPr/>
          </p:nvSpPr>
          <p:spPr>
            <a:xfrm flipH="1">
              <a:off x="838278"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17" name="Freeform: Shape 139">
              <a:extLst>
                <a:ext uri="{FF2B5EF4-FFF2-40B4-BE49-F238E27FC236}">
                  <a16:creationId xmlns:a16="http://schemas.microsoft.com/office/drawing/2014/main" id="{EE2A6B1E-8613-4513-8BB1-B182AFAF7421}"/>
                </a:ext>
              </a:extLst>
            </p:cNvPr>
            <p:cNvSpPr/>
            <p:nvPr/>
          </p:nvSpPr>
          <p:spPr>
            <a:xfrm flipH="1">
              <a:off x="763647"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18" name="Freeform: Shape 140">
              <a:extLst>
                <a:ext uri="{FF2B5EF4-FFF2-40B4-BE49-F238E27FC236}">
                  <a16:creationId xmlns:a16="http://schemas.microsoft.com/office/drawing/2014/main" id="{48E82EF5-5D1F-42E2-8B97-ABFE53B1D234}"/>
                </a:ext>
              </a:extLst>
            </p:cNvPr>
            <p:cNvSpPr/>
            <p:nvPr/>
          </p:nvSpPr>
          <p:spPr>
            <a:xfrm flipH="1">
              <a:off x="1062175"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19" name="Freeform: Shape 141">
              <a:extLst>
                <a:ext uri="{FF2B5EF4-FFF2-40B4-BE49-F238E27FC236}">
                  <a16:creationId xmlns:a16="http://schemas.microsoft.com/office/drawing/2014/main" id="{C4420B7B-303E-4A96-9E0E-6A393DDFFB05}"/>
                </a:ext>
              </a:extLst>
            </p:cNvPr>
            <p:cNvSpPr/>
            <p:nvPr/>
          </p:nvSpPr>
          <p:spPr>
            <a:xfrm flipH="1">
              <a:off x="987544"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grpSp>
      <p:sp>
        <p:nvSpPr>
          <p:cNvPr id="20" name="Card - Digital &amp; CRM"/>
          <p:cNvSpPr/>
          <p:nvPr/>
        </p:nvSpPr>
        <p:spPr>
          <a:xfrm>
            <a:off x="6231636" y="1984248"/>
            <a:ext cx="5454396" cy="2103120"/>
          </a:xfrm>
          <a:prstGeom prst="roundRect">
            <a:avLst>
              <a:gd name="adj" fmla="val 9565"/>
            </a:avLst>
          </a:prstGeom>
          <a:solidFill>
            <a:srgbClr val="FFFFFF">
              <a:alpha val="60000"/>
            </a:srgbClr>
          </a:solidFill>
          <a:ln>
            <a:noFill/>
          </a:ln>
        </p:spPr>
        <p:txBody>
          <a:bodyPr wrap="square" lIns="182880" tIns="118872" rIns="182880" bIns="91440" anchor="t" rtlCol="0">
            <a:noAutofit/>
          </a:bodyPr>
          <a:lstStyle/>
          <a:p>
            <a:pPr marL="0" indent="0" algn="ctr">
              <a:lnSpc>
                <a:spcPct val="100000"/>
              </a:lnSpc>
              <a:spcBef>
                <a:spcPts val="0"/>
              </a:spcBef>
              <a:spcAft>
                <a:spcPts val="400"/>
              </a:spcAft>
              <a:buNone/>
            </a:pPr>
            <a:r>
              <a:rPr lang="en-GB" sz="1300" b="1" i="0" dirty="0">
                <a:solidFill>
                  <a:srgbClr val="2A4CF9"/>
                </a:solidFill>
                <a:latin typeface="Aptos Light"/>
                <a:cs typeface="Aptos Light"/>
              </a:rPr>
              <a:t>Digital &amp; CRM</a:t>
            </a:r>
            <a:endParaRPr lang="en-GB" sz="13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Club Website &amp; App: </a:t>
            </a:r>
            <a:r>
              <a:rPr lang="en-GB" sz="1100" b="0" i="0" dirty="0">
                <a:solidFill>
                  <a:srgbClr val="000000"/>
                </a:solidFill>
                <a:latin typeface="Aptos Light"/>
                <a:cs typeface="Aptos Light"/>
              </a:rPr>
              <a:t>Five9 integrated into the partners section of the Club’s official digital channels.</a:t>
            </a:r>
            <a:endParaRPr lang="en-GB" sz="1100" dirty="0"/>
          </a:p>
          <a:p>
            <a:pPr marL="155448" indent="-155448" algn="l">
              <a:lnSpc>
                <a:spcPct val="100000"/>
              </a:lnSpc>
              <a:spcBef>
                <a:spcPts val="0"/>
              </a:spcBef>
              <a:spcAft>
                <a:spcPts val="0"/>
              </a:spcAft>
              <a:buClr>
                <a:srgbClr val="2A4CF9"/>
              </a:buClr>
              <a:buSzPct val="100000"/>
              <a:buFont typeface="Arial"/>
              <a:buChar char="•"/>
            </a:pPr>
            <a:r>
              <a:rPr lang="en-GB" sz="1100" b="1" i="0" dirty="0">
                <a:solidFill>
                  <a:srgbClr val="000000"/>
                </a:solidFill>
                <a:latin typeface="Aptos Light"/>
                <a:cs typeface="Aptos Light"/>
              </a:rPr>
              <a:t>Club E-Newsletter: </a:t>
            </a:r>
            <a:r>
              <a:rPr lang="en-GB" sz="1100" b="0" i="0" dirty="0">
                <a:solidFill>
                  <a:srgbClr val="000000"/>
                </a:solidFill>
                <a:latin typeface="Aptos Light"/>
                <a:cs typeface="Aptos Light"/>
              </a:rPr>
              <a:t>Five9 featured in the Club’s corporate e-newsletter, distributed to business audiences and corporate fans, to drive traffic to the Five9 platform.</a:t>
            </a:r>
            <a:endParaRPr lang="en-GB" sz="1100" dirty="0"/>
          </a:p>
        </p:txBody>
      </p:sp>
      <p:grpSp>
        <p:nvGrpSpPr>
          <p:cNvPr id="21" name="Hatch motif">
            <a:extLst>
              <a:ext uri="{FF2B5EF4-FFF2-40B4-BE49-F238E27FC236}">
                <a16:creationId xmlns:a16="http://schemas.microsoft.com/office/drawing/2014/main" id="{0B404784-1167-45F2-A523-6E6D3141EF3C}"/>
              </a:ext>
            </a:extLst>
          </p:cNvPr>
          <p:cNvGrpSpPr/>
          <p:nvPr/>
        </p:nvGrpSpPr>
        <p:grpSpPr>
          <a:xfrm>
            <a:off x="8675370" y="1924812"/>
            <a:ext cx="566928" cy="118872"/>
            <a:chOff x="539750" y="2201159"/>
            <a:chExt cx="630525" cy="108104"/>
          </a:xfrm>
          <a:solidFill>
            <a:srgbClr val="FFFFFF"/>
          </a:solidFill>
        </p:grpSpPr>
        <p:sp>
          <p:nvSpPr>
            <p:cNvPr id="22" name="Freeform: Shape 134">
              <a:extLst>
                <a:ext uri="{FF2B5EF4-FFF2-40B4-BE49-F238E27FC236}">
                  <a16:creationId xmlns:a16="http://schemas.microsoft.com/office/drawing/2014/main" id="{6530FA04-7198-4C13-B073-2CB6C8CA15D5}"/>
                </a:ext>
              </a:extLst>
            </p:cNvPr>
            <p:cNvSpPr/>
            <p:nvPr/>
          </p:nvSpPr>
          <p:spPr>
            <a:xfrm flipH="1">
              <a:off x="689012"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23" name="Freeform: Shape 135">
              <a:extLst>
                <a:ext uri="{FF2B5EF4-FFF2-40B4-BE49-F238E27FC236}">
                  <a16:creationId xmlns:a16="http://schemas.microsoft.com/office/drawing/2014/main" id="{E4B99D0F-C8D4-4234-9B8F-6EA0D31CA384}"/>
                </a:ext>
              </a:extLst>
            </p:cNvPr>
            <p:cNvSpPr/>
            <p:nvPr/>
          </p:nvSpPr>
          <p:spPr>
            <a:xfrm flipH="1">
              <a:off x="614381"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24" name="Freeform: Shape 136">
              <a:extLst>
                <a:ext uri="{FF2B5EF4-FFF2-40B4-BE49-F238E27FC236}">
                  <a16:creationId xmlns:a16="http://schemas.microsoft.com/office/drawing/2014/main" id="{48C26319-E5F4-4017-9DB8-42AE45A121D1}"/>
                </a:ext>
              </a:extLst>
            </p:cNvPr>
            <p:cNvSpPr/>
            <p:nvPr/>
          </p:nvSpPr>
          <p:spPr>
            <a:xfrm flipH="1">
              <a:off x="539750"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25" name="Freeform: Shape 137">
              <a:extLst>
                <a:ext uri="{FF2B5EF4-FFF2-40B4-BE49-F238E27FC236}">
                  <a16:creationId xmlns:a16="http://schemas.microsoft.com/office/drawing/2014/main" id="{F4A401DD-FE2F-4E8A-BEC6-520CD762C4AF}"/>
                </a:ext>
              </a:extLst>
            </p:cNvPr>
            <p:cNvSpPr/>
            <p:nvPr/>
          </p:nvSpPr>
          <p:spPr>
            <a:xfrm flipH="1">
              <a:off x="912909"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26" name="Freeform: Shape 138">
              <a:extLst>
                <a:ext uri="{FF2B5EF4-FFF2-40B4-BE49-F238E27FC236}">
                  <a16:creationId xmlns:a16="http://schemas.microsoft.com/office/drawing/2014/main" id="{5E6BFDA3-EBB6-42CB-B44C-D9BA7B0A8D4B}"/>
                </a:ext>
              </a:extLst>
            </p:cNvPr>
            <p:cNvSpPr/>
            <p:nvPr/>
          </p:nvSpPr>
          <p:spPr>
            <a:xfrm flipH="1">
              <a:off x="838278"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27" name="Freeform: Shape 139">
              <a:extLst>
                <a:ext uri="{FF2B5EF4-FFF2-40B4-BE49-F238E27FC236}">
                  <a16:creationId xmlns:a16="http://schemas.microsoft.com/office/drawing/2014/main" id="{CE384A0F-4906-45BD-88B1-AE092A26530B}"/>
                </a:ext>
              </a:extLst>
            </p:cNvPr>
            <p:cNvSpPr/>
            <p:nvPr/>
          </p:nvSpPr>
          <p:spPr>
            <a:xfrm flipH="1">
              <a:off x="763647"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28" name="Freeform: Shape 140">
              <a:extLst>
                <a:ext uri="{FF2B5EF4-FFF2-40B4-BE49-F238E27FC236}">
                  <a16:creationId xmlns:a16="http://schemas.microsoft.com/office/drawing/2014/main" id="{D896B124-048E-449B-8393-0473DB4C54B4}"/>
                </a:ext>
              </a:extLst>
            </p:cNvPr>
            <p:cNvSpPr/>
            <p:nvPr/>
          </p:nvSpPr>
          <p:spPr>
            <a:xfrm flipH="1">
              <a:off x="1062175"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29" name="Freeform: Shape 141">
              <a:extLst>
                <a:ext uri="{FF2B5EF4-FFF2-40B4-BE49-F238E27FC236}">
                  <a16:creationId xmlns:a16="http://schemas.microsoft.com/office/drawing/2014/main" id="{60660A60-AC7B-4AC0-9121-C3EA0ABC620B}"/>
                </a:ext>
              </a:extLst>
            </p:cNvPr>
            <p:cNvSpPr/>
            <p:nvPr/>
          </p:nvSpPr>
          <p:spPr>
            <a:xfrm flipH="1">
              <a:off x="987544"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grpSp>
      <p:sp>
        <p:nvSpPr>
          <p:cNvPr id="30" name="Card - In-Arena Signage"/>
          <p:cNvSpPr/>
          <p:nvPr/>
        </p:nvSpPr>
        <p:spPr>
          <a:xfrm>
            <a:off x="502920" y="4361688"/>
            <a:ext cx="5454396" cy="1280160"/>
          </a:xfrm>
          <a:prstGeom prst="roundRect">
            <a:avLst>
              <a:gd name="adj" fmla="val 15714"/>
            </a:avLst>
          </a:prstGeom>
          <a:solidFill>
            <a:srgbClr val="FFFFFF">
              <a:alpha val="60000"/>
            </a:srgbClr>
          </a:solidFill>
          <a:ln>
            <a:noFill/>
          </a:ln>
        </p:spPr>
        <p:txBody>
          <a:bodyPr wrap="square" lIns="182880" tIns="118872" rIns="182880" bIns="91440" anchor="t" rtlCol="0">
            <a:noAutofit/>
          </a:bodyPr>
          <a:lstStyle/>
          <a:p>
            <a:pPr marL="0" indent="0" algn="ctr">
              <a:lnSpc>
                <a:spcPct val="100000"/>
              </a:lnSpc>
              <a:spcBef>
                <a:spcPts val="0"/>
              </a:spcBef>
              <a:spcAft>
                <a:spcPts val="400"/>
              </a:spcAft>
              <a:buNone/>
            </a:pPr>
            <a:r>
              <a:rPr lang="en-GB" sz="1300" b="1" i="0" dirty="0">
                <a:solidFill>
                  <a:srgbClr val="2A4CF9"/>
                </a:solidFill>
                <a:latin typeface="Aptos Light"/>
                <a:cs typeface="Aptos Light"/>
              </a:rPr>
              <a:t>In-Arena Signage</a:t>
            </a:r>
            <a:endParaRPr lang="en-GB" sz="13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LED Advertising: </a:t>
            </a:r>
            <a:r>
              <a:rPr lang="en-GB" sz="1100" b="0" i="0" dirty="0">
                <a:solidFill>
                  <a:srgbClr val="000000"/>
                </a:solidFill>
                <a:latin typeface="Aptos Light"/>
                <a:cs typeface="Aptos Light"/>
              </a:rPr>
              <a:t>One (1) to three (3) minutes per game for all regular-season home games.</a:t>
            </a:r>
            <a:endParaRPr lang="en-GB" sz="1100" dirty="0"/>
          </a:p>
          <a:p>
            <a:pPr marL="155448" indent="-155448" algn="l">
              <a:lnSpc>
                <a:spcPct val="100000"/>
              </a:lnSpc>
              <a:spcBef>
                <a:spcPts val="0"/>
              </a:spcBef>
              <a:spcAft>
                <a:spcPts val="0"/>
              </a:spcAft>
              <a:buClr>
                <a:srgbClr val="2A4CF9"/>
              </a:buClr>
              <a:buSzPct val="100000"/>
              <a:buFont typeface="Arial"/>
              <a:buChar char="•"/>
            </a:pPr>
            <a:r>
              <a:rPr lang="en-GB" sz="1100" b="1" i="0" dirty="0">
                <a:solidFill>
                  <a:srgbClr val="000000"/>
                </a:solidFill>
                <a:latin typeface="Aptos Light"/>
                <a:cs typeface="Aptos Light"/>
              </a:rPr>
              <a:t>Other Premium Gameday Signage: </a:t>
            </a:r>
            <a:r>
              <a:rPr lang="en-GB" sz="1100" b="0" i="0" dirty="0">
                <a:solidFill>
                  <a:srgbClr val="000000"/>
                </a:solidFill>
                <a:latin typeface="Aptos Light"/>
                <a:cs typeface="Aptos Light"/>
              </a:rPr>
              <a:t>Ribbon LED, 3D carpets, scoreboards and Entitlement VIP Lounge can also be included.</a:t>
            </a:r>
            <a:endParaRPr lang="en-GB" sz="1100" dirty="0"/>
          </a:p>
        </p:txBody>
      </p:sp>
      <p:grpSp>
        <p:nvGrpSpPr>
          <p:cNvPr id="31" name="Hatch motif">
            <a:extLst>
              <a:ext uri="{FF2B5EF4-FFF2-40B4-BE49-F238E27FC236}">
                <a16:creationId xmlns:a16="http://schemas.microsoft.com/office/drawing/2014/main" id="{74C05A77-DE3D-4FC3-A4EC-A7E1BE31C961}"/>
              </a:ext>
            </a:extLst>
          </p:cNvPr>
          <p:cNvGrpSpPr/>
          <p:nvPr/>
        </p:nvGrpSpPr>
        <p:grpSpPr>
          <a:xfrm>
            <a:off x="2946654" y="4302252"/>
            <a:ext cx="566928" cy="118872"/>
            <a:chOff x="539750" y="2201159"/>
            <a:chExt cx="630525" cy="108104"/>
          </a:xfrm>
          <a:solidFill>
            <a:srgbClr val="FFFFFF"/>
          </a:solidFill>
        </p:grpSpPr>
        <p:sp>
          <p:nvSpPr>
            <p:cNvPr id="32" name="Freeform: Shape 134">
              <a:extLst>
                <a:ext uri="{FF2B5EF4-FFF2-40B4-BE49-F238E27FC236}">
                  <a16:creationId xmlns:a16="http://schemas.microsoft.com/office/drawing/2014/main" id="{A7E1C09F-C816-40FD-AB08-278AA9C17794}"/>
                </a:ext>
              </a:extLst>
            </p:cNvPr>
            <p:cNvSpPr/>
            <p:nvPr/>
          </p:nvSpPr>
          <p:spPr>
            <a:xfrm flipH="1">
              <a:off x="689012"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33" name="Freeform: Shape 135">
              <a:extLst>
                <a:ext uri="{FF2B5EF4-FFF2-40B4-BE49-F238E27FC236}">
                  <a16:creationId xmlns:a16="http://schemas.microsoft.com/office/drawing/2014/main" id="{16F5DB9E-526E-4D4C-8456-2FFE338F562F}"/>
                </a:ext>
              </a:extLst>
            </p:cNvPr>
            <p:cNvSpPr/>
            <p:nvPr/>
          </p:nvSpPr>
          <p:spPr>
            <a:xfrm flipH="1">
              <a:off x="614381"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34" name="Freeform: Shape 136">
              <a:extLst>
                <a:ext uri="{FF2B5EF4-FFF2-40B4-BE49-F238E27FC236}">
                  <a16:creationId xmlns:a16="http://schemas.microsoft.com/office/drawing/2014/main" id="{4EA35BCA-E5A4-41FF-A485-41DC2F620FE9}"/>
                </a:ext>
              </a:extLst>
            </p:cNvPr>
            <p:cNvSpPr/>
            <p:nvPr/>
          </p:nvSpPr>
          <p:spPr>
            <a:xfrm flipH="1">
              <a:off x="539750"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35" name="Freeform: Shape 137">
              <a:extLst>
                <a:ext uri="{FF2B5EF4-FFF2-40B4-BE49-F238E27FC236}">
                  <a16:creationId xmlns:a16="http://schemas.microsoft.com/office/drawing/2014/main" id="{2B0EC4FC-7616-4A4D-94F0-3AB4F91C02C8}"/>
                </a:ext>
              </a:extLst>
            </p:cNvPr>
            <p:cNvSpPr/>
            <p:nvPr/>
          </p:nvSpPr>
          <p:spPr>
            <a:xfrm flipH="1">
              <a:off x="912909"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36" name="Freeform: Shape 138">
              <a:extLst>
                <a:ext uri="{FF2B5EF4-FFF2-40B4-BE49-F238E27FC236}">
                  <a16:creationId xmlns:a16="http://schemas.microsoft.com/office/drawing/2014/main" id="{85669273-6F8E-4357-B4CD-F50B81AC9DEE}"/>
                </a:ext>
              </a:extLst>
            </p:cNvPr>
            <p:cNvSpPr/>
            <p:nvPr/>
          </p:nvSpPr>
          <p:spPr>
            <a:xfrm flipH="1">
              <a:off x="838278"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37" name="Freeform: Shape 139">
              <a:extLst>
                <a:ext uri="{FF2B5EF4-FFF2-40B4-BE49-F238E27FC236}">
                  <a16:creationId xmlns:a16="http://schemas.microsoft.com/office/drawing/2014/main" id="{DA38D63C-F1A1-4BE0-8589-013FD64B74C4}"/>
                </a:ext>
              </a:extLst>
            </p:cNvPr>
            <p:cNvSpPr/>
            <p:nvPr/>
          </p:nvSpPr>
          <p:spPr>
            <a:xfrm flipH="1">
              <a:off x="763647"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38" name="Freeform: Shape 140">
              <a:extLst>
                <a:ext uri="{FF2B5EF4-FFF2-40B4-BE49-F238E27FC236}">
                  <a16:creationId xmlns:a16="http://schemas.microsoft.com/office/drawing/2014/main" id="{949E150E-BA8D-45D1-9556-9B384C809AE6}"/>
                </a:ext>
              </a:extLst>
            </p:cNvPr>
            <p:cNvSpPr/>
            <p:nvPr/>
          </p:nvSpPr>
          <p:spPr>
            <a:xfrm flipH="1">
              <a:off x="1062175"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39" name="Freeform: Shape 141">
              <a:extLst>
                <a:ext uri="{FF2B5EF4-FFF2-40B4-BE49-F238E27FC236}">
                  <a16:creationId xmlns:a16="http://schemas.microsoft.com/office/drawing/2014/main" id="{E485068F-60BB-40D2-9745-8BFA804B1D7D}"/>
                </a:ext>
              </a:extLst>
            </p:cNvPr>
            <p:cNvSpPr/>
            <p:nvPr/>
          </p:nvSpPr>
          <p:spPr>
            <a:xfrm flipH="1">
              <a:off x="987544"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grpSp>
      <p:sp>
        <p:nvSpPr>
          <p:cNvPr id="40" name="Card - Merchandising"/>
          <p:cNvSpPr/>
          <p:nvPr/>
        </p:nvSpPr>
        <p:spPr>
          <a:xfrm>
            <a:off x="6231636" y="4361688"/>
            <a:ext cx="5454396" cy="1280160"/>
          </a:xfrm>
          <a:prstGeom prst="roundRect">
            <a:avLst>
              <a:gd name="adj" fmla="val 15714"/>
            </a:avLst>
          </a:prstGeom>
          <a:solidFill>
            <a:srgbClr val="FFFFFF">
              <a:alpha val="60000"/>
            </a:srgbClr>
          </a:solidFill>
          <a:ln>
            <a:noFill/>
          </a:ln>
        </p:spPr>
        <p:txBody>
          <a:bodyPr wrap="square" lIns="182880" tIns="118872" rIns="182880" bIns="91440" anchor="t" rtlCol="0">
            <a:noAutofit/>
          </a:bodyPr>
          <a:lstStyle/>
          <a:p>
            <a:pPr marL="0" indent="0" algn="ctr">
              <a:lnSpc>
                <a:spcPct val="100000"/>
              </a:lnSpc>
              <a:spcBef>
                <a:spcPts val="0"/>
              </a:spcBef>
              <a:spcAft>
                <a:spcPts val="400"/>
              </a:spcAft>
              <a:buNone/>
            </a:pPr>
            <a:r>
              <a:rPr lang="en-GB" sz="1300" b="1" i="0" dirty="0">
                <a:solidFill>
                  <a:srgbClr val="2A4CF9"/>
                </a:solidFill>
                <a:latin typeface="Aptos Light"/>
                <a:cs typeface="Aptos Light"/>
              </a:rPr>
              <a:t>Merchandising</a:t>
            </a:r>
            <a:endParaRPr lang="en-GB" sz="1300" dirty="0"/>
          </a:p>
          <a:p>
            <a:pPr marL="155448" indent="-155448" algn="l">
              <a:lnSpc>
                <a:spcPct val="100000"/>
              </a:lnSpc>
              <a:spcBef>
                <a:spcPts val="0"/>
              </a:spcBef>
              <a:spcAft>
                <a:spcPts val="500"/>
              </a:spcAft>
              <a:buClr>
                <a:srgbClr val="2A4CF9"/>
              </a:buClr>
              <a:buSzPct val="100000"/>
              <a:buFont typeface="Arial"/>
              <a:buChar char="•"/>
            </a:pPr>
            <a:r>
              <a:rPr lang="en-GB" sz="1100" b="1" i="0" dirty="0">
                <a:solidFill>
                  <a:srgbClr val="000000"/>
                </a:solidFill>
                <a:latin typeface="Aptos Light"/>
                <a:cs typeface="Aptos Light"/>
              </a:rPr>
              <a:t>Unsigned Jerseys: </a:t>
            </a:r>
            <a:r>
              <a:rPr lang="en-GB" sz="1100" b="0" i="0" dirty="0">
                <a:solidFill>
                  <a:srgbClr val="000000"/>
                </a:solidFill>
                <a:latin typeface="Aptos Light"/>
                <a:cs typeface="Aptos Light"/>
              </a:rPr>
              <a:t>Official First Team unsigned jerseys.</a:t>
            </a:r>
            <a:endParaRPr lang="en-GB" sz="1100" dirty="0"/>
          </a:p>
          <a:p>
            <a:pPr marL="155448" indent="-155448" algn="l">
              <a:lnSpc>
                <a:spcPct val="100000"/>
              </a:lnSpc>
              <a:spcBef>
                <a:spcPts val="0"/>
              </a:spcBef>
              <a:spcAft>
                <a:spcPts val="0"/>
              </a:spcAft>
              <a:buClr>
                <a:srgbClr val="2A4CF9"/>
              </a:buClr>
              <a:buSzPct val="100000"/>
              <a:buFont typeface="Arial"/>
              <a:buChar char="•"/>
            </a:pPr>
            <a:r>
              <a:rPr lang="en-GB" sz="1100" b="1" i="0" dirty="0">
                <a:solidFill>
                  <a:srgbClr val="000000"/>
                </a:solidFill>
                <a:latin typeface="Aptos Light"/>
                <a:cs typeface="Aptos Light"/>
              </a:rPr>
              <a:t>Signed Jerseys: </a:t>
            </a:r>
            <a:r>
              <a:rPr lang="en-GB" sz="1100" b="0" i="0" dirty="0">
                <a:solidFill>
                  <a:srgbClr val="000000"/>
                </a:solidFill>
                <a:latin typeface="Aptos Light"/>
                <a:cs typeface="Aptos Light"/>
              </a:rPr>
              <a:t>Official First Team signed jerseys.</a:t>
            </a:r>
            <a:endParaRPr lang="en-GB" sz="1100" dirty="0"/>
          </a:p>
        </p:txBody>
      </p:sp>
      <p:grpSp>
        <p:nvGrpSpPr>
          <p:cNvPr id="41" name="Hatch motif">
            <a:extLst>
              <a:ext uri="{FF2B5EF4-FFF2-40B4-BE49-F238E27FC236}">
                <a16:creationId xmlns:a16="http://schemas.microsoft.com/office/drawing/2014/main" id="{0C9FAD97-546D-42E9-8E06-85C8D2FD6398}"/>
              </a:ext>
            </a:extLst>
          </p:cNvPr>
          <p:cNvGrpSpPr/>
          <p:nvPr/>
        </p:nvGrpSpPr>
        <p:grpSpPr>
          <a:xfrm>
            <a:off x="8675370" y="4302252"/>
            <a:ext cx="566928" cy="118872"/>
            <a:chOff x="539750" y="2201159"/>
            <a:chExt cx="630525" cy="108104"/>
          </a:xfrm>
          <a:solidFill>
            <a:srgbClr val="FFFFFF"/>
          </a:solidFill>
        </p:grpSpPr>
        <p:sp>
          <p:nvSpPr>
            <p:cNvPr id="42" name="Freeform: Shape 134">
              <a:extLst>
                <a:ext uri="{FF2B5EF4-FFF2-40B4-BE49-F238E27FC236}">
                  <a16:creationId xmlns:a16="http://schemas.microsoft.com/office/drawing/2014/main" id="{34056D4B-090B-490C-AE03-D4752763BE7E}"/>
                </a:ext>
              </a:extLst>
            </p:cNvPr>
            <p:cNvSpPr/>
            <p:nvPr/>
          </p:nvSpPr>
          <p:spPr>
            <a:xfrm flipH="1">
              <a:off x="689012"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43" name="Freeform: Shape 135">
              <a:extLst>
                <a:ext uri="{FF2B5EF4-FFF2-40B4-BE49-F238E27FC236}">
                  <a16:creationId xmlns:a16="http://schemas.microsoft.com/office/drawing/2014/main" id="{3C112988-1F5E-4589-B2C4-D1200CF25593}"/>
                </a:ext>
              </a:extLst>
            </p:cNvPr>
            <p:cNvSpPr/>
            <p:nvPr/>
          </p:nvSpPr>
          <p:spPr>
            <a:xfrm flipH="1">
              <a:off x="614381"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44" name="Freeform: Shape 136">
              <a:extLst>
                <a:ext uri="{FF2B5EF4-FFF2-40B4-BE49-F238E27FC236}">
                  <a16:creationId xmlns:a16="http://schemas.microsoft.com/office/drawing/2014/main" id="{64889D5A-D626-4157-897F-28AC769B74E5}"/>
                </a:ext>
              </a:extLst>
            </p:cNvPr>
            <p:cNvSpPr/>
            <p:nvPr/>
          </p:nvSpPr>
          <p:spPr>
            <a:xfrm flipH="1">
              <a:off x="539750"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45" name="Freeform: Shape 137">
              <a:extLst>
                <a:ext uri="{FF2B5EF4-FFF2-40B4-BE49-F238E27FC236}">
                  <a16:creationId xmlns:a16="http://schemas.microsoft.com/office/drawing/2014/main" id="{8ED1201D-39A6-48D1-B036-CB359A8DF154}"/>
                </a:ext>
              </a:extLst>
            </p:cNvPr>
            <p:cNvSpPr/>
            <p:nvPr/>
          </p:nvSpPr>
          <p:spPr>
            <a:xfrm flipH="1">
              <a:off x="912909"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46" name="Freeform: Shape 138">
              <a:extLst>
                <a:ext uri="{FF2B5EF4-FFF2-40B4-BE49-F238E27FC236}">
                  <a16:creationId xmlns:a16="http://schemas.microsoft.com/office/drawing/2014/main" id="{E4FA3C9C-F3EB-4E89-91D7-6879312A9528}"/>
                </a:ext>
              </a:extLst>
            </p:cNvPr>
            <p:cNvSpPr/>
            <p:nvPr/>
          </p:nvSpPr>
          <p:spPr>
            <a:xfrm flipH="1">
              <a:off x="838278"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47" name="Freeform: Shape 139">
              <a:extLst>
                <a:ext uri="{FF2B5EF4-FFF2-40B4-BE49-F238E27FC236}">
                  <a16:creationId xmlns:a16="http://schemas.microsoft.com/office/drawing/2014/main" id="{D4079846-DEFD-4BEE-9C9F-9E1AC9382F80}"/>
                </a:ext>
              </a:extLst>
            </p:cNvPr>
            <p:cNvSpPr/>
            <p:nvPr/>
          </p:nvSpPr>
          <p:spPr>
            <a:xfrm flipH="1">
              <a:off x="763647"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48" name="Freeform: Shape 140">
              <a:extLst>
                <a:ext uri="{FF2B5EF4-FFF2-40B4-BE49-F238E27FC236}">
                  <a16:creationId xmlns:a16="http://schemas.microsoft.com/office/drawing/2014/main" id="{26F9E6F1-4E77-4C3D-92AC-4520A550B6DF}"/>
                </a:ext>
              </a:extLst>
            </p:cNvPr>
            <p:cNvSpPr/>
            <p:nvPr/>
          </p:nvSpPr>
          <p:spPr>
            <a:xfrm flipH="1">
              <a:off x="1062175"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49" name="Freeform: Shape 141">
              <a:extLst>
                <a:ext uri="{FF2B5EF4-FFF2-40B4-BE49-F238E27FC236}">
                  <a16:creationId xmlns:a16="http://schemas.microsoft.com/office/drawing/2014/main" id="{F323B738-CD97-44BD-8B62-12650481ABEE}"/>
                </a:ext>
              </a:extLst>
            </p:cNvPr>
            <p:cNvSpPr/>
            <p:nvPr/>
          </p:nvSpPr>
          <p:spPr>
            <a:xfrm flipH="1">
              <a:off x="987544"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grpSp>
      <p:sp>
        <p:nvSpPr>
          <p:cNvPr id="50" name="Footnote"/>
          <p:cNvSpPr txBox="1"/>
          <p:nvPr/>
        </p:nvSpPr>
        <p:spPr>
          <a:xfrm>
            <a:off x="502920" y="5733288"/>
            <a:ext cx="9692640" cy="274320"/>
          </a:xfrm>
          <a:prstGeom prst="rect">
            <a:avLst/>
          </a:prstGeom>
          <a:noFill/>
        </p:spPr>
        <p:txBody>
          <a:bodyPr wrap="square" lIns="0" tIns="0" rIns="0" bIns="0" anchor="ctr" rtlCol="0">
            <a:noAutofit/>
          </a:bodyPr>
          <a:lstStyle/>
          <a:p>
            <a:pPr marL="0" indent="0" algn="l">
              <a:lnSpc>
                <a:spcPct val="100000"/>
              </a:lnSpc>
              <a:spcBef>
                <a:spcPts val="0"/>
              </a:spcBef>
              <a:spcAft>
                <a:spcPts val="0"/>
              </a:spcAft>
              <a:buNone/>
            </a:pPr>
            <a:r>
              <a:rPr lang="en-GB" sz="900" b="0" i="1" dirty="0">
                <a:solidFill>
                  <a:srgbClr val="D9D9D9"/>
                </a:solidFill>
                <a:latin typeface="Aptos Light"/>
                <a:cs typeface="Aptos Light"/>
              </a:rPr>
              <a:t>*Subject to approval by each rights-holder. Package applies per club (Arsenal FC or FC Bayern Munich).</a:t>
            </a:r>
            <a:endParaRPr lang="en-GB" sz="900" dirty="0"/>
          </a:p>
        </p:txBody>
      </p:sp>
      <p:sp>
        <p:nvSpPr>
          <p:cNvPr id="51" name="ZoneTexte 13">
            <a:extLst>
              <a:ext uri="{FF2B5EF4-FFF2-40B4-BE49-F238E27FC236}">
                <a16:creationId xmlns:a16="http://schemas.microsoft.com/office/drawing/2014/main" id="{BFA2C03A-A114-4201-B13F-9E7DA859FCB6}"/>
              </a:ext>
            </a:extLst>
          </p:cNvPr>
          <p:cNvSpPr txBox="1"/>
          <p:nvPr/>
        </p:nvSpPr>
        <p:spPr>
          <a:xfrm>
            <a:off x="111533" y="117413"/>
            <a:ext cx="4672007" cy="20005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700">
                <a:solidFill>
                  <a:schemeClr val="bg1"/>
                </a:solidFill>
                <a:latin typeface="Aptos Light" panose="020B0004020202020204" pitchFamily="34" charset="0"/>
                <a:ea typeface="Times New Roman" panose="02020603050405020304" pitchFamily="18" charset="0"/>
              </a:rPr>
              <a:t>Five9 </a:t>
            </a:r>
            <a:r>
              <a:rPr kumimoji="0" lang="en-GB" sz="700" b="0" i="0" u="none" strike="noStrike" kern="1200" cap="none" spc="0" normalizeH="0" baseline="0" noProof="0">
                <a:ln>
                  <a:noFill/>
                </a:ln>
                <a:solidFill>
                  <a:schemeClr val="bg1"/>
                </a:solidFill>
                <a:effectLst/>
                <a:uLnTx/>
                <a:uFillTx/>
                <a:latin typeface="Aptos Light" panose="020B0004020202020204" pitchFamily="34" charset="0"/>
                <a:ea typeface="Times New Roman" panose="02020603050405020304" pitchFamily="18" charset="0"/>
                <a:cs typeface="+mn-cs"/>
              </a:rPr>
              <a:t>x SPORTFIVE		</a:t>
            </a:r>
            <a:r>
              <a:rPr lang="en-GB" sz="700">
                <a:solidFill>
                  <a:schemeClr val="bg1"/>
                </a:solidFill>
                <a:latin typeface="Aptos Light" panose="020B0004020202020204" pitchFamily="34" charset="0"/>
                <a:ea typeface="Times New Roman" panose="02020603050405020304" pitchFamily="18" charset="0"/>
              </a:rPr>
              <a:t>RECOMMENDATION: THE BEST FIT FOR Five9</a:t>
            </a:r>
            <a:endParaRPr kumimoji="0" lang="en-GB" sz="700" b="0" i="0" u="none" strike="noStrike" kern="1200" cap="none" spc="0" normalizeH="0" baseline="0" noProof="0">
              <a:ln>
                <a:noFill/>
              </a:ln>
              <a:solidFill>
                <a:schemeClr val="bg1"/>
              </a:solidFill>
              <a:effectLst/>
              <a:uLnTx/>
              <a:uFillTx/>
              <a:latin typeface="Aptos Light" panose="020B0004020202020204" pitchFamily="34" charset="0"/>
              <a:ea typeface="Times New Roman" panose="02020603050405020304" pitchFamily="18" charset="0"/>
              <a:cs typeface="+mn-cs"/>
            </a:endParaRPr>
          </a:p>
        </p:txBody>
      </p:sp>
      <p:sp>
        <p:nvSpPr>
          <p:cNvPr id="52" name="Slide Number Placeholder 2">
            <a:extLst>
              <a:ext uri="{FF2B5EF4-FFF2-40B4-BE49-F238E27FC236}">
                <a16:creationId xmlns:a16="http://schemas.microsoft.com/office/drawing/2014/main" id="{D4A71881-9BDB-43B8-B24F-4EECEC76624E}"/>
              </a:ext>
            </a:extLst>
          </p:cNvPr>
          <p:cNvSpPr txBox="1">
            <a:spLocks/>
          </p:cNvSpPr>
          <p:nvPr/>
        </p:nvSpPr>
        <p:spPr bwMode="gray">
          <a:xfrm>
            <a:off x="10711770" y="5785478"/>
            <a:ext cx="1140869" cy="281947"/>
          </a:xfrm>
          <a:prstGeom prst="rect">
            <a:avLst/>
          </a:prstGeom>
        </p:spPr>
        <p:txBody>
          <a:bodyPr vert="horz" lIns="0" tIns="0" rIns="0" bIns="0" rtlCol="0" anchor="ctr"/>
          <a:lstStyle>
            <a:defPPr>
              <a:defRPr lang="de-DE"/>
            </a:defPPr>
            <a:lvl1pPr marL="0" algn="r" defTabSz="1219170" rtl="0" eaLnBrk="1" latinLnBrk="0" hangingPunct="1">
              <a:defRPr sz="1000" b="1" kern="1200">
                <a:solidFill>
                  <a:schemeClr val="tx1"/>
                </a:solidFill>
                <a:latin typeface="+mj-lt"/>
                <a:ea typeface="+mn-ea"/>
                <a:cs typeface="+mn-cs"/>
              </a:defRPr>
            </a:lvl1pPr>
            <a:lvl2pPr marL="0" indent="0" algn="ctr" defTabSz="1219170" rtl="0" eaLnBrk="1" latinLnBrk="0" hangingPunct="1">
              <a:defRPr sz="1067" b="1" kern="1200">
                <a:solidFill>
                  <a:schemeClr val="bg1"/>
                </a:solidFill>
                <a:latin typeface="+mj-lt"/>
                <a:ea typeface="+mn-ea"/>
                <a:cs typeface="+mn-cs"/>
              </a:defRPr>
            </a:lvl2pPr>
            <a:lvl3pPr marL="0" indent="0" algn="ctr" defTabSz="1219170" rtl="0" eaLnBrk="1" latinLnBrk="0" hangingPunct="1">
              <a:defRPr sz="1067" b="1" kern="1200">
                <a:solidFill>
                  <a:schemeClr val="bg1"/>
                </a:solidFill>
                <a:latin typeface="+mj-lt"/>
                <a:ea typeface="+mn-ea"/>
                <a:cs typeface="+mn-cs"/>
              </a:defRPr>
            </a:lvl3pPr>
            <a:lvl4pPr marL="0" algn="ctr" defTabSz="1219170" rtl="0" eaLnBrk="1" latinLnBrk="0" hangingPunct="1">
              <a:defRPr sz="1067" b="1" kern="1200">
                <a:solidFill>
                  <a:schemeClr val="bg1"/>
                </a:solidFill>
                <a:latin typeface="+mj-lt"/>
                <a:ea typeface="+mn-ea"/>
                <a:cs typeface="+mn-cs"/>
              </a:defRPr>
            </a:lvl4pPr>
            <a:lvl5pPr marL="0" algn="ctr" defTabSz="1219170" rtl="0" eaLnBrk="1" latinLnBrk="0" hangingPunct="1">
              <a:defRPr sz="1067" b="1" kern="1200">
                <a:solidFill>
                  <a:schemeClr val="bg1"/>
                </a:solidFill>
                <a:latin typeface="+mj-lt"/>
                <a:ea typeface="+mn-ea"/>
                <a:cs typeface="+mn-cs"/>
              </a:defRPr>
            </a:lvl5pPr>
            <a:lvl6pPr marL="0" algn="ctr" defTabSz="1219170" rtl="0" eaLnBrk="1" latinLnBrk="0" hangingPunct="1">
              <a:defRPr sz="1067" b="1" kern="1200">
                <a:solidFill>
                  <a:schemeClr val="bg1"/>
                </a:solidFill>
                <a:latin typeface="+mj-lt"/>
                <a:ea typeface="+mn-ea"/>
                <a:cs typeface="+mn-cs"/>
              </a:defRPr>
            </a:lvl6pPr>
            <a:lvl7pPr marL="0" algn="ctr" defTabSz="1219170" rtl="0" eaLnBrk="1" latinLnBrk="0" hangingPunct="1">
              <a:defRPr sz="1067" b="1" kern="1200">
                <a:solidFill>
                  <a:schemeClr val="bg1"/>
                </a:solidFill>
                <a:latin typeface="+mj-lt"/>
                <a:ea typeface="+mn-ea"/>
                <a:cs typeface="+mn-cs"/>
              </a:defRPr>
            </a:lvl7pPr>
            <a:lvl8pPr marL="0" algn="ctr" defTabSz="1219170" rtl="0" eaLnBrk="1" latinLnBrk="0" hangingPunct="1">
              <a:defRPr sz="1067" b="1" kern="1200">
                <a:solidFill>
                  <a:schemeClr val="bg1"/>
                </a:solidFill>
                <a:latin typeface="+mj-lt"/>
                <a:ea typeface="+mn-ea"/>
                <a:cs typeface="+mn-cs"/>
              </a:defRPr>
            </a:lvl8pPr>
            <a:lvl9pPr marL="0" algn="ctr" defTabSz="1219170" rtl="0" eaLnBrk="1" latinLnBrk="0" hangingPunct="1">
              <a:defRPr sz="1067" b="1" kern="1200">
                <a:solidFill>
                  <a:schemeClr val="bg1"/>
                </a:solidFill>
                <a:latin typeface="+mj-lt"/>
                <a:ea typeface="+mn-ea"/>
                <a:cs typeface="+mn-cs"/>
              </a:defRPr>
            </a:lvl9pPr>
          </a:lstStyle>
          <a:p>
            <a:pPr defTabSz="1090426">
              <a:defRPr/>
            </a:pPr>
            <a:fld id="{96FF1F4F-4717-426F-83A6-412729423D60}" type="slidenum">
              <a:rPr lang="en-US" sz="894" b="0">
                <a:solidFill>
                  <a:schemeClr val="bg1"/>
                </a:solidFill>
                <a:latin typeface="Bebas Neue" panose="020B0606020202050201" pitchFamily="34" charset="0"/>
              </a:rPr>
              <a:pPr defTabSz="1090426">
                <a:defRPr/>
              </a:pPr>
              <a:t>48</a:t>
            </a:fld>
            <a:endParaRPr lang="en-US" sz="894" b="0">
              <a:solidFill>
                <a:schemeClr val="bg1"/>
              </a:solidFill>
              <a:latin typeface="Bebas Neue" panose="020B0606020202050201" pitchFamily="34" charset="0"/>
            </a:endParaRPr>
          </a:p>
        </p:txBody>
      </p:sp>
    </p:spTree>
    <p:extLst>
      <p:ext uri="{BB962C8B-B14F-4D97-AF65-F5344CB8AC3E}">
        <p14:creationId xmlns:p14="http://schemas.microsoft.com/office/powerpoint/2010/main" val="16479163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9F094-B9E6-F99F-29A6-40643DF43B1A}"/>
            </a:ext>
          </a:extLst>
        </p:cNvPr>
        <p:cNvGrpSpPr/>
        <p:nvPr/>
      </p:nvGrpSpPr>
      <p:grpSpPr>
        <a:xfrm>
          <a:off x="0" y="0"/>
          <a:ext cx="0" cy="0"/>
          <a:chOff x="0" y="0"/>
          <a:chExt cx="0" cy="0"/>
        </a:xfrm>
      </p:grpSpPr>
      <p:pic>
        <p:nvPicPr>
          <p:cNvPr id="2" name="Grafik 22" descr="What are the pitch sizes for every Premier League stadium? | FourFourTwo">
            <a:extLst>
              <a:ext uri="{FF2B5EF4-FFF2-40B4-BE49-F238E27FC236}">
                <a16:creationId xmlns:a16="http://schemas.microsoft.com/office/drawing/2014/main" id="{F7B446A4-B8BC-4975-89C6-CAB3F1D95404}"/>
              </a:ext>
            </a:extLst>
          </p:cNvPr>
          <p:cNvPicPr>
            <a:picLocks noChangeAspect="1"/>
          </p:cNvPicPr>
          <p:nvPr/>
        </p:nvPicPr>
        <p:blipFill>
          <a:blip r:embed="rId3">
            <a:duotone>
              <a:prstClr val="black"/>
              <a:schemeClr val="tx2">
                <a:tint val="45000"/>
                <a:satMod val="400000"/>
              </a:schemeClr>
            </a:duotone>
            <a:alphaModFix/>
            <a:extLst>
              <a:ext uri="{BEBA8EAE-BF5A-486C-A8C5-ECC9F3942E4B}">
                <a14:imgProps xmlns:a14="http://schemas.microsoft.com/office/drawing/2010/main">
                  <a14:imgLayer r:embed="rId4">
                    <a14:imgEffect>
                      <a14:brightnessContrast bright="-68000"/>
                    </a14:imgEffect>
                  </a14:imgLayer>
                </a14:imgProps>
              </a:ext>
            </a:extLst>
          </a:blip>
          <a:srcRect l="6388"/>
          <a:stretch>
            <a:fillRect/>
          </a:stretch>
        </p:blipFill>
        <p:spPr>
          <a:xfrm>
            <a:off x="0" y="-499424"/>
            <a:ext cx="12207518" cy="6851397"/>
          </a:xfrm>
          <a:prstGeom prst="rect">
            <a:avLst/>
          </a:prstGeom>
        </p:spPr>
      </p:pic>
      <p:sp>
        <p:nvSpPr>
          <p:cNvPr id="3" name="Title line 1"/>
          <p:cNvSpPr txBox="1"/>
          <p:nvPr/>
        </p:nvSpPr>
        <p:spPr>
          <a:xfrm>
            <a:off x="411480" y="548640"/>
            <a:ext cx="7589520" cy="338328"/>
          </a:xfrm>
          <a:prstGeom prst="rect">
            <a:avLst/>
          </a:prstGeom>
          <a:noFill/>
        </p:spPr>
        <p:txBody>
          <a:bodyPr wrap="square" lIns="91440" tIns="45720" rIns="91440" bIns="45720" anchor="t" rtlCol="0">
            <a:noAutofit/>
          </a:bodyPr>
          <a:lstStyle/>
          <a:p>
            <a:pPr marL="0" indent="0" algn="l">
              <a:lnSpc>
                <a:spcPct val="100000"/>
              </a:lnSpc>
              <a:spcBef>
                <a:spcPts val="0"/>
              </a:spcBef>
              <a:spcAft>
                <a:spcPts val="0"/>
              </a:spcAft>
              <a:buNone/>
            </a:pPr>
            <a:r>
              <a:rPr lang="en-GB" sz="1600" b="0" i="0" dirty="0">
                <a:solidFill>
                  <a:schemeClr val="bg1"/>
                </a:solidFill>
                <a:latin typeface="Aptos Light"/>
                <a:cs typeface="Aptos Light"/>
              </a:rPr>
              <a:t>EXEMPLARY RIGHTS PACKAGE</a:t>
            </a:r>
            <a:endParaRPr lang="en-GB" sz="1100" dirty="0"/>
          </a:p>
        </p:txBody>
      </p:sp>
      <p:sp>
        <p:nvSpPr>
          <p:cNvPr id="4" name="Title"/>
          <p:cNvSpPr txBox="1"/>
          <p:nvPr/>
        </p:nvSpPr>
        <p:spPr>
          <a:xfrm>
            <a:off x="676656" y="676656"/>
            <a:ext cx="5669280" cy="704088"/>
          </a:xfrm>
          <a:prstGeom prst="rect">
            <a:avLst/>
          </a:prstGeom>
          <a:noFill/>
        </p:spPr>
        <p:txBody>
          <a:bodyPr wrap="square" lIns="91440" tIns="45720" rIns="91440" bIns="45720" anchor="t" rtlCol="0">
            <a:noAutofit/>
          </a:bodyPr>
          <a:lstStyle/>
          <a:p>
            <a:pPr marL="0" indent="0" algn="l">
              <a:lnSpc>
                <a:spcPct val="100000"/>
              </a:lnSpc>
              <a:spcBef>
                <a:spcPts val="0"/>
              </a:spcBef>
              <a:spcAft>
                <a:spcPts val="0"/>
              </a:spcAft>
              <a:buNone/>
            </a:pPr>
            <a:r>
              <a:rPr lang="en-GB" sz="4000" b="1" i="1" dirty="0">
                <a:solidFill>
                  <a:srgbClr val="2A4CF9"/>
                </a:solidFill>
                <a:latin typeface="+mj-lt"/>
                <a:cs typeface="+mj-lt"/>
              </a:rPr>
              <a:t>Global football club</a:t>
            </a:r>
            <a:endParaRPr lang="en-GB" sz="4000" dirty="0"/>
          </a:p>
        </p:txBody>
      </p:sp>
      <p:sp>
        <p:nvSpPr>
          <p:cNvPr id="5" name="Title line 3"/>
          <p:cNvSpPr txBox="1"/>
          <p:nvPr/>
        </p:nvSpPr>
        <p:spPr>
          <a:xfrm>
            <a:off x="676656" y="1280160"/>
            <a:ext cx="6400800" cy="338328"/>
          </a:xfrm>
          <a:prstGeom prst="rect">
            <a:avLst/>
          </a:prstGeom>
          <a:noFill/>
        </p:spPr>
        <p:txBody>
          <a:bodyPr wrap="square" lIns="91440" tIns="45720" rIns="91440" bIns="45720" anchor="t" rtlCol="0">
            <a:noAutofit/>
          </a:bodyPr>
          <a:lstStyle/>
          <a:p>
            <a:pPr marL="0" indent="0" algn="l">
              <a:lnSpc>
                <a:spcPct val="100000"/>
              </a:lnSpc>
              <a:spcBef>
                <a:spcPts val="0"/>
              </a:spcBef>
              <a:spcAft>
                <a:spcPts val="0"/>
              </a:spcAft>
              <a:buNone/>
            </a:pPr>
            <a:r>
              <a:rPr lang="en-GB" sz="1600" b="0" i="0" dirty="0">
                <a:solidFill>
                  <a:schemeClr val="bg1"/>
                </a:solidFill>
                <a:latin typeface="Aptos Light"/>
                <a:cs typeface="Aptos Light"/>
              </a:rPr>
              <a:t>ARSENAL FC  /  FC BAYERN MUNICH  ·  2 OF 2</a:t>
            </a:r>
            <a:endParaRPr lang="en-GB" sz="1100" dirty="0"/>
          </a:p>
        </p:txBody>
      </p:sp>
      <p:sp>
        <p:nvSpPr>
          <p:cNvPr id="6" name="Investment box"/>
          <p:cNvSpPr/>
          <p:nvPr/>
        </p:nvSpPr>
        <p:spPr>
          <a:xfrm>
            <a:off x="8485632" y="548640"/>
            <a:ext cx="3200400" cy="1170432"/>
          </a:xfrm>
          <a:prstGeom prst="roundRect">
            <a:avLst>
              <a:gd name="adj" fmla="val 15625"/>
            </a:avLst>
          </a:prstGeom>
          <a:solidFill>
            <a:srgbClr val="2A4CF9"/>
          </a:solidFill>
          <a:ln>
            <a:noFill/>
          </a:ln>
        </p:spPr>
        <p:txBody>
          <a:bodyPr wrap="square" lIns="182880" tIns="118872" rIns="182880" bIns="91440" anchor="t" rtlCol="0">
            <a:noAutofit/>
          </a:bodyPr>
          <a:lstStyle/>
          <a:p>
            <a:pPr marL="0" indent="0" algn="l">
              <a:lnSpc>
                <a:spcPct val="100000"/>
              </a:lnSpc>
              <a:spcBef>
                <a:spcPts val="0"/>
              </a:spcBef>
              <a:spcAft>
                <a:spcPts val="0"/>
              </a:spcAft>
              <a:buNone/>
            </a:pPr>
            <a:r>
              <a:rPr lang="en-GB" sz="1100" b="0" i="0" dirty="0">
                <a:solidFill>
                  <a:srgbClr val="000000"/>
                </a:solidFill>
                <a:latin typeface="Aptos Light"/>
                <a:cs typeface="Aptos Light"/>
              </a:rPr>
              <a:t/>
            </a:r>
            <a:endParaRPr lang="en-GB" sz="1100" dirty="0"/>
          </a:p>
        </p:txBody>
      </p:sp>
      <p:sp>
        <p:nvSpPr>
          <p:cNvPr id="7" name="Investment - INVESTMENT"/>
          <p:cNvSpPr txBox="1"/>
          <p:nvPr/>
        </p:nvSpPr>
        <p:spPr>
          <a:xfrm>
            <a:off x="8485632" y="548640"/>
            <a:ext cx="1600200" cy="1170432"/>
          </a:xfrm>
          <a:prstGeom prst="rect">
            <a:avLst/>
          </a:prstGeom>
          <a:noFill/>
        </p:spPr>
        <p:txBody>
          <a:bodyPr wrap="square" lIns="73152" tIns="36576" rIns="73152" bIns="36576" anchor="ctr" rtlCol="0">
            <a:noAutofit/>
          </a:bodyPr>
          <a:lstStyle/>
          <a:p>
            <a:pPr marL="0" indent="0" algn="ctr">
              <a:lnSpc>
                <a:spcPct val="100000"/>
              </a:lnSpc>
              <a:spcBef>
                <a:spcPts val="0"/>
              </a:spcBef>
              <a:spcAft>
                <a:spcPts val="0"/>
              </a:spcAft>
              <a:buNone/>
            </a:pPr>
            <a:r>
              <a:rPr lang="en-GB" sz="1000" b="1" i="0" spc="100" dirty="0">
                <a:solidFill>
                  <a:srgbClr val="FFFFFF"/>
                </a:solidFill>
                <a:latin typeface="Aptos Light"/>
                <a:cs typeface="Aptos Light"/>
              </a:rPr>
              <a:t>INVESTMENT</a:t>
            </a:r>
            <a:endParaRPr lang="en-GB" sz="1000" dirty="0"/>
          </a:p>
          <a:p>
            <a:pPr marL="0" indent="0" algn="ctr">
              <a:lnSpc>
                <a:spcPct val="100000"/>
              </a:lnSpc>
              <a:spcBef>
                <a:spcPts val="0"/>
              </a:spcBef>
              <a:spcAft>
                <a:spcPts val="0"/>
              </a:spcAft>
              <a:buNone/>
            </a:pPr>
            <a:r>
              <a:rPr lang="en-GB" sz="2600" b="1" i="0" dirty="0">
                <a:solidFill>
                  <a:srgbClr val="FFFFFF"/>
                </a:solidFill>
                <a:latin typeface="+mj-lt"/>
                <a:cs typeface="+mj-lt"/>
              </a:rPr>
              <a:t>€2M+</a:t>
            </a:r>
            <a:endParaRPr lang="en-GB" sz="2600" dirty="0"/>
          </a:p>
          <a:p>
            <a:pPr marL="0" indent="0" algn="ctr">
              <a:lnSpc>
                <a:spcPct val="100000"/>
              </a:lnSpc>
              <a:spcBef>
                <a:spcPts val="0"/>
              </a:spcBef>
              <a:spcAft>
                <a:spcPts val="0"/>
              </a:spcAft>
              <a:buNone/>
            </a:pPr>
            <a:r>
              <a:rPr lang="en-GB" sz="1100" b="0" i="0" dirty="0">
                <a:solidFill>
                  <a:srgbClr val="FFFFFF"/>
                </a:solidFill>
                <a:latin typeface="Aptos Light"/>
                <a:cs typeface="Aptos Light"/>
              </a:rPr>
              <a:t>per year, per club</a:t>
            </a:r>
            <a:endParaRPr lang="en-GB" sz="1100" dirty="0"/>
          </a:p>
        </p:txBody>
      </p:sp>
      <p:sp>
        <p:nvSpPr>
          <p:cNvPr id="8" name="Investment - TERM"/>
          <p:cNvSpPr txBox="1"/>
          <p:nvPr/>
        </p:nvSpPr>
        <p:spPr>
          <a:xfrm>
            <a:off x="10085832" y="548640"/>
            <a:ext cx="1600200" cy="1170432"/>
          </a:xfrm>
          <a:prstGeom prst="rect">
            <a:avLst/>
          </a:prstGeom>
          <a:noFill/>
        </p:spPr>
        <p:txBody>
          <a:bodyPr wrap="square" lIns="73152" tIns="36576" rIns="73152" bIns="36576" anchor="ctr" rtlCol="0">
            <a:noAutofit/>
          </a:bodyPr>
          <a:lstStyle/>
          <a:p>
            <a:pPr marL="0" indent="0" algn="ctr">
              <a:lnSpc>
                <a:spcPct val="100000"/>
              </a:lnSpc>
              <a:spcBef>
                <a:spcPts val="0"/>
              </a:spcBef>
              <a:spcAft>
                <a:spcPts val="0"/>
              </a:spcAft>
              <a:buNone/>
            </a:pPr>
            <a:r>
              <a:rPr lang="en-GB" sz="1000" b="1" i="0" spc="100" dirty="0">
                <a:solidFill>
                  <a:srgbClr val="FFFFFF"/>
                </a:solidFill>
                <a:latin typeface="Aptos Light"/>
                <a:cs typeface="Aptos Light"/>
              </a:rPr>
              <a:t>TERM</a:t>
            </a:r>
            <a:endParaRPr lang="en-GB" sz="1000" dirty="0"/>
          </a:p>
          <a:p>
            <a:pPr marL="0" indent="0" algn="ctr">
              <a:lnSpc>
                <a:spcPct val="100000"/>
              </a:lnSpc>
              <a:spcBef>
                <a:spcPts val="0"/>
              </a:spcBef>
              <a:spcAft>
                <a:spcPts val="0"/>
              </a:spcAft>
              <a:buNone/>
            </a:pPr>
            <a:r>
              <a:rPr lang="en-GB" sz="2600" b="1" i="0" dirty="0">
                <a:solidFill>
                  <a:srgbClr val="FFFFFF"/>
                </a:solidFill>
                <a:latin typeface="+mj-lt"/>
                <a:cs typeface="+mj-lt"/>
              </a:rPr>
              <a:t>3 years</a:t>
            </a:r>
            <a:endParaRPr lang="en-GB" sz="2600" dirty="0"/>
          </a:p>
          <a:p>
            <a:pPr marL="0" indent="0" algn="ctr">
              <a:lnSpc>
                <a:spcPct val="100000"/>
              </a:lnSpc>
              <a:spcBef>
                <a:spcPts val="0"/>
              </a:spcBef>
              <a:spcAft>
                <a:spcPts val="0"/>
              </a:spcAft>
              <a:buNone/>
            </a:pPr>
            <a:r>
              <a:rPr lang="en-GB" sz="1100" b="0" i="0" dirty="0">
                <a:solidFill>
                  <a:srgbClr val="FFFFFF"/>
                </a:solidFill>
                <a:latin typeface="Aptos Light"/>
                <a:cs typeface="Aptos Light"/>
              </a:rPr>
              <a:t>partnership term</a:t>
            </a:r>
            <a:endParaRPr lang="en-GB" sz="1100" dirty="0"/>
          </a:p>
        </p:txBody>
      </p:sp>
      <p:cxnSp>
        <p:nvCxnSpPr>
          <p:cNvPr id="9" name="Investment divider"/>
          <p:cNvCxnSpPr/>
          <p:nvPr/>
        </p:nvCxnSpPr>
        <p:spPr>
          <a:xfrm>
            <a:off x="10085832" y="749808"/>
            <a:ext cx="0" cy="768096"/>
          </a:xfrm>
          <a:prstGeom prst="line">
            <a:avLst/>
          </a:prstGeom>
          <a:ln w="9525">
            <a:solidFill>
              <a:srgbClr val="FFFFFF">
                <a:alpha val="60000"/>
              </a:srgbClr>
            </a:solidFill>
          </a:ln>
        </p:spPr>
      </p:cxnSp>
      <p:sp>
        <p:nvSpPr>
          <p:cNvPr id="10" name="Card - Social Media &amp; Content"/>
          <p:cNvSpPr/>
          <p:nvPr/>
        </p:nvSpPr>
        <p:spPr>
          <a:xfrm>
            <a:off x="502920" y="1984248"/>
            <a:ext cx="5454396" cy="3657600"/>
          </a:xfrm>
          <a:prstGeom prst="roundRect">
            <a:avLst>
              <a:gd name="adj" fmla="val 5500"/>
            </a:avLst>
          </a:prstGeom>
          <a:solidFill>
            <a:srgbClr val="FFFFFF">
              <a:alpha val="60000"/>
            </a:srgbClr>
          </a:solidFill>
          <a:ln>
            <a:noFill/>
          </a:ln>
        </p:spPr>
        <p:txBody>
          <a:bodyPr wrap="square" lIns="182880" tIns="118872" rIns="182880" bIns="91440" anchor="t" rtlCol="0">
            <a:noAutofit/>
          </a:bodyPr>
          <a:lstStyle/>
          <a:p>
            <a:pPr marL="0" indent="0" algn="ctr">
              <a:lnSpc>
                <a:spcPct val="100000"/>
              </a:lnSpc>
              <a:spcBef>
                <a:spcPts val="0"/>
              </a:spcBef>
              <a:spcAft>
                <a:spcPts val="400"/>
              </a:spcAft>
              <a:buNone/>
            </a:pPr>
            <a:r>
              <a:rPr lang="en-GB" sz="1300" b="1" i="0" dirty="0">
                <a:solidFill>
                  <a:srgbClr val="2A4CF9"/>
                </a:solidFill>
                <a:latin typeface="Aptos Light"/>
                <a:cs typeface="Aptos Light"/>
              </a:rPr>
              <a:t>Social Media &amp; Content</a:t>
            </a:r>
            <a:endParaRPr lang="en-GB" sz="1300" dirty="0"/>
          </a:p>
          <a:p>
            <a:pPr marL="155448" indent="-155448" algn="l">
              <a:lnSpc>
                <a:spcPct val="100000"/>
              </a:lnSpc>
              <a:spcBef>
                <a:spcPts val="0"/>
              </a:spcBef>
              <a:spcAft>
                <a:spcPts val="1700"/>
              </a:spcAft>
              <a:buClr>
                <a:srgbClr val="2A4CF9"/>
              </a:buClr>
              <a:buSzPct val="100000"/>
              <a:buFont typeface="Arial"/>
              <a:buChar char="•"/>
            </a:pPr>
            <a:r>
              <a:rPr lang="en-GB" sz="1100" b="1" i="0" dirty="0">
                <a:solidFill>
                  <a:srgbClr val="000000"/>
                </a:solidFill>
                <a:latin typeface="Aptos Light"/>
                <a:cs typeface="Aptos Light"/>
              </a:rPr>
              <a:t>Access to Players: </a:t>
            </a:r>
            <a:r>
              <a:rPr lang="en-GB" sz="1100" b="0" i="0" dirty="0">
                <a:solidFill>
                  <a:srgbClr val="000000"/>
                </a:solidFill>
                <a:latin typeface="Aptos Light"/>
                <a:cs typeface="Aptos Light"/>
              </a:rPr>
              <a:t>Access to team players for a dedicated Five9 photo/video shoot, meet &amp; greet, or client engagement session.</a:t>
            </a:r>
            <a:endParaRPr lang="en-GB" sz="1100" dirty="0"/>
          </a:p>
          <a:p>
            <a:pPr marL="155448" indent="-155448" algn="l">
              <a:lnSpc>
                <a:spcPct val="100000"/>
              </a:lnSpc>
              <a:spcBef>
                <a:spcPts val="0"/>
              </a:spcBef>
              <a:spcAft>
                <a:spcPts val="1700"/>
              </a:spcAft>
              <a:buClr>
                <a:srgbClr val="2A4CF9"/>
              </a:buClr>
              <a:buSzPct val="100000"/>
              <a:buFont typeface="Arial"/>
              <a:buChar char="•"/>
            </a:pPr>
            <a:r>
              <a:rPr lang="en-GB" sz="1100" b="1" i="0" dirty="0">
                <a:solidFill>
                  <a:srgbClr val="000000"/>
                </a:solidFill>
                <a:latin typeface="Aptos Light"/>
                <a:cs typeface="Aptos Light"/>
              </a:rPr>
              <a:t>Evergreen Content Piece (presented by Five9): </a:t>
            </a:r>
            <a:r>
              <a:rPr lang="en-GB" sz="1100" b="0" i="0" dirty="0">
                <a:solidFill>
                  <a:srgbClr val="000000"/>
                </a:solidFill>
                <a:latin typeface="Aptos Light"/>
                <a:cs typeface="Aptos Light"/>
              </a:rPr>
              <a:t>Five9 presents an evergreen content piece on the Club’s official social channels, jointly agreed by the Club and Five9.</a:t>
            </a:r>
            <a:endParaRPr lang="en-GB" sz="1100" dirty="0"/>
          </a:p>
          <a:p>
            <a:pPr marL="155448" indent="-155448" algn="l">
              <a:lnSpc>
                <a:spcPct val="100000"/>
              </a:lnSpc>
              <a:spcBef>
                <a:spcPts val="0"/>
              </a:spcBef>
              <a:spcAft>
                <a:spcPts val="1700"/>
              </a:spcAft>
              <a:buClr>
                <a:srgbClr val="2A4CF9"/>
              </a:buClr>
              <a:buSzPct val="100000"/>
              <a:buFont typeface="Arial"/>
              <a:buChar char="•"/>
            </a:pPr>
            <a:r>
              <a:rPr lang="en-GB" sz="1100" b="1" i="0" dirty="0">
                <a:solidFill>
                  <a:srgbClr val="000000"/>
                </a:solidFill>
                <a:latin typeface="Aptos Light"/>
                <a:cs typeface="Aptos Light"/>
              </a:rPr>
              <a:t>Bespoke Branded Content: </a:t>
            </a:r>
            <a:r>
              <a:rPr lang="en-GB" sz="1100" b="0" i="0" dirty="0">
                <a:solidFill>
                  <a:srgbClr val="000000"/>
                </a:solidFill>
                <a:latin typeface="Aptos Light"/>
                <a:cs typeface="Aptos Light"/>
              </a:rPr>
              <a:t>Two (2) to three (3) branded content campaigns per year on the Club’s LinkedIn channel, enabling Five9 to reach and engage enterprise audiences.</a:t>
            </a:r>
            <a:endParaRPr lang="en-GB" sz="1100" dirty="0"/>
          </a:p>
          <a:p>
            <a:pPr marL="155448" indent="-155448" algn="l">
              <a:lnSpc>
                <a:spcPct val="100000"/>
              </a:lnSpc>
              <a:spcBef>
                <a:spcPts val="0"/>
              </a:spcBef>
              <a:spcAft>
                <a:spcPts val="1700"/>
              </a:spcAft>
              <a:buClr>
                <a:srgbClr val="2A4CF9"/>
              </a:buClr>
              <a:buSzPct val="100000"/>
              <a:buFont typeface="Arial"/>
              <a:buChar char="•"/>
            </a:pPr>
            <a:r>
              <a:rPr lang="en-GB" sz="1100" b="1" i="0" dirty="0">
                <a:solidFill>
                  <a:srgbClr val="000000"/>
                </a:solidFill>
                <a:latin typeface="Aptos Light"/>
                <a:cs typeface="Aptos Light"/>
              </a:rPr>
              <a:t>Paid Media Campaigns: </a:t>
            </a:r>
            <a:r>
              <a:rPr lang="en-GB" sz="1100" b="0" i="0" dirty="0">
                <a:solidFill>
                  <a:srgbClr val="000000"/>
                </a:solidFill>
                <a:latin typeface="Aptos Light"/>
                <a:cs typeface="Aptos Light"/>
              </a:rPr>
              <a:t>Branded content advertising campaigns on LinkedIn to amplify the overall reach of the partnership.</a:t>
            </a:r>
            <a:endParaRPr lang="en-GB" sz="1100" dirty="0"/>
          </a:p>
          <a:p>
            <a:pPr marL="155448" indent="-155448" algn="l">
              <a:lnSpc>
                <a:spcPct val="100000"/>
              </a:lnSpc>
              <a:spcBef>
                <a:spcPts val="0"/>
              </a:spcBef>
              <a:spcAft>
                <a:spcPts val="0"/>
              </a:spcAft>
              <a:buClr>
                <a:srgbClr val="2A4CF9"/>
              </a:buClr>
              <a:buSzPct val="100000"/>
              <a:buFont typeface="Arial"/>
              <a:buChar char="•"/>
            </a:pPr>
            <a:r>
              <a:rPr lang="en-GB" sz="1100" b="1" i="0" dirty="0">
                <a:solidFill>
                  <a:srgbClr val="000000"/>
                </a:solidFill>
                <a:latin typeface="Aptos Light"/>
                <a:cs typeface="Aptos Light"/>
              </a:rPr>
              <a:t>Image &amp; Video Database: </a:t>
            </a:r>
            <a:r>
              <a:rPr lang="en-GB" sz="1100" b="0" i="0" dirty="0">
                <a:solidFill>
                  <a:srgbClr val="000000"/>
                </a:solidFill>
                <a:latin typeface="Aptos Light"/>
                <a:cs typeface="Aptos Light"/>
              </a:rPr>
              <a:t>Full access to the Club’s photo and video bank.</a:t>
            </a:r>
            <a:endParaRPr lang="en-GB" sz="1100" dirty="0"/>
          </a:p>
        </p:txBody>
      </p:sp>
      <p:grpSp>
        <p:nvGrpSpPr>
          <p:cNvPr id="11" name="Hatch motif">
            <a:extLst>
              <a:ext uri="{FF2B5EF4-FFF2-40B4-BE49-F238E27FC236}">
                <a16:creationId xmlns:a16="http://schemas.microsoft.com/office/drawing/2014/main" id="{071C008C-94F0-4297-AC1A-B0AB410CD9B1}"/>
              </a:ext>
            </a:extLst>
          </p:cNvPr>
          <p:cNvGrpSpPr/>
          <p:nvPr/>
        </p:nvGrpSpPr>
        <p:grpSpPr>
          <a:xfrm>
            <a:off x="2946654" y="1924812"/>
            <a:ext cx="566928" cy="118872"/>
            <a:chOff x="539750" y="2201159"/>
            <a:chExt cx="630525" cy="108104"/>
          </a:xfrm>
          <a:solidFill>
            <a:srgbClr val="FFFFFF"/>
          </a:solidFill>
        </p:grpSpPr>
        <p:sp>
          <p:nvSpPr>
            <p:cNvPr id="12" name="Freeform: Shape 134">
              <a:extLst>
                <a:ext uri="{FF2B5EF4-FFF2-40B4-BE49-F238E27FC236}">
                  <a16:creationId xmlns:a16="http://schemas.microsoft.com/office/drawing/2014/main" id="{6C49E037-305E-4839-95A1-E5C8B1EA9B22}"/>
                </a:ext>
              </a:extLst>
            </p:cNvPr>
            <p:cNvSpPr/>
            <p:nvPr/>
          </p:nvSpPr>
          <p:spPr>
            <a:xfrm flipH="1">
              <a:off x="689012"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13" name="Freeform: Shape 135">
              <a:extLst>
                <a:ext uri="{FF2B5EF4-FFF2-40B4-BE49-F238E27FC236}">
                  <a16:creationId xmlns:a16="http://schemas.microsoft.com/office/drawing/2014/main" id="{C136A08D-51E9-43CE-8DC7-2D22972F296D}"/>
                </a:ext>
              </a:extLst>
            </p:cNvPr>
            <p:cNvSpPr/>
            <p:nvPr/>
          </p:nvSpPr>
          <p:spPr>
            <a:xfrm flipH="1">
              <a:off x="614381"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14" name="Freeform: Shape 136">
              <a:extLst>
                <a:ext uri="{FF2B5EF4-FFF2-40B4-BE49-F238E27FC236}">
                  <a16:creationId xmlns:a16="http://schemas.microsoft.com/office/drawing/2014/main" id="{40F3A89A-A6B9-47DE-963D-20F5409E1D06}"/>
                </a:ext>
              </a:extLst>
            </p:cNvPr>
            <p:cNvSpPr/>
            <p:nvPr/>
          </p:nvSpPr>
          <p:spPr>
            <a:xfrm flipH="1">
              <a:off x="539750"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15" name="Freeform: Shape 137">
              <a:extLst>
                <a:ext uri="{FF2B5EF4-FFF2-40B4-BE49-F238E27FC236}">
                  <a16:creationId xmlns:a16="http://schemas.microsoft.com/office/drawing/2014/main" id="{EC1129F9-8FA1-4F24-B796-D4F22CCA0AA8}"/>
                </a:ext>
              </a:extLst>
            </p:cNvPr>
            <p:cNvSpPr/>
            <p:nvPr/>
          </p:nvSpPr>
          <p:spPr>
            <a:xfrm flipH="1">
              <a:off x="912909"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16" name="Freeform: Shape 138">
              <a:extLst>
                <a:ext uri="{FF2B5EF4-FFF2-40B4-BE49-F238E27FC236}">
                  <a16:creationId xmlns:a16="http://schemas.microsoft.com/office/drawing/2014/main" id="{E6453F7B-54BB-4EAB-874B-F517DD63B0DF}"/>
                </a:ext>
              </a:extLst>
            </p:cNvPr>
            <p:cNvSpPr/>
            <p:nvPr/>
          </p:nvSpPr>
          <p:spPr>
            <a:xfrm flipH="1">
              <a:off x="838278"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17" name="Freeform: Shape 139">
              <a:extLst>
                <a:ext uri="{FF2B5EF4-FFF2-40B4-BE49-F238E27FC236}">
                  <a16:creationId xmlns:a16="http://schemas.microsoft.com/office/drawing/2014/main" id="{4342D6B7-391D-45EC-87D1-F994F839EADD}"/>
                </a:ext>
              </a:extLst>
            </p:cNvPr>
            <p:cNvSpPr/>
            <p:nvPr/>
          </p:nvSpPr>
          <p:spPr>
            <a:xfrm flipH="1">
              <a:off x="763647"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18" name="Freeform: Shape 140">
              <a:extLst>
                <a:ext uri="{FF2B5EF4-FFF2-40B4-BE49-F238E27FC236}">
                  <a16:creationId xmlns:a16="http://schemas.microsoft.com/office/drawing/2014/main" id="{E7D8B11F-6EFC-4A45-9392-FEA43CDB3223}"/>
                </a:ext>
              </a:extLst>
            </p:cNvPr>
            <p:cNvSpPr/>
            <p:nvPr/>
          </p:nvSpPr>
          <p:spPr>
            <a:xfrm flipH="1">
              <a:off x="1062175"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19" name="Freeform: Shape 141">
              <a:extLst>
                <a:ext uri="{FF2B5EF4-FFF2-40B4-BE49-F238E27FC236}">
                  <a16:creationId xmlns:a16="http://schemas.microsoft.com/office/drawing/2014/main" id="{74F024E7-F1A6-45B4-8B44-2D96861E7129}"/>
                </a:ext>
              </a:extLst>
            </p:cNvPr>
            <p:cNvSpPr/>
            <p:nvPr/>
          </p:nvSpPr>
          <p:spPr>
            <a:xfrm flipH="1">
              <a:off x="987544"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grpSp>
      <p:sp>
        <p:nvSpPr>
          <p:cNvPr id="20" name="Card - Hospitality &amp; Experiences"/>
          <p:cNvSpPr/>
          <p:nvPr/>
        </p:nvSpPr>
        <p:spPr>
          <a:xfrm>
            <a:off x="6231636" y="1984248"/>
            <a:ext cx="5454396" cy="3657600"/>
          </a:xfrm>
          <a:prstGeom prst="roundRect">
            <a:avLst>
              <a:gd name="adj" fmla="val 5500"/>
            </a:avLst>
          </a:prstGeom>
          <a:solidFill>
            <a:srgbClr val="FFFFFF">
              <a:alpha val="60000"/>
            </a:srgbClr>
          </a:solidFill>
          <a:ln>
            <a:noFill/>
          </a:ln>
        </p:spPr>
        <p:txBody>
          <a:bodyPr wrap="square" lIns="182880" tIns="118872" rIns="182880" bIns="91440" anchor="t" rtlCol="0">
            <a:noAutofit/>
          </a:bodyPr>
          <a:lstStyle/>
          <a:p>
            <a:pPr marL="0" indent="0" algn="ctr">
              <a:lnSpc>
                <a:spcPct val="100000"/>
              </a:lnSpc>
              <a:spcBef>
                <a:spcPts val="0"/>
              </a:spcBef>
              <a:spcAft>
                <a:spcPts val="400"/>
              </a:spcAft>
              <a:buNone/>
            </a:pPr>
            <a:r>
              <a:rPr lang="en-GB" sz="1300" b="1" i="0" dirty="0">
                <a:solidFill>
                  <a:srgbClr val="2A4CF9"/>
                </a:solidFill>
                <a:latin typeface="Aptos Light"/>
                <a:cs typeface="Aptos Light"/>
              </a:rPr>
              <a:t>Hospitality &amp; Experiences</a:t>
            </a:r>
            <a:endParaRPr lang="en-GB" sz="1300" dirty="0"/>
          </a:p>
          <a:p>
            <a:pPr marL="155448" indent="-155448" algn="l">
              <a:lnSpc>
                <a:spcPct val="100000"/>
              </a:lnSpc>
              <a:spcBef>
                <a:spcPts val="0"/>
              </a:spcBef>
              <a:spcAft>
                <a:spcPts val="1700"/>
              </a:spcAft>
              <a:buClr>
                <a:srgbClr val="2A4CF9"/>
              </a:buClr>
              <a:buSzPct val="100000"/>
              <a:buFont typeface="Arial"/>
              <a:buChar char="•"/>
            </a:pPr>
            <a:r>
              <a:rPr lang="en-GB" sz="1100" b="1" i="0" dirty="0">
                <a:solidFill>
                  <a:srgbClr val="000000"/>
                </a:solidFill>
                <a:latin typeface="Aptos Light"/>
                <a:cs typeface="Aptos Light"/>
              </a:rPr>
              <a:t>VIP Gameday Experiences: </a:t>
            </a:r>
            <a:r>
              <a:rPr lang="en-GB" sz="1100" b="0" i="0" dirty="0">
                <a:solidFill>
                  <a:srgbClr val="000000"/>
                </a:solidFill>
                <a:latin typeface="Aptos Light"/>
                <a:cs typeface="Aptos Light"/>
              </a:rPr>
              <a:t>For regular-season home games: VIP tickets, meet &amp; greets with legends, photo opportunities with players, pitch warm-up experiences and more.</a:t>
            </a:r>
            <a:endParaRPr lang="en-GB" sz="1100" dirty="0"/>
          </a:p>
          <a:p>
            <a:pPr marL="155448" indent="-155448" algn="l">
              <a:lnSpc>
                <a:spcPct val="100000"/>
              </a:lnSpc>
              <a:spcBef>
                <a:spcPts val="0"/>
              </a:spcBef>
              <a:spcAft>
                <a:spcPts val="1700"/>
              </a:spcAft>
              <a:buClr>
                <a:srgbClr val="2A4CF9"/>
              </a:buClr>
              <a:buSzPct val="100000"/>
              <a:buFont typeface="Arial"/>
              <a:buChar char="•"/>
            </a:pPr>
            <a:r>
              <a:rPr lang="en-GB" sz="1100" b="1" i="0" dirty="0">
                <a:solidFill>
                  <a:srgbClr val="000000"/>
                </a:solidFill>
                <a:latin typeface="Aptos Light"/>
                <a:cs typeface="Aptos Light"/>
              </a:rPr>
              <a:t>Training Sessions: </a:t>
            </a:r>
            <a:r>
              <a:rPr lang="en-GB" sz="1100" b="0" i="0" dirty="0">
                <a:solidFill>
                  <a:srgbClr val="000000"/>
                </a:solidFill>
                <a:latin typeface="Aptos Light"/>
                <a:cs typeface="Aptos Light"/>
              </a:rPr>
              <a:t>Opportunity to attend first-team training sessions at the Club’s facilities.</a:t>
            </a:r>
            <a:endParaRPr lang="en-GB" sz="1100" dirty="0"/>
          </a:p>
          <a:p>
            <a:pPr marL="155448" indent="-155448" algn="l">
              <a:lnSpc>
                <a:spcPct val="100000"/>
              </a:lnSpc>
              <a:spcBef>
                <a:spcPts val="0"/>
              </a:spcBef>
              <a:spcAft>
                <a:spcPts val="1700"/>
              </a:spcAft>
              <a:buClr>
                <a:srgbClr val="2A4CF9"/>
              </a:buClr>
              <a:buSzPct val="100000"/>
              <a:buFont typeface="Arial"/>
              <a:buChar char="•"/>
            </a:pPr>
            <a:r>
              <a:rPr lang="en-GB" sz="1100" b="1" i="0" dirty="0">
                <a:solidFill>
                  <a:srgbClr val="000000"/>
                </a:solidFill>
                <a:latin typeface="Aptos Light"/>
                <a:cs typeface="Aptos Light"/>
              </a:rPr>
              <a:t>Stadium Event: </a:t>
            </a:r>
            <a:r>
              <a:rPr lang="en-GB" sz="1100" b="0" i="0" dirty="0">
                <a:solidFill>
                  <a:srgbClr val="000000"/>
                </a:solidFill>
                <a:latin typeface="Aptos Light"/>
                <a:cs typeface="Aptos Light"/>
              </a:rPr>
              <a:t>Opportunity to host a Five9 industry or networking event at the Club’s stadium.</a:t>
            </a:r>
            <a:endParaRPr lang="en-GB" sz="1100" dirty="0"/>
          </a:p>
          <a:p>
            <a:pPr marL="155448" indent="-155448" algn="l">
              <a:lnSpc>
                <a:spcPct val="100000"/>
              </a:lnSpc>
              <a:spcBef>
                <a:spcPts val="0"/>
              </a:spcBef>
              <a:spcAft>
                <a:spcPts val="1700"/>
              </a:spcAft>
              <a:buClr>
                <a:srgbClr val="2A4CF9"/>
              </a:buClr>
              <a:buSzPct val="100000"/>
              <a:buFont typeface="Arial"/>
              <a:buChar char="•"/>
            </a:pPr>
            <a:r>
              <a:rPr lang="en-GB" sz="1100" b="1" i="0" dirty="0">
                <a:solidFill>
                  <a:srgbClr val="000000"/>
                </a:solidFill>
                <a:latin typeface="Aptos Light"/>
                <a:cs typeface="Aptos Light"/>
              </a:rPr>
              <a:t>VIP Annual Ticket Fund / Private Suite: </a:t>
            </a:r>
            <a:r>
              <a:rPr lang="en-GB" sz="1100" b="0" i="0" dirty="0">
                <a:solidFill>
                  <a:srgbClr val="000000"/>
                </a:solidFill>
                <a:latin typeface="Aptos Light"/>
                <a:cs typeface="Aptos Light"/>
              </a:rPr>
              <a:t>VIP tickets or a private suite for every home game played at the Club’s stadium.</a:t>
            </a:r>
            <a:endParaRPr lang="en-GB" sz="1100" dirty="0"/>
          </a:p>
          <a:p>
            <a:pPr marL="155448" indent="-155448" algn="l">
              <a:lnSpc>
                <a:spcPct val="100000"/>
              </a:lnSpc>
              <a:spcBef>
                <a:spcPts val="0"/>
              </a:spcBef>
              <a:spcAft>
                <a:spcPts val="0"/>
              </a:spcAft>
              <a:buClr>
                <a:srgbClr val="2A4CF9"/>
              </a:buClr>
              <a:buSzPct val="100000"/>
              <a:buFont typeface="Arial"/>
              <a:buChar char="•"/>
            </a:pPr>
            <a:r>
              <a:rPr lang="en-GB" sz="1100" b="1" i="0" dirty="0">
                <a:solidFill>
                  <a:srgbClr val="000000"/>
                </a:solidFill>
                <a:latin typeface="Aptos Light"/>
                <a:cs typeface="Aptos Light"/>
              </a:rPr>
              <a:t>Legends Access: </a:t>
            </a:r>
            <a:r>
              <a:rPr lang="en-GB" sz="1100" b="0" i="0" dirty="0">
                <a:solidFill>
                  <a:srgbClr val="000000"/>
                </a:solidFill>
                <a:latin typeface="Aptos Light"/>
                <a:cs typeface="Aptos Light"/>
              </a:rPr>
              <a:t>A Club legend attends a Five9 corporate event or a meet &amp; greet with clients.</a:t>
            </a:r>
            <a:endParaRPr lang="en-GB" sz="1100" dirty="0"/>
          </a:p>
        </p:txBody>
      </p:sp>
      <p:grpSp>
        <p:nvGrpSpPr>
          <p:cNvPr id="21" name="Hatch motif">
            <a:extLst>
              <a:ext uri="{FF2B5EF4-FFF2-40B4-BE49-F238E27FC236}">
                <a16:creationId xmlns:a16="http://schemas.microsoft.com/office/drawing/2014/main" id="{8FDE73CC-C8FB-4A23-BCAF-B097C76BBE3B}"/>
              </a:ext>
            </a:extLst>
          </p:cNvPr>
          <p:cNvGrpSpPr/>
          <p:nvPr/>
        </p:nvGrpSpPr>
        <p:grpSpPr>
          <a:xfrm>
            <a:off x="8675370" y="1924812"/>
            <a:ext cx="566928" cy="118872"/>
            <a:chOff x="539750" y="2201159"/>
            <a:chExt cx="630525" cy="108104"/>
          </a:xfrm>
          <a:solidFill>
            <a:srgbClr val="FFFFFF"/>
          </a:solidFill>
        </p:grpSpPr>
        <p:sp>
          <p:nvSpPr>
            <p:cNvPr id="22" name="Freeform: Shape 134">
              <a:extLst>
                <a:ext uri="{FF2B5EF4-FFF2-40B4-BE49-F238E27FC236}">
                  <a16:creationId xmlns:a16="http://schemas.microsoft.com/office/drawing/2014/main" id="{0C81ABAE-6CEE-41A6-B1A9-FF6BC5E90145}"/>
                </a:ext>
              </a:extLst>
            </p:cNvPr>
            <p:cNvSpPr/>
            <p:nvPr/>
          </p:nvSpPr>
          <p:spPr>
            <a:xfrm flipH="1">
              <a:off x="689012"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23" name="Freeform: Shape 135">
              <a:extLst>
                <a:ext uri="{FF2B5EF4-FFF2-40B4-BE49-F238E27FC236}">
                  <a16:creationId xmlns:a16="http://schemas.microsoft.com/office/drawing/2014/main" id="{4519F19E-0A7D-47BA-922C-6CE8CF776678}"/>
                </a:ext>
              </a:extLst>
            </p:cNvPr>
            <p:cNvSpPr/>
            <p:nvPr/>
          </p:nvSpPr>
          <p:spPr>
            <a:xfrm flipH="1">
              <a:off x="614381"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24" name="Freeform: Shape 136">
              <a:extLst>
                <a:ext uri="{FF2B5EF4-FFF2-40B4-BE49-F238E27FC236}">
                  <a16:creationId xmlns:a16="http://schemas.microsoft.com/office/drawing/2014/main" id="{B6FB5EEE-764E-4CB4-B253-3040B9189237}"/>
                </a:ext>
              </a:extLst>
            </p:cNvPr>
            <p:cNvSpPr/>
            <p:nvPr/>
          </p:nvSpPr>
          <p:spPr>
            <a:xfrm flipH="1">
              <a:off x="539750"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25" name="Freeform: Shape 137">
              <a:extLst>
                <a:ext uri="{FF2B5EF4-FFF2-40B4-BE49-F238E27FC236}">
                  <a16:creationId xmlns:a16="http://schemas.microsoft.com/office/drawing/2014/main" id="{9EA51B81-512E-4DF4-9404-1D3351AA7972}"/>
                </a:ext>
              </a:extLst>
            </p:cNvPr>
            <p:cNvSpPr/>
            <p:nvPr/>
          </p:nvSpPr>
          <p:spPr>
            <a:xfrm flipH="1">
              <a:off x="912909" y="2201159"/>
              <a:ext cx="108104" cy="108104"/>
            </a:xfrm>
            <a:custGeom>
              <a:avLst/>
              <a:gdLst>
                <a:gd name="connsiteX0" fmla="*/ 108104 w 108104"/>
                <a:gd name="connsiteY0" fmla="*/ 108104 h 108104"/>
                <a:gd name="connsiteX1" fmla="*/ 43297 w 108104"/>
                <a:gd name="connsiteY1" fmla="*/ 10893 h 108104"/>
                <a:gd name="connsiteX2" fmla="*/ 22943 w 108104"/>
                <a:gd name="connsiteY2" fmla="*/ 0 h 108104"/>
                <a:gd name="connsiteX3" fmla="*/ 0 w 108104"/>
                <a:gd name="connsiteY3" fmla="*/ 0 h 108104"/>
                <a:gd name="connsiteX4" fmla="*/ 64807 w 108104"/>
                <a:gd name="connsiteY4" fmla="*/ 97211 h 108104"/>
                <a:gd name="connsiteX5" fmla="*/ 85158 w 108104"/>
                <a:gd name="connsiteY5" fmla="*/ 108104 h 108104"/>
                <a:gd name="connsiteX6" fmla="*/ 108101 w 108104"/>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4" h="108104">
                  <a:moveTo>
                    <a:pt x="108104" y="108104"/>
                  </a:moveTo>
                  <a:lnTo>
                    <a:pt x="43297"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26" name="Freeform: Shape 138">
              <a:extLst>
                <a:ext uri="{FF2B5EF4-FFF2-40B4-BE49-F238E27FC236}">
                  <a16:creationId xmlns:a16="http://schemas.microsoft.com/office/drawing/2014/main" id="{648F65EF-84CF-4388-ADAE-7DAC9D99B220}"/>
                </a:ext>
              </a:extLst>
            </p:cNvPr>
            <p:cNvSpPr/>
            <p:nvPr/>
          </p:nvSpPr>
          <p:spPr>
            <a:xfrm flipH="1">
              <a:off x="838278"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27" name="Freeform: Shape 139">
              <a:extLst>
                <a:ext uri="{FF2B5EF4-FFF2-40B4-BE49-F238E27FC236}">
                  <a16:creationId xmlns:a16="http://schemas.microsoft.com/office/drawing/2014/main" id="{2725AB5D-4971-42C6-99DE-BF0A635B1157}"/>
                </a:ext>
              </a:extLst>
            </p:cNvPr>
            <p:cNvSpPr/>
            <p:nvPr/>
          </p:nvSpPr>
          <p:spPr>
            <a:xfrm flipH="1">
              <a:off x="763647"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28" name="Freeform: Shape 140">
              <a:extLst>
                <a:ext uri="{FF2B5EF4-FFF2-40B4-BE49-F238E27FC236}">
                  <a16:creationId xmlns:a16="http://schemas.microsoft.com/office/drawing/2014/main" id="{BE77172D-993F-44F1-94B4-BC9138CC2BA7}"/>
                </a:ext>
              </a:extLst>
            </p:cNvPr>
            <p:cNvSpPr/>
            <p:nvPr/>
          </p:nvSpPr>
          <p:spPr>
            <a:xfrm flipH="1">
              <a:off x="1062175"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5"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sp>
          <p:nvSpPr>
            <p:cNvPr id="29" name="Freeform: Shape 141">
              <a:extLst>
                <a:ext uri="{FF2B5EF4-FFF2-40B4-BE49-F238E27FC236}">
                  <a16:creationId xmlns:a16="http://schemas.microsoft.com/office/drawing/2014/main" id="{D08CF116-5AE9-4098-9F75-68A58C8E8CE8}"/>
                </a:ext>
              </a:extLst>
            </p:cNvPr>
            <p:cNvSpPr/>
            <p:nvPr/>
          </p:nvSpPr>
          <p:spPr>
            <a:xfrm flipH="1">
              <a:off x="987544" y="2201159"/>
              <a:ext cx="108100" cy="108104"/>
            </a:xfrm>
            <a:custGeom>
              <a:avLst/>
              <a:gdLst>
                <a:gd name="connsiteX0" fmla="*/ 108101 w 108100"/>
                <a:gd name="connsiteY0" fmla="*/ 108104 h 108104"/>
                <a:gd name="connsiteX1" fmla="*/ 43293 w 108100"/>
                <a:gd name="connsiteY1" fmla="*/ 10893 h 108104"/>
                <a:gd name="connsiteX2" fmla="*/ 22943 w 108100"/>
                <a:gd name="connsiteY2" fmla="*/ 0 h 108104"/>
                <a:gd name="connsiteX3" fmla="*/ 0 w 108100"/>
                <a:gd name="connsiteY3" fmla="*/ 0 h 108104"/>
                <a:gd name="connsiteX4" fmla="*/ 64807 w 108100"/>
                <a:gd name="connsiteY4" fmla="*/ 97211 h 108104"/>
                <a:gd name="connsiteX5" fmla="*/ 85158 w 108100"/>
                <a:gd name="connsiteY5" fmla="*/ 108104 h 108104"/>
                <a:gd name="connsiteX6" fmla="*/ 108101 w 108100"/>
                <a:gd name="connsiteY6" fmla="*/ 108104 h 108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100" h="108104">
                  <a:moveTo>
                    <a:pt x="108101" y="108104"/>
                  </a:moveTo>
                  <a:lnTo>
                    <a:pt x="43293" y="10893"/>
                  </a:lnTo>
                  <a:cubicBezTo>
                    <a:pt x="38758" y="4087"/>
                    <a:pt x="31121" y="0"/>
                    <a:pt x="22943" y="0"/>
                  </a:cubicBezTo>
                  <a:lnTo>
                    <a:pt x="0" y="0"/>
                  </a:lnTo>
                  <a:lnTo>
                    <a:pt x="64807" y="97211"/>
                  </a:lnTo>
                  <a:cubicBezTo>
                    <a:pt x="69342" y="104017"/>
                    <a:pt x="76980" y="108104"/>
                    <a:pt x="85158" y="108104"/>
                  </a:cubicBezTo>
                  <a:lnTo>
                    <a:pt x="108101" y="108104"/>
                  </a:lnTo>
                  <a:close/>
                </a:path>
              </a:pathLst>
            </a:custGeom>
            <a:grpFill/>
            <a:ln w="365" cap="flat">
              <a:noFill/>
              <a:prstDash val="solid"/>
              <a:miter/>
            </a:ln>
          </p:spPr>
          <p:txBody>
            <a:bodyPr rtlCol="0" anchor="ctr"/>
            <a:lstStyle/>
            <a:p>
              <a:pPr defTabSz="817839">
                <a:defRPr/>
              </a:pPr>
              <a:endParaRPr lang="en-US" sz="2147">
                <a:solidFill>
                  <a:prstClr val="white"/>
                </a:solidFill>
                <a:latin typeface="Aptos Light" panose="020B0004020202020204" pitchFamily="34" charset="0"/>
              </a:endParaRPr>
            </a:p>
          </p:txBody>
        </p:sp>
      </p:grpSp>
      <p:sp>
        <p:nvSpPr>
          <p:cNvPr id="30" name="Footnote"/>
          <p:cNvSpPr txBox="1"/>
          <p:nvPr/>
        </p:nvSpPr>
        <p:spPr>
          <a:xfrm>
            <a:off x="502920" y="5733288"/>
            <a:ext cx="9692640" cy="274320"/>
          </a:xfrm>
          <a:prstGeom prst="rect">
            <a:avLst/>
          </a:prstGeom>
          <a:noFill/>
        </p:spPr>
        <p:txBody>
          <a:bodyPr wrap="square" lIns="0" tIns="0" rIns="0" bIns="0" anchor="ctr" rtlCol="0">
            <a:noAutofit/>
          </a:bodyPr>
          <a:lstStyle/>
          <a:p>
            <a:pPr marL="0" indent="0" algn="l">
              <a:lnSpc>
                <a:spcPct val="100000"/>
              </a:lnSpc>
              <a:spcBef>
                <a:spcPts val="0"/>
              </a:spcBef>
              <a:spcAft>
                <a:spcPts val="0"/>
              </a:spcAft>
              <a:buNone/>
            </a:pPr>
            <a:r>
              <a:rPr lang="en-GB" sz="900" b="0" i="1" dirty="0">
                <a:solidFill>
                  <a:srgbClr val="D9D9D9"/>
                </a:solidFill>
                <a:latin typeface="Aptos Light"/>
                <a:cs typeface="Aptos Light"/>
              </a:rPr>
              <a:t>*Subject to approval by each rights-holder. Package applies per club (Arsenal FC or FC Bayern Munich).</a:t>
            </a:r>
            <a:endParaRPr lang="en-GB" sz="900" dirty="0"/>
          </a:p>
        </p:txBody>
      </p:sp>
      <p:sp>
        <p:nvSpPr>
          <p:cNvPr id="31" name="ZoneTexte 13">
            <a:extLst>
              <a:ext uri="{FF2B5EF4-FFF2-40B4-BE49-F238E27FC236}">
                <a16:creationId xmlns:a16="http://schemas.microsoft.com/office/drawing/2014/main" id="{9E44D0C1-BB82-4652-B37D-9EB57D74AEA8}"/>
              </a:ext>
            </a:extLst>
          </p:cNvPr>
          <p:cNvSpPr txBox="1"/>
          <p:nvPr/>
        </p:nvSpPr>
        <p:spPr>
          <a:xfrm>
            <a:off x="111533" y="117413"/>
            <a:ext cx="4672007" cy="20005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700">
                <a:solidFill>
                  <a:schemeClr val="bg1"/>
                </a:solidFill>
                <a:latin typeface="Aptos Light" panose="020B0004020202020204" pitchFamily="34" charset="0"/>
                <a:ea typeface="Times New Roman" panose="02020603050405020304" pitchFamily="18" charset="0"/>
              </a:rPr>
              <a:t>Five9 </a:t>
            </a:r>
            <a:r>
              <a:rPr kumimoji="0" lang="en-GB" sz="700" b="0" i="0" u="none" strike="noStrike" kern="1200" cap="none" spc="0" normalizeH="0" baseline="0" noProof="0">
                <a:ln>
                  <a:noFill/>
                </a:ln>
                <a:solidFill>
                  <a:schemeClr val="bg1"/>
                </a:solidFill>
                <a:effectLst/>
                <a:uLnTx/>
                <a:uFillTx/>
                <a:latin typeface="Aptos Light" panose="020B0004020202020204" pitchFamily="34" charset="0"/>
                <a:ea typeface="Times New Roman" panose="02020603050405020304" pitchFamily="18" charset="0"/>
                <a:cs typeface="+mn-cs"/>
              </a:rPr>
              <a:t>x SPORTFIVE		</a:t>
            </a:r>
            <a:r>
              <a:rPr lang="en-GB" sz="700">
                <a:solidFill>
                  <a:schemeClr val="bg1"/>
                </a:solidFill>
                <a:latin typeface="Aptos Light" panose="020B0004020202020204" pitchFamily="34" charset="0"/>
                <a:ea typeface="Times New Roman" panose="02020603050405020304" pitchFamily="18" charset="0"/>
              </a:rPr>
              <a:t>RECOMMENDATION: THE BEST FIT FOR Five9</a:t>
            </a:r>
            <a:endParaRPr kumimoji="0" lang="en-GB" sz="700" b="0" i="0" u="none" strike="noStrike" kern="1200" cap="none" spc="0" normalizeH="0" baseline="0" noProof="0">
              <a:ln>
                <a:noFill/>
              </a:ln>
              <a:solidFill>
                <a:schemeClr val="bg1"/>
              </a:solidFill>
              <a:effectLst/>
              <a:uLnTx/>
              <a:uFillTx/>
              <a:latin typeface="Aptos Light" panose="020B0004020202020204" pitchFamily="34" charset="0"/>
              <a:ea typeface="Times New Roman" panose="02020603050405020304" pitchFamily="18" charset="0"/>
              <a:cs typeface="+mn-cs"/>
            </a:endParaRPr>
          </a:p>
        </p:txBody>
      </p:sp>
      <p:sp>
        <p:nvSpPr>
          <p:cNvPr id="32" name="Slide Number Placeholder 2">
            <a:extLst>
              <a:ext uri="{FF2B5EF4-FFF2-40B4-BE49-F238E27FC236}">
                <a16:creationId xmlns:a16="http://schemas.microsoft.com/office/drawing/2014/main" id="{147FE792-2A15-4B42-BF37-F7EB3098425A}"/>
              </a:ext>
            </a:extLst>
          </p:cNvPr>
          <p:cNvSpPr txBox="1">
            <a:spLocks/>
          </p:cNvSpPr>
          <p:nvPr/>
        </p:nvSpPr>
        <p:spPr bwMode="gray">
          <a:xfrm>
            <a:off x="10711770" y="5785478"/>
            <a:ext cx="1140869" cy="281947"/>
          </a:xfrm>
          <a:prstGeom prst="rect">
            <a:avLst/>
          </a:prstGeom>
        </p:spPr>
        <p:txBody>
          <a:bodyPr vert="horz" lIns="0" tIns="0" rIns="0" bIns="0" rtlCol="0" anchor="ctr"/>
          <a:lstStyle>
            <a:defPPr>
              <a:defRPr lang="de-DE"/>
            </a:defPPr>
            <a:lvl1pPr marL="0" algn="r" defTabSz="1219170" rtl="0" eaLnBrk="1" latinLnBrk="0" hangingPunct="1">
              <a:defRPr sz="1000" b="1" kern="1200">
                <a:solidFill>
                  <a:schemeClr val="tx1"/>
                </a:solidFill>
                <a:latin typeface="+mj-lt"/>
                <a:ea typeface="+mn-ea"/>
                <a:cs typeface="+mn-cs"/>
              </a:defRPr>
            </a:lvl1pPr>
            <a:lvl2pPr marL="0" indent="0" algn="ctr" defTabSz="1219170" rtl="0" eaLnBrk="1" latinLnBrk="0" hangingPunct="1">
              <a:defRPr sz="1067" b="1" kern="1200">
                <a:solidFill>
                  <a:schemeClr val="bg1"/>
                </a:solidFill>
                <a:latin typeface="+mj-lt"/>
                <a:ea typeface="+mn-ea"/>
                <a:cs typeface="+mn-cs"/>
              </a:defRPr>
            </a:lvl2pPr>
            <a:lvl3pPr marL="0" indent="0" algn="ctr" defTabSz="1219170" rtl="0" eaLnBrk="1" latinLnBrk="0" hangingPunct="1">
              <a:defRPr sz="1067" b="1" kern="1200">
                <a:solidFill>
                  <a:schemeClr val="bg1"/>
                </a:solidFill>
                <a:latin typeface="+mj-lt"/>
                <a:ea typeface="+mn-ea"/>
                <a:cs typeface="+mn-cs"/>
              </a:defRPr>
            </a:lvl3pPr>
            <a:lvl4pPr marL="0" algn="ctr" defTabSz="1219170" rtl="0" eaLnBrk="1" latinLnBrk="0" hangingPunct="1">
              <a:defRPr sz="1067" b="1" kern="1200">
                <a:solidFill>
                  <a:schemeClr val="bg1"/>
                </a:solidFill>
                <a:latin typeface="+mj-lt"/>
                <a:ea typeface="+mn-ea"/>
                <a:cs typeface="+mn-cs"/>
              </a:defRPr>
            </a:lvl4pPr>
            <a:lvl5pPr marL="0" algn="ctr" defTabSz="1219170" rtl="0" eaLnBrk="1" latinLnBrk="0" hangingPunct="1">
              <a:defRPr sz="1067" b="1" kern="1200">
                <a:solidFill>
                  <a:schemeClr val="bg1"/>
                </a:solidFill>
                <a:latin typeface="+mj-lt"/>
                <a:ea typeface="+mn-ea"/>
                <a:cs typeface="+mn-cs"/>
              </a:defRPr>
            </a:lvl5pPr>
            <a:lvl6pPr marL="0" algn="ctr" defTabSz="1219170" rtl="0" eaLnBrk="1" latinLnBrk="0" hangingPunct="1">
              <a:defRPr sz="1067" b="1" kern="1200">
                <a:solidFill>
                  <a:schemeClr val="bg1"/>
                </a:solidFill>
                <a:latin typeface="+mj-lt"/>
                <a:ea typeface="+mn-ea"/>
                <a:cs typeface="+mn-cs"/>
              </a:defRPr>
            </a:lvl6pPr>
            <a:lvl7pPr marL="0" algn="ctr" defTabSz="1219170" rtl="0" eaLnBrk="1" latinLnBrk="0" hangingPunct="1">
              <a:defRPr sz="1067" b="1" kern="1200">
                <a:solidFill>
                  <a:schemeClr val="bg1"/>
                </a:solidFill>
                <a:latin typeface="+mj-lt"/>
                <a:ea typeface="+mn-ea"/>
                <a:cs typeface="+mn-cs"/>
              </a:defRPr>
            </a:lvl7pPr>
            <a:lvl8pPr marL="0" algn="ctr" defTabSz="1219170" rtl="0" eaLnBrk="1" latinLnBrk="0" hangingPunct="1">
              <a:defRPr sz="1067" b="1" kern="1200">
                <a:solidFill>
                  <a:schemeClr val="bg1"/>
                </a:solidFill>
                <a:latin typeface="+mj-lt"/>
                <a:ea typeface="+mn-ea"/>
                <a:cs typeface="+mn-cs"/>
              </a:defRPr>
            </a:lvl8pPr>
            <a:lvl9pPr marL="0" algn="ctr" defTabSz="1219170" rtl="0" eaLnBrk="1" latinLnBrk="0" hangingPunct="1">
              <a:defRPr sz="1067" b="1" kern="1200">
                <a:solidFill>
                  <a:schemeClr val="bg1"/>
                </a:solidFill>
                <a:latin typeface="+mj-lt"/>
                <a:ea typeface="+mn-ea"/>
                <a:cs typeface="+mn-cs"/>
              </a:defRPr>
            </a:lvl9pPr>
          </a:lstStyle>
          <a:p>
            <a:pPr defTabSz="1090426">
              <a:defRPr/>
            </a:pPr>
            <a:fld id="{96FF1F4F-4717-426F-83A6-412729423D60}" type="slidenum">
              <a:rPr lang="en-US" sz="894" b="0">
                <a:solidFill>
                  <a:schemeClr val="bg1"/>
                </a:solidFill>
                <a:latin typeface="Bebas Neue" panose="020B0606020202050201" pitchFamily="34" charset="0"/>
              </a:rPr>
              <a:pPr defTabSz="1090426">
                <a:defRPr/>
              </a:pPr>
              <a:t>48</a:t>
            </a:fld>
            <a:endParaRPr lang="en-US" sz="894" b="0">
              <a:solidFill>
                <a:schemeClr val="bg1"/>
              </a:solidFill>
              <a:latin typeface="Bebas Neue" panose="020B0606020202050201" pitchFamily="34" charset="0"/>
            </a:endParaRPr>
          </a:p>
        </p:txBody>
      </p:sp>
    </p:spTree>
    <p:extLst>
      <p:ext uri="{BB962C8B-B14F-4D97-AF65-F5344CB8AC3E}">
        <p14:creationId xmlns:p14="http://schemas.microsoft.com/office/powerpoint/2010/main" val="16479163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MIO_AVOID_BLANK_LAYOUT" val="True"/>
  <p:tag name="MIO_CD_LAYOUT_VALID_AREA" val="False"/>
  <p:tag name="MIO_CDID" val="0722931d-696e-438f-becc-08b36b95b167"/>
  <p:tag name="MIO_DBID" val="5D26C5CC-D506-4A5E-AF9E-56B0C6F2B9E0"/>
  <p:tag name="MIO_EKGUID" val="ae593d36-719a-4bf8-b043-5bf93fa6ff3b"/>
  <p:tag name="MIO_FALLBACK_LAYOUT" val="5"/>
  <p:tag name="MIO_HDS" val="True"/>
  <p:tag name="MIO_LASTDOWNLOADED" val="25.05.2020 11:26:56"/>
  <p:tag name="MIO_LASTEDITORNAME" val="Katharina Schmidt"/>
  <p:tag name="MIO_NUMBER_OF_VALID_LAYOUTS" val="40"/>
  <p:tag name="MIO_OBJECTNAME" val="Lagardère Sports 2018"/>
  <p:tag name="MIO_PRESI_FIRST_SLIDENUMBER" val="1"/>
  <p:tag name="MIO_SHOW_DATE" val="False"/>
  <p:tag name="MIO_SHOW_FOOTER" val="False"/>
  <p:tag name="MIO_SHOW_PAGENUMBER" val="True"/>
  <p:tag name="MIO_SKIPVERSION" val="01.01.0001 00:00:00"/>
  <p:tag name="MIO_UPDATE" val="True"/>
  <p:tag name="MIO_VERSION" val="04.10.2019 13:16:08"/>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MIO_AVOID_BLANK_LAYOUT" val="True"/>
  <p:tag name="MIO_CD_LAYOUT_VALID_AREA" val="False"/>
  <p:tag name="MIO_CDID" val="0722931d-696e-438f-becc-08b36b95b167"/>
  <p:tag name="MIO_DBID" val="5D26C5CC-D506-4A5E-AF9E-56B0C6F2B9E0"/>
  <p:tag name="MIO_EKGUID" val="ae593d36-719a-4bf8-b043-5bf93fa6ff3b"/>
  <p:tag name="MIO_FALLBACK_LAYOUT" val="5"/>
  <p:tag name="MIO_HDS" val="True"/>
  <p:tag name="MIO_LASTDOWNLOADED" val="25.05.2020 11:26:56"/>
  <p:tag name="MIO_LASTEDITORNAME" val="Katharina Schmidt"/>
  <p:tag name="MIO_NUMBER_OF_VALID_LAYOUTS" val="40"/>
  <p:tag name="MIO_OBJECTNAME" val="Lagardère Sports 2018"/>
  <p:tag name="MIO_PRESI_FIRST_SLIDENUMBER" val="1"/>
  <p:tag name="MIO_SHOW_DATE" val="False"/>
  <p:tag name="MIO_SHOW_FOOTER" val="False"/>
  <p:tag name="MIO_SHOW_PAGENUMBER" val="True"/>
  <p:tag name="MIO_SKIPVERSION" val="01.01.0001 00:00:00"/>
  <p:tag name="MIO_UPDATE" val="True"/>
  <p:tag name="MIO_VERSION" val="04.10.2019 13:16:08"/>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MIO_AVOID_BLANK_LAYOUT" val="True"/>
  <p:tag name="MIO_CD_LAYOUT_VALID_AREA" val="False"/>
  <p:tag name="MIO_CDID" val="0722931d-696e-438f-becc-08b36b95b167"/>
  <p:tag name="MIO_DBID" val="5D26C5CC-D506-4A5E-AF9E-56B0C6F2B9E0"/>
  <p:tag name="MIO_EKGUID" val="ae593d36-719a-4bf8-b043-5bf93fa6ff3b"/>
  <p:tag name="MIO_FALLBACK_LAYOUT" val="5"/>
  <p:tag name="MIO_HDS" val="True"/>
  <p:tag name="MIO_LASTDOWNLOADED" val="25.05.2020 11:26:56"/>
  <p:tag name="MIO_LASTEDITORNAME" val="Katharina Schmidt"/>
  <p:tag name="MIO_NUMBER_OF_VALID_LAYOUTS" val="40"/>
  <p:tag name="MIO_OBJECTNAME" val="Lagardère Sports 2018"/>
  <p:tag name="MIO_PRESI_FIRST_SLIDENUMBER" val="1"/>
  <p:tag name="MIO_SHOW_DATE" val="False"/>
  <p:tag name="MIO_SHOW_FOOTER" val="False"/>
  <p:tag name="MIO_SHOW_PAGENUMBER" val="True"/>
  <p:tag name="MIO_SKIPVERSION" val="01.01.0001 00:00:00"/>
  <p:tag name="MIO_UPDATE" val="True"/>
  <p:tag name="MIO_VERSION" val="04.10.2019 13:16:08"/>
</p:tagLst>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1_SPORTFIVE">
  <a:themeElements>
    <a:clrScheme name="Sport der Frauen">
      <a:dk1>
        <a:srgbClr val="000000"/>
      </a:dk1>
      <a:lt1>
        <a:srgbClr val="FFFFFF"/>
      </a:lt1>
      <a:dk2>
        <a:srgbClr val="BEAFC5"/>
      </a:dk2>
      <a:lt2>
        <a:srgbClr val="0FA17B"/>
      </a:lt2>
      <a:accent1>
        <a:srgbClr val="262626"/>
      </a:accent1>
      <a:accent2>
        <a:srgbClr val="737373"/>
      </a:accent2>
      <a:accent3>
        <a:srgbClr val="BFBFBF"/>
      </a:accent3>
      <a:accent4>
        <a:srgbClr val="4D4D4D"/>
      </a:accent4>
      <a:accent5>
        <a:srgbClr val="999999"/>
      </a:accent5>
      <a:accent6>
        <a:srgbClr val="DFDFDF"/>
      </a:accent6>
      <a:hlink>
        <a:srgbClr val="000000"/>
      </a:hlink>
      <a:folHlink>
        <a:srgbClr val="000000"/>
      </a:folHlink>
    </a:clrScheme>
    <a:fontScheme name="Benutzerdefiniert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spPr>
      <a:bodyPr lIns="288000" tIns="288000" rIns="288000" bIns="288000" rtlCol="0" anchor="ctr"/>
      <a:lstStyle>
        <a:defPPr algn="ctr" rtl="0" eaLnBrk="1" fontAlgn="auto" hangingPunct="1">
          <a:lnSpc>
            <a:spcPct val="110000"/>
          </a:lnSpc>
          <a:spcBef>
            <a:spcPts val="0"/>
          </a:spcBef>
          <a:spcAft>
            <a:spcPts val="0"/>
          </a:spcAft>
          <a:defRPr sz="1800" b="0" i="0" u="none" baseline="0" dirty="0" err="1"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marL="180000" indent="-180000" algn="l" rtl="0" eaLnBrk="1" fontAlgn="auto" hangingPunct="1">
          <a:lnSpc>
            <a:spcPct val="110000"/>
          </a:lnSpc>
          <a:spcBef>
            <a:spcPts val="0"/>
          </a:spcBef>
          <a:spcAft>
            <a:spcPts val="0"/>
          </a:spcAft>
          <a:buClr>
            <a:schemeClr val="bg2"/>
          </a:buClr>
          <a:buSzPct val="105000"/>
          <a:buFont typeface="Wingdings 3" panose="05040102010807070707" pitchFamily="18" charset="2"/>
          <a:buChar char="¬"/>
          <a:defRPr sz="1800" b="0" i="0" u="none" baseline="0" dirty="0" err="1" smtClean="0">
            <a:solidFill>
              <a:srgbClr val="000000"/>
            </a:solidFill>
          </a:defRPr>
        </a:defPPr>
      </a:lstStyle>
    </a:txDef>
  </a:objectDefaults>
  <a:extraClrSchemeLst/>
  <a:extLst>
    <a:ext uri="{05A4C25C-085E-4340-85A3-A5531E510DB2}">
      <thm15:themeFamily xmlns:thm15="http://schemas.microsoft.com/office/thememl/2012/main" name="K16_SPORTFIVE_Master_Presentation_30072020" id="{E64B5D35-12C6-4B1F-A56C-D521764560C7}" vid="{EFC9A342-578D-42A1-96FD-1ED2E4ADC779}"/>
    </a:ext>
  </a:extLst>
</a:theme>
</file>

<file path=ppt/theme/theme6.xml><?xml version="1.0" encoding="utf-8"?>
<a:theme xmlns:a="http://schemas.openxmlformats.org/drawingml/2006/main" name="SPORTFIVE">
  <a:themeElements>
    <a:clrScheme name="Bayer 04 Leverkusen">
      <a:dk1>
        <a:srgbClr val="000000"/>
      </a:dk1>
      <a:lt1>
        <a:srgbClr val="FFFFFF"/>
      </a:lt1>
      <a:dk2>
        <a:srgbClr val="FFFF00"/>
      </a:dk2>
      <a:lt2>
        <a:srgbClr val="FF0000"/>
      </a:lt2>
      <a:accent1>
        <a:srgbClr val="262626"/>
      </a:accent1>
      <a:accent2>
        <a:srgbClr val="737373"/>
      </a:accent2>
      <a:accent3>
        <a:srgbClr val="BFBFBF"/>
      </a:accent3>
      <a:accent4>
        <a:srgbClr val="4D4D4D"/>
      </a:accent4>
      <a:accent5>
        <a:srgbClr val="999999"/>
      </a:accent5>
      <a:accent6>
        <a:srgbClr val="DFDFDF"/>
      </a:accent6>
      <a:hlink>
        <a:srgbClr val="000000"/>
      </a:hlink>
      <a:folHlink>
        <a:srgbClr val="000000"/>
      </a:folHlink>
    </a:clrScheme>
    <a:fontScheme name="Benutzerdefiniert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spPr>
      <a:bodyPr lIns="288000" tIns="288000" rIns="288000" bIns="288000" rtlCol="0" anchor="ctr"/>
      <a:lstStyle>
        <a:defPPr algn="ctr" rtl="0" eaLnBrk="1" fontAlgn="auto" hangingPunct="1">
          <a:lnSpc>
            <a:spcPct val="110000"/>
          </a:lnSpc>
          <a:spcBef>
            <a:spcPts val="0"/>
          </a:spcBef>
          <a:spcAft>
            <a:spcPts val="0"/>
          </a:spcAft>
          <a:defRPr sz="1800" b="0" i="0" u="none" baseline="0" dirty="0" err="1"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marL="180000" indent="-180000" algn="l" rtl="0" eaLnBrk="1" fontAlgn="auto" hangingPunct="1">
          <a:lnSpc>
            <a:spcPct val="110000"/>
          </a:lnSpc>
          <a:spcBef>
            <a:spcPts val="0"/>
          </a:spcBef>
          <a:spcAft>
            <a:spcPts val="0"/>
          </a:spcAft>
          <a:buClr>
            <a:schemeClr val="bg2"/>
          </a:buClr>
          <a:buSzPct val="105000"/>
          <a:buFont typeface="Wingdings 3" panose="05040102010807070707" pitchFamily="18" charset="2"/>
          <a:buChar char="¬"/>
          <a:defRPr sz="1800" b="0" i="0" u="none" baseline="0" dirty="0" err="1" smtClean="0">
            <a:solidFill>
              <a:srgbClr val="000000"/>
            </a:solidFill>
          </a:defRPr>
        </a:defPPr>
      </a:lstStyle>
    </a:txDef>
  </a:objectDefaults>
  <a:extraClrSchemeLst/>
  <a:extLst>
    <a:ext uri="{05A4C25C-085E-4340-85A3-A5531E510DB2}">
      <thm15:themeFamily xmlns:thm15="http://schemas.microsoft.com/office/thememl/2012/main" name="SPORTFIVE_Master_Presentation_Deck_OfficeTemplate" id="{DC414854-B776-43B3-88E8-400EE4F3D5D2}" vid="{20E26E4A-C0BD-4A33-9A4D-EA703B192238}"/>
    </a:ext>
  </a:extLst>
</a:theme>
</file>

<file path=ppt/theme/theme7.xml><?xml version="1.0" encoding="utf-8"?>
<a:theme xmlns:a="http://schemas.openxmlformats.org/drawingml/2006/main" name="Office Theme">
  <a:themeElements>
    <a:clrScheme name="Sportfive">
      <a:dk1>
        <a:sysClr val="windowText" lastClr="000000"/>
      </a:dk1>
      <a:lt1>
        <a:sysClr val="window" lastClr="FFFFFF"/>
      </a:lt1>
      <a:dk2>
        <a:srgbClr val="44546A"/>
      </a:dk2>
      <a:lt2>
        <a:srgbClr val="E7E6E6"/>
      </a:lt2>
      <a:accent1>
        <a:srgbClr val="E1251B"/>
      </a:accent1>
      <a:accent2>
        <a:srgbClr val="1A1A1A"/>
      </a:accent2>
      <a:accent3>
        <a:srgbClr val="FFFFFF"/>
      </a:accent3>
      <a:accent4>
        <a:srgbClr val="000000"/>
      </a:accent4>
      <a:accent5>
        <a:srgbClr val="000000"/>
      </a:accent5>
      <a:accent6>
        <a:srgbClr val="000000"/>
      </a:accent6>
      <a:hlink>
        <a:srgbClr val="56E39F"/>
      </a:hlink>
      <a:folHlink>
        <a:srgbClr val="9459B1"/>
      </a:folHlink>
    </a:clrScheme>
    <a:fontScheme name="Sportfive">
      <a:majorFont>
        <a:latin typeface="Aeonik-Medium"/>
        <a:ea typeface=""/>
        <a:cs typeface=""/>
      </a:majorFont>
      <a:minorFont>
        <a:latin typeface="Aeonik-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cap="rnd">
          <a:solidFill>
            <a:schemeClr val="tx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600" dirty="0" err="1" smtClean="0"/>
        </a:defPPr>
      </a:lstStyle>
    </a:txDef>
  </a:objectDefaults>
  <a:extraClrSchemeLst/>
  <a:extLst>
    <a:ext uri="{05A4C25C-085E-4340-85A3-A5531E510DB2}">
      <thm15:themeFamily xmlns:thm15="http://schemas.microsoft.com/office/thememl/2012/main" name="Clean Template.pptx" id="{BF744F6A-8723-40BE-87C9-52D9A14BED95}" vid="{8607712E-D2B5-4580-8CB0-FCA4B9FE6E2D}"/>
    </a:ext>
  </a:extLst>
</a:theme>
</file>

<file path=ppt/theme/theme8.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5cb5855-8d7c-445b-bed1-ef5f555c2139">
      <Terms xmlns="http://schemas.microsoft.com/office/infopath/2007/PartnerControls"/>
    </lcf76f155ced4ddcb4097134ff3c332f>
    <ArchiverLinkFileType xmlns="95cb5855-8d7c-445b-bed1-ef5f555c213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B82DE9CA99CE8246857F6D220359FB2F" ma:contentTypeVersion="29" ma:contentTypeDescription="Crée un document." ma:contentTypeScope="" ma:versionID="e8fea24deeeb28ed56628269abe528f8">
  <xsd:schema xmlns:xsd="http://www.w3.org/2001/XMLSchema" xmlns:xs="http://www.w3.org/2001/XMLSchema" xmlns:p="http://schemas.microsoft.com/office/2006/metadata/properties" xmlns:ns2="95cb5855-8d7c-445b-bed1-ef5f555c2139" xmlns:ns3="aa7fbf51-5ed9-4438-9842-d27c0e428848" targetNamespace="http://schemas.microsoft.com/office/2006/metadata/properties" ma:root="true" ma:fieldsID="3f264f552ac3a6d05824d63f0a5ce559" ns2:_="" ns3:_="">
    <xsd:import namespace="95cb5855-8d7c-445b-bed1-ef5f555c2139"/>
    <xsd:import namespace="aa7fbf51-5ed9-4438-9842-d27c0e42884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MediaServiceDateTaken" minOccurs="0"/>
                <xsd:element ref="ns2:MediaServiceLocation" minOccurs="0"/>
                <xsd:element ref="ns2:lcf76f155ced4ddcb4097134ff3c332f" minOccurs="0"/>
                <xsd:element ref="ns2:MediaServiceOCR" minOccurs="0"/>
                <xsd:element ref="ns2:MediaServiceSearchProperties" minOccurs="0"/>
                <xsd:element ref="ns2:ArchiverLinkFileType" minOccurs="0"/>
                <xsd:element ref="ns3:SharedWithUsers" minOccurs="0"/>
                <xsd:element ref="ns3:SharedWithDetail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cb5855-8d7c-445b-bed1-ef5f555c2139" elementFormDefault="qualified">
    <xsd:import namespace="http://schemas.microsoft.com/office/2006/documentManagement/types"/>
    <xsd:import namespace="http://schemas.microsoft.com/office/infopath/2007/PartnerControls"/>
    <xsd:element name="MediaServiceMetadata" ma:index="4" nillable="true" ma:displayName="MediaServiceMetadata" ma:hidden="true" ma:internalName="MediaServiceMetadata" ma:readOnly="true">
      <xsd:simpleType>
        <xsd:restriction base="dms:Note"/>
      </xsd:simpleType>
    </xsd:element>
    <xsd:element name="MediaServiceFastMetadata" ma:index="5" nillable="true" ma:displayName="MediaServiceFastMetadata" ma:hidden="true" ma:internalName="MediaServiceFastMetadata" ma:readOnly="true">
      <xsd:simpleType>
        <xsd:restriction base="dms:Note"/>
      </xsd:simpleType>
    </xsd:element>
    <xsd:element name="MediaServiceObjectDetectorVersions" ma:index="6" nillable="true" ma:displayName="MediaServiceObjectDetectorVersions" ma:hidden="true" ma:indexed="true" ma:internalName="MediaServiceObjectDetectorVersions" ma:readOnly="true">
      <xsd:simpleType>
        <xsd:restriction base="dms:Text"/>
      </xsd:simpleType>
    </xsd:element>
    <xsd:element name="MediaServiceGenerationTime" ma:index="7" nillable="true" ma:displayName="MediaServiceGenerationTime" ma:hidden="true" ma:internalName="MediaServiceGenerationTime" ma:readOnly="true">
      <xsd:simpleType>
        <xsd:restriction base="dms:Text"/>
      </xsd:simpleType>
    </xsd:element>
    <xsd:element name="MediaServiceEventHashCode" ma:index="8" nillable="true" ma:displayName="MediaServiceEventHashCode" ma:hidden="true" ma:internalName="MediaServiceEventHashCode" ma:readOnly="true">
      <xsd:simpleType>
        <xsd:restriction base="dms:Text"/>
      </xsd:simpleType>
    </xsd:element>
    <xsd:element name="MediaLengthInSeconds" ma:index="9" nillable="true" ma:displayName="MediaLengthInSeconds" ma:hidden="true" ma:internalName="MediaLengthInSeconds" ma:readOnly="true">
      <xsd:simpleType>
        <xsd:restriction base="dms:Unknown"/>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Location" ma:index="11" nillable="true" ma:displayName="Location" ma:indexed="true" ma:internalName="MediaServiceLocation" ma:readOnly="true">
      <xsd:simpleType>
        <xsd:restriction base="dms:Text"/>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6029c2c5-63b4-4f47-9a3a-10421d104449"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ArchiverLinkFileType" ma:index="20" nillable="true" ma:displayName="ArchiverLinkFileType" ma:hidden="true" ma:internalName="ArchiverLinkFileTyp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a7fbf51-5ed9-4438-9842-d27c0e428848" elementFormDefault="qualified">
    <xsd:import namespace="http://schemas.microsoft.com/office/2006/documentManagement/types"/>
    <xsd:import namespace="http://schemas.microsoft.com/office/infopath/2007/PartnerControls"/>
    <xsd:element name="SharedWithUsers" ma:index="21"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7" ma:displayName="Inhaltstyp"/>
        <xsd:element ref="dc:title" minOccurs="0" maxOccurs="1" ma:index="3"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749433E-3857-48D7-85C3-719FCDDD4079}">
  <ds:schemaRefs>
    <ds:schemaRef ds:uri="95cb5855-8d7c-445b-bed1-ef5f555c2139"/>
    <ds:schemaRef ds:uri="aa7fbf51-5ed9-4438-9842-d27c0e42884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445897A-6525-4A06-BF45-968508462551}">
  <ds:schemaRefs>
    <ds:schemaRef ds:uri="http://schemas.microsoft.com/sharepoint/v3/contenttype/forms"/>
  </ds:schemaRefs>
</ds:datastoreItem>
</file>

<file path=customXml/itemProps3.xml><?xml version="1.0" encoding="utf-8"?>
<ds:datastoreItem xmlns:ds="http://schemas.openxmlformats.org/officeDocument/2006/customXml" ds:itemID="{C9A7C237-BEBC-42EC-AAAB-125A28D4C6F3}">
  <ds:schemaRefs>
    <ds:schemaRef ds:uri="95cb5855-8d7c-445b-bed1-ef5f555c2139"/>
    <ds:schemaRef ds:uri="aa7fbf51-5ed9-4438-9842-d27c0e42884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98bb62b1-2abe-4c3b-83c9-0db973449d42}" enabled="1" method="Standard" siteId="{7a2bb90e-fde3-4c82-8232-9d000ffb146b}" removed="0"/>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54</Slides>
  <Notes>44</Notes>
  <HiddenSlides>4</HiddenSlides>
  <ScaleCrop>false</ScaleCrop>
  <HeadingPairs>
    <vt:vector size="4" baseType="variant">
      <vt:variant>
        <vt:lpstr>Theme</vt:lpstr>
      </vt:variant>
      <vt:variant>
        <vt:i4>7</vt:i4>
      </vt:variant>
      <vt:variant>
        <vt:lpstr>Slide Titles</vt:lpstr>
      </vt:variant>
      <vt:variant>
        <vt:i4>54</vt:i4>
      </vt:variant>
    </vt:vector>
  </HeadingPairs>
  <TitlesOfParts>
    <vt:vector size="61" baseType="lpstr">
      <vt:lpstr>Thème Office</vt:lpstr>
      <vt:lpstr>3_Office Theme</vt:lpstr>
      <vt:lpstr>1_Thème Office</vt:lpstr>
      <vt:lpstr>2_Thème Office</vt:lpstr>
      <vt:lpstr>1_SPORTFIVE</vt:lpstr>
      <vt:lpstr>SPORTFIVE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PLISSON, Mathilde</dc:creator>
  <cp:revision>1</cp:revision>
  <dcterms:created xsi:type="dcterms:W3CDTF">2026-07-15T10:28:56Z</dcterms:created>
  <dcterms:modified xsi:type="dcterms:W3CDTF">2026-10-29T13:24:00Z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0x010100B82DE9CA99CE8246857F6D220359FB2F</vt:lpwstr>
  </property>
  <property fmtid="{D5CDD505-2E9C-101B-9397-08002B2CF9AE}" pid="3" name="TaxKeyword">
    <vt:lpwstr/>
  </property>
  <property fmtid="{D5CDD505-2E9C-101B-9397-08002B2CF9AE}" pid="4" name="MediaServiceImageTags">
    <vt:lpwstr/>
  </property>
</Properties>
</file>
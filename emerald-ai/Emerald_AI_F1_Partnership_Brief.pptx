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4.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slideLayouts/slideLayout10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4" r:id="rId5"/>
    <p:sldMasterId id="2147483737" r:id="rId6"/>
    <p:sldMasterId id="2147483774" r:id="rId7"/>
    <p:sldMasterId id="2147483786" r:id="rId8"/>
    <p:sldMasterId id="2147483789" r:id="rId9"/>
  </p:sldMasterIdLst>
  <p:notesMasterIdLst>
    <p:notesMasterId r:id="rId22"/>
  </p:notesMasterIdLst>
  <p:sldIdLst>
    <p:sldId id="2147483642" r:id="rId10"/>
    <p:sldId id="2147483645" r:id="rId30"/>
    <p:sldId id="2147483646" r:id="rId31"/>
    <p:sldId id="278" r:id="rId12"/>
    <p:sldId id="2147483644"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C27401-1083-4D72-B2B1-7B7037817CCB}">
          <p14:sldIdLst>
            <p14:sldId id="2147483642"/>
            <p14:sldId id="267"/>
            <p14:sldId id="278"/>
            <p14:sldId id="273"/>
            <p14:sldId id="277"/>
            <p14:sldId id="2147483644"/>
            <p14:sldId id="2147483643"/>
            <p14:sldId id="271"/>
            <p14:sldId id="256"/>
            <p14:sldId id="276"/>
            <p14:sldId id="284"/>
            <p14:sldId id="28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9638C2-9FF3-3C5B-1CDD-068ECE9EDDCA}" name="FARRANT, George" initials="GF" userId="S::George.FARRANT@sportfive.com::292a3dd9-394f-49b6-9ebd-9a7b08cf304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FA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73A7E-C4ED-38C6-938E-A75D6ED10A9C}" v="260" dt="2026-10-06T18:40:33.275"/>
    <p1510:client id="{497306EC-7731-8FEA-8B99-ED886ECCDDB2}" v="2" dt="2026-10-07T13:29:32.799"/>
    <p1510:client id="{87630D46-FBE6-D5EE-FA3A-244A547284F5}" v="3" dt="2026-10-07T13:28:45.777"/>
    <p1510:client id="{A31D2C54-399A-D983-CEB0-BE93984BC729}" v="7" dt="2026-10-06T18:08:34.164"/>
    <p1510:client id="{D45C3FE7-3122-1DF4-BF55-F3136E6AF6A1}" v="6" dt="2026-10-05T18:50:04.569"/>
    <p1510:client id="{E155332A-4890-C542-A04A-2BA9D20E9B20}" v="199" dt="2026-10-06T18:22:16.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5.xml"/><Relationship Id="rId26"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3.xml"/><Relationship Id="rId25" Type="http://schemas.openxmlformats.org/officeDocument/2006/relationships/theme" Target="theme/theme1.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slideMaster" Target="slideMasters/slideMaster6.xml"/><Relationship Id="rId22" Type="http://schemas.openxmlformats.org/officeDocument/2006/relationships/notesMaster" Target="notesMasters/notesMaster1.xml"/><Relationship Id="rId27" Type="http://schemas.microsoft.com/office/2016/11/relationships/changesInfo" Target="changesInfos/changesInfo1.xml"/>  <Relationship Id="rId30" Type="http://schemas.openxmlformats.org/officeDocument/2006/relationships/slide" Target="slides/slide13.xml"/>
  <Relationship Id="rId31" Type="http://schemas.openxmlformats.org/officeDocument/2006/relationships/slide" Target="slides/slide1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ERSON, Charlie" userId="S::charlie.emerson@sportfive.com::37e63fb3-2916-40e6-9249-35ce2cdf7da9" providerId="AD" clId="Web-{00000000-0000-0000-0000-000000000000}"/>
    <pc:docChg chg="modSld sldOrd">
      <pc:chgData name="EMERSON, Charlie" userId="S::charlie.emerson@sportfive.com::37e63fb3-2916-40e6-9249-35ce2cdf7da9" providerId="AD" clId="Web-{00000000-0000-0000-0000-000000000000}" dt="2026-10-05T15:19:25.654" v="29"/>
      <pc:docMkLst>
        <pc:docMk/>
      </pc:docMkLst>
      <pc:sldChg chg="mod modShow">
        <pc:chgData name="EMERSON, Charlie" userId="S::charlie.emerson@sportfive.com::37e63fb3-2916-40e6-9249-35ce2cdf7da9" providerId="AD" clId="Web-{00000000-0000-0000-0000-000000000000}" dt="2026-10-05T14:55:58.030" v="15"/>
        <pc:sldMkLst>
          <pc:docMk/>
          <pc:sldMk cId="0" sldId="257"/>
        </pc:sldMkLst>
      </pc:sldChg>
      <pc:sldChg chg="mod modShow">
        <pc:chgData name="EMERSON, Charlie" userId="S::charlie.emerson@sportfive.com::37e63fb3-2916-40e6-9249-35ce2cdf7da9" providerId="AD" clId="Web-{00000000-0000-0000-0000-000000000000}" dt="2026-10-05T15:06:55.670" v="23"/>
        <pc:sldMkLst>
          <pc:docMk/>
          <pc:sldMk cId="0" sldId="258"/>
        </pc:sldMkLst>
      </pc:sldChg>
      <pc:sldChg chg="mod modShow">
        <pc:chgData name="EMERSON, Charlie" userId="S::charlie.emerson@sportfive.com::37e63fb3-2916-40e6-9249-35ce2cdf7da9" providerId="AD" clId="Web-{00000000-0000-0000-0000-000000000000}" dt="2026-10-05T14:52:21.827" v="5"/>
        <pc:sldMkLst>
          <pc:docMk/>
          <pc:sldMk cId="146674417" sldId="259"/>
        </pc:sldMkLst>
      </pc:sldChg>
      <pc:sldChg chg="mod modShow">
        <pc:chgData name="EMERSON, Charlie" userId="S::charlie.emerson@sportfive.com::37e63fb3-2916-40e6-9249-35ce2cdf7da9" providerId="AD" clId="Web-{00000000-0000-0000-0000-000000000000}" dt="2026-10-05T14:56:10.155" v="17"/>
        <pc:sldMkLst>
          <pc:docMk/>
          <pc:sldMk cId="0" sldId="260"/>
        </pc:sldMkLst>
      </pc:sldChg>
      <pc:sldChg chg="ord">
        <pc:chgData name="EMERSON, Charlie" userId="S::charlie.emerson@sportfive.com::37e63fb3-2916-40e6-9249-35ce2cdf7da9" providerId="AD" clId="Web-{00000000-0000-0000-0000-000000000000}" dt="2026-10-05T15:19:21.716" v="27"/>
        <pc:sldMkLst>
          <pc:docMk/>
          <pc:sldMk cId="4048089021" sldId="261"/>
        </pc:sldMkLst>
      </pc:sldChg>
      <pc:sldChg chg="mod modShow">
        <pc:chgData name="EMERSON, Charlie" userId="S::charlie.emerson@sportfive.com::37e63fb3-2916-40e6-9249-35ce2cdf7da9" providerId="AD" clId="Web-{00000000-0000-0000-0000-000000000000}" dt="2026-10-05T14:56:01.405" v="16"/>
        <pc:sldMkLst>
          <pc:docMk/>
          <pc:sldMk cId="2406326122" sldId="262"/>
        </pc:sldMkLst>
      </pc:sldChg>
      <pc:sldChg chg="mod modShow">
        <pc:chgData name="EMERSON, Charlie" userId="S::charlie.emerson@sportfive.com::37e63fb3-2916-40e6-9249-35ce2cdf7da9" providerId="AD" clId="Web-{00000000-0000-0000-0000-000000000000}" dt="2026-10-05T15:07:11.295" v="26"/>
        <pc:sldMkLst>
          <pc:docMk/>
          <pc:sldMk cId="4208189078" sldId="263"/>
        </pc:sldMkLst>
      </pc:sldChg>
      <pc:sldChg chg="mod modShow">
        <pc:chgData name="EMERSON, Charlie" userId="S::charlie.emerson@sportfive.com::37e63fb3-2916-40e6-9249-35ce2cdf7da9" providerId="AD" clId="Web-{00000000-0000-0000-0000-000000000000}" dt="2026-10-05T14:57:03.108" v="19"/>
        <pc:sldMkLst>
          <pc:docMk/>
          <pc:sldMk cId="3915920241" sldId="266"/>
        </pc:sldMkLst>
      </pc:sldChg>
      <pc:sldChg chg="mod modShow">
        <pc:chgData name="EMERSON, Charlie" userId="S::charlie.emerson@sportfive.com::37e63fb3-2916-40e6-9249-35ce2cdf7da9" providerId="AD" clId="Web-{00000000-0000-0000-0000-000000000000}" dt="2026-10-05T15:06:51.201" v="22"/>
        <pc:sldMkLst>
          <pc:docMk/>
          <pc:sldMk cId="1232683940" sldId="268"/>
        </pc:sldMkLst>
      </pc:sldChg>
      <pc:sldChg chg="mod modShow">
        <pc:chgData name="EMERSON, Charlie" userId="S::charlie.emerson@sportfive.com::37e63fb3-2916-40e6-9249-35ce2cdf7da9" providerId="AD" clId="Web-{00000000-0000-0000-0000-000000000000}" dt="2026-10-05T14:55:38.967" v="13"/>
        <pc:sldMkLst>
          <pc:docMk/>
          <pc:sldMk cId="0" sldId="269"/>
        </pc:sldMkLst>
      </pc:sldChg>
      <pc:sldChg chg="mod modShow">
        <pc:chgData name="EMERSON, Charlie" userId="S::charlie.emerson@sportfive.com::37e63fb3-2916-40e6-9249-35ce2cdf7da9" providerId="AD" clId="Web-{00000000-0000-0000-0000-000000000000}" dt="2026-10-05T14:55:42.952" v="14"/>
        <pc:sldMkLst>
          <pc:docMk/>
          <pc:sldMk cId="0" sldId="270"/>
        </pc:sldMkLst>
      </pc:sldChg>
      <pc:sldChg chg="delSp">
        <pc:chgData name="EMERSON, Charlie" userId="S::charlie.emerson@sportfive.com::37e63fb3-2916-40e6-9249-35ce2cdf7da9" providerId="AD" clId="Web-{00000000-0000-0000-0000-000000000000}" dt="2026-10-05T14:52:12.171" v="4"/>
        <pc:sldMkLst>
          <pc:docMk/>
          <pc:sldMk cId="3032900411" sldId="273"/>
        </pc:sldMkLst>
        <pc:spChg chg="del">
          <ac:chgData name="EMERSON, Charlie" userId="S::charlie.emerson@sportfive.com::37e63fb3-2916-40e6-9249-35ce2cdf7da9" providerId="AD" clId="Web-{00000000-0000-0000-0000-000000000000}" dt="2026-10-05T14:52:12.171" v="4"/>
          <ac:spMkLst>
            <pc:docMk/>
            <pc:sldMk cId="3032900411" sldId="273"/>
            <ac:spMk id="8" creationId="{72B3FF46-6AC8-7B43-F45C-EC401B03F8D4}"/>
          </ac:spMkLst>
        </pc:spChg>
        <pc:spChg chg="del">
          <ac:chgData name="EMERSON, Charlie" userId="S::charlie.emerson@sportfive.com::37e63fb3-2916-40e6-9249-35ce2cdf7da9" providerId="AD" clId="Web-{00000000-0000-0000-0000-000000000000}" dt="2026-10-05T14:52:08.640" v="3"/>
          <ac:spMkLst>
            <pc:docMk/>
            <pc:sldMk cId="3032900411" sldId="273"/>
            <ac:spMk id="9" creationId="{FC608141-D3EC-6EBA-4A1D-C9583A34D995}"/>
          </ac:spMkLst>
        </pc:spChg>
      </pc:sldChg>
      <pc:sldChg chg="mod modShow">
        <pc:chgData name="EMERSON, Charlie" userId="S::charlie.emerson@sportfive.com::37e63fb3-2916-40e6-9249-35ce2cdf7da9" providerId="AD" clId="Web-{00000000-0000-0000-0000-000000000000}" dt="2026-10-05T15:06:44.592" v="21"/>
        <pc:sldMkLst>
          <pc:docMk/>
          <pc:sldMk cId="2719789842" sldId="274"/>
        </pc:sldMkLst>
      </pc:sldChg>
      <pc:sldChg chg="mod modShow">
        <pc:chgData name="EMERSON, Charlie" userId="S::charlie.emerson@sportfive.com::37e63fb3-2916-40e6-9249-35ce2cdf7da9" providerId="AD" clId="Web-{00000000-0000-0000-0000-000000000000}" dt="2026-10-05T14:52:33.264" v="7"/>
        <pc:sldMkLst>
          <pc:docMk/>
          <pc:sldMk cId="3838622280" sldId="275"/>
        </pc:sldMkLst>
      </pc:sldChg>
      <pc:sldChg chg="mod modShow">
        <pc:chgData name="EMERSON, Charlie" userId="S::charlie.emerson@sportfive.com::37e63fb3-2916-40e6-9249-35ce2cdf7da9" providerId="AD" clId="Web-{00000000-0000-0000-0000-000000000000}" dt="2026-10-05T14:51:35.765" v="2"/>
        <pc:sldMkLst>
          <pc:docMk/>
          <pc:sldMk cId="3749954416" sldId="278"/>
        </pc:sldMkLst>
      </pc:sldChg>
      <pc:sldChg chg="mod modShow">
        <pc:chgData name="EMERSON, Charlie" userId="S::charlie.emerson@sportfive.com::37e63fb3-2916-40e6-9249-35ce2cdf7da9" providerId="AD" clId="Web-{00000000-0000-0000-0000-000000000000}" dt="2026-10-05T14:56:17.592" v="18"/>
        <pc:sldMkLst>
          <pc:docMk/>
          <pc:sldMk cId="2412035266" sldId="280"/>
        </pc:sldMkLst>
      </pc:sldChg>
      <pc:sldChg chg="mod modShow">
        <pc:chgData name="EMERSON, Charlie" userId="S::charlie.emerson@sportfive.com::37e63fb3-2916-40e6-9249-35ce2cdf7da9" providerId="AD" clId="Web-{00000000-0000-0000-0000-000000000000}" dt="2026-10-05T14:57:07.967" v="20"/>
        <pc:sldMkLst>
          <pc:docMk/>
          <pc:sldMk cId="1353209130" sldId="285"/>
        </pc:sldMkLst>
      </pc:sldChg>
      <pc:sldChg chg="mod modShow">
        <pc:chgData name="EMERSON, Charlie" userId="S::charlie.emerson@sportfive.com::37e63fb3-2916-40e6-9249-35ce2cdf7da9" providerId="AD" clId="Web-{00000000-0000-0000-0000-000000000000}" dt="2026-10-05T14:52:25.780" v="6"/>
        <pc:sldMkLst>
          <pc:docMk/>
          <pc:sldMk cId="1910232782" sldId="2147476448"/>
        </pc:sldMkLst>
      </pc:sldChg>
      <pc:sldChg chg="mod modShow">
        <pc:chgData name="EMERSON, Charlie" userId="S::charlie.emerson@sportfive.com::37e63fb3-2916-40e6-9249-35ce2cdf7da9" providerId="AD" clId="Web-{00000000-0000-0000-0000-000000000000}" dt="2026-10-05T14:51:32.249" v="1"/>
        <pc:sldMkLst>
          <pc:docMk/>
          <pc:sldMk cId="2656062605" sldId="2147476927"/>
        </pc:sldMkLst>
      </pc:sldChg>
      <pc:sldChg chg="mod ord modShow">
        <pc:chgData name="EMERSON, Charlie" userId="S::charlie.emerson@sportfive.com::37e63fb3-2916-40e6-9249-35ce2cdf7da9" providerId="AD" clId="Web-{00000000-0000-0000-0000-000000000000}" dt="2026-10-05T15:19:25.654" v="29"/>
        <pc:sldMkLst>
          <pc:docMk/>
          <pc:sldMk cId="0" sldId="2147483643"/>
        </pc:sldMkLst>
      </pc:sldChg>
      <pc:sldChg chg="modSp mod modShow">
        <pc:chgData name="EMERSON, Charlie" userId="S::charlie.emerson@sportfive.com::37e63fb3-2916-40e6-9249-35ce2cdf7da9" providerId="AD" clId="Web-{00000000-0000-0000-0000-000000000000}" dt="2026-10-05T15:07:03.170" v="25"/>
        <pc:sldMkLst>
          <pc:docMk/>
          <pc:sldMk cId="96831427" sldId="2147483645"/>
        </pc:sldMkLst>
        <pc:spChg chg="mod">
          <ac:chgData name="EMERSON, Charlie" userId="S::charlie.emerson@sportfive.com::37e63fb3-2916-40e6-9249-35ce2cdf7da9" providerId="AD" clId="Web-{00000000-0000-0000-0000-000000000000}" dt="2026-10-05T14:53:00.093" v="12" actId="20577"/>
          <ac:spMkLst>
            <pc:docMk/>
            <pc:sldMk cId="96831427" sldId="2147483645"/>
            <ac:spMk id="31" creationId="{EEEB0B3B-6370-079C-9EC0-EACA6985DAD2}"/>
          </ac:spMkLst>
        </pc:spChg>
      </pc:sldChg>
      <pc:sldChg chg="modSp mod modShow">
        <pc:chgData name="EMERSON, Charlie" userId="S::charlie.emerson@sportfive.com::37e63fb3-2916-40e6-9249-35ce2cdf7da9" providerId="AD" clId="Web-{00000000-0000-0000-0000-000000000000}" dt="2026-10-05T15:06:59.483" v="24"/>
        <pc:sldMkLst>
          <pc:docMk/>
          <pc:sldMk cId="1903566693" sldId="2147483646"/>
        </pc:sldMkLst>
        <pc:spChg chg="mod">
          <ac:chgData name="EMERSON, Charlie" userId="S::charlie.emerson@sportfive.com::37e63fb3-2916-40e6-9249-35ce2cdf7da9" providerId="AD" clId="Web-{00000000-0000-0000-0000-000000000000}" dt="2026-10-05T14:52:55.421" v="9" actId="20577"/>
          <ac:spMkLst>
            <pc:docMk/>
            <pc:sldMk cId="1903566693" sldId="2147483646"/>
            <ac:spMk id="31" creationId="{F19ABAD9-7FD0-7FAE-18E3-B2ECAF3795A1}"/>
          </ac:spMkLst>
        </pc:spChg>
      </pc:sldChg>
    </pc:docChg>
  </pc:docChgLst>
  <pc:docChgLst>
    <pc:chgData name="EMERSON, Charlie" userId="S::charlie.emerson@sportfive.com::37e63fb3-2916-40e6-9249-35ce2cdf7da9" providerId="AD" clId="Web-{0D473A7E-C4ED-38C6-938E-A75D6ED10A9C}"/>
    <pc:docChg chg="addSld delSld modSld sldOrd modSection">
      <pc:chgData name="EMERSON, Charlie" userId="S::charlie.emerson@sportfive.com::37e63fb3-2916-40e6-9249-35ce2cdf7da9" providerId="AD" clId="Web-{0D473A7E-C4ED-38C6-938E-A75D6ED10A9C}" dt="2026-10-06T18:40:33.275" v="505"/>
      <pc:docMkLst>
        <pc:docMk/>
      </pc:docMkLst>
      <pc:sldChg chg="modSp ord">
        <pc:chgData name="EMERSON, Charlie" userId="S::charlie.emerson@sportfive.com::37e63fb3-2916-40e6-9249-35ce2cdf7da9" providerId="AD" clId="Web-{0D473A7E-C4ED-38C6-938E-A75D6ED10A9C}" dt="2026-10-06T18:39:31.618" v="501"/>
        <pc:sldMkLst>
          <pc:docMk/>
          <pc:sldMk cId="3032900411" sldId="273"/>
        </pc:sldMkLst>
        <pc:spChg chg="mod">
          <ac:chgData name="EMERSON, Charlie" userId="S::charlie.emerson@sportfive.com::37e63fb3-2916-40e6-9249-35ce2cdf7da9" providerId="AD" clId="Web-{0D473A7E-C4ED-38C6-938E-A75D6ED10A9C}" dt="2026-10-06T18:39:31.618" v="501"/>
          <ac:spMkLst>
            <pc:docMk/>
            <pc:sldMk cId="3032900411" sldId="273"/>
            <ac:spMk id="93" creationId="{2AB899F3-099E-48A8-1881-06EF248B1145}"/>
          </ac:spMkLst>
        </pc:spChg>
        <pc:graphicFrameChg chg="mod modGraphic">
          <ac:chgData name="EMERSON, Charlie" userId="S::charlie.emerson@sportfive.com::37e63fb3-2916-40e6-9249-35ce2cdf7da9" providerId="AD" clId="Web-{0D473A7E-C4ED-38C6-938E-A75D6ED10A9C}" dt="2026-10-06T18:38:38.960" v="488" actId="1076"/>
          <ac:graphicFrameMkLst>
            <pc:docMk/>
            <pc:sldMk cId="3032900411" sldId="273"/>
            <ac:graphicFrameMk id="2" creationId="{47931304-B463-823A-56CF-872DA190BFD0}"/>
          </ac:graphicFrameMkLst>
        </pc:graphicFrameChg>
        <pc:picChg chg="mod">
          <ac:chgData name="EMERSON, Charlie" userId="S::charlie.emerson@sportfive.com::37e63fb3-2916-40e6-9249-35ce2cdf7da9" providerId="AD" clId="Web-{0D473A7E-C4ED-38C6-938E-A75D6ED10A9C}" dt="2026-10-06T18:38:39.226" v="499" actId="1076"/>
          <ac:picMkLst>
            <pc:docMk/>
            <pc:sldMk cId="3032900411" sldId="273"/>
            <ac:picMk id="5" creationId="{472A2FC2-8854-B03A-32B1-1A5F323C26B1}"/>
          </ac:picMkLst>
        </pc:picChg>
        <pc:picChg chg="mod">
          <ac:chgData name="EMERSON, Charlie" userId="S::charlie.emerson@sportfive.com::37e63fb3-2916-40e6-9249-35ce2cdf7da9" providerId="AD" clId="Web-{0D473A7E-C4ED-38C6-938E-A75D6ED10A9C}" dt="2026-10-06T18:38:39.023" v="491" actId="1076"/>
          <ac:picMkLst>
            <pc:docMk/>
            <pc:sldMk cId="3032900411" sldId="273"/>
            <ac:picMk id="15" creationId="{DFE8EF42-1215-C9A5-CBA5-A9BD601E9386}"/>
          </ac:picMkLst>
        </pc:picChg>
        <pc:picChg chg="mod">
          <ac:chgData name="EMERSON, Charlie" userId="S::charlie.emerson@sportfive.com::37e63fb3-2916-40e6-9249-35ce2cdf7da9" providerId="AD" clId="Web-{0D473A7E-C4ED-38C6-938E-A75D6ED10A9C}" dt="2026-10-06T18:38:39.038" v="492" actId="1076"/>
          <ac:picMkLst>
            <pc:docMk/>
            <pc:sldMk cId="3032900411" sldId="273"/>
            <ac:picMk id="20" creationId="{A732A1FC-D582-C6A4-21DB-6F9B725639A6}"/>
          </ac:picMkLst>
        </pc:picChg>
        <pc:picChg chg="mod">
          <ac:chgData name="EMERSON, Charlie" userId="S::charlie.emerson@sportfive.com::37e63fb3-2916-40e6-9249-35ce2cdf7da9" providerId="AD" clId="Web-{0D473A7E-C4ED-38C6-938E-A75D6ED10A9C}" dt="2026-10-06T18:38:39.054" v="493" actId="1076"/>
          <ac:picMkLst>
            <pc:docMk/>
            <pc:sldMk cId="3032900411" sldId="273"/>
            <ac:picMk id="24" creationId="{9975D154-0DD3-6755-04D4-D97B3DB0A7CA}"/>
          </ac:picMkLst>
        </pc:picChg>
        <pc:picChg chg="mod">
          <ac:chgData name="EMERSON, Charlie" userId="S::charlie.emerson@sportfive.com::37e63fb3-2916-40e6-9249-35ce2cdf7da9" providerId="AD" clId="Web-{0D473A7E-C4ED-38C6-938E-A75D6ED10A9C}" dt="2026-10-06T18:38:39.085" v="494" actId="1076"/>
          <ac:picMkLst>
            <pc:docMk/>
            <pc:sldMk cId="3032900411" sldId="273"/>
            <ac:picMk id="25" creationId="{68BF401E-A511-CC3A-02A1-98008EB603C4}"/>
          </ac:picMkLst>
        </pc:picChg>
        <pc:picChg chg="mod">
          <ac:chgData name="EMERSON, Charlie" userId="S::charlie.emerson@sportfive.com::37e63fb3-2916-40e6-9249-35ce2cdf7da9" providerId="AD" clId="Web-{0D473A7E-C4ED-38C6-938E-A75D6ED10A9C}" dt="2026-10-06T18:38:39.101" v="495" actId="1076"/>
          <ac:picMkLst>
            <pc:docMk/>
            <pc:sldMk cId="3032900411" sldId="273"/>
            <ac:picMk id="26" creationId="{3E20F2B8-BD9A-78A7-32DC-78E04D6D984D}"/>
          </ac:picMkLst>
        </pc:picChg>
        <pc:picChg chg="mod">
          <ac:chgData name="EMERSON, Charlie" userId="S::charlie.emerson@sportfive.com::37e63fb3-2916-40e6-9249-35ce2cdf7da9" providerId="AD" clId="Web-{0D473A7E-C4ED-38C6-938E-A75D6ED10A9C}" dt="2026-10-06T18:38:39.117" v="496" actId="1076"/>
          <ac:picMkLst>
            <pc:docMk/>
            <pc:sldMk cId="3032900411" sldId="273"/>
            <ac:picMk id="28" creationId="{ACDF8158-95D0-C228-04DD-507B6550F2F1}"/>
          </ac:picMkLst>
        </pc:picChg>
        <pc:picChg chg="mod">
          <ac:chgData name="EMERSON, Charlie" userId="S::charlie.emerson@sportfive.com::37e63fb3-2916-40e6-9249-35ce2cdf7da9" providerId="AD" clId="Web-{0D473A7E-C4ED-38C6-938E-A75D6ED10A9C}" dt="2026-10-06T18:38:39.195" v="497" actId="1076"/>
          <ac:picMkLst>
            <pc:docMk/>
            <pc:sldMk cId="3032900411" sldId="273"/>
            <ac:picMk id="29" creationId="{1B00E4D7-8ABD-542C-54A9-EE54A91B2086}"/>
          </ac:picMkLst>
        </pc:picChg>
        <pc:picChg chg="mod">
          <ac:chgData name="EMERSON, Charlie" userId="S::charlie.emerson@sportfive.com::37e63fb3-2916-40e6-9249-35ce2cdf7da9" providerId="AD" clId="Web-{0D473A7E-C4ED-38C6-938E-A75D6ED10A9C}" dt="2026-10-06T18:38:39.210" v="498" actId="1076"/>
          <ac:picMkLst>
            <pc:docMk/>
            <pc:sldMk cId="3032900411" sldId="273"/>
            <ac:picMk id="30" creationId="{C2E5AA47-5F72-795F-35D3-B802689F8842}"/>
          </ac:picMkLst>
        </pc:picChg>
        <pc:picChg chg="mod">
          <ac:chgData name="EMERSON, Charlie" userId="S::charlie.emerson@sportfive.com::37e63fb3-2916-40e6-9249-35ce2cdf7da9" providerId="AD" clId="Web-{0D473A7E-C4ED-38C6-938E-A75D6ED10A9C}" dt="2026-10-06T18:38:38.976" v="489" actId="1076"/>
          <ac:picMkLst>
            <pc:docMk/>
            <pc:sldMk cId="3032900411" sldId="273"/>
            <ac:picMk id="91" creationId="{51A6A08E-5A4D-DF5A-8605-44FD881437D3}"/>
          </ac:picMkLst>
        </pc:picChg>
      </pc:sldChg>
      <pc:sldChg chg="addSp delSp modSp">
        <pc:chgData name="EMERSON, Charlie" userId="S::charlie.emerson@sportfive.com::37e63fb3-2916-40e6-9249-35ce2cdf7da9" providerId="AD" clId="Web-{0D473A7E-C4ED-38C6-938E-A75D6ED10A9C}" dt="2026-10-06T18:35:26.738" v="462"/>
        <pc:sldMkLst>
          <pc:docMk/>
          <pc:sldMk cId="3749954416" sldId="278"/>
        </pc:sldMkLst>
        <pc:spChg chg="del">
          <ac:chgData name="EMERSON, Charlie" userId="S::charlie.emerson@sportfive.com::37e63fb3-2916-40e6-9249-35ce2cdf7da9" providerId="AD" clId="Web-{0D473A7E-C4ED-38C6-938E-A75D6ED10A9C}" dt="2026-10-06T18:34:28.518" v="334"/>
          <ac:spMkLst>
            <pc:docMk/>
            <pc:sldMk cId="3749954416" sldId="278"/>
            <ac:spMk id="3" creationId="{FC8DEE7E-9669-C110-FAF6-79D6E18B2999}"/>
          </ac:spMkLst>
        </pc:spChg>
        <pc:spChg chg="del">
          <ac:chgData name="EMERSON, Charlie" userId="S::charlie.emerson@sportfive.com::37e63fb3-2916-40e6-9249-35ce2cdf7da9" providerId="AD" clId="Web-{0D473A7E-C4ED-38C6-938E-A75D6ED10A9C}" dt="2026-10-06T18:34:28.518" v="333"/>
          <ac:spMkLst>
            <pc:docMk/>
            <pc:sldMk cId="3749954416" sldId="278"/>
            <ac:spMk id="5" creationId="{373072D2-2A26-8587-FDDE-22B825F24B24}"/>
          </ac:spMkLst>
        </pc:spChg>
        <pc:spChg chg="del">
          <ac:chgData name="EMERSON, Charlie" userId="S::charlie.emerson@sportfive.com::37e63fb3-2916-40e6-9249-35ce2cdf7da9" providerId="AD" clId="Web-{0D473A7E-C4ED-38C6-938E-A75D6ED10A9C}" dt="2026-10-06T18:34:28.518" v="329"/>
          <ac:spMkLst>
            <pc:docMk/>
            <pc:sldMk cId="3749954416" sldId="278"/>
            <ac:spMk id="7" creationId="{DA6EB013-39C5-D96B-60FB-34FF218D2355}"/>
          </ac:spMkLst>
        </pc:spChg>
        <pc:spChg chg="del">
          <ac:chgData name="EMERSON, Charlie" userId="S::charlie.emerson@sportfive.com::37e63fb3-2916-40e6-9249-35ce2cdf7da9" providerId="AD" clId="Web-{0D473A7E-C4ED-38C6-938E-A75D6ED10A9C}" dt="2026-10-06T18:34:28.518" v="328"/>
          <ac:spMkLst>
            <pc:docMk/>
            <pc:sldMk cId="3749954416" sldId="278"/>
            <ac:spMk id="10" creationId="{445387FE-4C67-8F81-C2F0-09761B788824}"/>
          </ac:spMkLst>
        </pc:spChg>
        <pc:spChg chg="del">
          <ac:chgData name="EMERSON, Charlie" userId="S::charlie.emerson@sportfive.com::37e63fb3-2916-40e6-9249-35ce2cdf7da9" providerId="AD" clId="Web-{0D473A7E-C4ED-38C6-938E-A75D6ED10A9C}" dt="2026-10-06T18:34:28.518" v="325"/>
          <ac:spMkLst>
            <pc:docMk/>
            <pc:sldMk cId="3749954416" sldId="278"/>
            <ac:spMk id="23" creationId="{FB2FEBEC-387A-A375-D142-D0F3A7A437D4}"/>
          </ac:spMkLst>
        </pc:spChg>
        <pc:spChg chg="del">
          <ac:chgData name="EMERSON, Charlie" userId="S::charlie.emerson@sportfive.com::37e63fb3-2916-40e6-9249-35ce2cdf7da9" providerId="AD" clId="Web-{0D473A7E-C4ED-38C6-938E-A75D6ED10A9C}" dt="2026-10-06T18:34:28.518" v="343"/>
          <ac:spMkLst>
            <pc:docMk/>
            <pc:sldMk cId="3749954416" sldId="278"/>
            <ac:spMk id="94" creationId="{8B3D6FA5-1227-BB4C-9B70-065C1765EBF9}"/>
          </ac:spMkLst>
        </pc:spChg>
        <pc:spChg chg="del">
          <ac:chgData name="EMERSON, Charlie" userId="S::charlie.emerson@sportfive.com::37e63fb3-2916-40e6-9249-35ce2cdf7da9" providerId="AD" clId="Web-{0D473A7E-C4ED-38C6-938E-A75D6ED10A9C}" dt="2026-10-06T18:34:28.502" v="248"/>
          <ac:spMkLst>
            <pc:docMk/>
            <pc:sldMk cId="3749954416" sldId="278"/>
            <ac:spMk id="97" creationId="{1202468B-ABF0-20BB-8CF3-C97B759E5358}"/>
          </ac:spMkLst>
        </pc:spChg>
        <pc:spChg chg="add del">
          <ac:chgData name="EMERSON, Charlie" userId="S::charlie.emerson@sportfive.com::37e63fb3-2916-40e6-9249-35ce2cdf7da9" providerId="AD" clId="Web-{0D473A7E-C4ED-38C6-938E-A75D6ED10A9C}" dt="2026-10-06T18:35:25.050" v="461"/>
          <ac:spMkLst>
            <pc:docMk/>
            <pc:sldMk cId="3749954416" sldId="278"/>
            <ac:spMk id="108" creationId="{B928EC58-3694-67D1-C8BB-6D533A5970C1}"/>
          </ac:spMkLst>
        </pc:spChg>
        <pc:spChg chg="del">
          <ac:chgData name="EMERSON, Charlie" userId="S::charlie.emerson@sportfive.com::37e63fb3-2916-40e6-9249-35ce2cdf7da9" providerId="AD" clId="Web-{0D473A7E-C4ED-38C6-938E-A75D6ED10A9C}" dt="2026-10-06T18:34:28.502" v="271"/>
          <ac:spMkLst>
            <pc:docMk/>
            <pc:sldMk cId="3749954416" sldId="278"/>
            <ac:spMk id="119" creationId="{826D1C3F-FF6E-1FE8-A66C-A7AE4DB50CE3}"/>
          </ac:spMkLst>
        </pc:spChg>
        <pc:spChg chg="del">
          <ac:chgData name="EMERSON, Charlie" userId="S::charlie.emerson@sportfive.com::37e63fb3-2916-40e6-9249-35ce2cdf7da9" providerId="AD" clId="Web-{0D473A7E-C4ED-38C6-938E-A75D6ED10A9C}" dt="2026-10-06T18:34:28.518" v="335"/>
          <ac:spMkLst>
            <pc:docMk/>
            <pc:sldMk cId="3749954416" sldId="278"/>
            <ac:spMk id="1041" creationId="{B0A66CC5-B2C3-6D70-3C3C-77392CEF7957}"/>
          </ac:spMkLst>
        </pc:spChg>
        <pc:spChg chg="add">
          <ac:chgData name="EMERSON, Charlie" userId="S::charlie.emerson@sportfive.com::37e63fb3-2916-40e6-9249-35ce2cdf7da9" providerId="AD" clId="Web-{0D473A7E-C4ED-38C6-938E-A75D6ED10A9C}" dt="2026-10-06T18:34:42.175" v="362"/>
          <ac:spMkLst>
            <pc:docMk/>
            <pc:sldMk cId="3749954416" sldId="278"/>
            <ac:spMk id="1051" creationId="{52941936-3047-BBDC-6BA9-8970EE9C55A6}"/>
          </ac:spMkLst>
        </pc:spChg>
        <pc:spChg chg="add">
          <ac:chgData name="EMERSON, Charlie" userId="S::charlie.emerson@sportfive.com::37e63fb3-2916-40e6-9249-35ce2cdf7da9" providerId="AD" clId="Web-{0D473A7E-C4ED-38C6-938E-A75D6ED10A9C}" dt="2026-10-06T18:34:42.190" v="363"/>
          <ac:spMkLst>
            <pc:docMk/>
            <pc:sldMk cId="3749954416" sldId="278"/>
            <ac:spMk id="1053" creationId="{F0117C5D-8836-72CB-6CD2-1287876269FD}"/>
          </ac:spMkLst>
        </pc:spChg>
        <pc:spChg chg="add">
          <ac:chgData name="EMERSON, Charlie" userId="S::charlie.emerson@sportfive.com::37e63fb3-2916-40e6-9249-35ce2cdf7da9" providerId="AD" clId="Web-{0D473A7E-C4ED-38C6-938E-A75D6ED10A9C}" dt="2026-10-06T18:34:42.221" v="364"/>
          <ac:spMkLst>
            <pc:docMk/>
            <pc:sldMk cId="3749954416" sldId="278"/>
            <ac:spMk id="1055" creationId="{FE383C66-B04E-545C-AE8C-0F02B6F282AC}"/>
          </ac:spMkLst>
        </pc:spChg>
        <pc:spChg chg="add">
          <ac:chgData name="EMERSON, Charlie" userId="S::charlie.emerson@sportfive.com::37e63fb3-2916-40e6-9249-35ce2cdf7da9" providerId="AD" clId="Web-{0D473A7E-C4ED-38C6-938E-A75D6ED10A9C}" dt="2026-10-06T18:34:42.362" v="368"/>
          <ac:spMkLst>
            <pc:docMk/>
            <pc:sldMk cId="3749954416" sldId="278"/>
            <ac:spMk id="1063" creationId="{D9C67CB5-C94B-02C2-B257-1F3FC113187B}"/>
          </ac:spMkLst>
        </pc:spChg>
        <pc:spChg chg="add">
          <ac:chgData name="EMERSON, Charlie" userId="S::charlie.emerson@sportfive.com::37e63fb3-2916-40e6-9249-35ce2cdf7da9" providerId="AD" clId="Web-{0D473A7E-C4ED-38C6-938E-A75D6ED10A9C}" dt="2026-10-06T18:34:42.393" v="369"/>
          <ac:spMkLst>
            <pc:docMk/>
            <pc:sldMk cId="3749954416" sldId="278"/>
            <ac:spMk id="1065" creationId="{E1D76EAB-002A-633A-A887-962A469C4685}"/>
          </ac:spMkLst>
        </pc:spChg>
        <pc:spChg chg="add">
          <ac:chgData name="EMERSON, Charlie" userId="S::charlie.emerson@sportfive.com::37e63fb3-2916-40e6-9249-35ce2cdf7da9" providerId="AD" clId="Web-{0D473A7E-C4ED-38C6-938E-A75D6ED10A9C}" dt="2026-10-06T18:34:42.471" v="372"/>
          <ac:spMkLst>
            <pc:docMk/>
            <pc:sldMk cId="3749954416" sldId="278"/>
            <ac:spMk id="1071" creationId="{2FC6DEB1-A45F-F57E-4263-0A184749D349}"/>
          </ac:spMkLst>
        </pc:spChg>
        <pc:spChg chg="add">
          <ac:chgData name="EMERSON, Charlie" userId="S::charlie.emerson@sportfive.com::37e63fb3-2916-40e6-9249-35ce2cdf7da9" providerId="AD" clId="Web-{0D473A7E-C4ED-38C6-938E-A75D6ED10A9C}" dt="2026-10-06T18:34:45.268" v="426"/>
          <ac:spMkLst>
            <pc:docMk/>
            <pc:sldMk cId="3749954416" sldId="278"/>
            <ac:spMk id="2140" creationId="{559B1173-9F65-70EC-FE8D-00EE4AB51464}"/>
          </ac:spMkLst>
        </pc:spChg>
        <pc:spChg chg="add">
          <ac:chgData name="EMERSON, Charlie" userId="S::charlie.emerson@sportfive.com::37e63fb3-2916-40e6-9249-35ce2cdf7da9" providerId="AD" clId="Web-{0D473A7E-C4ED-38C6-938E-A75D6ED10A9C}" dt="2026-10-06T18:34:46.315" v="449"/>
          <ac:spMkLst>
            <pc:docMk/>
            <pc:sldMk cId="3749954416" sldId="278"/>
            <ac:spMk id="2186" creationId="{F7F99ABA-AA91-0502-DDD5-EB0C5B6FA7D9}"/>
          </ac:spMkLst>
        </pc:spChg>
        <pc:spChg chg="add">
          <ac:chgData name="EMERSON, Charlie" userId="S::charlie.emerson@sportfive.com::37e63fb3-2916-40e6-9249-35ce2cdf7da9" providerId="AD" clId="Web-{0D473A7E-C4ED-38C6-938E-A75D6ED10A9C}" dt="2026-10-06T18:35:26.738" v="462"/>
          <ac:spMkLst>
            <pc:docMk/>
            <pc:sldMk cId="3749954416" sldId="278"/>
            <ac:spMk id="2210" creationId="{E09B94E5-3432-29FA-2BFA-CB646F954188}"/>
          </ac:spMkLst>
        </pc:spChg>
        <pc:graphicFrameChg chg="del mod modGraphic">
          <ac:chgData name="EMERSON, Charlie" userId="S::charlie.emerson@sportfive.com::37e63fb3-2916-40e6-9249-35ce2cdf7da9" providerId="AD" clId="Web-{0D473A7E-C4ED-38C6-938E-A75D6ED10A9C}" dt="2026-10-06T18:34:28.518" v="346"/>
          <ac:graphicFrameMkLst>
            <pc:docMk/>
            <pc:sldMk cId="3749954416" sldId="278"/>
            <ac:graphicFrameMk id="2" creationId="{2D477497-BA67-F252-C723-6915E9662DAC}"/>
          </ac:graphicFrameMkLst>
        </pc:graphicFrameChg>
        <pc:graphicFrameChg chg="add">
          <ac:chgData name="EMERSON, Charlie" userId="S::charlie.emerson@sportfive.com::37e63fb3-2916-40e6-9249-35ce2cdf7da9" providerId="AD" clId="Web-{0D473A7E-C4ED-38C6-938E-A75D6ED10A9C}" dt="2026-10-06T18:34:41.675" v="349"/>
          <ac:graphicFrameMkLst>
            <pc:docMk/>
            <pc:sldMk cId="3749954416" sldId="278"/>
            <ac:graphicFrameMk id="46" creationId="{AE262CFB-9B41-8E69-D6A6-0356733A4B2E}"/>
          </ac:graphicFrameMkLst>
        </pc:graphicFrameChg>
        <pc:graphicFrameChg chg="add">
          <ac:chgData name="EMERSON, Charlie" userId="S::charlie.emerson@sportfive.com::37e63fb3-2916-40e6-9249-35ce2cdf7da9" providerId="AD" clId="Web-{0D473A7E-C4ED-38C6-938E-A75D6ED10A9C}" dt="2026-10-06T18:34:41.690" v="350"/>
          <ac:graphicFrameMkLst>
            <pc:docMk/>
            <pc:sldMk cId="3749954416" sldId="278"/>
            <ac:graphicFrameMk id="51" creationId="{0706C491-DCA1-8068-003F-5E42B297C5E6}"/>
          </ac:graphicFrameMkLst>
        </pc:graphicFrameChg>
        <pc:graphicFrameChg chg="add">
          <ac:chgData name="EMERSON, Charlie" userId="S::charlie.emerson@sportfive.com::37e63fb3-2916-40e6-9249-35ce2cdf7da9" providerId="AD" clId="Web-{0D473A7E-C4ED-38C6-938E-A75D6ED10A9C}" dt="2026-10-06T18:34:41.722" v="351"/>
          <ac:graphicFrameMkLst>
            <pc:docMk/>
            <pc:sldMk cId="3749954416" sldId="278"/>
            <ac:graphicFrameMk id="59" creationId="{050B3C05-8BD9-3F00-19F1-15D1BFC0F5ED}"/>
          </ac:graphicFrameMkLst>
        </pc:graphicFrameChg>
        <pc:graphicFrameChg chg="del mod modGraphic">
          <ac:chgData name="EMERSON, Charlie" userId="S::charlie.emerson@sportfive.com::37e63fb3-2916-40e6-9249-35ce2cdf7da9" providerId="AD" clId="Web-{0D473A7E-C4ED-38C6-938E-A75D6ED10A9C}" dt="2026-10-06T18:34:28.518" v="348"/>
          <ac:graphicFrameMkLst>
            <pc:docMk/>
            <pc:sldMk cId="3749954416" sldId="278"/>
            <ac:graphicFrameMk id="95" creationId="{744D4A1D-DDB6-04D6-CAD4-B4C30FA2A485}"/>
          </ac:graphicFrameMkLst>
        </pc:graphicFrameChg>
        <pc:graphicFrameChg chg="del">
          <ac:chgData name="EMERSON, Charlie" userId="S::charlie.emerson@sportfive.com::37e63fb3-2916-40e6-9249-35ce2cdf7da9" providerId="AD" clId="Web-{0D473A7E-C4ED-38C6-938E-A75D6ED10A9C}" dt="2026-10-06T18:34:28.518" v="347"/>
          <ac:graphicFrameMkLst>
            <pc:docMk/>
            <pc:sldMk cId="3749954416" sldId="278"/>
            <ac:graphicFrameMk id="96" creationId="{FBE02357-59A2-F73E-CF6E-9DE86E7AAC49}"/>
          </ac:graphicFrameMkLst>
        </pc:graphicFrameChg>
        <pc:picChg chg="del">
          <ac:chgData name="EMERSON, Charlie" userId="S::charlie.emerson@sportfive.com::37e63fb3-2916-40e6-9249-35ce2cdf7da9" providerId="AD" clId="Web-{0D473A7E-C4ED-38C6-938E-A75D6ED10A9C}" dt="2026-10-06T18:34:28.518" v="320"/>
          <ac:picMkLst>
            <pc:docMk/>
            <pc:sldMk cId="3749954416" sldId="278"/>
            <ac:picMk id="12" creationId="{2F38F02C-F74C-BC42-1C23-483C00BEAAE8}"/>
          </ac:picMkLst>
        </pc:picChg>
        <pc:picChg chg="del">
          <ac:chgData name="EMERSON, Charlie" userId="S::charlie.emerson@sportfive.com::37e63fb3-2916-40e6-9249-35ce2cdf7da9" providerId="AD" clId="Web-{0D473A7E-C4ED-38C6-938E-A75D6ED10A9C}" dt="2026-10-06T18:34:28.502" v="318"/>
          <ac:picMkLst>
            <pc:docMk/>
            <pc:sldMk cId="3749954416" sldId="278"/>
            <ac:picMk id="13" creationId="{DBFB379B-C37F-1144-A346-A31618749B47}"/>
          </ac:picMkLst>
        </pc:picChg>
        <pc:picChg chg="del mod">
          <ac:chgData name="EMERSON, Charlie" userId="S::charlie.emerson@sportfive.com::37e63fb3-2916-40e6-9249-35ce2cdf7da9" providerId="AD" clId="Web-{0D473A7E-C4ED-38C6-938E-A75D6ED10A9C}" dt="2026-10-06T18:34:28.518" v="332"/>
          <ac:picMkLst>
            <pc:docMk/>
            <pc:sldMk cId="3749954416" sldId="278"/>
            <ac:picMk id="15" creationId="{2A4B48DE-9FD0-35A0-7628-F1BB1494FE73}"/>
          </ac:picMkLst>
        </pc:picChg>
        <pc:picChg chg="del">
          <ac:chgData name="EMERSON, Charlie" userId="S::charlie.emerson@sportfive.com::37e63fb3-2916-40e6-9249-35ce2cdf7da9" providerId="AD" clId="Web-{0D473A7E-C4ED-38C6-938E-A75D6ED10A9C}" dt="2026-10-06T18:34:28.518" v="319"/>
          <ac:picMkLst>
            <pc:docMk/>
            <pc:sldMk cId="3749954416" sldId="278"/>
            <ac:picMk id="16" creationId="{1E75908D-96E6-0C62-0BC6-EA49C59D5343}"/>
          </ac:picMkLst>
        </pc:picChg>
        <pc:picChg chg="del">
          <ac:chgData name="EMERSON, Charlie" userId="S::charlie.emerson@sportfive.com::37e63fb3-2916-40e6-9249-35ce2cdf7da9" providerId="AD" clId="Web-{0D473A7E-C4ED-38C6-938E-A75D6ED10A9C}" dt="2026-10-06T18:34:28.502" v="260"/>
          <ac:picMkLst>
            <pc:docMk/>
            <pc:sldMk cId="3749954416" sldId="278"/>
            <ac:picMk id="17" creationId="{1124BBEF-0814-B3F1-FDB3-AA15C9D8DED0}"/>
          </ac:picMkLst>
        </pc:picChg>
        <pc:picChg chg="del">
          <ac:chgData name="EMERSON, Charlie" userId="S::charlie.emerson@sportfive.com::37e63fb3-2916-40e6-9249-35ce2cdf7da9" providerId="AD" clId="Web-{0D473A7E-C4ED-38C6-938E-A75D6ED10A9C}" dt="2026-10-06T18:34:28.518" v="345"/>
          <ac:picMkLst>
            <pc:docMk/>
            <pc:sldMk cId="3749954416" sldId="278"/>
            <ac:picMk id="18" creationId="{E8B0A9DA-DE7F-91A5-2AFD-15946C859F53}"/>
          </ac:picMkLst>
        </pc:picChg>
        <pc:picChg chg="del">
          <ac:chgData name="EMERSON, Charlie" userId="S::charlie.emerson@sportfive.com::37e63fb3-2916-40e6-9249-35ce2cdf7da9" providerId="AD" clId="Web-{0D473A7E-C4ED-38C6-938E-A75D6ED10A9C}" dt="2026-10-06T18:34:28.518" v="323"/>
          <ac:picMkLst>
            <pc:docMk/>
            <pc:sldMk cId="3749954416" sldId="278"/>
            <ac:picMk id="19" creationId="{E0823577-2602-B7B6-C4B8-A8A3E8E670CB}"/>
          </ac:picMkLst>
        </pc:picChg>
        <pc:picChg chg="del">
          <ac:chgData name="EMERSON, Charlie" userId="S::charlie.emerson@sportfive.com::37e63fb3-2916-40e6-9249-35ce2cdf7da9" providerId="AD" clId="Web-{0D473A7E-C4ED-38C6-938E-A75D6ED10A9C}" dt="2026-10-06T18:34:28.518" v="331"/>
          <ac:picMkLst>
            <pc:docMk/>
            <pc:sldMk cId="3749954416" sldId="278"/>
            <ac:picMk id="20" creationId="{A6A420A2-28F3-7984-B2BB-711FA4E2A55A}"/>
          </ac:picMkLst>
        </pc:picChg>
        <pc:picChg chg="del">
          <ac:chgData name="EMERSON, Charlie" userId="S::charlie.emerson@sportfive.com::37e63fb3-2916-40e6-9249-35ce2cdf7da9" providerId="AD" clId="Web-{0D473A7E-C4ED-38C6-938E-A75D6ED10A9C}" dt="2026-10-06T18:34:28.502" v="317"/>
          <ac:picMkLst>
            <pc:docMk/>
            <pc:sldMk cId="3749954416" sldId="278"/>
            <ac:picMk id="22" creationId="{7C3E4A7A-B6AC-0398-159B-9890B192702D}"/>
          </ac:picMkLst>
        </pc:picChg>
        <pc:picChg chg="del">
          <ac:chgData name="EMERSON, Charlie" userId="S::charlie.emerson@sportfive.com::37e63fb3-2916-40e6-9249-35ce2cdf7da9" providerId="AD" clId="Web-{0D473A7E-C4ED-38C6-938E-A75D6ED10A9C}" dt="2026-10-06T18:34:28.502" v="259"/>
          <ac:picMkLst>
            <pc:docMk/>
            <pc:sldMk cId="3749954416" sldId="278"/>
            <ac:picMk id="24" creationId="{D95D917B-262F-148B-F111-64A7C9600C1D}"/>
          </ac:picMkLst>
        </pc:picChg>
        <pc:picChg chg="del">
          <ac:chgData name="EMERSON, Charlie" userId="S::charlie.emerson@sportfive.com::37e63fb3-2916-40e6-9249-35ce2cdf7da9" providerId="AD" clId="Web-{0D473A7E-C4ED-38C6-938E-A75D6ED10A9C}" dt="2026-10-06T18:34:28.518" v="324"/>
          <ac:picMkLst>
            <pc:docMk/>
            <pc:sldMk cId="3749954416" sldId="278"/>
            <ac:picMk id="25" creationId="{184B2DE0-AFEF-EA9F-AAD4-EDECF772AD15}"/>
          </ac:picMkLst>
        </pc:picChg>
        <pc:picChg chg="del">
          <ac:chgData name="EMERSON, Charlie" userId="S::charlie.emerson@sportfive.com::37e63fb3-2916-40e6-9249-35ce2cdf7da9" providerId="AD" clId="Web-{0D473A7E-C4ED-38C6-938E-A75D6ED10A9C}" dt="2026-10-06T18:34:28.502" v="316"/>
          <ac:picMkLst>
            <pc:docMk/>
            <pc:sldMk cId="3749954416" sldId="278"/>
            <ac:picMk id="26" creationId="{EF57D75F-3685-D40B-D309-D3F6AC138795}"/>
          </ac:picMkLst>
        </pc:picChg>
        <pc:picChg chg="del">
          <ac:chgData name="EMERSON, Charlie" userId="S::charlie.emerson@sportfive.com::37e63fb3-2916-40e6-9249-35ce2cdf7da9" providerId="AD" clId="Web-{0D473A7E-C4ED-38C6-938E-A75D6ED10A9C}" dt="2026-10-06T18:34:28.518" v="322"/>
          <ac:picMkLst>
            <pc:docMk/>
            <pc:sldMk cId="3749954416" sldId="278"/>
            <ac:picMk id="27" creationId="{81511A42-2BE0-F72B-62E5-3CADC8B49D3A}"/>
          </ac:picMkLst>
        </pc:picChg>
        <pc:picChg chg="del">
          <ac:chgData name="EMERSON, Charlie" userId="S::charlie.emerson@sportfive.com::37e63fb3-2916-40e6-9249-35ce2cdf7da9" providerId="AD" clId="Web-{0D473A7E-C4ED-38C6-938E-A75D6ED10A9C}" dt="2026-10-06T18:34:28.502" v="258"/>
          <ac:picMkLst>
            <pc:docMk/>
            <pc:sldMk cId="3749954416" sldId="278"/>
            <ac:picMk id="28" creationId="{88F1E023-2846-3A10-6228-3200B32C4613}"/>
          </ac:picMkLst>
        </pc:picChg>
        <pc:picChg chg="del">
          <ac:chgData name="EMERSON, Charlie" userId="S::charlie.emerson@sportfive.com::37e63fb3-2916-40e6-9249-35ce2cdf7da9" providerId="AD" clId="Web-{0D473A7E-C4ED-38C6-938E-A75D6ED10A9C}" dt="2026-10-06T18:34:28.518" v="321"/>
          <ac:picMkLst>
            <pc:docMk/>
            <pc:sldMk cId="3749954416" sldId="278"/>
            <ac:picMk id="29" creationId="{E789F2C5-B8F1-D10E-9C68-8FB62EDEC819}"/>
          </ac:picMkLst>
        </pc:picChg>
        <pc:picChg chg="del">
          <ac:chgData name="EMERSON, Charlie" userId="S::charlie.emerson@sportfive.com::37e63fb3-2916-40e6-9249-35ce2cdf7da9" providerId="AD" clId="Web-{0D473A7E-C4ED-38C6-938E-A75D6ED10A9C}" dt="2026-10-06T18:34:28.502" v="315"/>
          <ac:picMkLst>
            <pc:docMk/>
            <pc:sldMk cId="3749954416" sldId="278"/>
            <ac:picMk id="30" creationId="{B3CE05F7-5C03-D3C5-2B2B-BA10D4B3A89C}"/>
          </ac:picMkLst>
        </pc:picChg>
        <pc:picChg chg="del">
          <ac:chgData name="EMERSON, Charlie" userId="S::charlie.emerson@sportfive.com::37e63fb3-2916-40e6-9249-35ce2cdf7da9" providerId="AD" clId="Web-{0D473A7E-C4ED-38C6-938E-A75D6ED10A9C}" dt="2026-10-06T18:34:28.502" v="314"/>
          <ac:picMkLst>
            <pc:docMk/>
            <pc:sldMk cId="3749954416" sldId="278"/>
            <ac:picMk id="39" creationId="{B44FB266-C099-B501-12AE-7E5141EEFB64}"/>
          </ac:picMkLst>
        </pc:picChg>
        <pc:picChg chg="del">
          <ac:chgData name="EMERSON, Charlie" userId="S::charlie.emerson@sportfive.com::37e63fb3-2916-40e6-9249-35ce2cdf7da9" providerId="AD" clId="Web-{0D473A7E-C4ED-38C6-938E-A75D6ED10A9C}" dt="2026-10-06T18:34:28.502" v="257"/>
          <ac:picMkLst>
            <pc:docMk/>
            <pc:sldMk cId="3749954416" sldId="278"/>
            <ac:picMk id="40" creationId="{E4E27C44-D719-25E8-DB61-2D9D7698C2EB}"/>
          </ac:picMkLst>
        </pc:picChg>
        <pc:picChg chg="del">
          <ac:chgData name="EMERSON, Charlie" userId="S::charlie.emerson@sportfive.com::37e63fb3-2916-40e6-9249-35ce2cdf7da9" providerId="AD" clId="Web-{0D473A7E-C4ED-38C6-938E-A75D6ED10A9C}" dt="2026-10-06T18:34:28.502" v="313"/>
          <ac:picMkLst>
            <pc:docMk/>
            <pc:sldMk cId="3749954416" sldId="278"/>
            <ac:picMk id="41" creationId="{902DDCFE-CD77-5966-6007-4787BDE1419A}"/>
          </ac:picMkLst>
        </pc:picChg>
        <pc:picChg chg="del">
          <ac:chgData name="EMERSON, Charlie" userId="S::charlie.emerson@sportfive.com::37e63fb3-2916-40e6-9249-35ce2cdf7da9" providerId="AD" clId="Web-{0D473A7E-C4ED-38C6-938E-A75D6ED10A9C}" dt="2026-10-06T18:34:28.502" v="312"/>
          <ac:picMkLst>
            <pc:docMk/>
            <pc:sldMk cId="3749954416" sldId="278"/>
            <ac:picMk id="43" creationId="{B11CA789-8357-9315-5EC2-8A287950FE24}"/>
          </ac:picMkLst>
        </pc:picChg>
        <pc:picChg chg="del">
          <ac:chgData name="EMERSON, Charlie" userId="S::charlie.emerson@sportfive.com::37e63fb3-2916-40e6-9249-35ce2cdf7da9" providerId="AD" clId="Web-{0D473A7E-C4ED-38C6-938E-A75D6ED10A9C}" dt="2026-10-06T18:34:28.502" v="256"/>
          <ac:picMkLst>
            <pc:docMk/>
            <pc:sldMk cId="3749954416" sldId="278"/>
            <ac:picMk id="44" creationId="{3C9EEC0E-A470-C286-DF7A-C91E2CE77271}"/>
          </ac:picMkLst>
        </pc:picChg>
        <pc:picChg chg="del">
          <ac:chgData name="EMERSON, Charlie" userId="S::charlie.emerson@sportfive.com::37e63fb3-2916-40e6-9249-35ce2cdf7da9" providerId="AD" clId="Web-{0D473A7E-C4ED-38C6-938E-A75D6ED10A9C}" dt="2026-10-06T18:34:28.502" v="311"/>
          <ac:picMkLst>
            <pc:docMk/>
            <pc:sldMk cId="3749954416" sldId="278"/>
            <ac:picMk id="45" creationId="{62DA6160-D83D-328A-5672-D0667790204A}"/>
          </ac:picMkLst>
        </pc:picChg>
        <pc:picChg chg="del">
          <ac:chgData name="EMERSON, Charlie" userId="S::charlie.emerson@sportfive.com::37e63fb3-2916-40e6-9249-35ce2cdf7da9" providerId="AD" clId="Web-{0D473A7E-C4ED-38C6-938E-A75D6ED10A9C}" dt="2026-10-06T18:34:28.502" v="310"/>
          <ac:picMkLst>
            <pc:docMk/>
            <pc:sldMk cId="3749954416" sldId="278"/>
            <ac:picMk id="47" creationId="{BE934578-E4CA-BD1F-6B1E-8A841038EE20}"/>
          </ac:picMkLst>
        </pc:picChg>
        <pc:picChg chg="del">
          <ac:chgData name="EMERSON, Charlie" userId="S::charlie.emerson@sportfive.com::37e63fb3-2916-40e6-9249-35ce2cdf7da9" providerId="AD" clId="Web-{0D473A7E-C4ED-38C6-938E-A75D6ED10A9C}" dt="2026-10-06T18:34:28.502" v="309"/>
          <ac:picMkLst>
            <pc:docMk/>
            <pc:sldMk cId="3749954416" sldId="278"/>
            <ac:picMk id="49" creationId="{FE3870BF-A411-9863-824E-B2134DFEB1A2}"/>
          </ac:picMkLst>
        </pc:picChg>
        <pc:picChg chg="del">
          <ac:chgData name="EMERSON, Charlie" userId="S::charlie.emerson@sportfive.com::37e63fb3-2916-40e6-9249-35ce2cdf7da9" providerId="AD" clId="Web-{0D473A7E-C4ED-38C6-938E-A75D6ED10A9C}" dt="2026-10-06T18:34:28.502" v="308"/>
          <ac:picMkLst>
            <pc:docMk/>
            <pc:sldMk cId="3749954416" sldId="278"/>
            <ac:picMk id="50" creationId="{068B6B3E-25CB-37C9-E8E0-1A5ECE1FC85F}"/>
          </ac:picMkLst>
        </pc:picChg>
        <pc:picChg chg="del">
          <ac:chgData name="EMERSON, Charlie" userId="S::charlie.emerson@sportfive.com::37e63fb3-2916-40e6-9249-35ce2cdf7da9" providerId="AD" clId="Web-{0D473A7E-C4ED-38C6-938E-A75D6ED10A9C}" dt="2026-10-06T18:34:28.502" v="307"/>
          <ac:picMkLst>
            <pc:docMk/>
            <pc:sldMk cId="3749954416" sldId="278"/>
            <ac:picMk id="52" creationId="{07981C08-5C25-8F67-4855-9A1F3145AE94}"/>
          </ac:picMkLst>
        </pc:picChg>
        <pc:picChg chg="del">
          <ac:chgData name="EMERSON, Charlie" userId="S::charlie.emerson@sportfive.com::37e63fb3-2916-40e6-9249-35ce2cdf7da9" providerId="AD" clId="Web-{0D473A7E-C4ED-38C6-938E-A75D6ED10A9C}" dt="2026-10-06T18:34:28.502" v="255"/>
          <ac:picMkLst>
            <pc:docMk/>
            <pc:sldMk cId="3749954416" sldId="278"/>
            <ac:picMk id="53" creationId="{F6744717-D96E-1F83-640B-9341AD631A11}"/>
          </ac:picMkLst>
        </pc:picChg>
        <pc:picChg chg="del">
          <ac:chgData name="EMERSON, Charlie" userId="S::charlie.emerson@sportfive.com::37e63fb3-2916-40e6-9249-35ce2cdf7da9" providerId="AD" clId="Web-{0D473A7E-C4ED-38C6-938E-A75D6ED10A9C}" dt="2026-10-06T18:34:28.502" v="306"/>
          <ac:picMkLst>
            <pc:docMk/>
            <pc:sldMk cId="3749954416" sldId="278"/>
            <ac:picMk id="54" creationId="{DE470331-1A29-15B7-D10B-1FC2E8FB6C0E}"/>
          </ac:picMkLst>
        </pc:picChg>
        <pc:picChg chg="del">
          <ac:chgData name="EMERSON, Charlie" userId="S::charlie.emerson@sportfive.com::37e63fb3-2916-40e6-9249-35ce2cdf7da9" providerId="AD" clId="Web-{0D473A7E-C4ED-38C6-938E-A75D6ED10A9C}" dt="2026-10-06T18:34:28.502" v="305"/>
          <ac:picMkLst>
            <pc:docMk/>
            <pc:sldMk cId="3749954416" sldId="278"/>
            <ac:picMk id="56" creationId="{EFCD8A86-C515-8B9A-082B-44C3EBD53190}"/>
          </ac:picMkLst>
        </pc:picChg>
        <pc:picChg chg="del">
          <ac:chgData name="EMERSON, Charlie" userId="S::charlie.emerson@sportfive.com::37e63fb3-2916-40e6-9249-35ce2cdf7da9" providerId="AD" clId="Web-{0D473A7E-C4ED-38C6-938E-A75D6ED10A9C}" dt="2026-10-06T18:34:28.502" v="254"/>
          <ac:picMkLst>
            <pc:docMk/>
            <pc:sldMk cId="3749954416" sldId="278"/>
            <ac:picMk id="57" creationId="{42D52BF4-3882-68CC-606D-0C3853D05B87}"/>
          </ac:picMkLst>
        </pc:picChg>
        <pc:picChg chg="del">
          <ac:chgData name="EMERSON, Charlie" userId="S::charlie.emerson@sportfive.com::37e63fb3-2916-40e6-9249-35ce2cdf7da9" providerId="AD" clId="Web-{0D473A7E-C4ED-38C6-938E-A75D6ED10A9C}" dt="2026-10-06T18:34:28.502" v="304"/>
          <ac:picMkLst>
            <pc:docMk/>
            <pc:sldMk cId="3749954416" sldId="278"/>
            <ac:picMk id="58" creationId="{2BB0CB4B-19E6-ADEC-8EAE-B90ED475509E}"/>
          </ac:picMkLst>
        </pc:picChg>
        <pc:picChg chg="del">
          <ac:chgData name="EMERSON, Charlie" userId="S::charlie.emerson@sportfive.com::37e63fb3-2916-40e6-9249-35ce2cdf7da9" providerId="AD" clId="Web-{0D473A7E-C4ED-38C6-938E-A75D6ED10A9C}" dt="2026-10-06T18:34:28.502" v="303"/>
          <ac:picMkLst>
            <pc:docMk/>
            <pc:sldMk cId="3749954416" sldId="278"/>
            <ac:picMk id="60" creationId="{4502FC91-34B8-5CE3-8BE3-D8A228B12A0B}"/>
          </ac:picMkLst>
        </pc:picChg>
        <pc:picChg chg="del">
          <ac:chgData name="EMERSON, Charlie" userId="S::charlie.emerson@sportfive.com::37e63fb3-2916-40e6-9249-35ce2cdf7da9" providerId="AD" clId="Web-{0D473A7E-C4ED-38C6-938E-A75D6ED10A9C}" dt="2026-10-06T18:34:28.502" v="253"/>
          <ac:picMkLst>
            <pc:docMk/>
            <pc:sldMk cId="3749954416" sldId="278"/>
            <ac:picMk id="61" creationId="{783825B4-E53F-2828-A093-60960162B18F}"/>
          </ac:picMkLst>
        </pc:picChg>
        <pc:picChg chg="del">
          <ac:chgData name="EMERSON, Charlie" userId="S::charlie.emerson@sportfive.com::37e63fb3-2916-40e6-9249-35ce2cdf7da9" providerId="AD" clId="Web-{0D473A7E-C4ED-38C6-938E-A75D6ED10A9C}" dt="2026-10-06T18:34:28.502" v="302"/>
          <ac:picMkLst>
            <pc:docMk/>
            <pc:sldMk cId="3749954416" sldId="278"/>
            <ac:picMk id="62" creationId="{71B54631-D05E-9A02-A919-2FF5FA0864E8}"/>
          </ac:picMkLst>
        </pc:picChg>
        <pc:picChg chg="del">
          <ac:chgData name="EMERSON, Charlie" userId="S::charlie.emerson@sportfive.com::37e63fb3-2916-40e6-9249-35ce2cdf7da9" providerId="AD" clId="Web-{0D473A7E-C4ED-38C6-938E-A75D6ED10A9C}" dt="2026-10-06T18:34:28.502" v="301"/>
          <ac:picMkLst>
            <pc:docMk/>
            <pc:sldMk cId="3749954416" sldId="278"/>
            <ac:picMk id="64" creationId="{87F1F474-8983-6E8B-A536-E22AECA29911}"/>
          </ac:picMkLst>
        </pc:picChg>
        <pc:picChg chg="del">
          <ac:chgData name="EMERSON, Charlie" userId="S::charlie.emerson@sportfive.com::37e63fb3-2916-40e6-9249-35ce2cdf7da9" providerId="AD" clId="Web-{0D473A7E-C4ED-38C6-938E-A75D6ED10A9C}" dt="2026-10-06T18:34:28.502" v="252"/>
          <ac:picMkLst>
            <pc:docMk/>
            <pc:sldMk cId="3749954416" sldId="278"/>
            <ac:picMk id="65" creationId="{68587AE8-823A-D34A-5ED4-78F4C0F1A5ED}"/>
          </ac:picMkLst>
        </pc:picChg>
        <pc:picChg chg="del">
          <ac:chgData name="EMERSON, Charlie" userId="S::charlie.emerson@sportfive.com::37e63fb3-2916-40e6-9249-35ce2cdf7da9" providerId="AD" clId="Web-{0D473A7E-C4ED-38C6-938E-A75D6ED10A9C}" dt="2026-10-06T18:34:28.502" v="300"/>
          <ac:picMkLst>
            <pc:docMk/>
            <pc:sldMk cId="3749954416" sldId="278"/>
            <ac:picMk id="66" creationId="{3926C26B-1BD9-52E7-7492-579DE667680D}"/>
          </ac:picMkLst>
        </pc:picChg>
        <pc:picChg chg="add">
          <ac:chgData name="EMERSON, Charlie" userId="S::charlie.emerson@sportfive.com::37e63fb3-2916-40e6-9249-35ce2cdf7da9" providerId="AD" clId="Web-{0D473A7E-C4ED-38C6-938E-A75D6ED10A9C}" dt="2026-10-06T18:34:41.768" v="352"/>
          <ac:picMkLst>
            <pc:docMk/>
            <pc:sldMk cId="3749954416" sldId="278"/>
            <ac:picMk id="67" creationId="{815BA65D-E7AA-B331-7C20-E3903C192381}"/>
          </ac:picMkLst>
        </pc:picChg>
        <pc:picChg chg="del">
          <ac:chgData name="EMERSON, Charlie" userId="S::charlie.emerson@sportfive.com::37e63fb3-2916-40e6-9249-35ce2cdf7da9" providerId="AD" clId="Web-{0D473A7E-C4ED-38C6-938E-A75D6ED10A9C}" dt="2026-10-06T18:34:28.502" v="299"/>
          <ac:picMkLst>
            <pc:docMk/>
            <pc:sldMk cId="3749954416" sldId="278"/>
            <ac:picMk id="68" creationId="{A6D4162D-A815-522A-521B-DCC6015834B5}"/>
          </ac:picMkLst>
        </pc:picChg>
        <pc:picChg chg="del">
          <ac:chgData name="EMERSON, Charlie" userId="S::charlie.emerson@sportfive.com::37e63fb3-2916-40e6-9249-35ce2cdf7da9" providerId="AD" clId="Web-{0D473A7E-C4ED-38C6-938E-A75D6ED10A9C}" dt="2026-10-06T18:34:28.502" v="251"/>
          <ac:picMkLst>
            <pc:docMk/>
            <pc:sldMk cId="3749954416" sldId="278"/>
            <ac:picMk id="69" creationId="{A04870F8-2244-190A-F31F-269DF3CF0CB8}"/>
          </ac:picMkLst>
        </pc:picChg>
        <pc:picChg chg="del">
          <ac:chgData name="EMERSON, Charlie" userId="S::charlie.emerson@sportfive.com::37e63fb3-2916-40e6-9249-35ce2cdf7da9" providerId="AD" clId="Web-{0D473A7E-C4ED-38C6-938E-A75D6ED10A9C}" dt="2026-10-06T18:34:28.502" v="298"/>
          <ac:picMkLst>
            <pc:docMk/>
            <pc:sldMk cId="3749954416" sldId="278"/>
            <ac:picMk id="70" creationId="{A77D50A4-01FD-538A-772F-DBBBD12A2B2C}"/>
          </ac:picMkLst>
        </pc:picChg>
        <pc:picChg chg="del">
          <ac:chgData name="EMERSON, Charlie" userId="S::charlie.emerson@sportfive.com::37e63fb3-2916-40e6-9249-35ce2cdf7da9" providerId="AD" clId="Web-{0D473A7E-C4ED-38C6-938E-A75D6ED10A9C}" dt="2026-10-06T18:34:28.502" v="297"/>
          <ac:picMkLst>
            <pc:docMk/>
            <pc:sldMk cId="3749954416" sldId="278"/>
            <ac:picMk id="72" creationId="{7578A99E-BEF3-35DB-C92D-49924DCD5EE4}"/>
          </ac:picMkLst>
        </pc:picChg>
        <pc:picChg chg="del">
          <ac:chgData name="EMERSON, Charlie" userId="S::charlie.emerson@sportfive.com::37e63fb3-2916-40e6-9249-35ce2cdf7da9" providerId="AD" clId="Web-{0D473A7E-C4ED-38C6-938E-A75D6ED10A9C}" dt="2026-10-06T18:34:28.502" v="250"/>
          <ac:picMkLst>
            <pc:docMk/>
            <pc:sldMk cId="3749954416" sldId="278"/>
            <ac:picMk id="73" creationId="{9141766F-31DC-FD21-56D1-372897125215}"/>
          </ac:picMkLst>
        </pc:picChg>
        <pc:picChg chg="del">
          <ac:chgData name="EMERSON, Charlie" userId="S::charlie.emerson@sportfive.com::37e63fb3-2916-40e6-9249-35ce2cdf7da9" providerId="AD" clId="Web-{0D473A7E-C4ED-38C6-938E-A75D6ED10A9C}" dt="2026-10-06T18:34:28.502" v="296"/>
          <ac:picMkLst>
            <pc:docMk/>
            <pc:sldMk cId="3749954416" sldId="278"/>
            <ac:picMk id="74" creationId="{825CBF22-5E06-6D6F-845D-2192C1D83531}"/>
          </ac:picMkLst>
        </pc:picChg>
        <pc:picChg chg="del">
          <ac:chgData name="EMERSON, Charlie" userId="S::charlie.emerson@sportfive.com::37e63fb3-2916-40e6-9249-35ce2cdf7da9" providerId="AD" clId="Web-{0D473A7E-C4ED-38C6-938E-A75D6ED10A9C}" dt="2026-10-06T18:34:28.502" v="295"/>
          <ac:picMkLst>
            <pc:docMk/>
            <pc:sldMk cId="3749954416" sldId="278"/>
            <ac:picMk id="75" creationId="{BA64E6E8-1383-6F7B-B78E-10BF3D977E0A}"/>
          </ac:picMkLst>
        </pc:picChg>
        <pc:picChg chg="del">
          <ac:chgData name="EMERSON, Charlie" userId="S::charlie.emerson@sportfive.com::37e63fb3-2916-40e6-9249-35ce2cdf7da9" providerId="AD" clId="Web-{0D473A7E-C4ED-38C6-938E-A75D6ED10A9C}" dt="2026-10-06T18:34:28.502" v="294"/>
          <ac:picMkLst>
            <pc:docMk/>
            <pc:sldMk cId="3749954416" sldId="278"/>
            <ac:picMk id="76" creationId="{9F5EC482-B540-3B40-93C7-B21A4EB9DA34}"/>
          </ac:picMkLst>
        </pc:picChg>
        <pc:picChg chg="del">
          <ac:chgData name="EMERSON, Charlie" userId="S::charlie.emerson@sportfive.com::37e63fb3-2916-40e6-9249-35ce2cdf7da9" providerId="AD" clId="Web-{0D473A7E-C4ED-38C6-938E-A75D6ED10A9C}" dt="2026-10-06T18:34:28.502" v="293"/>
          <ac:picMkLst>
            <pc:docMk/>
            <pc:sldMk cId="3749954416" sldId="278"/>
            <ac:picMk id="77" creationId="{7A87BD4E-92C0-DB29-6943-3F49D19902AA}"/>
          </ac:picMkLst>
        </pc:picChg>
        <pc:picChg chg="del">
          <ac:chgData name="EMERSON, Charlie" userId="S::charlie.emerson@sportfive.com::37e63fb3-2916-40e6-9249-35ce2cdf7da9" providerId="AD" clId="Web-{0D473A7E-C4ED-38C6-938E-A75D6ED10A9C}" dt="2026-10-06T18:34:28.502" v="292"/>
          <ac:picMkLst>
            <pc:docMk/>
            <pc:sldMk cId="3749954416" sldId="278"/>
            <ac:picMk id="78" creationId="{4D3DC507-FCE8-72F3-5E12-980980C61C33}"/>
          </ac:picMkLst>
        </pc:picChg>
        <pc:picChg chg="del">
          <ac:chgData name="EMERSON, Charlie" userId="S::charlie.emerson@sportfive.com::37e63fb3-2916-40e6-9249-35ce2cdf7da9" providerId="AD" clId="Web-{0D473A7E-C4ED-38C6-938E-A75D6ED10A9C}" dt="2026-10-06T18:34:28.502" v="291"/>
          <ac:picMkLst>
            <pc:docMk/>
            <pc:sldMk cId="3749954416" sldId="278"/>
            <ac:picMk id="79" creationId="{0D77DBF8-7794-0F83-E79B-2D80CC731D5A}"/>
          </ac:picMkLst>
        </pc:picChg>
        <pc:picChg chg="del">
          <ac:chgData name="EMERSON, Charlie" userId="S::charlie.emerson@sportfive.com::37e63fb3-2916-40e6-9249-35ce2cdf7da9" providerId="AD" clId="Web-{0D473A7E-C4ED-38C6-938E-A75D6ED10A9C}" dt="2026-10-06T18:34:28.502" v="290"/>
          <ac:picMkLst>
            <pc:docMk/>
            <pc:sldMk cId="3749954416" sldId="278"/>
            <ac:picMk id="80" creationId="{4E548D26-C2BE-4736-36EE-7CF9507D6575}"/>
          </ac:picMkLst>
        </pc:picChg>
        <pc:picChg chg="del">
          <ac:chgData name="EMERSON, Charlie" userId="S::charlie.emerson@sportfive.com::37e63fb3-2916-40e6-9249-35ce2cdf7da9" providerId="AD" clId="Web-{0D473A7E-C4ED-38C6-938E-A75D6ED10A9C}" dt="2026-10-06T18:34:28.502" v="289"/>
          <ac:picMkLst>
            <pc:docMk/>
            <pc:sldMk cId="3749954416" sldId="278"/>
            <ac:picMk id="81" creationId="{194D4923-9E83-C036-E05E-27FCCC23D3DE}"/>
          </ac:picMkLst>
        </pc:picChg>
        <pc:picChg chg="del">
          <ac:chgData name="EMERSON, Charlie" userId="S::charlie.emerson@sportfive.com::37e63fb3-2916-40e6-9249-35ce2cdf7da9" providerId="AD" clId="Web-{0D473A7E-C4ED-38C6-938E-A75D6ED10A9C}" dt="2026-10-06T18:34:28.502" v="288"/>
          <ac:picMkLst>
            <pc:docMk/>
            <pc:sldMk cId="3749954416" sldId="278"/>
            <ac:picMk id="82" creationId="{88C4705B-1E2C-2A36-CF1A-EBC1583DB9EC}"/>
          </ac:picMkLst>
        </pc:picChg>
        <pc:picChg chg="del">
          <ac:chgData name="EMERSON, Charlie" userId="S::charlie.emerson@sportfive.com::37e63fb3-2916-40e6-9249-35ce2cdf7da9" providerId="AD" clId="Web-{0D473A7E-C4ED-38C6-938E-A75D6ED10A9C}" dt="2026-10-06T18:34:28.502" v="287"/>
          <ac:picMkLst>
            <pc:docMk/>
            <pc:sldMk cId="3749954416" sldId="278"/>
            <ac:picMk id="83" creationId="{3ED31B8F-CB1C-CE4C-1181-AB17D48B6876}"/>
          </ac:picMkLst>
        </pc:picChg>
        <pc:picChg chg="del">
          <ac:chgData name="EMERSON, Charlie" userId="S::charlie.emerson@sportfive.com::37e63fb3-2916-40e6-9249-35ce2cdf7da9" providerId="AD" clId="Web-{0D473A7E-C4ED-38C6-938E-A75D6ED10A9C}" dt="2026-10-06T18:34:28.502" v="286"/>
          <ac:picMkLst>
            <pc:docMk/>
            <pc:sldMk cId="3749954416" sldId="278"/>
            <ac:picMk id="84" creationId="{3BF979C3-2E39-AF38-E89F-F4E5CE65B59F}"/>
          </ac:picMkLst>
        </pc:picChg>
        <pc:picChg chg="del">
          <ac:chgData name="EMERSON, Charlie" userId="S::charlie.emerson@sportfive.com::37e63fb3-2916-40e6-9249-35ce2cdf7da9" providerId="AD" clId="Web-{0D473A7E-C4ED-38C6-938E-A75D6ED10A9C}" dt="2026-10-06T18:34:28.502" v="285"/>
          <ac:picMkLst>
            <pc:docMk/>
            <pc:sldMk cId="3749954416" sldId="278"/>
            <ac:picMk id="85" creationId="{136D4ECD-C7AB-8760-7336-BEA24BF9DD5F}"/>
          </ac:picMkLst>
        </pc:picChg>
        <pc:picChg chg="del">
          <ac:chgData name="EMERSON, Charlie" userId="S::charlie.emerson@sportfive.com::37e63fb3-2916-40e6-9249-35ce2cdf7da9" providerId="AD" clId="Web-{0D473A7E-C4ED-38C6-938E-A75D6ED10A9C}" dt="2026-10-06T18:34:28.502" v="284"/>
          <ac:picMkLst>
            <pc:docMk/>
            <pc:sldMk cId="3749954416" sldId="278"/>
            <ac:picMk id="86" creationId="{E13D733B-6749-DEF4-85E7-3B5AF834FC52}"/>
          </ac:picMkLst>
        </pc:picChg>
        <pc:picChg chg="del">
          <ac:chgData name="EMERSON, Charlie" userId="S::charlie.emerson@sportfive.com::37e63fb3-2916-40e6-9249-35ce2cdf7da9" providerId="AD" clId="Web-{0D473A7E-C4ED-38C6-938E-A75D6ED10A9C}" dt="2026-10-06T18:34:28.502" v="283"/>
          <ac:picMkLst>
            <pc:docMk/>
            <pc:sldMk cId="3749954416" sldId="278"/>
            <ac:picMk id="87" creationId="{BFBCDA64-28A7-8D2B-899C-2980FF92B4B6}"/>
          </ac:picMkLst>
        </pc:picChg>
        <pc:picChg chg="del">
          <ac:chgData name="EMERSON, Charlie" userId="S::charlie.emerson@sportfive.com::37e63fb3-2916-40e6-9249-35ce2cdf7da9" providerId="AD" clId="Web-{0D473A7E-C4ED-38C6-938E-A75D6ED10A9C}" dt="2026-10-06T18:34:28.502" v="282"/>
          <ac:picMkLst>
            <pc:docMk/>
            <pc:sldMk cId="3749954416" sldId="278"/>
            <ac:picMk id="88" creationId="{D6B4AAFD-7FC6-1CB0-A29B-4AECE63695A8}"/>
          </ac:picMkLst>
        </pc:picChg>
        <pc:picChg chg="del">
          <ac:chgData name="EMERSON, Charlie" userId="S::charlie.emerson@sportfive.com::37e63fb3-2916-40e6-9249-35ce2cdf7da9" providerId="AD" clId="Web-{0D473A7E-C4ED-38C6-938E-A75D6ED10A9C}" dt="2026-10-06T18:34:28.502" v="281"/>
          <ac:picMkLst>
            <pc:docMk/>
            <pc:sldMk cId="3749954416" sldId="278"/>
            <ac:picMk id="89" creationId="{16961308-901F-32D8-DF74-AAE7A4F549EB}"/>
          </ac:picMkLst>
        </pc:picChg>
        <pc:picChg chg="del">
          <ac:chgData name="EMERSON, Charlie" userId="S::charlie.emerson@sportfive.com::37e63fb3-2916-40e6-9249-35ce2cdf7da9" providerId="AD" clId="Web-{0D473A7E-C4ED-38C6-938E-A75D6ED10A9C}" dt="2026-10-06T18:34:28.502" v="249"/>
          <ac:picMkLst>
            <pc:docMk/>
            <pc:sldMk cId="3749954416" sldId="278"/>
            <ac:picMk id="90" creationId="{9FB1BC3F-ADAF-6E43-AD8F-5020D00E3048}"/>
          </ac:picMkLst>
        </pc:picChg>
        <pc:picChg chg="del">
          <ac:chgData name="EMERSON, Charlie" userId="S::charlie.emerson@sportfive.com::37e63fb3-2916-40e6-9249-35ce2cdf7da9" providerId="AD" clId="Web-{0D473A7E-C4ED-38C6-938E-A75D6ED10A9C}" dt="2026-10-06T18:34:28.518" v="344"/>
          <ac:picMkLst>
            <pc:docMk/>
            <pc:sldMk cId="3749954416" sldId="278"/>
            <ac:picMk id="91" creationId="{64E68DE8-B3F1-92F7-C275-58AB9AD3ECAD}"/>
          </ac:picMkLst>
        </pc:picChg>
        <pc:picChg chg="del mod">
          <ac:chgData name="EMERSON, Charlie" userId="S::charlie.emerson@sportfive.com::37e63fb3-2916-40e6-9249-35ce2cdf7da9" providerId="AD" clId="Web-{0D473A7E-C4ED-38C6-938E-A75D6ED10A9C}" dt="2026-10-06T18:34:28.502" v="280"/>
          <ac:picMkLst>
            <pc:docMk/>
            <pc:sldMk cId="3749954416" sldId="278"/>
            <ac:picMk id="92" creationId="{77B13CE8-A8D1-19F8-5432-C7AC912572C6}"/>
          </ac:picMkLst>
        </pc:picChg>
        <pc:picChg chg="add">
          <ac:chgData name="EMERSON, Charlie" userId="S::charlie.emerson@sportfive.com::37e63fb3-2916-40e6-9249-35ce2cdf7da9" providerId="AD" clId="Web-{0D473A7E-C4ED-38C6-938E-A75D6ED10A9C}" dt="2026-10-06T18:34:41.815" v="353"/>
          <ac:picMkLst>
            <pc:docMk/>
            <pc:sldMk cId="3749954416" sldId="278"/>
            <ac:picMk id="93" creationId="{26746BFA-9676-3E02-FB9A-981DB618BE13}"/>
          </ac:picMkLst>
        </pc:picChg>
        <pc:picChg chg="del">
          <ac:chgData name="EMERSON, Charlie" userId="S::charlie.emerson@sportfive.com::37e63fb3-2916-40e6-9249-35ce2cdf7da9" providerId="AD" clId="Web-{0D473A7E-C4ED-38C6-938E-A75D6ED10A9C}" dt="2026-10-06T18:34:28.502" v="279"/>
          <ac:picMkLst>
            <pc:docMk/>
            <pc:sldMk cId="3749954416" sldId="278"/>
            <ac:picMk id="98" creationId="{1638D687-9CD8-0E38-122D-8213822318C8}"/>
          </ac:picMkLst>
        </pc:picChg>
        <pc:picChg chg="del">
          <ac:chgData name="EMERSON, Charlie" userId="S::charlie.emerson@sportfive.com::37e63fb3-2916-40e6-9249-35ce2cdf7da9" providerId="AD" clId="Web-{0D473A7E-C4ED-38C6-938E-A75D6ED10A9C}" dt="2026-10-06T18:34:28.502" v="278"/>
          <ac:picMkLst>
            <pc:docMk/>
            <pc:sldMk cId="3749954416" sldId="278"/>
            <ac:picMk id="100" creationId="{50C13C95-AB86-5C01-BE38-94371998E1CF}"/>
          </ac:picMkLst>
        </pc:picChg>
        <pc:picChg chg="del">
          <ac:chgData name="EMERSON, Charlie" userId="S::charlie.emerson@sportfive.com::37e63fb3-2916-40e6-9249-35ce2cdf7da9" providerId="AD" clId="Web-{0D473A7E-C4ED-38C6-938E-A75D6ED10A9C}" dt="2026-10-06T18:34:28.502" v="247"/>
          <ac:picMkLst>
            <pc:docMk/>
            <pc:sldMk cId="3749954416" sldId="278"/>
            <ac:picMk id="101" creationId="{28DD27DE-AEBC-1F77-6A7F-E6E70433C225}"/>
          </ac:picMkLst>
        </pc:picChg>
        <pc:picChg chg="del">
          <ac:chgData name="EMERSON, Charlie" userId="S::charlie.emerson@sportfive.com::37e63fb3-2916-40e6-9249-35ce2cdf7da9" providerId="AD" clId="Web-{0D473A7E-C4ED-38C6-938E-A75D6ED10A9C}" dt="2026-10-06T18:34:28.502" v="277"/>
          <ac:picMkLst>
            <pc:docMk/>
            <pc:sldMk cId="3749954416" sldId="278"/>
            <ac:picMk id="102" creationId="{DC62EE78-B678-2D2F-C01E-F21EC271159F}"/>
          </ac:picMkLst>
        </pc:picChg>
        <pc:picChg chg="del">
          <ac:chgData name="EMERSON, Charlie" userId="S::charlie.emerson@sportfive.com::37e63fb3-2916-40e6-9249-35ce2cdf7da9" providerId="AD" clId="Web-{0D473A7E-C4ED-38C6-938E-A75D6ED10A9C}" dt="2026-10-06T18:34:28.502" v="246"/>
          <ac:picMkLst>
            <pc:docMk/>
            <pc:sldMk cId="3749954416" sldId="278"/>
            <ac:picMk id="103" creationId="{95FED881-67BA-BE62-59B5-44B42DEAA6E6}"/>
          </ac:picMkLst>
        </pc:picChg>
        <pc:picChg chg="del">
          <ac:chgData name="EMERSON, Charlie" userId="S::charlie.emerson@sportfive.com::37e63fb3-2916-40e6-9249-35ce2cdf7da9" providerId="AD" clId="Web-{0D473A7E-C4ED-38C6-938E-A75D6ED10A9C}" dt="2026-10-06T18:34:28.502" v="276"/>
          <ac:picMkLst>
            <pc:docMk/>
            <pc:sldMk cId="3749954416" sldId="278"/>
            <ac:picMk id="104" creationId="{55E28A94-870A-8F9A-0BAD-17E12C224581}"/>
          </ac:picMkLst>
        </pc:picChg>
        <pc:picChg chg="del">
          <ac:chgData name="EMERSON, Charlie" userId="S::charlie.emerson@sportfive.com::37e63fb3-2916-40e6-9249-35ce2cdf7da9" providerId="AD" clId="Web-{0D473A7E-C4ED-38C6-938E-A75D6ED10A9C}" dt="2026-10-06T18:34:28.502" v="245"/>
          <ac:picMkLst>
            <pc:docMk/>
            <pc:sldMk cId="3749954416" sldId="278"/>
            <ac:picMk id="105" creationId="{2109EBC4-17E8-C1FF-5AC4-57C7C92D7C9B}"/>
          </ac:picMkLst>
        </pc:picChg>
        <pc:picChg chg="del">
          <ac:chgData name="EMERSON, Charlie" userId="S::charlie.emerson@sportfive.com::37e63fb3-2916-40e6-9249-35ce2cdf7da9" providerId="AD" clId="Web-{0D473A7E-C4ED-38C6-938E-A75D6ED10A9C}" dt="2026-10-06T18:34:28.502" v="275"/>
          <ac:picMkLst>
            <pc:docMk/>
            <pc:sldMk cId="3749954416" sldId="278"/>
            <ac:picMk id="106" creationId="{ABD6C0C6-73A7-5771-A968-0022BB455596}"/>
          </ac:picMkLst>
        </pc:picChg>
        <pc:picChg chg="del">
          <ac:chgData name="EMERSON, Charlie" userId="S::charlie.emerson@sportfive.com::37e63fb3-2916-40e6-9249-35ce2cdf7da9" providerId="AD" clId="Web-{0D473A7E-C4ED-38C6-938E-A75D6ED10A9C}" dt="2026-10-06T18:34:28.502" v="244"/>
          <ac:picMkLst>
            <pc:docMk/>
            <pc:sldMk cId="3749954416" sldId="278"/>
            <ac:picMk id="107" creationId="{A9281627-C267-8DFE-6A65-7D422EBC99D6}"/>
          </ac:picMkLst>
        </pc:picChg>
        <pc:picChg chg="del">
          <ac:chgData name="EMERSON, Charlie" userId="S::charlie.emerson@sportfive.com::37e63fb3-2916-40e6-9249-35ce2cdf7da9" providerId="AD" clId="Web-{0D473A7E-C4ED-38C6-938E-A75D6ED10A9C}" dt="2026-10-06T18:34:28.502" v="243"/>
          <ac:picMkLst>
            <pc:docMk/>
            <pc:sldMk cId="3749954416" sldId="278"/>
            <ac:picMk id="109" creationId="{F9F46E32-450E-9E36-3E57-5BF5CBC57333}"/>
          </ac:picMkLst>
        </pc:picChg>
        <pc:picChg chg="del">
          <ac:chgData name="EMERSON, Charlie" userId="S::charlie.emerson@sportfive.com::37e63fb3-2916-40e6-9249-35ce2cdf7da9" providerId="AD" clId="Web-{0D473A7E-C4ED-38C6-938E-A75D6ED10A9C}" dt="2026-10-06T18:34:28.502" v="242"/>
          <ac:picMkLst>
            <pc:docMk/>
            <pc:sldMk cId="3749954416" sldId="278"/>
            <ac:picMk id="111" creationId="{7FD02BB9-04C1-2AC5-ED34-F6D46FB634F2}"/>
          </ac:picMkLst>
        </pc:picChg>
        <pc:picChg chg="del">
          <ac:chgData name="EMERSON, Charlie" userId="S::charlie.emerson@sportfive.com::37e63fb3-2916-40e6-9249-35ce2cdf7da9" providerId="AD" clId="Web-{0D473A7E-C4ED-38C6-938E-A75D6ED10A9C}" dt="2026-10-06T18:34:28.502" v="274"/>
          <ac:picMkLst>
            <pc:docMk/>
            <pc:sldMk cId="3749954416" sldId="278"/>
            <ac:picMk id="112" creationId="{CEDBEE5B-5238-287D-1E6F-4AD0D5CCB6C7}"/>
          </ac:picMkLst>
        </pc:picChg>
        <pc:picChg chg="add">
          <ac:chgData name="EMERSON, Charlie" userId="S::charlie.emerson@sportfive.com::37e63fb3-2916-40e6-9249-35ce2cdf7da9" providerId="AD" clId="Web-{0D473A7E-C4ED-38C6-938E-A75D6ED10A9C}" dt="2026-10-06T18:34:41.878" v="355"/>
          <ac:picMkLst>
            <pc:docMk/>
            <pc:sldMk cId="3749954416" sldId="278"/>
            <ac:picMk id="113" creationId="{7FF7D33C-73F9-2BAA-663D-B4AB9AB86D34}"/>
          </ac:picMkLst>
        </pc:picChg>
        <pc:picChg chg="del">
          <ac:chgData name="EMERSON, Charlie" userId="S::charlie.emerson@sportfive.com::37e63fb3-2916-40e6-9249-35ce2cdf7da9" providerId="AD" clId="Web-{0D473A7E-C4ED-38C6-938E-A75D6ED10A9C}" dt="2026-10-06T18:34:28.502" v="273"/>
          <ac:picMkLst>
            <pc:docMk/>
            <pc:sldMk cId="3749954416" sldId="278"/>
            <ac:picMk id="114" creationId="{5744477A-0080-D954-A77C-4F863A70451B}"/>
          </ac:picMkLst>
        </pc:picChg>
        <pc:picChg chg="del">
          <ac:chgData name="EMERSON, Charlie" userId="S::charlie.emerson@sportfive.com::37e63fb3-2916-40e6-9249-35ce2cdf7da9" providerId="AD" clId="Web-{0D473A7E-C4ED-38C6-938E-A75D6ED10A9C}" dt="2026-10-06T18:34:28.518" v="342"/>
          <ac:picMkLst>
            <pc:docMk/>
            <pc:sldMk cId="3749954416" sldId="278"/>
            <ac:picMk id="115" creationId="{B1D59097-DBD7-5ECD-BA1E-E250B7A8B0B2}"/>
          </ac:picMkLst>
        </pc:picChg>
        <pc:picChg chg="del">
          <ac:chgData name="EMERSON, Charlie" userId="S::charlie.emerson@sportfive.com::37e63fb3-2916-40e6-9249-35ce2cdf7da9" providerId="AD" clId="Web-{0D473A7E-C4ED-38C6-938E-A75D6ED10A9C}" dt="2026-10-06T18:34:28.502" v="241"/>
          <ac:picMkLst>
            <pc:docMk/>
            <pc:sldMk cId="3749954416" sldId="278"/>
            <ac:picMk id="116" creationId="{1C1A0169-D4CD-7969-7EF6-A67B12DF754B}"/>
          </ac:picMkLst>
        </pc:picChg>
        <pc:picChg chg="del">
          <ac:chgData name="EMERSON, Charlie" userId="S::charlie.emerson@sportfive.com::37e63fb3-2916-40e6-9249-35ce2cdf7da9" providerId="AD" clId="Web-{0D473A7E-C4ED-38C6-938E-A75D6ED10A9C}" dt="2026-10-06T18:34:28.502" v="272"/>
          <ac:picMkLst>
            <pc:docMk/>
            <pc:sldMk cId="3749954416" sldId="278"/>
            <ac:picMk id="117" creationId="{5B8278DB-6569-C8DC-8128-45EDC90D8127}"/>
          </ac:picMkLst>
        </pc:picChg>
        <pc:picChg chg="del">
          <ac:chgData name="EMERSON, Charlie" userId="S::charlie.emerson@sportfive.com::37e63fb3-2916-40e6-9249-35ce2cdf7da9" providerId="AD" clId="Web-{0D473A7E-C4ED-38C6-938E-A75D6ED10A9C}" dt="2026-10-06T18:34:28.518" v="341"/>
          <ac:picMkLst>
            <pc:docMk/>
            <pc:sldMk cId="3749954416" sldId="278"/>
            <ac:picMk id="118" creationId="{7FBCC249-285A-CD93-69AD-445E301F701C}"/>
          </ac:picMkLst>
        </pc:picChg>
        <pc:picChg chg="del">
          <ac:chgData name="EMERSON, Charlie" userId="S::charlie.emerson@sportfive.com::37e63fb3-2916-40e6-9249-35ce2cdf7da9" providerId="AD" clId="Web-{0D473A7E-C4ED-38C6-938E-A75D6ED10A9C}" dt="2026-10-06T18:34:28.502" v="270"/>
          <ac:picMkLst>
            <pc:docMk/>
            <pc:sldMk cId="3749954416" sldId="278"/>
            <ac:picMk id="121" creationId="{4C803338-B9E1-FB49-D71C-E3A9396D92CA}"/>
          </ac:picMkLst>
        </pc:picChg>
        <pc:picChg chg="del">
          <ac:chgData name="EMERSON, Charlie" userId="S::charlie.emerson@sportfive.com::37e63fb3-2916-40e6-9249-35ce2cdf7da9" providerId="AD" clId="Web-{0D473A7E-C4ED-38C6-938E-A75D6ED10A9C}" dt="2026-10-06T18:34:28.502" v="240"/>
          <ac:picMkLst>
            <pc:docMk/>
            <pc:sldMk cId="3749954416" sldId="278"/>
            <ac:picMk id="122" creationId="{CB7F6A56-77DF-8D52-1E83-8E87F563AC2C}"/>
          </ac:picMkLst>
        </pc:picChg>
        <pc:picChg chg="del">
          <ac:chgData name="EMERSON, Charlie" userId="S::charlie.emerson@sportfive.com::37e63fb3-2916-40e6-9249-35ce2cdf7da9" providerId="AD" clId="Web-{0D473A7E-C4ED-38C6-938E-A75D6ED10A9C}" dt="2026-10-06T18:34:28.502" v="269"/>
          <ac:picMkLst>
            <pc:docMk/>
            <pc:sldMk cId="3749954416" sldId="278"/>
            <ac:picMk id="123" creationId="{075FC762-7852-F69F-02B5-A24F9477D0AD}"/>
          </ac:picMkLst>
        </pc:picChg>
        <pc:picChg chg="del">
          <ac:chgData name="EMERSON, Charlie" userId="S::charlie.emerson@sportfive.com::37e63fb3-2916-40e6-9249-35ce2cdf7da9" providerId="AD" clId="Web-{0D473A7E-C4ED-38C6-938E-A75D6ED10A9C}" dt="2026-10-06T18:34:28.518" v="340"/>
          <ac:picMkLst>
            <pc:docMk/>
            <pc:sldMk cId="3749954416" sldId="278"/>
            <ac:picMk id="124" creationId="{331FA8AC-20B3-3DA9-172B-B7E8DF5F4436}"/>
          </ac:picMkLst>
        </pc:picChg>
        <pc:picChg chg="del">
          <ac:chgData name="EMERSON, Charlie" userId="S::charlie.emerson@sportfive.com::37e63fb3-2916-40e6-9249-35ce2cdf7da9" providerId="AD" clId="Web-{0D473A7E-C4ED-38C6-938E-A75D6ED10A9C}" dt="2026-10-06T18:34:28.518" v="339"/>
          <ac:picMkLst>
            <pc:docMk/>
            <pc:sldMk cId="3749954416" sldId="278"/>
            <ac:picMk id="125" creationId="{E413EE4D-121F-802C-4365-9FA031F59423}"/>
          </ac:picMkLst>
        </pc:picChg>
        <pc:picChg chg="add">
          <ac:chgData name="EMERSON, Charlie" userId="S::charlie.emerson@sportfive.com::37e63fb3-2916-40e6-9249-35ce2cdf7da9" providerId="AD" clId="Web-{0D473A7E-C4ED-38C6-938E-A75D6ED10A9C}" dt="2026-10-06T18:34:41.909" v="356"/>
          <ac:picMkLst>
            <pc:docMk/>
            <pc:sldMk cId="3749954416" sldId="278"/>
            <ac:picMk id="126" creationId="{5FA7A00B-79D1-B385-076A-C31A2483A948}"/>
          </ac:picMkLst>
        </pc:picChg>
        <pc:picChg chg="del">
          <ac:chgData name="EMERSON, Charlie" userId="S::charlie.emerson@sportfive.com::37e63fb3-2916-40e6-9249-35ce2cdf7da9" providerId="AD" clId="Web-{0D473A7E-C4ED-38C6-938E-A75D6ED10A9C}" dt="2026-10-06T18:34:28.518" v="338"/>
          <ac:picMkLst>
            <pc:docMk/>
            <pc:sldMk cId="3749954416" sldId="278"/>
            <ac:picMk id="127" creationId="{F76D8820-962E-0679-3B0F-8C46E507E596}"/>
          </ac:picMkLst>
        </pc:picChg>
        <pc:picChg chg="del">
          <ac:chgData name="EMERSON, Charlie" userId="S::charlie.emerson@sportfive.com::37e63fb3-2916-40e6-9249-35ce2cdf7da9" providerId="AD" clId="Web-{0D473A7E-C4ED-38C6-938E-A75D6ED10A9C}" dt="2026-10-06T18:34:28.502" v="268"/>
          <ac:picMkLst>
            <pc:docMk/>
            <pc:sldMk cId="3749954416" sldId="278"/>
            <ac:picMk id="1024" creationId="{C37F90EB-8541-080D-7FBB-958429CD3B74}"/>
          </ac:picMkLst>
        </pc:picChg>
        <pc:picChg chg="del">
          <ac:chgData name="EMERSON, Charlie" userId="S::charlie.emerson@sportfive.com::37e63fb3-2916-40e6-9249-35ce2cdf7da9" providerId="AD" clId="Web-{0D473A7E-C4ED-38C6-938E-A75D6ED10A9C}" dt="2026-10-06T18:34:28.502" v="239"/>
          <ac:picMkLst>
            <pc:docMk/>
            <pc:sldMk cId="3749954416" sldId="278"/>
            <ac:picMk id="1025" creationId="{1BE9EA84-1D43-D061-2515-CA9A82E23D1B}"/>
          </ac:picMkLst>
        </pc:picChg>
        <pc:picChg chg="del">
          <ac:chgData name="EMERSON, Charlie" userId="S::charlie.emerson@sportfive.com::37e63fb3-2916-40e6-9249-35ce2cdf7da9" providerId="AD" clId="Web-{0D473A7E-C4ED-38C6-938E-A75D6ED10A9C}" dt="2026-10-06T18:34:28.502" v="267"/>
          <ac:picMkLst>
            <pc:docMk/>
            <pc:sldMk cId="3749954416" sldId="278"/>
            <ac:picMk id="1026" creationId="{9BFF4AF9-0513-74BD-4463-DEAEE524C71C}"/>
          </ac:picMkLst>
        </pc:picChg>
        <pc:picChg chg="add">
          <ac:chgData name="EMERSON, Charlie" userId="S::charlie.emerson@sportfive.com::37e63fb3-2916-40e6-9249-35ce2cdf7da9" providerId="AD" clId="Web-{0D473A7E-C4ED-38C6-938E-A75D6ED10A9C}" dt="2026-10-06T18:34:41.956" v="357"/>
          <ac:picMkLst>
            <pc:docMk/>
            <pc:sldMk cId="3749954416" sldId="278"/>
            <ac:picMk id="1028" creationId="{94D1F447-ADFC-4DDB-6EAF-DE193CEF6C00}"/>
          </ac:picMkLst>
        </pc:picChg>
        <pc:picChg chg="del">
          <ac:chgData name="EMERSON, Charlie" userId="S::charlie.emerson@sportfive.com::37e63fb3-2916-40e6-9249-35ce2cdf7da9" providerId="AD" clId="Web-{0D473A7E-C4ED-38C6-938E-A75D6ED10A9C}" dt="2026-10-06T18:34:28.502" v="266"/>
          <ac:picMkLst>
            <pc:docMk/>
            <pc:sldMk cId="3749954416" sldId="278"/>
            <ac:picMk id="1029" creationId="{64594718-0CF5-3E43-EBA3-21C3028414B3}"/>
          </ac:picMkLst>
        </pc:picChg>
        <pc:picChg chg="del">
          <ac:chgData name="EMERSON, Charlie" userId="S::charlie.emerson@sportfive.com::37e63fb3-2916-40e6-9249-35ce2cdf7da9" providerId="AD" clId="Web-{0D473A7E-C4ED-38C6-938E-A75D6ED10A9C}" dt="2026-10-06T18:34:28.518" v="327"/>
          <ac:picMkLst>
            <pc:docMk/>
            <pc:sldMk cId="3749954416" sldId="278"/>
            <ac:picMk id="1030" creationId="{8CDDEDC0-0051-A8ED-EF95-70E6F82748DA}"/>
          </ac:picMkLst>
        </pc:picChg>
        <pc:picChg chg="del">
          <ac:chgData name="EMERSON, Charlie" userId="S::charlie.emerson@sportfive.com::37e63fb3-2916-40e6-9249-35ce2cdf7da9" providerId="AD" clId="Web-{0D473A7E-C4ED-38C6-938E-A75D6ED10A9C}" dt="2026-10-06T18:34:28.518" v="337"/>
          <ac:picMkLst>
            <pc:docMk/>
            <pc:sldMk cId="3749954416" sldId="278"/>
            <ac:picMk id="1031" creationId="{7D98B81C-4F62-B067-BA63-6079F7BD9117}"/>
          </ac:picMkLst>
        </pc:picChg>
        <pc:picChg chg="del">
          <ac:chgData name="EMERSON, Charlie" userId="S::charlie.emerson@sportfive.com::37e63fb3-2916-40e6-9249-35ce2cdf7da9" providerId="AD" clId="Web-{0D473A7E-C4ED-38C6-938E-A75D6ED10A9C}" dt="2026-10-06T18:34:28.518" v="326"/>
          <ac:picMkLst>
            <pc:docMk/>
            <pc:sldMk cId="3749954416" sldId="278"/>
            <ac:picMk id="1032" creationId="{127E96B0-4DEC-E733-DFAE-21656D985CEE}"/>
          </ac:picMkLst>
        </pc:picChg>
        <pc:picChg chg="del">
          <ac:chgData name="EMERSON, Charlie" userId="S::charlie.emerson@sportfive.com::37e63fb3-2916-40e6-9249-35ce2cdf7da9" providerId="AD" clId="Web-{0D473A7E-C4ED-38C6-938E-A75D6ED10A9C}" dt="2026-10-06T18:34:28.502" v="238"/>
          <ac:picMkLst>
            <pc:docMk/>
            <pc:sldMk cId="3749954416" sldId="278"/>
            <ac:picMk id="1033" creationId="{6BCA3630-EEF9-C51D-B267-0D045192B998}"/>
          </ac:picMkLst>
        </pc:picChg>
        <pc:picChg chg="del">
          <ac:chgData name="EMERSON, Charlie" userId="S::charlie.emerson@sportfive.com::37e63fb3-2916-40e6-9249-35ce2cdf7da9" providerId="AD" clId="Web-{0D473A7E-C4ED-38C6-938E-A75D6ED10A9C}" dt="2026-10-06T18:34:28.502" v="265"/>
          <ac:picMkLst>
            <pc:docMk/>
            <pc:sldMk cId="3749954416" sldId="278"/>
            <ac:picMk id="1034" creationId="{2C00F26E-F935-9B4E-C07B-F63482E1EBCF}"/>
          </ac:picMkLst>
        </pc:picChg>
        <pc:picChg chg="del">
          <ac:chgData name="EMERSON, Charlie" userId="S::charlie.emerson@sportfive.com::37e63fb3-2916-40e6-9249-35ce2cdf7da9" providerId="AD" clId="Web-{0D473A7E-C4ED-38C6-938E-A75D6ED10A9C}" dt="2026-10-06T18:34:28.502" v="264"/>
          <ac:picMkLst>
            <pc:docMk/>
            <pc:sldMk cId="3749954416" sldId="278"/>
            <ac:picMk id="1036" creationId="{DE337130-098F-7697-DA39-CA09AB38A056}"/>
          </ac:picMkLst>
        </pc:picChg>
        <pc:picChg chg="del">
          <ac:chgData name="EMERSON, Charlie" userId="S::charlie.emerson@sportfive.com::37e63fb3-2916-40e6-9249-35ce2cdf7da9" providerId="AD" clId="Web-{0D473A7E-C4ED-38C6-938E-A75D6ED10A9C}" dt="2026-10-06T18:34:28.502" v="237"/>
          <ac:picMkLst>
            <pc:docMk/>
            <pc:sldMk cId="3749954416" sldId="278"/>
            <ac:picMk id="1037" creationId="{6319901A-4642-6059-E523-6CC8A57549FA}"/>
          </ac:picMkLst>
        </pc:picChg>
        <pc:picChg chg="del">
          <ac:chgData name="EMERSON, Charlie" userId="S::charlie.emerson@sportfive.com::37e63fb3-2916-40e6-9249-35ce2cdf7da9" providerId="AD" clId="Web-{0D473A7E-C4ED-38C6-938E-A75D6ED10A9C}" dt="2026-10-06T18:34:28.502" v="263"/>
          <ac:picMkLst>
            <pc:docMk/>
            <pc:sldMk cId="3749954416" sldId="278"/>
            <ac:picMk id="1038" creationId="{F6E11942-B500-C151-79E7-4A5BDF41050F}"/>
          </ac:picMkLst>
        </pc:picChg>
        <pc:picChg chg="del">
          <ac:chgData name="EMERSON, Charlie" userId="S::charlie.emerson@sportfive.com::37e63fb3-2916-40e6-9249-35ce2cdf7da9" providerId="AD" clId="Web-{0D473A7E-C4ED-38C6-938E-A75D6ED10A9C}" dt="2026-10-06T18:34:28.518" v="336"/>
          <ac:picMkLst>
            <pc:docMk/>
            <pc:sldMk cId="3749954416" sldId="278"/>
            <ac:picMk id="1039" creationId="{B9462856-E4E1-AB2B-8678-B4A8BBECEAEB}"/>
          </ac:picMkLst>
        </pc:picChg>
        <pc:picChg chg="add">
          <ac:chgData name="EMERSON, Charlie" userId="S::charlie.emerson@sportfive.com::37e63fb3-2916-40e6-9249-35ce2cdf7da9" providerId="AD" clId="Web-{0D473A7E-C4ED-38C6-938E-A75D6ED10A9C}" dt="2026-10-06T18:34:42.003" v="358"/>
          <ac:picMkLst>
            <pc:docMk/>
            <pc:sldMk cId="3749954416" sldId="278"/>
            <ac:picMk id="1040" creationId="{B04A359E-D2A9-CE1F-BC7E-B1B03DD1BE40}"/>
          </ac:picMkLst>
        </pc:picChg>
        <pc:picChg chg="del">
          <ac:chgData name="EMERSON, Charlie" userId="S::charlie.emerson@sportfive.com::37e63fb3-2916-40e6-9249-35ce2cdf7da9" providerId="AD" clId="Web-{0D473A7E-C4ED-38C6-938E-A75D6ED10A9C}" dt="2026-10-06T18:34:28.502" v="262"/>
          <ac:picMkLst>
            <pc:docMk/>
            <pc:sldMk cId="3749954416" sldId="278"/>
            <ac:picMk id="1042" creationId="{9CA1D1F0-1BEC-AF1A-C434-1AC715409EF0}"/>
          </ac:picMkLst>
        </pc:picChg>
        <pc:picChg chg="del">
          <ac:chgData name="EMERSON, Charlie" userId="S::charlie.emerson@sportfive.com::37e63fb3-2916-40e6-9249-35ce2cdf7da9" providerId="AD" clId="Web-{0D473A7E-C4ED-38C6-938E-A75D6ED10A9C}" dt="2026-10-06T18:34:28.502" v="261"/>
          <ac:picMkLst>
            <pc:docMk/>
            <pc:sldMk cId="3749954416" sldId="278"/>
            <ac:picMk id="1044" creationId="{FC027245-0A99-9AB7-DF2F-4E96B1756E79}"/>
          </ac:picMkLst>
        </pc:picChg>
        <pc:picChg chg="add">
          <ac:chgData name="EMERSON, Charlie" userId="S::charlie.emerson@sportfive.com::37e63fb3-2916-40e6-9249-35ce2cdf7da9" providerId="AD" clId="Web-{0D473A7E-C4ED-38C6-938E-A75D6ED10A9C}" dt="2026-10-06T18:34:42.050" v="359"/>
          <ac:picMkLst>
            <pc:docMk/>
            <pc:sldMk cId="3749954416" sldId="278"/>
            <ac:picMk id="1045" creationId="{A4484CF9-067F-53FC-A530-F0A752366E84}"/>
          </ac:picMkLst>
        </pc:picChg>
        <pc:picChg chg="add">
          <ac:chgData name="EMERSON, Charlie" userId="S::charlie.emerson@sportfive.com::37e63fb3-2916-40e6-9249-35ce2cdf7da9" providerId="AD" clId="Web-{0D473A7E-C4ED-38C6-938E-A75D6ED10A9C}" dt="2026-10-06T18:34:42.097" v="360"/>
          <ac:picMkLst>
            <pc:docMk/>
            <pc:sldMk cId="3749954416" sldId="278"/>
            <ac:picMk id="1047" creationId="{DE4F6E95-BEF7-C789-95C2-65B6BF05DEFB}"/>
          </ac:picMkLst>
        </pc:picChg>
        <pc:picChg chg="add">
          <ac:chgData name="EMERSON, Charlie" userId="S::charlie.emerson@sportfive.com::37e63fb3-2916-40e6-9249-35ce2cdf7da9" providerId="AD" clId="Web-{0D473A7E-C4ED-38C6-938E-A75D6ED10A9C}" dt="2026-10-06T18:34:42.143" v="361"/>
          <ac:picMkLst>
            <pc:docMk/>
            <pc:sldMk cId="3749954416" sldId="278"/>
            <ac:picMk id="1049" creationId="{12F00C0D-E79E-E379-D7F6-620076037BF3}"/>
          </ac:picMkLst>
        </pc:picChg>
        <pc:picChg chg="add">
          <ac:chgData name="EMERSON, Charlie" userId="S::charlie.emerson@sportfive.com::37e63fb3-2916-40e6-9249-35ce2cdf7da9" providerId="AD" clId="Web-{0D473A7E-C4ED-38C6-938E-A75D6ED10A9C}" dt="2026-10-06T18:34:42.268" v="365"/>
          <ac:picMkLst>
            <pc:docMk/>
            <pc:sldMk cId="3749954416" sldId="278"/>
            <ac:picMk id="1057" creationId="{50483326-4EAF-450B-64C1-93CF4DCFEFE5}"/>
          </ac:picMkLst>
        </pc:picChg>
        <pc:picChg chg="add">
          <ac:chgData name="EMERSON, Charlie" userId="S::charlie.emerson@sportfive.com::37e63fb3-2916-40e6-9249-35ce2cdf7da9" providerId="AD" clId="Web-{0D473A7E-C4ED-38C6-938E-A75D6ED10A9C}" dt="2026-10-06T18:34:42.300" v="366"/>
          <ac:picMkLst>
            <pc:docMk/>
            <pc:sldMk cId="3749954416" sldId="278"/>
            <ac:picMk id="1059" creationId="{2E36E038-3297-0D15-12DE-6B410E6286B9}"/>
          </ac:picMkLst>
        </pc:picChg>
        <pc:picChg chg="add">
          <ac:chgData name="EMERSON, Charlie" userId="S::charlie.emerson@sportfive.com::37e63fb3-2916-40e6-9249-35ce2cdf7da9" providerId="AD" clId="Web-{0D473A7E-C4ED-38C6-938E-A75D6ED10A9C}" dt="2026-10-06T18:34:42.331" v="367"/>
          <ac:picMkLst>
            <pc:docMk/>
            <pc:sldMk cId="3749954416" sldId="278"/>
            <ac:picMk id="1061" creationId="{3DE617BA-0E07-075B-A251-4E7DD1E07D8A}"/>
          </ac:picMkLst>
        </pc:picChg>
        <pc:picChg chg="add">
          <ac:chgData name="EMERSON, Charlie" userId="S::charlie.emerson@sportfive.com::37e63fb3-2916-40e6-9249-35ce2cdf7da9" providerId="AD" clId="Web-{0D473A7E-C4ED-38C6-938E-A75D6ED10A9C}" dt="2026-10-06T18:34:42.425" v="370"/>
          <ac:picMkLst>
            <pc:docMk/>
            <pc:sldMk cId="3749954416" sldId="278"/>
            <ac:picMk id="1067" creationId="{8E575173-0C4A-1D31-7B66-0A23FA5C9C28}"/>
          </ac:picMkLst>
        </pc:picChg>
        <pc:picChg chg="add">
          <ac:chgData name="EMERSON, Charlie" userId="S::charlie.emerson@sportfive.com::37e63fb3-2916-40e6-9249-35ce2cdf7da9" providerId="AD" clId="Web-{0D473A7E-C4ED-38C6-938E-A75D6ED10A9C}" dt="2026-10-06T18:34:42.456" v="371"/>
          <ac:picMkLst>
            <pc:docMk/>
            <pc:sldMk cId="3749954416" sldId="278"/>
            <ac:picMk id="1069" creationId="{8903786F-7B71-B38C-55C3-F5694E2C16E0}"/>
          </ac:picMkLst>
        </pc:picChg>
        <pc:picChg chg="add">
          <ac:chgData name="EMERSON, Charlie" userId="S::charlie.emerson@sportfive.com::37e63fb3-2916-40e6-9249-35ce2cdf7da9" providerId="AD" clId="Web-{0D473A7E-C4ED-38C6-938E-A75D6ED10A9C}" dt="2026-10-06T18:34:42.503" v="373"/>
          <ac:picMkLst>
            <pc:docMk/>
            <pc:sldMk cId="3749954416" sldId="278"/>
            <ac:picMk id="1073" creationId="{CE109CA0-BA4C-03C2-9B98-9B82F64659C4}"/>
          </ac:picMkLst>
        </pc:picChg>
        <pc:picChg chg="add">
          <ac:chgData name="EMERSON, Charlie" userId="S::charlie.emerson@sportfive.com::37e63fb3-2916-40e6-9249-35ce2cdf7da9" providerId="AD" clId="Web-{0D473A7E-C4ED-38C6-938E-A75D6ED10A9C}" dt="2026-10-06T18:34:42.550" v="374"/>
          <ac:picMkLst>
            <pc:docMk/>
            <pc:sldMk cId="3749954416" sldId="278"/>
            <ac:picMk id="1075" creationId="{1AFFC332-0D0D-02B3-88E9-D3F0C7F47942}"/>
          </ac:picMkLst>
        </pc:picChg>
        <pc:picChg chg="add">
          <ac:chgData name="EMERSON, Charlie" userId="S::charlie.emerson@sportfive.com::37e63fb3-2916-40e6-9249-35ce2cdf7da9" providerId="AD" clId="Web-{0D473A7E-C4ED-38C6-938E-A75D6ED10A9C}" dt="2026-10-06T18:34:42.706" v="375"/>
          <ac:picMkLst>
            <pc:docMk/>
            <pc:sldMk cId="3749954416" sldId="278"/>
            <ac:picMk id="1077" creationId="{CF771EE0-45BD-513A-1D90-EB8B22DFAF3A}"/>
          </ac:picMkLst>
        </pc:picChg>
        <pc:picChg chg="add">
          <ac:chgData name="EMERSON, Charlie" userId="S::charlie.emerson@sportfive.com::37e63fb3-2916-40e6-9249-35ce2cdf7da9" providerId="AD" clId="Web-{0D473A7E-C4ED-38C6-938E-A75D6ED10A9C}" dt="2026-10-06T18:34:42.737" v="376"/>
          <ac:picMkLst>
            <pc:docMk/>
            <pc:sldMk cId="3749954416" sldId="278"/>
            <ac:picMk id="1079" creationId="{1BF649D0-96CE-695E-9815-78492B0D015E}"/>
          </ac:picMkLst>
        </pc:picChg>
        <pc:picChg chg="add">
          <ac:chgData name="EMERSON, Charlie" userId="S::charlie.emerson@sportfive.com::37e63fb3-2916-40e6-9249-35ce2cdf7da9" providerId="AD" clId="Web-{0D473A7E-C4ED-38C6-938E-A75D6ED10A9C}" dt="2026-10-06T18:34:42.925" v="377"/>
          <ac:picMkLst>
            <pc:docMk/>
            <pc:sldMk cId="3749954416" sldId="278"/>
            <ac:picMk id="1081" creationId="{581EC8C5-1D8F-FBED-B0A7-0481A7930470}"/>
          </ac:picMkLst>
        </pc:picChg>
        <pc:picChg chg="add">
          <ac:chgData name="EMERSON, Charlie" userId="S::charlie.emerson@sportfive.com::37e63fb3-2916-40e6-9249-35ce2cdf7da9" providerId="AD" clId="Web-{0D473A7E-C4ED-38C6-938E-A75D6ED10A9C}" dt="2026-10-06T18:34:42.956" v="378"/>
          <ac:picMkLst>
            <pc:docMk/>
            <pc:sldMk cId="3749954416" sldId="278"/>
            <ac:picMk id="1083" creationId="{6FD64781-C3DC-30A3-7270-5BF402EAD61A}"/>
          </ac:picMkLst>
        </pc:picChg>
        <pc:picChg chg="add">
          <ac:chgData name="EMERSON, Charlie" userId="S::charlie.emerson@sportfive.com::37e63fb3-2916-40e6-9249-35ce2cdf7da9" providerId="AD" clId="Web-{0D473A7E-C4ED-38C6-938E-A75D6ED10A9C}" dt="2026-10-06T18:34:42.971" v="379"/>
          <ac:picMkLst>
            <pc:docMk/>
            <pc:sldMk cId="3749954416" sldId="278"/>
            <ac:picMk id="1085" creationId="{C600B22B-283B-8E5C-D24E-4865FE6A375E}"/>
          </ac:picMkLst>
        </pc:picChg>
        <pc:picChg chg="add">
          <ac:chgData name="EMERSON, Charlie" userId="S::charlie.emerson@sportfive.com::37e63fb3-2916-40e6-9249-35ce2cdf7da9" providerId="AD" clId="Web-{0D473A7E-C4ED-38C6-938E-A75D6ED10A9C}" dt="2026-10-06T18:34:43.018" v="380"/>
          <ac:picMkLst>
            <pc:docMk/>
            <pc:sldMk cId="3749954416" sldId="278"/>
            <ac:picMk id="1087" creationId="{DAF95FDD-266C-2295-1000-843268CFAA3A}"/>
          </ac:picMkLst>
        </pc:picChg>
        <pc:picChg chg="add">
          <ac:chgData name="EMERSON, Charlie" userId="S::charlie.emerson@sportfive.com::37e63fb3-2916-40e6-9249-35ce2cdf7da9" providerId="AD" clId="Web-{0D473A7E-C4ED-38C6-938E-A75D6ED10A9C}" dt="2026-10-06T18:34:43.050" v="381"/>
          <ac:picMkLst>
            <pc:docMk/>
            <pc:sldMk cId="3749954416" sldId="278"/>
            <ac:picMk id="2049" creationId="{597FB12D-FB7F-9F9D-7CE4-A982212BD0DF}"/>
          </ac:picMkLst>
        </pc:picChg>
        <pc:picChg chg="add">
          <ac:chgData name="EMERSON, Charlie" userId="S::charlie.emerson@sportfive.com::37e63fb3-2916-40e6-9249-35ce2cdf7da9" providerId="AD" clId="Web-{0D473A7E-C4ED-38C6-938E-A75D6ED10A9C}" dt="2026-10-06T18:34:43.128" v="382"/>
          <ac:picMkLst>
            <pc:docMk/>
            <pc:sldMk cId="3749954416" sldId="278"/>
            <ac:picMk id="2051" creationId="{F82BCD84-FDEB-4A36-6C57-147F80C02628}"/>
          </ac:picMkLst>
        </pc:picChg>
        <pc:picChg chg="add">
          <ac:chgData name="EMERSON, Charlie" userId="S::charlie.emerson@sportfive.com::37e63fb3-2916-40e6-9249-35ce2cdf7da9" providerId="AD" clId="Web-{0D473A7E-C4ED-38C6-938E-A75D6ED10A9C}" dt="2026-10-06T18:34:43.159" v="383"/>
          <ac:picMkLst>
            <pc:docMk/>
            <pc:sldMk cId="3749954416" sldId="278"/>
            <ac:picMk id="2053" creationId="{96A69826-E7D7-BCDA-20D5-D1D06A77F51C}"/>
          </ac:picMkLst>
        </pc:picChg>
        <pc:picChg chg="add">
          <ac:chgData name="EMERSON, Charlie" userId="S::charlie.emerson@sportfive.com::37e63fb3-2916-40e6-9249-35ce2cdf7da9" providerId="AD" clId="Web-{0D473A7E-C4ED-38C6-938E-A75D6ED10A9C}" dt="2026-10-06T18:34:43.206" v="384"/>
          <ac:picMkLst>
            <pc:docMk/>
            <pc:sldMk cId="3749954416" sldId="278"/>
            <ac:picMk id="2055" creationId="{11E8F458-F1A9-0D08-2B50-FB5E0974BD97}"/>
          </ac:picMkLst>
        </pc:picChg>
        <pc:picChg chg="del">
          <ac:chgData name="EMERSON, Charlie" userId="S::charlie.emerson@sportfive.com::37e63fb3-2916-40e6-9249-35ce2cdf7da9" providerId="AD" clId="Web-{0D473A7E-C4ED-38C6-938E-A75D6ED10A9C}" dt="2026-10-06T18:34:28.518" v="330"/>
          <ac:picMkLst>
            <pc:docMk/>
            <pc:sldMk cId="3749954416" sldId="278"/>
            <ac:picMk id="2056" creationId="{715E68C5-9BA4-9843-214F-22B4AF0162AD}"/>
          </ac:picMkLst>
        </pc:picChg>
        <pc:picChg chg="add">
          <ac:chgData name="EMERSON, Charlie" userId="S::charlie.emerson@sportfive.com::37e63fb3-2916-40e6-9249-35ce2cdf7da9" providerId="AD" clId="Web-{0D473A7E-C4ED-38C6-938E-A75D6ED10A9C}" dt="2026-10-06T18:34:43.221" v="385"/>
          <ac:picMkLst>
            <pc:docMk/>
            <pc:sldMk cId="3749954416" sldId="278"/>
            <ac:picMk id="2058" creationId="{FE2C2FDB-01C4-00C2-F599-7BE218FE2D47}"/>
          </ac:picMkLst>
        </pc:picChg>
        <pc:picChg chg="add">
          <ac:chgData name="EMERSON, Charlie" userId="S::charlie.emerson@sportfive.com::37e63fb3-2916-40e6-9249-35ce2cdf7da9" providerId="AD" clId="Web-{0D473A7E-C4ED-38C6-938E-A75D6ED10A9C}" dt="2026-10-06T18:34:43.518" v="386"/>
          <ac:picMkLst>
            <pc:docMk/>
            <pc:sldMk cId="3749954416" sldId="278"/>
            <ac:picMk id="2060" creationId="{7DB115DE-4F3E-FED9-0865-63B5B1F0C797}"/>
          </ac:picMkLst>
        </pc:picChg>
        <pc:picChg chg="add">
          <ac:chgData name="EMERSON, Charlie" userId="S::charlie.emerson@sportfive.com::37e63fb3-2916-40e6-9249-35ce2cdf7da9" providerId="AD" clId="Web-{0D473A7E-C4ED-38C6-938E-A75D6ED10A9C}" dt="2026-10-06T18:34:43.550" v="387"/>
          <ac:picMkLst>
            <pc:docMk/>
            <pc:sldMk cId="3749954416" sldId="278"/>
            <ac:picMk id="2062" creationId="{7EA62151-8A94-59FE-0986-EE50F8DA3081}"/>
          </ac:picMkLst>
        </pc:picChg>
        <pc:picChg chg="add">
          <ac:chgData name="EMERSON, Charlie" userId="S::charlie.emerson@sportfive.com::37e63fb3-2916-40e6-9249-35ce2cdf7da9" providerId="AD" clId="Web-{0D473A7E-C4ED-38C6-938E-A75D6ED10A9C}" dt="2026-10-06T18:34:43.597" v="388"/>
          <ac:picMkLst>
            <pc:docMk/>
            <pc:sldMk cId="3749954416" sldId="278"/>
            <ac:picMk id="2064" creationId="{61398A39-220C-DDA4-53A5-A4BB84B8D181}"/>
          </ac:picMkLst>
        </pc:picChg>
        <pc:picChg chg="add">
          <ac:chgData name="EMERSON, Charlie" userId="S::charlie.emerson@sportfive.com::37e63fb3-2916-40e6-9249-35ce2cdf7da9" providerId="AD" clId="Web-{0D473A7E-C4ED-38C6-938E-A75D6ED10A9C}" dt="2026-10-06T18:34:43.768" v="389"/>
          <ac:picMkLst>
            <pc:docMk/>
            <pc:sldMk cId="3749954416" sldId="278"/>
            <ac:picMk id="2066" creationId="{F2AB6FBE-3DD7-090A-074D-5639B35CA1F6}"/>
          </ac:picMkLst>
        </pc:picChg>
        <pc:picChg chg="add">
          <ac:chgData name="EMERSON, Charlie" userId="S::charlie.emerson@sportfive.com::37e63fb3-2916-40e6-9249-35ce2cdf7da9" providerId="AD" clId="Web-{0D473A7E-C4ED-38C6-938E-A75D6ED10A9C}" dt="2026-10-06T18:34:43.800" v="390"/>
          <ac:picMkLst>
            <pc:docMk/>
            <pc:sldMk cId="3749954416" sldId="278"/>
            <ac:picMk id="2068" creationId="{A1BB3A33-E389-C7FB-D664-FEC369DF6C52}"/>
          </ac:picMkLst>
        </pc:picChg>
        <pc:picChg chg="add">
          <ac:chgData name="EMERSON, Charlie" userId="S::charlie.emerson@sportfive.com::37e63fb3-2916-40e6-9249-35ce2cdf7da9" providerId="AD" clId="Web-{0D473A7E-C4ED-38C6-938E-A75D6ED10A9C}" dt="2026-10-06T18:34:43.815" v="391"/>
          <ac:picMkLst>
            <pc:docMk/>
            <pc:sldMk cId="3749954416" sldId="278"/>
            <ac:picMk id="2070" creationId="{69526CCE-9BF1-51B4-A349-6E83A93BBC08}"/>
          </ac:picMkLst>
        </pc:picChg>
        <pc:picChg chg="add">
          <ac:chgData name="EMERSON, Charlie" userId="S::charlie.emerson@sportfive.com::37e63fb3-2916-40e6-9249-35ce2cdf7da9" providerId="AD" clId="Web-{0D473A7E-C4ED-38C6-938E-A75D6ED10A9C}" dt="2026-10-06T18:34:43.878" v="392"/>
          <ac:picMkLst>
            <pc:docMk/>
            <pc:sldMk cId="3749954416" sldId="278"/>
            <ac:picMk id="2072" creationId="{DF9427FF-7C6E-ECF2-C24A-A383C6836B49}"/>
          </ac:picMkLst>
        </pc:picChg>
        <pc:picChg chg="add">
          <ac:chgData name="EMERSON, Charlie" userId="S::charlie.emerson@sportfive.com::37e63fb3-2916-40e6-9249-35ce2cdf7da9" providerId="AD" clId="Web-{0D473A7E-C4ED-38C6-938E-A75D6ED10A9C}" dt="2026-10-06T18:34:43.893" v="393"/>
          <ac:picMkLst>
            <pc:docMk/>
            <pc:sldMk cId="3749954416" sldId="278"/>
            <ac:picMk id="2074" creationId="{0B2A2F92-632B-3B0B-E37B-CEBBCF732030}"/>
          </ac:picMkLst>
        </pc:picChg>
        <pc:picChg chg="add">
          <ac:chgData name="EMERSON, Charlie" userId="S::charlie.emerson@sportfive.com::37e63fb3-2916-40e6-9249-35ce2cdf7da9" providerId="AD" clId="Web-{0D473A7E-C4ED-38C6-938E-A75D6ED10A9C}" dt="2026-10-06T18:34:43.956" v="394"/>
          <ac:picMkLst>
            <pc:docMk/>
            <pc:sldMk cId="3749954416" sldId="278"/>
            <ac:picMk id="2076" creationId="{63E87AF9-67C8-0BBE-87F0-D27E189482AB}"/>
          </ac:picMkLst>
        </pc:picChg>
        <pc:picChg chg="add">
          <ac:chgData name="EMERSON, Charlie" userId="S::charlie.emerson@sportfive.com::37e63fb3-2916-40e6-9249-35ce2cdf7da9" providerId="AD" clId="Web-{0D473A7E-C4ED-38C6-938E-A75D6ED10A9C}" dt="2026-10-06T18:34:44.050" v="395"/>
          <ac:picMkLst>
            <pc:docMk/>
            <pc:sldMk cId="3749954416" sldId="278"/>
            <ac:picMk id="2078" creationId="{3A38D010-C69C-9B15-31CA-0B921BB2EACD}"/>
          </ac:picMkLst>
        </pc:picChg>
        <pc:picChg chg="add">
          <ac:chgData name="EMERSON, Charlie" userId="S::charlie.emerson@sportfive.com::37e63fb3-2916-40e6-9249-35ce2cdf7da9" providerId="AD" clId="Web-{0D473A7E-C4ED-38C6-938E-A75D6ED10A9C}" dt="2026-10-06T18:34:44.081" v="396"/>
          <ac:picMkLst>
            <pc:docMk/>
            <pc:sldMk cId="3749954416" sldId="278"/>
            <ac:picMk id="2080" creationId="{BC275A31-33B9-A7B6-1430-EB16618509BC}"/>
          </ac:picMkLst>
        </pc:picChg>
        <pc:picChg chg="add">
          <ac:chgData name="EMERSON, Charlie" userId="S::charlie.emerson@sportfive.com::37e63fb3-2916-40e6-9249-35ce2cdf7da9" providerId="AD" clId="Web-{0D473A7E-C4ED-38C6-938E-A75D6ED10A9C}" dt="2026-10-06T18:34:44.128" v="397"/>
          <ac:picMkLst>
            <pc:docMk/>
            <pc:sldMk cId="3749954416" sldId="278"/>
            <ac:picMk id="2082" creationId="{A8D6FE97-D96F-296D-5524-C3C8299BA691}"/>
          </ac:picMkLst>
        </pc:picChg>
        <pc:picChg chg="add">
          <ac:chgData name="EMERSON, Charlie" userId="S::charlie.emerson@sportfive.com::37e63fb3-2916-40e6-9249-35ce2cdf7da9" providerId="AD" clId="Web-{0D473A7E-C4ED-38C6-938E-A75D6ED10A9C}" dt="2026-10-06T18:34:44.159" v="398"/>
          <ac:picMkLst>
            <pc:docMk/>
            <pc:sldMk cId="3749954416" sldId="278"/>
            <ac:picMk id="2084" creationId="{4154AA8F-6C00-FC35-A925-0688142C0A3B}"/>
          </ac:picMkLst>
        </pc:picChg>
        <pc:picChg chg="add">
          <ac:chgData name="EMERSON, Charlie" userId="S::charlie.emerson@sportfive.com::37e63fb3-2916-40e6-9249-35ce2cdf7da9" providerId="AD" clId="Web-{0D473A7E-C4ED-38C6-938E-A75D6ED10A9C}" dt="2026-10-06T18:34:44.190" v="399"/>
          <ac:picMkLst>
            <pc:docMk/>
            <pc:sldMk cId="3749954416" sldId="278"/>
            <ac:picMk id="2086" creationId="{60032B28-2996-2FF5-7BA7-2F242879A681}"/>
          </ac:picMkLst>
        </pc:picChg>
        <pc:picChg chg="add">
          <ac:chgData name="EMERSON, Charlie" userId="S::charlie.emerson@sportfive.com::37e63fb3-2916-40e6-9249-35ce2cdf7da9" providerId="AD" clId="Web-{0D473A7E-C4ED-38C6-938E-A75D6ED10A9C}" dt="2026-10-06T18:34:44.222" v="400"/>
          <ac:picMkLst>
            <pc:docMk/>
            <pc:sldMk cId="3749954416" sldId="278"/>
            <ac:picMk id="2088" creationId="{2F8EC976-0E10-5164-A50C-4C09E94F4A18}"/>
          </ac:picMkLst>
        </pc:picChg>
        <pc:picChg chg="add">
          <ac:chgData name="EMERSON, Charlie" userId="S::charlie.emerson@sportfive.com::37e63fb3-2916-40e6-9249-35ce2cdf7da9" providerId="AD" clId="Web-{0D473A7E-C4ED-38C6-938E-A75D6ED10A9C}" dt="2026-10-06T18:34:44.331" v="401"/>
          <ac:picMkLst>
            <pc:docMk/>
            <pc:sldMk cId="3749954416" sldId="278"/>
            <ac:picMk id="2090" creationId="{53B63386-1EAE-0239-D673-C4747E5181F5}"/>
          </ac:picMkLst>
        </pc:picChg>
        <pc:picChg chg="add">
          <ac:chgData name="EMERSON, Charlie" userId="S::charlie.emerson@sportfive.com::37e63fb3-2916-40e6-9249-35ce2cdf7da9" providerId="AD" clId="Web-{0D473A7E-C4ED-38C6-938E-A75D6ED10A9C}" dt="2026-10-06T18:34:44.362" v="402"/>
          <ac:picMkLst>
            <pc:docMk/>
            <pc:sldMk cId="3749954416" sldId="278"/>
            <ac:picMk id="2092" creationId="{8D79CFFD-052F-AA58-C6EF-652EBA02EF08}"/>
          </ac:picMkLst>
        </pc:picChg>
        <pc:picChg chg="add">
          <ac:chgData name="EMERSON, Charlie" userId="S::charlie.emerson@sportfive.com::37e63fb3-2916-40e6-9249-35ce2cdf7da9" providerId="AD" clId="Web-{0D473A7E-C4ED-38C6-938E-A75D6ED10A9C}" dt="2026-10-06T18:34:44.393" v="403"/>
          <ac:picMkLst>
            <pc:docMk/>
            <pc:sldMk cId="3749954416" sldId="278"/>
            <ac:picMk id="2094" creationId="{E70ED71B-D4D8-911C-D4B9-406D3359D64B}"/>
          </ac:picMkLst>
        </pc:picChg>
        <pc:picChg chg="add">
          <ac:chgData name="EMERSON, Charlie" userId="S::charlie.emerson@sportfive.com::37e63fb3-2916-40e6-9249-35ce2cdf7da9" providerId="AD" clId="Web-{0D473A7E-C4ED-38C6-938E-A75D6ED10A9C}" dt="2026-10-06T18:34:44.440" v="404"/>
          <ac:picMkLst>
            <pc:docMk/>
            <pc:sldMk cId="3749954416" sldId="278"/>
            <ac:picMk id="2096" creationId="{A426B83B-9DF8-38BB-45B7-90A41A8B4C1E}"/>
          </ac:picMkLst>
        </pc:picChg>
        <pc:picChg chg="add">
          <ac:chgData name="EMERSON, Charlie" userId="S::charlie.emerson@sportfive.com::37e63fb3-2916-40e6-9249-35ce2cdf7da9" providerId="AD" clId="Web-{0D473A7E-C4ED-38C6-938E-A75D6ED10A9C}" dt="2026-10-06T18:34:44.472" v="405"/>
          <ac:picMkLst>
            <pc:docMk/>
            <pc:sldMk cId="3749954416" sldId="278"/>
            <ac:picMk id="2098" creationId="{499AF0AF-8EC1-59F7-B40A-DE48E7706DBB}"/>
          </ac:picMkLst>
        </pc:picChg>
        <pc:picChg chg="add">
          <ac:chgData name="EMERSON, Charlie" userId="S::charlie.emerson@sportfive.com::37e63fb3-2916-40e6-9249-35ce2cdf7da9" providerId="AD" clId="Web-{0D473A7E-C4ED-38C6-938E-A75D6ED10A9C}" dt="2026-10-06T18:34:44.503" v="406"/>
          <ac:picMkLst>
            <pc:docMk/>
            <pc:sldMk cId="3749954416" sldId="278"/>
            <ac:picMk id="2100" creationId="{910673FC-49D7-E528-4614-BF3CB1FB9C73}"/>
          </ac:picMkLst>
        </pc:picChg>
        <pc:picChg chg="add">
          <ac:chgData name="EMERSON, Charlie" userId="S::charlie.emerson@sportfive.com::37e63fb3-2916-40e6-9249-35ce2cdf7da9" providerId="AD" clId="Web-{0D473A7E-C4ED-38C6-938E-A75D6ED10A9C}" dt="2026-10-06T18:34:44.534" v="407"/>
          <ac:picMkLst>
            <pc:docMk/>
            <pc:sldMk cId="3749954416" sldId="278"/>
            <ac:picMk id="2102" creationId="{8AC34D2E-81A7-7733-9E49-3AD25A69FA4C}"/>
          </ac:picMkLst>
        </pc:picChg>
        <pc:picChg chg="add">
          <ac:chgData name="EMERSON, Charlie" userId="S::charlie.emerson@sportfive.com::37e63fb3-2916-40e6-9249-35ce2cdf7da9" providerId="AD" clId="Web-{0D473A7E-C4ED-38C6-938E-A75D6ED10A9C}" dt="2026-10-06T18:34:44.565" v="408"/>
          <ac:picMkLst>
            <pc:docMk/>
            <pc:sldMk cId="3749954416" sldId="278"/>
            <ac:picMk id="2104" creationId="{7AAC07C4-1672-AC70-1D4A-65A3F505EC45}"/>
          </ac:picMkLst>
        </pc:picChg>
        <pc:picChg chg="add">
          <ac:chgData name="EMERSON, Charlie" userId="S::charlie.emerson@sportfive.com::37e63fb3-2916-40e6-9249-35ce2cdf7da9" providerId="AD" clId="Web-{0D473A7E-C4ED-38C6-938E-A75D6ED10A9C}" dt="2026-10-06T18:34:44.597" v="409"/>
          <ac:picMkLst>
            <pc:docMk/>
            <pc:sldMk cId="3749954416" sldId="278"/>
            <ac:picMk id="2106" creationId="{EFBF3905-FD80-6908-F049-CEBD8D7647EE}"/>
          </ac:picMkLst>
        </pc:picChg>
        <pc:picChg chg="add">
          <ac:chgData name="EMERSON, Charlie" userId="S::charlie.emerson@sportfive.com::37e63fb3-2916-40e6-9249-35ce2cdf7da9" providerId="AD" clId="Web-{0D473A7E-C4ED-38C6-938E-A75D6ED10A9C}" dt="2026-10-06T18:34:44.643" v="410"/>
          <ac:picMkLst>
            <pc:docMk/>
            <pc:sldMk cId="3749954416" sldId="278"/>
            <ac:picMk id="2108" creationId="{526EA39A-F9A7-9EAF-C2D6-741548FD86F4}"/>
          </ac:picMkLst>
        </pc:picChg>
        <pc:picChg chg="add">
          <ac:chgData name="EMERSON, Charlie" userId="S::charlie.emerson@sportfive.com::37e63fb3-2916-40e6-9249-35ce2cdf7da9" providerId="AD" clId="Web-{0D473A7E-C4ED-38C6-938E-A75D6ED10A9C}" dt="2026-10-06T18:34:44.675" v="411"/>
          <ac:picMkLst>
            <pc:docMk/>
            <pc:sldMk cId="3749954416" sldId="278"/>
            <ac:picMk id="2110" creationId="{2933A5A9-4155-76EC-4D90-114BDA782C6F}"/>
          </ac:picMkLst>
        </pc:picChg>
        <pc:picChg chg="add">
          <ac:chgData name="EMERSON, Charlie" userId="S::charlie.emerson@sportfive.com::37e63fb3-2916-40e6-9249-35ce2cdf7da9" providerId="AD" clId="Web-{0D473A7E-C4ED-38C6-938E-A75D6ED10A9C}" dt="2026-10-06T18:34:44.706" v="412"/>
          <ac:picMkLst>
            <pc:docMk/>
            <pc:sldMk cId="3749954416" sldId="278"/>
            <ac:picMk id="2112" creationId="{62BB69AD-821C-4D9B-C2F3-8B3792524E47}"/>
          </ac:picMkLst>
        </pc:picChg>
        <pc:picChg chg="add">
          <ac:chgData name="EMERSON, Charlie" userId="S::charlie.emerson@sportfive.com::37e63fb3-2916-40e6-9249-35ce2cdf7da9" providerId="AD" clId="Web-{0D473A7E-C4ED-38C6-938E-A75D6ED10A9C}" dt="2026-10-06T18:34:44.737" v="413"/>
          <ac:picMkLst>
            <pc:docMk/>
            <pc:sldMk cId="3749954416" sldId="278"/>
            <ac:picMk id="2114" creationId="{BA254C57-B1BF-4688-8C68-4385C0810B7D}"/>
          </ac:picMkLst>
        </pc:picChg>
        <pc:picChg chg="add">
          <ac:chgData name="EMERSON, Charlie" userId="S::charlie.emerson@sportfive.com::37e63fb3-2916-40e6-9249-35ce2cdf7da9" providerId="AD" clId="Web-{0D473A7E-C4ED-38C6-938E-A75D6ED10A9C}" dt="2026-10-06T18:34:44.768" v="414"/>
          <ac:picMkLst>
            <pc:docMk/>
            <pc:sldMk cId="3749954416" sldId="278"/>
            <ac:picMk id="2116" creationId="{57FC5169-5925-E14E-BEAE-AA326F75E67E}"/>
          </ac:picMkLst>
        </pc:picChg>
        <pc:picChg chg="add">
          <ac:chgData name="EMERSON, Charlie" userId="S::charlie.emerson@sportfive.com::37e63fb3-2916-40e6-9249-35ce2cdf7da9" providerId="AD" clId="Web-{0D473A7E-C4ED-38C6-938E-A75D6ED10A9C}" dt="2026-10-06T18:34:44.800" v="415"/>
          <ac:picMkLst>
            <pc:docMk/>
            <pc:sldMk cId="3749954416" sldId="278"/>
            <ac:picMk id="2118" creationId="{65752473-B1CE-A2F8-0081-5C1965DD3B50}"/>
          </ac:picMkLst>
        </pc:picChg>
        <pc:picChg chg="add">
          <ac:chgData name="EMERSON, Charlie" userId="S::charlie.emerson@sportfive.com::37e63fb3-2916-40e6-9249-35ce2cdf7da9" providerId="AD" clId="Web-{0D473A7E-C4ED-38C6-938E-A75D6ED10A9C}" dt="2026-10-06T18:34:44.831" v="416"/>
          <ac:picMkLst>
            <pc:docMk/>
            <pc:sldMk cId="3749954416" sldId="278"/>
            <ac:picMk id="2120" creationId="{2243955D-6388-94F1-57AD-6B383B550846}"/>
          </ac:picMkLst>
        </pc:picChg>
        <pc:picChg chg="add">
          <ac:chgData name="EMERSON, Charlie" userId="S::charlie.emerson@sportfive.com::37e63fb3-2916-40e6-9249-35ce2cdf7da9" providerId="AD" clId="Web-{0D473A7E-C4ED-38C6-938E-A75D6ED10A9C}" dt="2026-10-06T18:34:44.862" v="417"/>
          <ac:picMkLst>
            <pc:docMk/>
            <pc:sldMk cId="3749954416" sldId="278"/>
            <ac:picMk id="2122" creationId="{9A1A1EF4-90E0-6ABE-5838-59695B31A100}"/>
          </ac:picMkLst>
        </pc:picChg>
        <pc:picChg chg="add">
          <ac:chgData name="EMERSON, Charlie" userId="S::charlie.emerson@sportfive.com::37e63fb3-2916-40e6-9249-35ce2cdf7da9" providerId="AD" clId="Web-{0D473A7E-C4ED-38C6-938E-A75D6ED10A9C}" dt="2026-10-06T18:34:44.909" v="418"/>
          <ac:picMkLst>
            <pc:docMk/>
            <pc:sldMk cId="3749954416" sldId="278"/>
            <ac:picMk id="2124" creationId="{EFB24E8A-A5A7-1C85-C6B1-00C04B4B6B10}"/>
          </ac:picMkLst>
        </pc:picChg>
        <pc:picChg chg="add">
          <ac:chgData name="EMERSON, Charlie" userId="S::charlie.emerson@sportfive.com::37e63fb3-2916-40e6-9249-35ce2cdf7da9" providerId="AD" clId="Web-{0D473A7E-C4ED-38C6-938E-A75D6ED10A9C}" dt="2026-10-06T18:34:44.987" v="419"/>
          <ac:picMkLst>
            <pc:docMk/>
            <pc:sldMk cId="3749954416" sldId="278"/>
            <ac:picMk id="2126" creationId="{6BBF7DC2-F1EA-43CF-CDFF-6BE06F55C93F}"/>
          </ac:picMkLst>
        </pc:picChg>
        <pc:picChg chg="add">
          <ac:chgData name="EMERSON, Charlie" userId="S::charlie.emerson@sportfive.com::37e63fb3-2916-40e6-9249-35ce2cdf7da9" providerId="AD" clId="Web-{0D473A7E-C4ED-38C6-938E-A75D6ED10A9C}" dt="2026-10-06T18:34:45.018" v="420"/>
          <ac:picMkLst>
            <pc:docMk/>
            <pc:sldMk cId="3749954416" sldId="278"/>
            <ac:picMk id="2128" creationId="{4599C43A-B8EF-EF4F-A378-9F77AE1BAE28}"/>
          </ac:picMkLst>
        </pc:picChg>
        <pc:picChg chg="add">
          <ac:chgData name="EMERSON, Charlie" userId="S::charlie.emerson@sportfive.com::37e63fb3-2916-40e6-9249-35ce2cdf7da9" providerId="AD" clId="Web-{0D473A7E-C4ED-38C6-938E-A75D6ED10A9C}" dt="2026-10-06T18:34:45.065" v="421"/>
          <ac:picMkLst>
            <pc:docMk/>
            <pc:sldMk cId="3749954416" sldId="278"/>
            <ac:picMk id="2130" creationId="{C42F4890-DD8D-6503-C40B-56CA1C12FD53}"/>
          </ac:picMkLst>
        </pc:picChg>
        <pc:picChg chg="add">
          <ac:chgData name="EMERSON, Charlie" userId="S::charlie.emerson@sportfive.com::37e63fb3-2916-40e6-9249-35ce2cdf7da9" providerId="AD" clId="Web-{0D473A7E-C4ED-38C6-938E-A75D6ED10A9C}" dt="2026-10-06T18:34:45.097" v="422"/>
          <ac:picMkLst>
            <pc:docMk/>
            <pc:sldMk cId="3749954416" sldId="278"/>
            <ac:picMk id="2132" creationId="{5700BAD1-07D4-016C-7B96-89B96E24B6C0}"/>
          </ac:picMkLst>
        </pc:picChg>
        <pc:picChg chg="add">
          <ac:chgData name="EMERSON, Charlie" userId="S::charlie.emerson@sportfive.com::37e63fb3-2916-40e6-9249-35ce2cdf7da9" providerId="AD" clId="Web-{0D473A7E-C4ED-38C6-938E-A75D6ED10A9C}" dt="2026-10-06T18:34:45.143" v="423"/>
          <ac:picMkLst>
            <pc:docMk/>
            <pc:sldMk cId="3749954416" sldId="278"/>
            <ac:picMk id="2134" creationId="{DE333980-8A01-A32D-E766-F987B275C6B9}"/>
          </ac:picMkLst>
        </pc:picChg>
        <pc:picChg chg="add">
          <ac:chgData name="EMERSON, Charlie" userId="S::charlie.emerson@sportfive.com::37e63fb3-2916-40e6-9249-35ce2cdf7da9" providerId="AD" clId="Web-{0D473A7E-C4ED-38C6-938E-A75D6ED10A9C}" dt="2026-10-06T18:34:45.190" v="424"/>
          <ac:picMkLst>
            <pc:docMk/>
            <pc:sldMk cId="3749954416" sldId="278"/>
            <ac:picMk id="2136" creationId="{1FB9BDCC-9CD1-9702-D8BF-2B76F0A44219}"/>
          </ac:picMkLst>
        </pc:picChg>
        <pc:picChg chg="add">
          <ac:chgData name="EMERSON, Charlie" userId="S::charlie.emerson@sportfive.com::37e63fb3-2916-40e6-9249-35ce2cdf7da9" providerId="AD" clId="Web-{0D473A7E-C4ED-38C6-938E-A75D6ED10A9C}" dt="2026-10-06T18:34:45.237" v="425"/>
          <ac:picMkLst>
            <pc:docMk/>
            <pc:sldMk cId="3749954416" sldId="278"/>
            <ac:picMk id="2138" creationId="{37116533-522C-336B-9F2C-9CD3E7D50B25}"/>
          </ac:picMkLst>
        </pc:picChg>
        <pc:picChg chg="add">
          <ac:chgData name="EMERSON, Charlie" userId="S::charlie.emerson@sportfive.com::37e63fb3-2916-40e6-9249-35ce2cdf7da9" providerId="AD" clId="Web-{0D473A7E-C4ED-38C6-938E-A75D6ED10A9C}" dt="2026-10-06T18:34:45.300" v="427"/>
          <ac:picMkLst>
            <pc:docMk/>
            <pc:sldMk cId="3749954416" sldId="278"/>
            <ac:picMk id="2142" creationId="{CA1B4D6C-079D-C610-5AD7-8E4F028418DB}"/>
          </ac:picMkLst>
        </pc:picChg>
        <pc:picChg chg="add">
          <ac:chgData name="EMERSON, Charlie" userId="S::charlie.emerson@sportfive.com::37e63fb3-2916-40e6-9249-35ce2cdf7da9" providerId="AD" clId="Web-{0D473A7E-C4ED-38C6-938E-A75D6ED10A9C}" dt="2026-10-06T18:34:45.347" v="428"/>
          <ac:picMkLst>
            <pc:docMk/>
            <pc:sldMk cId="3749954416" sldId="278"/>
            <ac:picMk id="2144" creationId="{3A261FE1-6CA5-0F51-A14F-EF5EEB55FF3C}"/>
          </ac:picMkLst>
        </pc:picChg>
        <pc:picChg chg="add">
          <ac:chgData name="EMERSON, Charlie" userId="S::charlie.emerson@sportfive.com::37e63fb3-2916-40e6-9249-35ce2cdf7da9" providerId="AD" clId="Web-{0D473A7E-C4ED-38C6-938E-A75D6ED10A9C}" dt="2026-10-06T18:34:45.425" v="429"/>
          <ac:picMkLst>
            <pc:docMk/>
            <pc:sldMk cId="3749954416" sldId="278"/>
            <ac:picMk id="2146" creationId="{D81DB8E7-FE5B-523D-634C-94FC898F97B7}"/>
          </ac:picMkLst>
        </pc:picChg>
        <pc:picChg chg="add">
          <ac:chgData name="EMERSON, Charlie" userId="S::charlie.emerson@sportfive.com::37e63fb3-2916-40e6-9249-35ce2cdf7da9" providerId="AD" clId="Web-{0D473A7E-C4ED-38C6-938E-A75D6ED10A9C}" dt="2026-10-06T18:34:45.472" v="430"/>
          <ac:picMkLst>
            <pc:docMk/>
            <pc:sldMk cId="3749954416" sldId="278"/>
            <ac:picMk id="2148" creationId="{56034DA2-53C0-9181-65CD-9F8709E8BC13}"/>
          </ac:picMkLst>
        </pc:picChg>
        <pc:picChg chg="add">
          <ac:chgData name="EMERSON, Charlie" userId="S::charlie.emerson@sportfive.com::37e63fb3-2916-40e6-9249-35ce2cdf7da9" providerId="AD" clId="Web-{0D473A7E-C4ED-38C6-938E-A75D6ED10A9C}" dt="2026-10-06T18:34:45.550" v="431"/>
          <ac:picMkLst>
            <pc:docMk/>
            <pc:sldMk cId="3749954416" sldId="278"/>
            <ac:picMk id="2150" creationId="{5519496C-F109-2A42-F0CE-0335548FA44F}"/>
          </ac:picMkLst>
        </pc:picChg>
        <pc:picChg chg="add">
          <ac:chgData name="EMERSON, Charlie" userId="S::charlie.emerson@sportfive.com::37e63fb3-2916-40e6-9249-35ce2cdf7da9" providerId="AD" clId="Web-{0D473A7E-C4ED-38C6-938E-A75D6ED10A9C}" dt="2026-10-06T18:34:45.581" v="432"/>
          <ac:picMkLst>
            <pc:docMk/>
            <pc:sldMk cId="3749954416" sldId="278"/>
            <ac:picMk id="2152" creationId="{A38E237D-2F48-9B4E-F9E2-AACA8A40E98E}"/>
          </ac:picMkLst>
        </pc:picChg>
        <pc:picChg chg="add">
          <ac:chgData name="EMERSON, Charlie" userId="S::charlie.emerson@sportfive.com::37e63fb3-2916-40e6-9249-35ce2cdf7da9" providerId="AD" clId="Web-{0D473A7E-C4ED-38C6-938E-A75D6ED10A9C}" dt="2026-10-06T18:34:45.722" v="433"/>
          <ac:picMkLst>
            <pc:docMk/>
            <pc:sldMk cId="3749954416" sldId="278"/>
            <ac:picMk id="2154" creationId="{6438B52E-97D0-B07A-B1D6-319F7C7447DE}"/>
          </ac:picMkLst>
        </pc:picChg>
        <pc:picChg chg="add">
          <ac:chgData name="EMERSON, Charlie" userId="S::charlie.emerson@sportfive.com::37e63fb3-2916-40e6-9249-35ce2cdf7da9" providerId="AD" clId="Web-{0D473A7E-C4ED-38C6-938E-A75D6ED10A9C}" dt="2026-10-06T18:34:45.753" v="434"/>
          <ac:picMkLst>
            <pc:docMk/>
            <pc:sldMk cId="3749954416" sldId="278"/>
            <ac:picMk id="2156" creationId="{17ADE47D-024E-F258-BA13-1BCD19EDFFBD}"/>
          </ac:picMkLst>
        </pc:picChg>
        <pc:picChg chg="add">
          <ac:chgData name="EMERSON, Charlie" userId="S::charlie.emerson@sportfive.com::37e63fb3-2916-40e6-9249-35ce2cdf7da9" providerId="AD" clId="Web-{0D473A7E-C4ED-38C6-938E-A75D6ED10A9C}" dt="2026-10-06T18:34:45.784" v="435"/>
          <ac:picMkLst>
            <pc:docMk/>
            <pc:sldMk cId="3749954416" sldId="278"/>
            <ac:picMk id="2158" creationId="{20BFAA7A-8079-CC58-0D25-B87C3A412B19}"/>
          </ac:picMkLst>
        </pc:picChg>
        <pc:picChg chg="add">
          <ac:chgData name="EMERSON, Charlie" userId="S::charlie.emerson@sportfive.com::37e63fb3-2916-40e6-9249-35ce2cdf7da9" providerId="AD" clId="Web-{0D473A7E-C4ED-38C6-938E-A75D6ED10A9C}" dt="2026-10-06T18:34:45.815" v="436"/>
          <ac:picMkLst>
            <pc:docMk/>
            <pc:sldMk cId="3749954416" sldId="278"/>
            <ac:picMk id="2160" creationId="{D2743164-02E1-ABCE-C197-057B80A1ED3B}"/>
          </ac:picMkLst>
        </pc:picChg>
        <pc:picChg chg="add">
          <ac:chgData name="EMERSON, Charlie" userId="S::charlie.emerson@sportfive.com::37e63fb3-2916-40e6-9249-35ce2cdf7da9" providerId="AD" clId="Web-{0D473A7E-C4ED-38C6-938E-A75D6ED10A9C}" dt="2026-10-06T18:34:45.847" v="437"/>
          <ac:picMkLst>
            <pc:docMk/>
            <pc:sldMk cId="3749954416" sldId="278"/>
            <ac:picMk id="2162" creationId="{94820904-B827-BAC6-F491-6DD354E164F6}"/>
          </ac:picMkLst>
        </pc:picChg>
        <pc:picChg chg="add">
          <ac:chgData name="EMERSON, Charlie" userId="S::charlie.emerson@sportfive.com::37e63fb3-2916-40e6-9249-35ce2cdf7da9" providerId="AD" clId="Web-{0D473A7E-C4ED-38C6-938E-A75D6ED10A9C}" dt="2026-10-06T18:34:45.878" v="438"/>
          <ac:picMkLst>
            <pc:docMk/>
            <pc:sldMk cId="3749954416" sldId="278"/>
            <ac:picMk id="2164" creationId="{D4A666BD-8A9F-1212-8B9E-4D370374884F}"/>
          </ac:picMkLst>
        </pc:picChg>
        <pc:picChg chg="add">
          <ac:chgData name="EMERSON, Charlie" userId="S::charlie.emerson@sportfive.com::37e63fb3-2916-40e6-9249-35ce2cdf7da9" providerId="AD" clId="Web-{0D473A7E-C4ED-38C6-938E-A75D6ED10A9C}" dt="2026-10-06T18:34:45.909" v="439"/>
          <ac:picMkLst>
            <pc:docMk/>
            <pc:sldMk cId="3749954416" sldId="278"/>
            <ac:picMk id="2166" creationId="{5E93D2E4-267F-A90B-991E-E7D61603E2BD}"/>
          </ac:picMkLst>
        </pc:picChg>
        <pc:picChg chg="add">
          <ac:chgData name="EMERSON, Charlie" userId="S::charlie.emerson@sportfive.com::37e63fb3-2916-40e6-9249-35ce2cdf7da9" providerId="AD" clId="Web-{0D473A7E-C4ED-38C6-938E-A75D6ED10A9C}" dt="2026-10-06T18:34:45.956" v="440"/>
          <ac:picMkLst>
            <pc:docMk/>
            <pc:sldMk cId="3749954416" sldId="278"/>
            <ac:picMk id="2168" creationId="{91FF3802-CB58-4323-805F-C85064320CB7}"/>
          </ac:picMkLst>
        </pc:picChg>
        <pc:picChg chg="add">
          <ac:chgData name="EMERSON, Charlie" userId="S::charlie.emerson@sportfive.com::37e63fb3-2916-40e6-9249-35ce2cdf7da9" providerId="AD" clId="Web-{0D473A7E-C4ED-38C6-938E-A75D6ED10A9C}" dt="2026-10-06T18:34:45.987" v="441"/>
          <ac:picMkLst>
            <pc:docMk/>
            <pc:sldMk cId="3749954416" sldId="278"/>
            <ac:picMk id="2170" creationId="{63B83FA4-A343-3D49-0FEB-C5A88E190412}"/>
          </ac:picMkLst>
        </pc:picChg>
        <pc:picChg chg="add">
          <ac:chgData name="EMERSON, Charlie" userId="S::charlie.emerson@sportfive.com::37e63fb3-2916-40e6-9249-35ce2cdf7da9" providerId="AD" clId="Web-{0D473A7E-C4ED-38C6-938E-A75D6ED10A9C}" dt="2026-10-06T18:34:46.081" v="442"/>
          <ac:picMkLst>
            <pc:docMk/>
            <pc:sldMk cId="3749954416" sldId="278"/>
            <ac:picMk id="2172" creationId="{81F73F00-53FE-3E2E-3338-CAC0D10D8689}"/>
          </ac:picMkLst>
        </pc:picChg>
        <pc:picChg chg="add">
          <ac:chgData name="EMERSON, Charlie" userId="S::charlie.emerson@sportfive.com::37e63fb3-2916-40e6-9249-35ce2cdf7da9" providerId="AD" clId="Web-{0D473A7E-C4ED-38C6-938E-A75D6ED10A9C}" dt="2026-10-06T18:34:46.128" v="443"/>
          <ac:picMkLst>
            <pc:docMk/>
            <pc:sldMk cId="3749954416" sldId="278"/>
            <ac:picMk id="2174" creationId="{5D44CC96-C3B8-84AC-65FC-D41C0EB18344}"/>
          </ac:picMkLst>
        </pc:picChg>
        <pc:picChg chg="add">
          <ac:chgData name="EMERSON, Charlie" userId="S::charlie.emerson@sportfive.com::37e63fb3-2916-40e6-9249-35ce2cdf7da9" providerId="AD" clId="Web-{0D473A7E-C4ED-38C6-938E-A75D6ED10A9C}" dt="2026-10-06T18:34:46.159" v="444"/>
          <ac:picMkLst>
            <pc:docMk/>
            <pc:sldMk cId="3749954416" sldId="278"/>
            <ac:picMk id="2176" creationId="{8B8B5417-5583-7999-2C96-CC0924EAA1D5}"/>
          </ac:picMkLst>
        </pc:picChg>
        <pc:picChg chg="add">
          <ac:chgData name="EMERSON, Charlie" userId="S::charlie.emerson@sportfive.com::37e63fb3-2916-40e6-9249-35ce2cdf7da9" providerId="AD" clId="Web-{0D473A7E-C4ED-38C6-938E-A75D6ED10A9C}" dt="2026-10-06T18:34:46.190" v="445"/>
          <ac:picMkLst>
            <pc:docMk/>
            <pc:sldMk cId="3749954416" sldId="278"/>
            <ac:picMk id="2178" creationId="{99536FD6-D726-6EDA-248B-71513F16D6CF}"/>
          </ac:picMkLst>
        </pc:picChg>
        <pc:picChg chg="add">
          <ac:chgData name="EMERSON, Charlie" userId="S::charlie.emerson@sportfive.com::37e63fb3-2916-40e6-9249-35ce2cdf7da9" providerId="AD" clId="Web-{0D473A7E-C4ED-38C6-938E-A75D6ED10A9C}" dt="2026-10-06T18:34:46.222" v="446"/>
          <ac:picMkLst>
            <pc:docMk/>
            <pc:sldMk cId="3749954416" sldId="278"/>
            <ac:picMk id="2180" creationId="{3F9DE279-E9F8-7D2D-74AB-BD2C9FD0C9EC}"/>
          </ac:picMkLst>
        </pc:picChg>
        <pc:picChg chg="add">
          <ac:chgData name="EMERSON, Charlie" userId="S::charlie.emerson@sportfive.com::37e63fb3-2916-40e6-9249-35ce2cdf7da9" providerId="AD" clId="Web-{0D473A7E-C4ED-38C6-938E-A75D6ED10A9C}" dt="2026-10-06T18:34:46.253" v="447"/>
          <ac:picMkLst>
            <pc:docMk/>
            <pc:sldMk cId="3749954416" sldId="278"/>
            <ac:picMk id="2182" creationId="{EF7BC746-6666-BD71-31A4-546D059FA5FC}"/>
          </ac:picMkLst>
        </pc:picChg>
        <pc:picChg chg="add">
          <ac:chgData name="EMERSON, Charlie" userId="S::charlie.emerson@sportfive.com::37e63fb3-2916-40e6-9249-35ce2cdf7da9" providerId="AD" clId="Web-{0D473A7E-C4ED-38C6-938E-A75D6ED10A9C}" dt="2026-10-06T18:34:46.284" v="448"/>
          <ac:picMkLst>
            <pc:docMk/>
            <pc:sldMk cId="3749954416" sldId="278"/>
            <ac:picMk id="2184" creationId="{59CDE9D8-59D2-EA5E-280D-0ABD98A978A9}"/>
          </ac:picMkLst>
        </pc:picChg>
        <pc:picChg chg="add">
          <ac:chgData name="EMERSON, Charlie" userId="S::charlie.emerson@sportfive.com::37e63fb3-2916-40e6-9249-35ce2cdf7da9" providerId="AD" clId="Web-{0D473A7E-C4ED-38C6-938E-A75D6ED10A9C}" dt="2026-10-06T18:34:46.362" v="450"/>
          <ac:picMkLst>
            <pc:docMk/>
            <pc:sldMk cId="3749954416" sldId="278"/>
            <ac:picMk id="2188" creationId="{52C25FC2-B9F2-B988-CE92-FE44423C579B}"/>
          </ac:picMkLst>
        </pc:picChg>
        <pc:picChg chg="add">
          <ac:chgData name="EMERSON, Charlie" userId="S::charlie.emerson@sportfive.com::37e63fb3-2916-40e6-9249-35ce2cdf7da9" providerId="AD" clId="Web-{0D473A7E-C4ED-38C6-938E-A75D6ED10A9C}" dt="2026-10-06T18:34:46.409" v="451"/>
          <ac:picMkLst>
            <pc:docMk/>
            <pc:sldMk cId="3749954416" sldId="278"/>
            <ac:picMk id="2190" creationId="{8779726F-3584-93ED-0CF2-D545C410ABEF}"/>
          </ac:picMkLst>
        </pc:picChg>
        <pc:picChg chg="add">
          <ac:chgData name="EMERSON, Charlie" userId="S::charlie.emerson@sportfive.com::37e63fb3-2916-40e6-9249-35ce2cdf7da9" providerId="AD" clId="Web-{0D473A7E-C4ED-38C6-938E-A75D6ED10A9C}" dt="2026-10-06T18:34:46.440" v="452"/>
          <ac:picMkLst>
            <pc:docMk/>
            <pc:sldMk cId="3749954416" sldId="278"/>
            <ac:picMk id="2192" creationId="{DB53F77D-9A84-2DC3-498E-D864C2134BB1}"/>
          </ac:picMkLst>
        </pc:picChg>
        <pc:picChg chg="add">
          <ac:chgData name="EMERSON, Charlie" userId="S::charlie.emerson@sportfive.com::37e63fb3-2916-40e6-9249-35ce2cdf7da9" providerId="AD" clId="Web-{0D473A7E-C4ED-38C6-938E-A75D6ED10A9C}" dt="2026-10-06T18:34:46.487" v="453"/>
          <ac:picMkLst>
            <pc:docMk/>
            <pc:sldMk cId="3749954416" sldId="278"/>
            <ac:picMk id="2194" creationId="{EE9BBBF2-1F61-D60A-541F-FB852415CAA2}"/>
          </ac:picMkLst>
        </pc:picChg>
        <pc:picChg chg="add">
          <ac:chgData name="EMERSON, Charlie" userId="S::charlie.emerson@sportfive.com::37e63fb3-2916-40e6-9249-35ce2cdf7da9" providerId="AD" clId="Web-{0D473A7E-C4ED-38C6-938E-A75D6ED10A9C}" dt="2026-10-06T18:34:46.518" v="454"/>
          <ac:picMkLst>
            <pc:docMk/>
            <pc:sldMk cId="3749954416" sldId="278"/>
            <ac:picMk id="2196" creationId="{63C6E961-2BF4-5286-F324-07DFDE040A89}"/>
          </ac:picMkLst>
        </pc:picChg>
        <pc:picChg chg="add">
          <ac:chgData name="EMERSON, Charlie" userId="S::charlie.emerson@sportfive.com::37e63fb3-2916-40e6-9249-35ce2cdf7da9" providerId="AD" clId="Web-{0D473A7E-C4ED-38C6-938E-A75D6ED10A9C}" dt="2026-10-06T18:34:46.612" v="455"/>
          <ac:picMkLst>
            <pc:docMk/>
            <pc:sldMk cId="3749954416" sldId="278"/>
            <ac:picMk id="2198" creationId="{1E703A16-5CC0-CD46-AC76-46BA2A924C17}"/>
          </ac:picMkLst>
        </pc:picChg>
        <pc:picChg chg="add">
          <ac:chgData name="EMERSON, Charlie" userId="S::charlie.emerson@sportfive.com::37e63fb3-2916-40e6-9249-35ce2cdf7da9" providerId="AD" clId="Web-{0D473A7E-C4ED-38C6-938E-A75D6ED10A9C}" dt="2026-10-06T18:34:46.643" v="456"/>
          <ac:picMkLst>
            <pc:docMk/>
            <pc:sldMk cId="3749954416" sldId="278"/>
            <ac:picMk id="2200" creationId="{DD6A8883-1D3B-A0C3-1D1E-6CA763EAC79D}"/>
          </ac:picMkLst>
        </pc:picChg>
        <pc:picChg chg="add">
          <ac:chgData name="EMERSON, Charlie" userId="S::charlie.emerson@sportfive.com::37e63fb3-2916-40e6-9249-35ce2cdf7da9" providerId="AD" clId="Web-{0D473A7E-C4ED-38C6-938E-A75D6ED10A9C}" dt="2026-10-06T18:34:46.737" v="457"/>
          <ac:picMkLst>
            <pc:docMk/>
            <pc:sldMk cId="3749954416" sldId="278"/>
            <ac:picMk id="2202" creationId="{E9258564-0088-C934-ED52-04CCA69CA7C6}"/>
          </ac:picMkLst>
        </pc:picChg>
        <pc:picChg chg="add">
          <ac:chgData name="EMERSON, Charlie" userId="S::charlie.emerson@sportfive.com::37e63fb3-2916-40e6-9249-35ce2cdf7da9" providerId="AD" clId="Web-{0D473A7E-C4ED-38C6-938E-A75D6ED10A9C}" dt="2026-10-06T18:34:46.784" v="458"/>
          <ac:picMkLst>
            <pc:docMk/>
            <pc:sldMk cId="3749954416" sldId="278"/>
            <ac:picMk id="2204" creationId="{F38C62FE-B16C-3043-7512-C06264900DB9}"/>
          </ac:picMkLst>
        </pc:picChg>
        <pc:picChg chg="add">
          <ac:chgData name="EMERSON, Charlie" userId="S::charlie.emerson@sportfive.com::37e63fb3-2916-40e6-9249-35ce2cdf7da9" providerId="AD" clId="Web-{0D473A7E-C4ED-38C6-938E-A75D6ED10A9C}" dt="2026-10-06T18:34:46.878" v="459"/>
          <ac:picMkLst>
            <pc:docMk/>
            <pc:sldMk cId="3749954416" sldId="278"/>
            <ac:picMk id="2206" creationId="{2416CFEC-1D50-9CA8-68A4-95528B955B2E}"/>
          </ac:picMkLst>
        </pc:picChg>
        <pc:picChg chg="add">
          <ac:chgData name="EMERSON, Charlie" userId="S::charlie.emerson@sportfive.com::37e63fb3-2916-40e6-9249-35ce2cdf7da9" providerId="AD" clId="Web-{0D473A7E-C4ED-38C6-938E-A75D6ED10A9C}" dt="2026-10-06T18:34:46.940" v="460"/>
          <ac:picMkLst>
            <pc:docMk/>
            <pc:sldMk cId="3749954416" sldId="278"/>
            <ac:picMk id="2208" creationId="{196489DF-F85A-14AA-3AC9-3CC4148BAE2E}"/>
          </ac:picMkLst>
        </pc:picChg>
      </pc:sldChg>
      <pc:sldChg chg="modSp">
        <pc:chgData name="EMERSON, Charlie" userId="S::charlie.emerson@sportfive.com::37e63fb3-2916-40e6-9249-35ce2cdf7da9" providerId="AD" clId="Web-{0D473A7E-C4ED-38C6-938E-A75D6ED10A9C}" dt="2026-10-06T18:03:36.405" v="37" actId="1076"/>
        <pc:sldMkLst>
          <pc:docMk/>
          <pc:sldMk cId="3787397677" sldId="2147483530"/>
        </pc:sldMkLst>
        <pc:spChg chg="mod">
          <ac:chgData name="EMERSON, Charlie" userId="S::charlie.emerson@sportfive.com::37e63fb3-2916-40e6-9249-35ce2cdf7da9" providerId="AD" clId="Web-{0D473A7E-C4ED-38C6-938E-A75D6ED10A9C}" dt="2026-10-06T18:03:22.999" v="35" actId="1076"/>
          <ac:spMkLst>
            <pc:docMk/>
            <pc:sldMk cId="3787397677" sldId="2147483530"/>
            <ac:spMk id="2" creationId="{703A5735-4108-3C24-6C3D-10F852DE4D99}"/>
          </ac:spMkLst>
        </pc:spChg>
        <pc:spChg chg="mod">
          <ac:chgData name="EMERSON, Charlie" userId="S::charlie.emerson@sportfive.com::37e63fb3-2916-40e6-9249-35ce2cdf7da9" providerId="AD" clId="Web-{0D473A7E-C4ED-38C6-938E-A75D6ED10A9C}" dt="2026-10-06T18:03:36.405" v="37" actId="1076"/>
          <ac:spMkLst>
            <pc:docMk/>
            <pc:sldMk cId="3787397677" sldId="2147483530"/>
            <ac:spMk id="7" creationId="{7B25FC13-E804-195F-001F-8C71763FC510}"/>
          </ac:spMkLst>
        </pc:spChg>
      </pc:sldChg>
      <pc:sldChg chg="addSp delSp modSp add replId">
        <pc:chgData name="EMERSON, Charlie" userId="S::charlie.emerson@sportfive.com::37e63fb3-2916-40e6-9249-35ce2cdf7da9" providerId="AD" clId="Web-{0D473A7E-C4ED-38C6-938E-A75D6ED10A9C}" dt="2026-10-06T18:40:33.275" v="505"/>
        <pc:sldMkLst>
          <pc:docMk/>
          <pc:sldMk cId="2986903611" sldId="2147483644"/>
        </pc:sldMkLst>
        <pc:spChg chg="add mod">
          <ac:chgData name="EMERSON, Charlie" userId="S::charlie.emerson@sportfive.com::37e63fb3-2916-40e6-9249-35ce2cdf7da9" providerId="AD" clId="Web-{0D473A7E-C4ED-38C6-938E-A75D6ED10A9C}" dt="2026-10-06T18:20:09.018" v="155" actId="1076"/>
          <ac:spMkLst>
            <pc:docMk/>
            <pc:sldMk cId="2986903611" sldId="2147483644"/>
            <ac:spMk id="2" creationId="{FB85FDC8-B92A-CC8E-5085-7F7397FBB4B3}"/>
          </ac:spMkLst>
        </pc:spChg>
        <pc:spChg chg="add mod">
          <ac:chgData name="EMERSON, Charlie" userId="S::charlie.emerson@sportfive.com::37e63fb3-2916-40e6-9249-35ce2cdf7da9" providerId="AD" clId="Web-{0D473A7E-C4ED-38C6-938E-A75D6ED10A9C}" dt="2026-10-06T18:29:23.372" v="188" actId="1076"/>
          <ac:spMkLst>
            <pc:docMk/>
            <pc:sldMk cId="2986903611" sldId="2147483644"/>
            <ac:spMk id="3" creationId="{A8CF88E1-2A60-CF7A-528B-84DC515A4216}"/>
          </ac:spMkLst>
        </pc:spChg>
        <pc:spChg chg="mod">
          <ac:chgData name="EMERSON, Charlie" userId="S::charlie.emerson@sportfive.com::37e63fb3-2916-40e6-9249-35ce2cdf7da9" providerId="AD" clId="Web-{0D473A7E-C4ED-38C6-938E-A75D6ED10A9C}" dt="2026-10-06T18:04:23.766" v="81" actId="20577"/>
          <ac:spMkLst>
            <pc:docMk/>
            <pc:sldMk cId="2986903611" sldId="2147483644"/>
            <ac:spMk id="4" creationId="{F24F1ED2-2BAF-AC89-2B82-BDBFA81DAE75}"/>
          </ac:spMkLst>
        </pc:spChg>
        <pc:spChg chg="del">
          <ac:chgData name="EMERSON, Charlie" userId="S::charlie.emerson@sportfive.com::37e63fb3-2916-40e6-9249-35ce2cdf7da9" providerId="AD" clId="Web-{0D473A7E-C4ED-38C6-938E-A75D6ED10A9C}" dt="2026-10-06T18:03:10.639" v="7"/>
          <ac:spMkLst>
            <pc:docMk/>
            <pc:sldMk cId="2986903611" sldId="2147483644"/>
            <ac:spMk id="6" creationId="{C5F1B35A-359F-DB86-C335-26A1C87F226B}"/>
          </ac:spMkLst>
        </pc:spChg>
        <pc:spChg chg="add mod">
          <ac:chgData name="EMERSON, Charlie" userId="S::charlie.emerson@sportfive.com::37e63fb3-2916-40e6-9249-35ce2cdf7da9" providerId="AD" clId="Web-{0D473A7E-C4ED-38C6-938E-A75D6ED10A9C}" dt="2026-10-06T18:06:34.378" v="117" actId="20577"/>
          <ac:spMkLst>
            <pc:docMk/>
            <pc:sldMk cId="2986903611" sldId="2147483644"/>
            <ac:spMk id="8" creationId="{30EF536E-37B3-262F-E72F-44DB28B5E2B7}"/>
          </ac:spMkLst>
        </pc:spChg>
        <pc:spChg chg="add mod">
          <ac:chgData name="EMERSON, Charlie" userId="S::charlie.emerson@sportfive.com::37e63fb3-2916-40e6-9249-35ce2cdf7da9" providerId="AD" clId="Web-{0D473A7E-C4ED-38C6-938E-A75D6ED10A9C}" dt="2026-10-06T18:05:45.439" v="110" actId="14100"/>
          <ac:spMkLst>
            <pc:docMk/>
            <pc:sldMk cId="2986903611" sldId="2147483644"/>
            <ac:spMk id="11" creationId="{BA05B47C-B077-EC35-997C-427EC94F6B9F}"/>
          </ac:spMkLst>
        </pc:spChg>
        <pc:spChg chg="add">
          <ac:chgData name="EMERSON, Charlie" userId="S::charlie.emerson@sportfive.com::37e63fb3-2916-40e6-9249-35ce2cdf7da9" providerId="AD" clId="Web-{0D473A7E-C4ED-38C6-938E-A75D6ED10A9C}" dt="2026-10-06T18:04:45.829" v="84"/>
          <ac:spMkLst>
            <pc:docMk/>
            <pc:sldMk cId="2986903611" sldId="2147483644"/>
            <ac:spMk id="14" creationId="{36699D3C-9574-7FDA-0D43-F2D3A3070ED1}"/>
          </ac:spMkLst>
        </pc:spChg>
        <pc:spChg chg="add mod">
          <ac:chgData name="EMERSON, Charlie" userId="S::charlie.emerson@sportfive.com::37e63fb3-2916-40e6-9249-35ce2cdf7da9" providerId="AD" clId="Web-{0D473A7E-C4ED-38C6-938E-A75D6ED10A9C}" dt="2026-10-06T18:05:37.783" v="105"/>
          <ac:spMkLst>
            <pc:docMk/>
            <pc:sldMk cId="2986903611" sldId="2147483644"/>
            <ac:spMk id="19" creationId="{4824AE82-69E1-233A-D8B3-1A342CDB6DE9}"/>
          </ac:spMkLst>
        </pc:spChg>
        <pc:spChg chg="add mod">
          <ac:chgData name="EMERSON, Charlie" userId="S::charlie.emerson@sportfive.com::37e63fb3-2916-40e6-9249-35ce2cdf7da9" providerId="AD" clId="Web-{0D473A7E-C4ED-38C6-938E-A75D6ED10A9C}" dt="2026-10-06T18:05:37.783" v="106"/>
          <ac:spMkLst>
            <pc:docMk/>
            <pc:sldMk cId="2986903611" sldId="2147483644"/>
            <ac:spMk id="27" creationId="{FE67E9BC-4013-4B91-4934-90162586702F}"/>
          </ac:spMkLst>
        </pc:spChg>
        <pc:spChg chg="add mod">
          <ac:chgData name="EMERSON, Charlie" userId="S::charlie.emerson@sportfive.com::37e63fb3-2916-40e6-9249-35ce2cdf7da9" providerId="AD" clId="Web-{0D473A7E-C4ED-38C6-938E-A75D6ED10A9C}" dt="2026-10-06T18:05:37.939" v="107"/>
          <ac:spMkLst>
            <pc:docMk/>
            <pc:sldMk cId="2986903611" sldId="2147483644"/>
            <ac:spMk id="33" creationId="{9D35087A-0A30-97A4-8C24-13A80EEFE8B8}"/>
          </ac:spMkLst>
        </pc:spChg>
        <pc:spChg chg="add mod">
          <ac:chgData name="EMERSON, Charlie" userId="S::charlie.emerson@sportfive.com::37e63fb3-2916-40e6-9249-35ce2cdf7da9" providerId="AD" clId="Web-{0D473A7E-C4ED-38C6-938E-A75D6ED10A9C}" dt="2026-10-06T18:15:39.169" v="125" actId="1076"/>
          <ac:spMkLst>
            <pc:docMk/>
            <pc:sldMk cId="2986903611" sldId="2147483644"/>
            <ac:spMk id="38" creationId="{AC1C1E52-DAA0-E46A-A531-59126166B3FE}"/>
          </ac:spMkLst>
        </pc:spChg>
        <pc:spChg chg="add">
          <ac:chgData name="EMERSON, Charlie" userId="S::charlie.emerson@sportfive.com::37e63fb3-2916-40e6-9249-35ce2cdf7da9" providerId="AD" clId="Web-{0D473A7E-C4ED-38C6-938E-A75D6ED10A9C}" dt="2026-10-06T18:04:45.969" v="89"/>
          <ac:spMkLst>
            <pc:docMk/>
            <pc:sldMk cId="2986903611" sldId="2147483644"/>
            <ac:spMk id="41" creationId="{48243B6B-E0CE-3D52-72F6-61F1F88C3582}"/>
          </ac:spMkLst>
        </pc:spChg>
        <pc:spChg chg="add mod">
          <ac:chgData name="EMERSON, Charlie" userId="S::charlie.emerson@sportfive.com::37e63fb3-2916-40e6-9249-35ce2cdf7da9" providerId="AD" clId="Web-{0D473A7E-C4ED-38C6-938E-A75D6ED10A9C}" dt="2026-10-06T18:15:49.794" v="126" actId="1076"/>
          <ac:spMkLst>
            <pc:docMk/>
            <pc:sldMk cId="2986903611" sldId="2147483644"/>
            <ac:spMk id="43" creationId="{3C6C51B1-0B85-3458-2A6E-BE128639E7AD}"/>
          </ac:spMkLst>
        </pc:spChg>
        <pc:spChg chg="add del mod">
          <ac:chgData name="EMERSON, Charlie" userId="S::charlie.emerson@sportfive.com::37e63fb3-2916-40e6-9249-35ce2cdf7da9" providerId="AD" clId="Web-{0D473A7E-C4ED-38C6-938E-A75D6ED10A9C}" dt="2026-10-06T18:19:00.860" v="147"/>
          <ac:spMkLst>
            <pc:docMk/>
            <pc:sldMk cId="2986903611" sldId="2147483644"/>
            <ac:spMk id="45" creationId="{287FE515-7304-19FC-0424-70821B3A41CF}"/>
          </ac:spMkLst>
        </pc:spChg>
        <pc:spChg chg="add del">
          <ac:chgData name="EMERSON, Charlie" userId="S::charlie.emerson@sportfive.com::37e63fb3-2916-40e6-9249-35ce2cdf7da9" providerId="AD" clId="Web-{0D473A7E-C4ED-38C6-938E-A75D6ED10A9C}" dt="2026-10-06T18:18:12.625" v="134"/>
          <ac:spMkLst>
            <pc:docMk/>
            <pc:sldMk cId="2986903611" sldId="2147483644"/>
            <ac:spMk id="47" creationId="{B401E372-1AE8-B393-7CE8-538F8C42EB82}"/>
          </ac:spMkLst>
        </pc:spChg>
        <pc:spChg chg="add del mod">
          <ac:chgData name="EMERSON, Charlie" userId="S::charlie.emerson@sportfive.com::37e63fb3-2916-40e6-9249-35ce2cdf7da9" providerId="AD" clId="Web-{0D473A7E-C4ED-38C6-938E-A75D6ED10A9C}" dt="2026-10-06T18:19:39.548" v="151"/>
          <ac:spMkLst>
            <pc:docMk/>
            <pc:sldMk cId="2986903611" sldId="2147483644"/>
            <ac:spMk id="49" creationId="{37849471-633C-6DEF-5C90-DDE52C50146B}"/>
          </ac:spMkLst>
        </pc:spChg>
        <pc:spChg chg="add mod">
          <ac:chgData name="EMERSON, Charlie" userId="S::charlie.emerson@sportfive.com::37e63fb3-2916-40e6-9249-35ce2cdf7da9" providerId="AD" clId="Web-{0D473A7E-C4ED-38C6-938E-A75D6ED10A9C}" dt="2026-10-06T18:06:42.237" v="121" actId="20577"/>
          <ac:spMkLst>
            <pc:docMk/>
            <pc:sldMk cId="2986903611" sldId="2147483644"/>
            <ac:spMk id="51" creationId="{E0187669-6524-18EA-7CCD-EE8FB746F2EA}"/>
          </ac:spMkLst>
        </pc:spChg>
        <pc:spChg chg="add del">
          <ac:chgData name="EMERSON, Charlie" userId="S::charlie.emerson@sportfive.com::37e63fb3-2916-40e6-9249-35ce2cdf7da9" providerId="AD" clId="Web-{0D473A7E-C4ED-38C6-938E-A75D6ED10A9C}" dt="2026-10-06T18:18:38.172" v="139"/>
          <ac:spMkLst>
            <pc:docMk/>
            <pc:sldMk cId="2986903611" sldId="2147483644"/>
            <ac:spMk id="53" creationId="{78026F2E-4383-6898-5C4A-E2BB607A9A30}"/>
          </ac:spMkLst>
        </pc:spChg>
        <pc:spChg chg="add del">
          <ac:chgData name="EMERSON, Charlie" userId="S::charlie.emerson@sportfive.com::37e63fb3-2916-40e6-9249-35ce2cdf7da9" providerId="AD" clId="Web-{0D473A7E-C4ED-38C6-938E-A75D6ED10A9C}" dt="2026-10-06T18:05:19.001" v="103"/>
          <ac:spMkLst>
            <pc:docMk/>
            <pc:sldMk cId="2986903611" sldId="2147483644"/>
            <ac:spMk id="55" creationId="{055E5092-EE0A-C587-7DEF-893BE15B799E}"/>
          </ac:spMkLst>
        </pc:spChg>
        <pc:spChg chg="add del">
          <ac:chgData name="EMERSON, Charlie" userId="S::charlie.emerson@sportfive.com::37e63fb3-2916-40e6-9249-35ce2cdf7da9" providerId="AD" clId="Web-{0D473A7E-C4ED-38C6-938E-A75D6ED10A9C}" dt="2026-10-06T18:05:19.001" v="102"/>
          <ac:spMkLst>
            <pc:docMk/>
            <pc:sldMk cId="2986903611" sldId="2147483644"/>
            <ac:spMk id="57" creationId="{07618BC9-E1C9-564A-BDC5-E824CC70ACFF}"/>
          </ac:spMkLst>
        </pc:spChg>
        <pc:spChg chg="add del">
          <ac:chgData name="EMERSON, Charlie" userId="S::charlie.emerson@sportfive.com::37e63fb3-2916-40e6-9249-35ce2cdf7da9" providerId="AD" clId="Web-{0D473A7E-C4ED-38C6-938E-A75D6ED10A9C}" dt="2026-10-06T18:05:19.001" v="101"/>
          <ac:spMkLst>
            <pc:docMk/>
            <pc:sldMk cId="2986903611" sldId="2147483644"/>
            <ac:spMk id="59" creationId="{DD5D41C0-9FA9-10E3-CF7D-4EA88D7F0366}"/>
          </ac:spMkLst>
        </pc:spChg>
        <pc:spChg chg="add del">
          <ac:chgData name="EMERSON, Charlie" userId="S::charlie.emerson@sportfive.com::37e63fb3-2916-40e6-9249-35ce2cdf7da9" providerId="AD" clId="Web-{0D473A7E-C4ED-38C6-938E-A75D6ED10A9C}" dt="2026-10-06T18:05:19.001" v="100"/>
          <ac:spMkLst>
            <pc:docMk/>
            <pc:sldMk cId="2986903611" sldId="2147483644"/>
            <ac:spMk id="61" creationId="{B0D4F924-06D0-18D1-D808-B5E94597650C}"/>
          </ac:spMkLst>
        </pc:spChg>
        <pc:spChg chg="add mod">
          <ac:chgData name="EMERSON, Charlie" userId="S::charlie.emerson@sportfive.com::37e63fb3-2916-40e6-9249-35ce2cdf7da9" providerId="AD" clId="Web-{0D473A7E-C4ED-38C6-938E-A75D6ED10A9C}" dt="2026-10-06T18:17:57.375" v="131" actId="1076"/>
          <ac:spMkLst>
            <pc:docMk/>
            <pc:sldMk cId="2986903611" sldId="2147483644"/>
            <ac:spMk id="64" creationId="{58FFF237-60E9-3817-D6E8-29FE22DC8508}"/>
          </ac:spMkLst>
        </pc:spChg>
        <pc:spChg chg="add del mod">
          <ac:chgData name="EMERSON, Charlie" userId="S::charlie.emerson@sportfive.com::37e63fb3-2916-40e6-9249-35ce2cdf7da9" providerId="AD" clId="Web-{0D473A7E-C4ED-38C6-938E-A75D6ED10A9C}" dt="2026-10-06T18:19:35.923" v="150"/>
          <ac:spMkLst>
            <pc:docMk/>
            <pc:sldMk cId="2986903611" sldId="2147483644"/>
            <ac:spMk id="65" creationId="{0BC15A20-8A89-3C1C-6589-7A8E1E777FF8}"/>
          </ac:spMkLst>
        </pc:spChg>
        <pc:spChg chg="add mod">
          <ac:chgData name="EMERSON, Charlie" userId="S::charlie.emerson@sportfive.com::37e63fb3-2916-40e6-9249-35ce2cdf7da9" providerId="AD" clId="Web-{0D473A7E-C4ED-38C6-938E-A75D6ED10A9C}" dt="2026-10-06T18:40:33.275" v="505"/>
          <ac:spMkLst>
            <pc:docMk/>
            <pc:sldMk cId="2986903611" sldId="2147483644"/>
            <ac:spMk id="66" creationId="{04948D13-06E5-A976-18B3-CC3FB9C4690D}"/>
          </ac:spMkLst>
        </pc:spChg>
        <pc:spChg chg="add mod">
          <ac:chgData name="EMERSON, Charlie" userId="S::charlie.emerson@sportfive.com::37e63fb3-2916-40e6-9249-35ce2cdf7da9" providerId="AD" clId="Web-{0D473A7E-C4ED-38C6-938E-A75D6ED10A9C}" dt="2026-10-06T18:18:42.250" v="140" actId="1076"/>
          <ac:spMkLst>
            <pc:docMk/>
            <pc:sldMk cId="2986903611" sldId="2147483644"/>
            <ac:spMk id="67" creationId="{DCD40E7C-3910-314D-D73B-0FCC9666DAC9}"/>
          </ac:spMkLst>
        </pc:spChg>
        <pc:spChg chg="add del">
          <ac:chgData name="EMERSON, Charlie" userId="S::charlie.emerson@sportfive.com::37e63fb3-2916-40e6-9249-35ce2cdf7da9" providerId="AD" clId="Web-{0D473A7E-C4ED-38C6-938E-A75D6ED10A9C}" dt="2026-10-06T18:18:51.501" v="143"/>
          <ac:spMkLst>
            <pc:docMk/>
            <pc:sldMk cId="2986903611" sldId="2147483644"/>
            <ac:spMk id="68" creationId="{287FE515-7304-19FC-0424-70821B3A41CF}"/>
          </ac:spMkLst>
        </pc:spChg>
        <pc:spChg chg="add del mod">
          <ac:chgData name="EMERSON, Charlie" userId="S::charlie.emerson@sportfive.com::37e63fb3-2916-40e6-9249-35ce2cdf7da9" providerId="AD" clId="Web-{0D473A7E-C4ED-38C6-938E-A75D6ED10A9C}" dt="2026-10-06T18:20:23.159" v="157"/>
          <ac:spMkLst>
            <pc:docMk/>
            <pc:sldMk cId="2986903611" sldId="2147483644"/>
            <ac:spMk id="69" creationId="{C2890630-7A9D-56B2-E59C-685012075280}"/>
          </ac:spMkLst>
        </pc:spChg>
        <pc:spChg chg="del">
          <ac:chgData name="EMERSON, Charlie" userId="S::charlie.emerson@sportfive.com::37e63fb3-2916-40e6-9249-35ce2cdf7da9" providerId="AD" clId="Web-{0D473A7E-C4ED-38C6-938E-A75D6ED10A9C}" dt="2026-10-06T18:03:10.639" v="29"/>
          <ac:spMkLst>
            <pc:docMk/>
            <pc:sldMk cId="2986903611" sldId="2147483644"/>
            <ac:spMk id="93" creationId="{97271987-D2BF-6F86-EBDC-D62DE2FDFD23}"/>
          </ac:spMkLst>
        </pc:spChg>
        <pc:spChg chg="del">
          <ac:chgData name="EMERSON, Charlie" userId="S::charlie.emerson@sportfive.com::37e63fb3-2916-40e6-9249-35ce2cdf7da9" providerId="AD" clId="Web-{0D473A7E-C4ED-38C6-938E-A75D6ED10A9C}" dt="2026-10-06T18:03:04.358" v="3"/>
          <ac:spMkLst>
            <pc:docMk/>
            <pc:sldMk cId="2986903611" sldId="2147483644"/>
            <ac:spMk id="94" creationId="{D78B8139-5A7D-B701-C80E-72CEE0CCEE7E}"/>
          </ac:spMkLst>
        </pc:spChg>
        <pc:spChg chg="del">
          <ac:chgData name="EMERSON, Charlie" userId="S::charlie.emerson@sportfive.com::37e63fb3-2916-40e6-9249-35ce2cdf7da9" providerId="AD" clId="Web-{0D473A7E-C4ED-38C6-938E-A75D6ED10A9C}" dt="2026-10-06T18:03:10.639" v="23"/>
          <ac:spMkLst>
            <pc:docMk/>
            <pc:sldMk cId="2986903611" sldId="2147483644"/>
            <ac:spMk id="1028" creationId="{4BC4CBF1-F5C4-2E99-C923-6FF2AE472C21}"/>
          </ac:spMkLst>
        </pc:spChg>
        <pc:graphicFrameChg chg="del">
          <ac:chgData name="EMERSON, Charlie" userId="S::charlie.emerson@sportfive.com::37e63fb3-2916-40e6-9249-35ce2cdf7da9" providerId="AD" clId="Web-{0D473A7E-C4ED-38C6-938E-A75D6ED10A9C}" dt="2026-10-06T18:03:10.639" v="32"/>
          <ac:graphicFrameMkLst>
            <pc:docMk/>
            <pc:sldMk cId="2986903611" sldId="2147483644"/>
            <ac:graphicFrameMk id="2" creationId="{C241E0F6-B8AE-50D8-C750-B720269C77E4}"/>
          </ac:graphicFrameMkLst>
        </pc:graphicFrameChg>
        <pc:graphicFrameChg chg="del">
          <ac:chgData name="EMERSON, Charlie" userId="S::charlie.emerson@sportfive.com::37e63fb3-2916-40e6-9249-35ce2cdf7da9" providerId="AD" clId="Web-{0D473A7E-C4ED-38C6-938E-A75D6ED10A9C}" dt="2026-10-06T18:03:10.655" v="34"/>
          <ac:graphicFrameMkLst>
            <pc:docMk/>
            <pc:sldMk cId="2986903611" sldId="2147483644"/>
            <ac:graphicFrameMk id="95" creationId="{4D8F6B13-8764-317E-7CD8-3252672491CE}"/>
          </ac:graphicFrameMkLst>
        </pc:graphicFrameChg>
        <pc:graphicFrameChg chg="del">
          <ac:chgData name="EMERSON, Charlie" userId="S::charlie.emerson@sportfive.com::37e63fb3-2916-40e6-9249-35ce2cdf7da9" providerId="AD" clId="Web-{0D473A7E-C4ED-38C6-938E-A75D6ED10A9C}" dt="2026-10-06T18:03:10.639" v="33"/>
          <ac:graphicFrameMkLst>
            <pc:docMk/>
            <pc:sldMk cId="2986903611" sldId="2147483644"/>
            <ac:graphicFrameMk id="96" creationId="{D934A13B-B124-DF31-5094-2AA1FF1EB016}"/>
          </ac:graphicFrameMkLst>
        </pc:graphicFrameChg>
        <pc:picChg chg="del">
          <ac:chgData name="EMERSON, Charlie" userId="S::charlie.emerson@sportfive.com::37e63fb3-2916-40e6-9249-35ce2cdf7da9" providerId="AD" clId="Web-{0D473A7E-C4ED-38C6-938E-A75D6ED10A9C}" dt="2026-10-06T18:03:10.639" v="4"/>
          <ac:picMkLst>
            <pc:docMk/>
            <pc:sldMk cId="2986903611" sldId="2147483644"/>
            <ac:picMk id="5" creationId="{D2C346EC-8274-C6FB-948F-9742FB3A2D7B}"/>
          </ac:picMkLst>
        </pc:picChg>
        <pc:picChg chg="del">
          <ac:chgData name="EMERSON, Charlie" userId="S::charlie.emerson@sportfive.com::37e63fb3-2916-40e6-9249-35ce2cdf7da9" providerId="AD" clId="Web-{0D473A7E-C4ED-38C6-938E-A75D6ED10A9C}" dt="2026-10-06T18:03:10.639" v="9"/>
          <ac:picMkLst>
            <pc:docMk/>
            <pc:sldMk cId="2986903611" sldId="2147483644"/>
            <ac:picMk id="7" creationId="{4D08F20C-35DE-3E3E-65ED-59579A1C65EF}"/>
          </ac:picMkLst>
        </pc:picChg>
        <pc:picChg chg="del">
          <ac:chgData name="EMERSON, Charlie" userId="S::charlie.emerson@sportfive.com::37e63fb3-2916-40e6-9249-35ce2cdf7da9" providerId="AD" clId="Web-{0D473A7E-C4ED-38C6-938E-A75D6ED10A9C}" dt="2026-10-06T18:03:10.639" v="8"/>
          <ac:picMkLst>
            <pc:docMk/>
            <pc:sldMk cId="2986903611" sldId="2147483644"/>
            <ac:picMk id="10" creationId="{D85983EF-7C3C-EF20-F9E1-A6ACBCE79EBF}"/>
          </ac:picMkLst>
        </pc:picChg>
        <pc:picChg chg="del">
          <ac:chgData name="EMERSON, Charlie" userId="S::charlie.emerson@sportfive.com::37e63fb3-2916-40e6-9249-35ce2cdf7da9" providerId="AD" clId="Web-{0D473A7E-C4ED-38C6-938E-A75D6ED10A9C}" dt="2026-10-06T18:03:10.639" v="20"/>
          <ac:picMkLst>
            <pc:docMk/>
            <pc:sldMk cId="2986903611" sldId="2147483644"/>
            <ac:picMk id="15" creationId="{4E6DD1EB-E4CA-7CCD-118E-392A61B26FF8}"/>
          </ac:picMkLst>
        </pc:picChg>
        <pc:picChg chg="del">
          <ac:chgData name="EMERSON, Charlie" userId="S::charlie.emerson@sportfive.com::37e63fb3-2916-40e6-9249-35ce2cdf7da9" providerId="AD" clId="Web-{0D473A7E-C4ED-38C6-938E-A75D6ED10A9C}" dt="2026-10-06T18:03:10.639" v="18"/>
          <ac:picMkLst>
            <pc:docMk/>
            <pc:sldMk cId="2986903611" sldId="2147483644"/>
            <ac:picMk id="16" creationId="{E5EAC32E-C0E0-9737-0062-C4AE6D3786DF}"/>
          </ac:picMkLst>
        </pc:picChg>
        <pc:picChg chg="del">
          <ac:chgData name="EMERSON, Charlie" userId="S::charlie.emerson@sportfive.com::37e63fb3-2916-40e6-9249-35ce2cdf7da9" providerId="AD" clId="Web-{0D473A7E-C4ED-38C6-938E-A75D6ED10A9C}" dt="2026-10-06T18:03:10.639" v="31"/>
          <ac:picMkLst>
            <pc:docMk/>
            <pc:sldMk cId="2986903611" sldId="2147483644"/>
            <ac:picMk id="18" creationId="{FFA1A687-760F-5922-8C0A-581E8CD18F00}"/>
          </ac:picMkLst>
        </pc:picChg>
        <pc:picChg chg="del">
          <ac:chgData name="EMERSON, Charlie" userId="S::charlie.emerson@sportfive.com::37e63fb3-2916-40e6-9249-35ce2cdf7da9" providerId="AD" clId="Web-{0D473A7E-C4ED-38C6-938E-A75D6ED10A9C}" dt="2026-10-06T18:03:10.639" v="19"/>
          <ac:picMkLst>
            <pc:docMk/>
            <pc:sldMk cId="2986903611" sldId="2147483644"/>
            <ac:picMk id="20" creationId="{C3DF5D92-81E8-4303-4B37-262BC7E30D3D}"/>
          </ac:picMkLst>
        </pc:picChg>
        <pc:picChg chg="del">
          <ac:chgData name="EMERSON, Charlie" userId="S::charlie.emerson@sportfive.com::37e63fb3-2916-40e6-9249-35ce2cdf7da9" providerId="AD" clId="Web-{0D473A7E-C4ED-38C6-938E-A75D6ED10A9C}" dt="2026-10-06T18:03:10.639" v="6"/>
          <ac:picMkLst>
            <pc:docMk/>
            <pc:sldMk cId="2986903611" sldId="2147483644"/>
            <ac:picMk id="22" creationId="{8844F884-B30A-C76C-40DD-A33C1425BFAE}"/>
          </ac:picMkLst>
        </pc:picChg>
        <pc:picChg chg="del">
          <ac:chgData name="EMERSON, Charlie" userId="S::charlie.emerson@sportfive.com::37e63fb3-2916-40e6-9249-35ce2cdf7da9" providerId="AD" clId="Web-{0D473A7E-C4ED-38C6-938E-A75D6ED10A9C}" dt="2026-10-06T18:03:10.639" v="17"/>
          <ac:picMkLst>
            <pc:docMk/>
            <pc:sldMk cId="2986903611" sldId="2147483644"/>
            <ac:picMk id="23" creationId="{2FEFB73F-9CAF-001F-84E7-1B69CF95BCE1}"/>
          </ac:picMkLst>
        </pc:picChg>
        <pc:picChg chg="del">
          <ac:chgData name="EMERSON, Charlie" userId="S::charlie.emerson@sportfive.com::37e63fb3-2916-40e6-9249-35ce2cdf7da9" providerId="AD" clId="Web-{0D473A7E-C4ED-38C6-938E-A75D6ED10A9C}" dt="2026-10-06T18:03:10.639" v="16"/>
          <ac:picMkLst>
            <pc:docMk/>
            <pc:sldMk cId="2986903611" sldId="2147483644"/>
            <ac:picMk id="24" creationId="{B12A3703-3349-3EE0-0FBE-3EF9B160B30B}"/>
          </ac:picMkLst>
        </pc:picChg>
        <pc:picChg chg="del">
          <ac:chgData name="EMERSON, Charlie" userId="S::charlie.emerson@sportfive.com::37e63fb3-2916-40e6-9249-35ce2cdf7da9" providerId="AD" clId="Web-{0D473A7E-C4ED-38C6-938E-A75D6ED10A9C}" dt="2026-10-06T18:03:10.639" v="15"/>
          <ac:picMkLst>
            <pc:docMk/>
            <pc:sldMk cId="2986903611" sldId="2147483644"/>
            <ac:picMk id="25" creationId="{A4693A56-33BB-C59A-6472-BAF6F33EF0A6}"/>
          </ac:picMkLst>
        </pc:picChg>
        <pc:picChg chg="del">
          <ac:chgData name="EMERSON, Charlie" userId="S::charlie.emerson@sportfive.com::37e63fb3-2916-40e6-9249-35ce2cdf7da9" providerId="AD" clId="Web-{0D473A7E-C4ED-38C6-938E-A75D6ED10A9C}" dt="2026-10-06T18:03:10.639" v="14"/>
          <ac:picMkLst>
            <pc:docMk/>
            <pc:sldMk cId="2986903611" sldId="2147483644"/>
            <ac:picMk id="26" creationId="{A26242D3-C26C-A124-EE81-5AA147AD43DA}"/>
          </ac:picMkLst>
        </pc:picChg>
        <pc:picChg chg="del">
          <ac:chgData name="EMERSON, Charlie" userId="S::charlie.emerson@sportfive.com::37e63fb3-2916-40e6-9249-35ce2cdf7da9" providerId="AD" clId="Web-{0D473A7E-C4ED-38C6-938E-A75D6ED10A9C}" dt="2026-10-06T18:03:10.639" v="13"/>
          <ac:picMkLst>
            <pc:docMk/>
            <pc:sldMk cId="2986903611" sldId="2147483644"/>
            <ac:picMk id="28" creationId="{3028DEED-98B1-44C9-8C55-EDD7318311A0}"/>
          </ac:picMkLst>
        </pc:picChg>
        <pc:picChg chg="del">
          <ac:chgData name="EMERSON, Charlie" userId="S::charlie.emerson@sportfive.com::37e63fb3-2916-40e6-9249-35ce2cdf7da9" providerId="AD" clId="Web-{0D473A7E-C4ED-38C6-938E-A75D6ED10A9C}" dt="2026-10-06T18:03:10.639" v="12"/>
          <ac:picMkLst>
            <pc:docMk/>
            <pc:sldMk cId="2986903611" sldId="2147483644"/>
            <ac:picMk id="29" creationId="{E1F0BFA4-7D38-1010-5012-25B6848F4989}"/>
          </ac:picMkLst>
        </pc:picChg>
        <pc:picChg chg="del">
          <ac:chgData name="EMERSON, Charlie" userId="S::charlie.emerson@sportfive.com::37e63fb3-2916-40e6-9249-35ce2cdf7da9" providerId="AD" clId="Web-{0D473A7E-C4ED-38C6-938E-A75D6ED10A9C}" dt="2026-10-06T18:03:10.639" v="11"/>
          <ac:picMkLst>
            <pc:docMk/>
            <pc:sldMk cId="2986903611" sldId="2147483644"/>
            <ac:picMk id="30" creationId="{CEC99A03-FBA5-ED76-56D5-4E45E82C35D3}"/>
          </ac:picMkLst>
        </pc:picChg>
        <pc:picChg chg="del">
          <ac:chgData name="EMERSON, Charlie" userId="S::charlie.emerson@sportfive.com::37e63fb3-2916-40e6-9249-35ce2cdf7da9" providerId="AD" clId="Web-{0D473A7E-C4ED-38C6-938E-A75D6ED10A9C}" dt="2026-10-06T18:03:10.639" v="5"/>
          <ac:picMkLst>
            <pc:docMk/>
            <pc:sldMk cId="2986903611" sldId="2147483644"/>
            <ac:picMk id="31" creationId="{01098B07-07AE-3FBD-35EC-D193D29D0A8A}"/>
          </ac:picMkLst>
        </pc:picChg>
        <pc:picChg chg="del">
          <ac:chgData name="EMERSON, Charlie" userId="S::charlie.emerson@sportfive.com::37e63fb3-2916-40e6-9249-35ce2cdf7da9" providerId="AD" clId="Web-{0D473A7E-C4ED-38C6-938E-A75D6ED10A9C}" dt="2026-10-06T18:03:10.639" v="10"/>
          <ac:picMkLst>
            <pc:docMk/>
            <pc:sldMk cId="2986903611" sldId="2147483644"/>
            <ac:picMk id="39" creationId="{145A7167-17C5-EAF5-D00C-5A3A8895FAEC}"/>
          </ac:picMkLst>
        </pc:picChg>
        <pc:picChg chg="add">
          <ac:chgData name="EMERSON, Charlie" userId="S::charlie.emerson@sportfive.com::37e63fb3-2916-40e6-9249-35ce2cdf7da9" providerId="AD" clId="Web-{0D473A7E-C4ED-38C6-938E-A75D6ED10A9C}" dt="2026-10-06T18:16:13.654" v="128"/>
          <ac:picMkLst>
            <pc:docMk/>
            <pc:sldMk cId="2986903611" sldId="2147483644"/>
            <ac:picMk id="63" creationId="{4062AEA6-CB0E-E8FA-566A-5AC1229A6257}"/>
          </ac:picMkLst>
        </pc:picChg>
        <pc:picChg chg="del">
          <ac:chgData name="EMERSON, Charlie" userId="S::charlie.emerson@sportfive.com::37e63fb3-2916-40e6-9249-35ce2cdf7da9" providerId="AD" clId="Web-{0D473A7E-C4ED-38C6-938E-A75D6ED10A9C}" dt="2026-10-06T18:03:10.639" v="30"/>
          <ac:picMkLst>
            <pc:docMk/>
            <pc:sldMk cId="2986903611" sldId="2147483644"/>
            <ac:picMk id="91" creationId="{4F1051C0-67F0-5BF6-2DD6-B22FC1F83487}"/>
          </ac:picMkLst>
        </pc:picChg>
        <pc:picChg chg="del">
          <ac:chgData name="EMERSON, Charlie" userId="S::charlie.emerson@sportfive.com::37e63fb3-2916-40e6-9249-35ce2cdf7da9" providerId="AD" clId="Web-{0D473A7E-C4ED-38C6-938E-A75D6ED10A9C}" dt="2026-10-06T18:03:10.639" v="28"/>
          <ac:picMkLst>
            <pc:docMk/>
            <pc:sldMk cId="2986903611" sldId="2147483644"/>
            <ac:picMk id="115" creationId="{BE8D228D-1E3E-E0D3-F653-0776B714C140}"/>
          </ac:picMkLst>
        </pc:picChg>
        <pc:picChg chg="del">
          <ac:chgData name="EMERSON, Charlie" userId="S::charlie.emerson@sportfive.com::37e63fb3-2916-40e6-9249-35ce2cdf7da9" providerId="AD" clId="Web-{0D473A7E-C4ED-38C6-938E-A75D6ED10A9C}" dt="2026-10-06T18:03:10.639" v="27"/>
          <ac:picMkLst>
            <pc:docMk/>
            <pc:sldMk cId="2986903611" sldId="2147483644"/>
            <ac:picMk id="118" creationId="{596E0A69-AE33-E5CC-16D8-4B78543EE653}"/>
          </ac:picMkLst>
        </pc:picChg>
        <pc:picChg chg="del">
          <ac:chgData name="EMERSON, Charlie" userId="S::charlie.emerson@sportfive.com::37e63fb3-2916-40e6-9249-35ce2cdf7da9" providerId="AD" clId="Web-{0D473A7E-C4ED-38C6-938E-A75D6ED10A9C}" dt="2026-10-06T18:03:10.639" v="26"/>
          <ac:picMkLst>
            <pc:docMk/>
            <pc:sldMk cId="2986903611" sldId="2147483644"/>
            <ac:picMk id="124" creationId="{1B29CA8F-BA0C-C1A6-6640-4A9BCBF79EEA}"/>
          </ac:picMkLst>
        </pc:picChg>
        <pc:picChg chg="del">
          <ac:chgData name="EMERSON, Charlie" userId="S::charlie.emerson@sportfive.com::37e63fb3-2916-40e6-9249-35ce2cdf7da9" providerId="AD" clId="Web-{0D473A7E-C4ED-38C6-938E-A75D6ED10A9C}" dt="2026-10-06T18:03:10.639" v="25"/>
          <ac:picMkLst>
            <pc:docMk/>
            <pc:sldMk cId="2986903611" sldId="2147483644"/>
            <ac:picMk id="125" creationId="{80548680-713C-4C1D-894E-A85C0702DB3F}"/>
          </ac:picMkLst>
        </pc:picChg>
        <pc:picChg chg="del">
          <ac:chgData name="EMERSON, Charlie" userId="S::charlie.emerson@sportfive.com::37e63fb3-2916-40e6-9249-35ce2cdf7da9" providerId="AD" clId="Web-{0D473A7E-C4ED-38C6-938E-A75D6ED10A9C}" dt="2026-10-06T18:03:10.639" v="24"/>
          <ac:picMkLst>
            <pc:docMk/>
            <pc:sldMk cId="2986903611" sldId="2147483644"/>
            <ac:picMk id="127" creationId="{D73A8EBB-BB0E-A339-4058-4BA88919553C}"/>
          </ac:picMkLst>
        </pc:picChg>
        <pc:picChg chg="del">
          <ac:chgData name="EMERSON, Charlie" userId="S::charlie.emerson@sportfive.com::37e63fb3-2916-40e6-9249-35ce2cdf7da9" providerId="AD" clId="Web-{0D473A7E-C4ED-38C6-938E-A75D6ED10A9C}" dt="2026-10-06T18:03:10.639" v="22"/>
          <ac:picMkLst>
            <pc:docMk/>
            <pc:sldMk cId="2986903611" sldId="2147483644"/>
            <ac:picMk id="1031" creationId="{7BFE81A3-B180-4E1F-C3E6-5531B1398DFB}"/>
          </ac:picMkLst>
        </pc:picChg>
        <pc:picChg chg="del">
          <ac:chgData name="EMERSON, Charlie" userId="S::charlie.emerson@sportfive.com::37e63fb3-2916-40e6-9249-35ce2cdf7da9" providerId="AD" clId="Web-{0D473A7E-C4ED-38C6-938E-A75D6ED10A9C}" dt="2026-10-06T18:03:10.639" v="21"/>
          <ac:picMkLst>
            <pc:docMk/>
            <pc:sldMk cId="2986903611" sldId="2147483644"/>
            <ac:picMk id="1039" creationId="{529BE4D9-6798-89CD-B86E-9E81871132D2}"/>
          </ac:picMkLst>
        </pc:picChg>
        <pc:picChg chg="del">
          <ac:chgData name="EMERSON, Charlie" userId="S::charlie.emerson@sportfive.com::37e63fb3-2916-40e6-9249-35ce2cdf7da9" providerId="AD" clId="Web-{0D473A7E-C4ED-38C6-938E-A75D6ED10A9C}" dt="2026-10-06T18:16:04.357" v="127"/>
          <ac:picMkLst>
            <pc:docMk/>
            <pc:sldMk cId="2986903611" sldId="2147483644"/>
            <ac:picMk id="2060" creationId="{6C8C41C0-003E-D270-1777-07214713CF3E}"/>
          </ac:picMkLst>
        </pc:picChg>
      </pc:sldChg>
      <pc:sldChg chg="addSp delSp add del">
        <pc:chgData name="EMERSON, Charlie" userId="S::charlie.emerson@sportfive.com::37e63fb3-2916-40e6-9249-35ce2cdf7da9" providerId="AD" clId="Web-{0D473A7E-C4ED-38C6-938E-A75D6ED10A9C}" dt="2026-10-06T18:37:15.818" v="469"/>
        <pc:sldMkLst>
          <pc:docMk/>
          <pc:sldMk cId="3120431249" sldId="2147483645"/>
        </pc:sldMkLst>
        <pc:spChg chg="add">
          <ac:chgData name="EMERSON, Charlie" userId="S::charlie.emerson@sportfive.com::37e63fb3-2916-40e6-9249-35ce2cdf7da9" providerId="AD" clId="Web-{0D473A7E-C4ED-38C6-938E-A75D6ED10A9C}" dt="2026-10-06T18:36:00.129" v="466"/>
          <ac:spMkLst>
            <pc:docMk/>
            <pc:sldMk cId="3120431249" sldId="2147483645"/>
            <ac:spMk id="9" creationId="{FE26F9D7-592D-26E2-ACFC-343B568D3A81}"/>
          </ac:spMkLst>
        </pc:spChg>
        <pc:spChg chg="del">
          <ac:chgData name="EMERSON, Charlie" userId="S::charlie.emerson@sportfive.com::37e63fb3-2916-40e6-9249-35ce2cdf7da9" providerId="AD" clId="Web-{0D473A7E-C4ED-38C6-938E-A75D6ED10A9C}" dt="2026-10-06T18:35:49.098" v="464"/>
          <ac:spMkLst>
            <pc:docMk/>
            <pc:sldMk cId="3120431249" sldId="2147483645"/>
            <ac:spMk id="14" creationId="{71CADBB5-B746-9DA7-DCB8-54A903F28BF7}"/>
          </ac:spMkLst>
        </pc:spChg>
        <pc:spChg chg="del">
          <ac:chgData name="EMERSON, Charlie" userId="S::charlie.emerson@sportfive.com::37e63fb3-2916-40e6-9249-35ce2cdf7da9" providerId="AD" clId="Web-{0D473A7E-C4ED-38C6-938E-A75D6ED10A9C}" dt="2026-10-06T18:35:52.942" v="465"/>
          <ac:spMkLst>
            <pc:docMk/>
            <pc:sldMk cId="3120431249" sldId="2147483645"/>
            <ac:spMk id="21" creationId="{C48696D1-CFE9-7412-36C6-E7874BD75C0A}"/>
          </ac:spMkLst>
        </pc:spChg>
        <pc:spChg chg="del">
          <ac:chgData name="EMERSON, Charlie" userId="S::charlie.emerson@sportfive.com::37e63fb3-2916-40e6-9249-35ce2cdf7da9" providerId="AD" clId="Web-{0D473A7E-C4ED-38C6-938E-A75D6ED10A9C}" dt="2026-10-06T18:35:49.098" v="463"/>
          <ac:spMkLst>
            <pc:docMk/>
            <pc:sldMk cId="3120431249" sldId="2147483645"/>
            <ac:spMk id="31" creationId="{7B7425F6-9B7D-5D8A-3826-CF15A341364A}"/>
          </ac:spMkLst>
        </pc:spChg>
        <pc:spChg chg="add">
          <ac:chgData name="EMERSON, Charlie" userId="S::charlie.emerson@sportfive.com::37e63fb3-2916-40e6-9249-35ce2cdf7da9" providerId="AD" clId="Web-{0D473A7E-C4ED-38C6-938E-A75D6ED10A9C}" dt="2026-10-06T18:36:00.160" v="467"/>
          <ac:spMkLst>
            <pc:docMk/>
            <pc:sldMk cId="3120431249" sldId="2147483645"/>
            <ac:spMk id="32" creationId="{BCB15F7D-5BF6-D17A-D67E-A688F15FE5C8}"/>
          </ac:spMkLst>
        </pc:spChg>
        <pc:spChg chg="add">
          <ac:chgData name="EMERSON, Charlie" userId="S::charlie.emerson@sportfive.com::37e63fb3-2916-40e6-9249-35ce2cdf7da9" providerId="AD" clId="Web-{0D473A7E-C4ED-38C6-938E-A75D6ED10A9C}" dt="2026-10-06T18:36:00.192" v="468"/>
          <ac:spMkLst>
            <pc:docMk/>
            <pc:sldMk cId="3120431249" sldId="2147483645"/>
            <ac:spMk id="46" creationId="{9A4BFB90-0D3F-6C74-42A9-28F4254F9D24}"/>
          </ac:spMkLst>
        </pc:spChg>
        <pc:picChg chg="del">
          <ac:chgData name="EMERSON, Charlie" userId="S::charlie.emerson@sportfive.com::37e63fb3-2916-40e6-9249-35ce2cdf7da9" providerId="AD" clId="Web-{0D473A7E-C4ED-38C6-938E-A75D6ED10A9C}" dt="2026-10-06T18:34:09.565" v="235"/>
          <ac:picMkLst>
            <pc:docMk/>
            <pc:sldMk cId="3120431249" sldId="2147483645"/>
            <ac:picMk id="37" creationId="{81F12EBF-83CF-7AB0-97F2-BEA444853C34}"/>
          </ac:picMkLst>
        </pc:picChg>
        <pc:picChg chg="del">
          <ac:chgData name="EMERSON, Charlie" userId="S::charlie.emerson@sportfive.com::37e63fb3-2916-40e6-9249-35ce2cdf7da9" providerId="AD" clId="Web-{0D473A7E-C4ED-38C6-938E-A75D6ED10A9C}" dt="2026-10-06T18:34:11.408" v="236"/>
          <ac:picMkLst>
            <pc:docMk/>
            <pc:sldMk cId="3120431249" sldId="2147483645"/>
            <ac:picMk id="38" creationId="{01BFC479-4407-9D79-60F6-250C0BB68440}"/>
          </ac:picMkLst>
        </pc:picChg>
      </pc:sldChg>
    </pc:docChg>
  </pc:docChgLst>
  <pc:docChgLst>
    <pc:chgData name="FARRANT, George" userId="S::george.farrant@sportfive.com::292a3dd9-394f-49b6-9ebd-9a7b08cf3045" providerId="AD" clId="Web-{497306EC-7731-8FEA-8B99-ED886ECCDDB2}"/>
    <pc:docChg chg="modSld">
      <pc:chgData name="FARRANT, George" userId="S::george.farrant@sportfive.com::292a3dd9-394f-49b6-9ebd-9a7b08cf3045" providerId="AD" clId="Web-{497306EC-7731-8FEA-8B99-ED886ECCDDB2}" dt="2026-10-07T13:29:32.799" v="1"/>
      <pc:docMkLst>
        <pc:docMk/>
      </pc:docMkLst>
      <pc:sldChg chg="modSp">
        <pc:chgData name="FARRANT, George" userId="S::george.farrant@sportfive.com::292a3dd9-394f-49b6-9ebd-9a7b08cf3045" providerId="AD" clId="Web-{497306EC-7731-8FEA-8B99-ED886ECCDDB2}" dt="2026-10-07T13:29:32.799" v="1"/>
        <pc:sldMkLst>
          <pc:docMk/>
          <pc:sldMk cId="0" sldId="277"/>
        </pc:sldMkLst>
        <pc:spChg chg="mod">
          <ac:chgData name="FARRANT, George" userId="S::george.farrant@sportfive.com::292a3dd9-394f-49b6-9ebd-9a7b08cf3045" providerId="AD" clId="Web-{497306EC-7731-8FEA-8B99-ED886ECCDDB2}" dt="2026-10-07T13:29:32.799" v="1"/>
          <ac:spMkLst>
            <pc:docMk/>
            <pc:sldMk cId="0" sldId="277"/>
            <ac:spMk id="49" creationId="{00000000-0000-0000-0000-000000000000}"/>
          </ac:spMkLst>
        </pc:spChg>
      </pc:sldChg>
      <pc:sldChg chg="modSp">
        <pc:chgData name="FARRANT, George" userId="S::george.farrant@sportfive.com::292a3dd9-394f-49b6-9ebd-9a7b08cf3045" providerId="AD" clId="Web-{497306EC-7731-8FEA-8B99-ED886ECCDDB2}" dt="2026-10-07T13:26:40.546" v="0"/>
        <pc:sldMkLst>
          <pc:docMk/>
          <pc:sldMk cId="0" sldId="2147483643"/>
        </pc:sldMkLst>
        <pc:spChg chg="mod">
          <ac:chgData name="FARRANT, George" userId="S::george.farrant@sportfive.com::292a3dd9-394f-49b6-9ebd-9a7b08cf3045" providerId="AD" clId="Web-{497306EC-7731-8FEA-8B99-ED886ECCDDB2}" dt="2026-10-07T13:26:40.546" v="0"/>
          <ac:spMkLst>
            <pc:docMk/>
            <pc:sldMk cId="0" sldId="2147483643"/>
            <ac:spMk id="3" creationId="{807AFFE3-82F1-69EF-79DD-A24510EDD626}"/>
          </ac:spMkLst>
        </pc:spChg>
      </pc:sldChg>
    </pc:docChg>
  </pc:docChgLst>
  <pc:docChgLst>
    <pc:chgData name="FARRANT, George" userId="S::george.farrant@sportfive.com::292a3dd9-394f-49b6-9ebd-9a7b08cf3045" providerId="AD" clId="Web-{A31D2C54-399A-D983-CEB0-BE93984BC729}"/>
    <pc:docChg chg="modSld">
      <pc:chgData name="FARRANT, George" userId="S::george.farrant@sportfive.com::292a3dd9-394f-49b6-9ebd-9a7b08cf3045" providerId="AD" clId="Web-{A31D2C54-399A-D983-CEB0-BE93984BC729}" dt="2026-10-06T18:08:34.196" v="7"/>
      <pc:docMkLst>
        <pc:docMk/>
      </pc:docMkLst>
      <pc:sldChg chg="addSp delSp modSp">
        <pc:chgData name="FARRANT, George" userId="S::george.farrant@sportfive.com::292a3dd9-394f-49b6-9ebd-9a7b08cf3045" providerId="AD" clId="Web-{A31D2C54-399A-D983-CEB0-BE93984BC729}" dt="2026-10-06T18:08:34.196" v="7"/>
        <pc:sldMkLst>
          <pc:docMk/>
          <pc:sldMk cId="3749954416" sldId="278"/>
        </pc:sldMkLst>
        <pc:spChg chg="del">
          <ac:chgData name="FARRANT, George" userId="S::george.farrant@sportfive.com::292a3dd9-394f-49b6-9ebd-9a7b08cf3045" providerId="AD" clId="Web-{A31D2C54-399A-D983-CEB0-BE93984BC729}" dt="2026-10-06T18:08:20.821" v="0"/>
          <ac:spMkLst>
            <pc:docMk/>
            <pc:sldMk cId="3749954416" sldId="278"/>
            <ac:spMk id="14" creationId="{71CADBB5-B746-9DA7-DCB8-54A903F28BF7}"/>
          </ac:spMkLst>
        </pc:spChg>
        <pc:spChg chg="mod">
          <ac:chgData name="FARRANT, George" userId="S::george.farrant@sportfive.com::292a3dd9-394f-49b6-9ebd-9a7b08cf3045" providerId="AD" clId="Web-{A31D2C54-399A-D983-CEB0-BE93984BC729}" dt="2026-10-06T18:08:32.571" v="5" actId="20577"/>
          <ac:spMkLst>
            <pc:docMk/>
            <pc:sldMk cId="3749954416" sldId="278"/>
            <ac:spMk id="31" creationId="{7B7425F6-9B7D-5D8A-3826-CF15A341364A}"/>
          </ac:spMkLst>
        </pc:spChg>
        <pc:spChg chg="add">
          <ac:chgData name="FARRANT, George" userId="S::george.farrant@sportfive.com::292a3dd9-394f-49b6-9ebd-9a7b08cf3045" providerId="AD" clId="Web-{A31D2C54-399A-D983-CEB0-BE93984BC729}" dt="2026-10-06T18:08:34.196" v="7"/>
          <ac:spMkLst>
            <pc:docMk/>
            <pc:sldMk cId="3749954416" sldId="278"/>
            <ac:spMk id="32" creationId="{60668B1D-8CE1-65C1-FB7C-AC94932EEAAE}"/>
          </ac:spMkLst>
        </pc:spChg>
        <pc:picChg chg="add">
          <ac:chgData name="FARRANT, George" userId="S::george.farrant@sportfive.com::292a3dd9-394f-49b6-9ebd-9a7b08cf3045" providerId="AD" clId="Web-{A31D2C54-399A-D983-CEB0-BE93984BC729}" dt="2026-10-06T18:08:34.164" v="6"/>
          <ac:picMkLst>
            <pc:docMk/>
            <pc:sldMk cId="3749954416" sldId="278"/>
            <ac:picMk id="9" creationId="{A5089C6F-E0AC-0D1F-30BD-A9005FD4BCF9}"/>
          </ac:picMkLst>
        </pc:picChg>
        <pc:picChg chg="del">
          <ac:chgData name="FARRANT, George" userId="S::george.farrant@sportfive.com::292a3dd9-394f-49b6-9ebd-9a7b08cf3045" providerId="AD" clId="Web-{A31D2C54-399A-D983-CEB0-BE93984BC729}" dt="2026-10-06T18:08:26.024" v="3"/>
          <ac:picMkLst>
            <pc:docMk/>
            <pc:sldMk cId="3749954416" sldId="278"/>
            <ac:picMk id="33" creationId="{0FE22899-031C-0A33-7B6C-A4C1DC78BDCA}"/>
          </ac:picMkLst>
        </pc:picChg>
        <pc:picChg chg="del">
          <ac:chgData name="FARRANT, George" userId="S::george.farrant@sportfive.com::292a3dd9-394f-49b6-9ebd-9a7b08cf3045" providerId="AD" clId="Web-{A31D2C54-399A-D983-CEB0-BE93984BC729}" dt="2026-10-06T18:08:24.555" v="2"/>
          <ac:picMkLst>
            <pc:docMk/>
            <pc:sldMk cId="3749954416" sldId="278"/>
            <ac:picMk id="37" creationId="{81F12EBF-83CF-7AB0-97F2-BEA444853C34}"/>
          </ac:picMkLst>
        </pc:picChg>
        <pc:picChg chg="del">
          <ac:chgData name="FARRANT, George" userId="S::george.farrant@sportfive.com::292a3dd9-394f-49b6-9ebd-9a7b08cf3045" providerId="AD" clId="Web-{A31D2C54-399A-D983-CEB0-BE93984BC729}" dt="2026-10-06T18:08:23.118" v="1"/>
          <ac:picMkLst>
            <pc:docMk/>
            <pc:sldMk cId="3749954416" sldId="278"/>
            <ac:picMk id="38" creationId="{01BFC479-4407-9D79-60F6-250C0BB68440}"/>
          </ac:picMkLst>
        </pc:picChg>
      </pc:sldChg>
    </pc:docChg>
  </pc:docChgLst>
  <pc:docChgLst>
    <pc:chgData name="FARRANT, George" userId="292a3dd9-394f-49b6-9ebd-9a7b08cf3045" providerId="ADAL" clId="{CDEB4591-9A94-5E5C-8A16-CB5EF7BB494C}"/>
    <pc:docChg chg="custSel addSld delSld modSld sldOrd addMainMaster delMainMaster modMainMaster modSection modNotesMaster">
      <pc:chgData name="FARRANT, George" userId="292a3dd9-394f-49b6-9ebd-9a7b08cf3045" providerId="ADAL" clId="{CDEB4591-9A94-5E5C-8A16-CB5EF7BB494C}" dt="2026-10-06T18:22:16.409" v="201" actId="729"/>
      <pc:docMkLst>
        <pc:docMk/>
      </pc:docMkLst>
      <pc:sldChg chg="delSp mod modClrScheme chgLayout">
        <pc:chgData name="FARRANT, George" userId="292a3dd9-394f-49b6-9ebd-9a7b08cf3045" providerId="ADAL" clId="{CDEB4591-9A94-5E5C-8A16-CB5EF7BB494C}" dt="2026-10-06T18:20:58.845" v="197" actId="26606"/>
        <pc:sldMkLst>
          <pc:docMk/>
          <pc:sldMk cId="0" sldId="256"/>
        </pc:sldMkLst>
        <pc:spChg chg="del">
          <ac:chgData name="FARRANT, George" userId="292a3dd9-394f-49b6-9ebd-9a7b08cf3045" providerId="ADAL" clId="{CDEB4591-9A94-5E5C-8A16-CB5EF7BB494C}" dt="2026-10-06T18:20:58.845" v="197" actId="26606"/>
          <ac:spMkLst>
            <pc:docMk/>
            <pc:sldMk cId="0" sldId="256"/>
            <ac:spMk id="14" creationId="{EB4795DD-C27D-678B-7028-E6BF8715F496}"/>
          </ac:spMkLst>
        </pc:spChg>
      </pc:sldChg>
      <pc:sldChg chg="del">
        <pc:chgData name="FARRANT, George" userId="292a3dd9-394f-49b6-9ebd-9a7b08cf3045" providerId="ADAL" clId="{CDEB4591-9A94-5E5C-8A16-CB5EF7BB494C}" dt="2026-10-05T18:50:33.377" v="18" actId="2696"/>
        <pc:sldMkLst>
          <pc:docMk/>
          <pc:sldMk cId="0" sldId="257"/>
        </pc:sldMkLst>
      </pc:sldChg>
      <pc:sldChg chg="del">
        <pc:chgData name="FARRANT, George" userId="292a3dd9-394f-49b6-9ebd-9a7b08cf3045" providerId="ADAL" clId="{CDEB4591-9A94-5E5C-8A16-CB5EF7BB494C}" dt="2026-10-05T18:50:19.426" v="6" actId="2696"/>
        <pc:sldMkLst>
          <pc:docMk/>
          <pc:sldMk cId="0" sldId="258"/>
        </pc:sldMkLst>
      </pc:sldChg>
      <pc:sldChg chg="del">
        <pc:chgData name="FARRANT, George" userId="292a3dd9-394f-49b6-9ebd-9a7b08cf3045" providerId="ADAL" clId="{CDEB4591-9A94-5E5C-8A16-CB5EF7BB494C}" dt="2026-10-05T18:50:13.250" v="0" actId="2696"/>
        <pc:sldMkLst>
          <pc:docMk/>
          <pc:sldMk cId="146674417" sldId="259"/>
        </pc:sldMkLst>
      </pc:sldChg>
      <pc:sldChg chg="del">
        <pc:chgData name="FARRANT, George" userId="292a3dd9-394f-49b6-9ebd-9a7b08cf3045" providerId="ADAL" clId="{CDEB4591-9A94-5E5C-8A16-CB5EF7BB494C}" dt="2026-10-05T18:50:32.460" v="16" actId="2696"/>
        <pc:sldMkLst>
          <pc:docMk/>
          <pc:sldMk cId="0" sldId="260"/>
        </pc:sldMkLst>
      </pc:sldChg>
      <pc:sldChg chg="del">
        <pc:chgData name="FARRANT, George" userId="292a3dd9-394f-49b6-9ebd-9a7b08cf3045" providerId="ADAL" clId="{CDEB4591-9A94-5E5C-8A16-CB5EF7BB494C}" dt="2026-10-05T18:50:55.488" v="22" actId="2696"/>
        <pc:sldMkLst>
          <pc:docMk/>
          <pc:sldMk cId="4048089021" sldId="261"/>
        </pc:sldMkLst>
      </pc:sldChg>
      <pc:sldChg chg="del">
        <pc:chgData name="FARRANT, George" userId="292a3dd9-394f-49b6-9ebd-9a7b08cf3045" providerId="ADAL" clId="{CDEB4591-9A94-5E5C-8A16-CB5EF7BB494C}" dt="2026-10-05T18:50:32.930" v="17" actId="2696"/>
        <pc:sldMkLst>
          <pc:docMk/>
          <pc:sldMk cId="2406326122" sldId="262"/>
        </pc:sldMkLst>
      </pc:sldChg>
      <pc:sldChg chg="del">
        <pc:chgData name="FARRANT, George" userId="292a3dd9-394f-49b6-9ebd-9a7b08cf3045" providerId="ADAL" clId="{CDEB4591-9A94-5E5C-8A16-CB5EF7BB494C}" dt="2026-10-05T18:50:16.424" v="3" actId="2696"/>
        <pc:sldMkLst>
          <pc:docMk/>
          <pc:sldMk cId="4208189078" sldId="263"/>
        </pc:sldMkLst>
      </pc:sldChg>
      <pc:sldChg chg="del">
        <pc:chgData name="FARRANT, George" userId="292a3dd9-394f-49b6-9ebd-9a7b08cf3045" providerId="ADAL" clId="{CDEB4591-9A94-5E5C-8A16-CB5EF7BB494C}" dt="2026-10-05T18:50:58.577" v="23" actId="2696"/>
        <pc:sldMkLst>
          <pc:docMk/>
          <pc:sldMk cId="2891301418" sldId="264"/>
        </pc:sldMkLst>
      </pc:sldChg>
      <pc:sldChg chg="del">
        <pc:chgData name="FARRANT, George" userId="292a3dd9-394f-49b6-9ebd-9a7b08cf3045" providerId="ADAL" clId="{CDEB4591-9A94-5E5C-8A16-CB5EF7BB494C}" dt="2026-10-05T18:50:27.427" v="11" actId="2696"/>
        <pc:sldMkLst>
          <pc:docMk/>
          <pc:sldMk cId="0" sldId="265"/>
        </pc:sldMkLst>
      </pc:sldChg>
      <pc:sldChg chg="del">
        <pc:chgData name="FARRANT, George" userId="292a3dd9-394f-49b6-9ebd-9a7b08cf3045" providerId="ADAL" clId="{CDEB4591-9A94-5E5C-8A16-CB5EF7BB494C}" dt="2026-10-05T18:50:22.391" v="9" actId="2696"/>
        <pc:sldMkLst>
          <pc:docMk/>
          <pc:sldMk cId="3915920241" sldId="266"/>
        </pc:sldMkLst>
      </pc:sldChg>
      <pc:sldChg chg="delSp mod modClrScheme chgLayout">
        <pc:chgData name="FARRANT, George" userId="292a3dd9-394f-49b6-9ebd-9a7b08cf3045" providerId="ADAL" clId="{CDEB4591-9A94-5E5C-8A16-CB5EF7BB494C}" dt="2026-10-06T18:20:58.845" v="197" actId="26606"/>
        <pc:sldMkLst>
          <pc:docMk/>
          <pc:sldMk cId="0" sldId="267"/>
        </pc:sldMkLst>
        <pc:spChg chg="del">
          <ac:chgData name="FARRANT, George" userId="292a3dd9-394f-49b6-9ebd-9a7b08cf3045" providerId="ADAL" clId="{CDEB4591-9A94-5E5C-8A16-CB5EF7BB494C}" dt="2026-10-06T18:20:58.845" v="197" actId="26606"/>
          <ac:spMkLst>
            <pc:docMk/>
            <pc:sldMk cId="0" sldId="267"/>
            <ac:spMk id="3" creationId="{80020F4F-84B9-72A7-4EE4-98340F7AEDAC}"/>
          </ac:spMkLst>
        </pc:spChg>
      </pc:sldChg>
      <pc:sldChg chg="del">
        <pc:chgData name="FARRANT, George" userId="292a3dd9-394f-49b6-9ebd-9a7b08cf3045" providerId="ADAL" clId="{CDEB4591-9A94-5E5C-8A16-CB5EF7BB494C}" dt="2026-10-05T18:50:20.010" v="7" actId="2696"/>
        <pc:sldMkLst>
          <pc:docMk/>
          <pc:sldMk cId="1232683940" sldId="268"/>
        </pc:sldMkLst>
      </pc:sldChg>
      <pc:sldChg chg="del">
        <pc:chgData name="FARRANT, George" userId="292a3dd9-394f-49b6-9ebd-9a7b08cf3045" providerId="ADAL" clId="{CDEB4591-9A94-5E5C-8A16-CB5EF7BB494C}" dt="2026-10-05T18:50:33.885" v="19" actId="2696"/>
        <pc:sldMkLst>
          <pc:docMk/>
          <pc:sldMk cId="0" sldId="269"/>
        </pc:sldMkLst>
      </pc:sldChg>
      <pc:sldChg chg="del">
        <pc:chgData name="FARRANT, George" userId="292a3dd9-394f-49b6-9ebd-9a7b08cf3045" providerId="ADAL" clId="{CDEB4591-9A94-5E5C-8A16-CB5EF7BB494C}" dt="2026-10-05T18:50:34.722" v="20" actId="2696"/>
        <pc:sldMkLst>
          <pc:docMk/>
          <pc:sldMk cId="0" sldId="270"/>
        </pc:sldMkLst>
      </pc:sldChg>
      <pc:sldChg chg="delSp modSp mod modClrScheme chgLayout">
        <pc:chgData name="FARRANT, George" userId="292a3dd9-394f-49b6-9ebd-9a7b08cf3045" providerId="ADAL" clId="{CDEB4591-9A94-5E5C-8A16-CB5EF7BB494C}" dt="2026-10-06T18:21:21.194" v="199" actId="26606"/>
        <pc:sldMkLst>
          <pc:docMk/>
          <pc:sldMk cId="2246056461" sldId="271"/>
        </pc:sldMkLst>
        <pc:spChg chg="mod">
          <ac:chgData name="FARRANT, George" userId="292a3dd9-394f-49b6-9ebd-9a7b08cf3045" providerId="ADAL" clId="{CDEB4591-9A94-5E5C-8A16-CB5EF7BB494C}" dt="2026-10-06T18:11:55.136" v="119" actId="113"/>
          <ac:spMkLst>
            <pc:docMk/>
            <pc:sldMk cId="2246056461" sldId="271"/>
            <ac:spMk id="4" creationId="{03B6D3C5-E63D-BC2B-DA0C-7061C6CCB5BB}"/>
          </ac:spMkLst>
        </pc:spChg>
        <pc:spChg chg="del">
          <ac:chgData name="FARRANT, George" userId="292a3dd9-394f-49b6-9ebd-9a7b08cf3045" providerId="ADAL" clId="{CDEB4591-9A94-5E5C-8A16-CB5EF7BB494C}" dt="2026-10-06T18:20:58.845" v="197" actId="26606"/>
          <ac:spMkLst>
            <pc:docMk/>
            <pc:sldMk cId="2246056461" sldId="271"/>
            <ac:spMk id="16" creationId="{7E40AF6F-CF19-F4EF-FB57-9F152EA5858B}"/>
          </ac:spMkLst>
        </pc:spChg>
        <pc:graphicFrameChg chg="mod">
          <ac:chgData name="FARRANT, George" userId="292a3dd9-394f-49b6-9ebd-9a7b08cf3045" providerId="ADAL" clId="{CDEB4591-9A94-5E5C-8A16-CB5EF7BB494C}" dt="2026-10-06T18:21:21.194" v="199" actId="26606"/>
          <ac:graphicFrameMkLst>
            <pc:docMk/>
            <pc:sldMk cId="2246056461" sldId="271"/>
            <ac:graphicFrameMk id="20" creationId="{00000000-0000-0000-0000-000000000000}"/>
          </ac:graphicFrameMkLst>
        </pc:graphicFrameChg>
      </pc:sldChg>
      <pc:sldChg chg="del">
        <pc:chgData name="FARRANT, George" userId="292a3dd9-394f-49b6-9ebd-9a7b08cf3045" providerId="ADAL" clId="{CDEB4591-9A94-5E5C-8A16-CB5EF7BB494C}" dt="2026-10-05T18:50:28.215" v="12" actId="2696"/>
        <pc:sldMkLst>
          <pc:docMk/>
          <pc:sldMk cId="1142086026" sldId="272"/>
        </pc:sldMkLst>
      </pc:sldChg>
      <pc:sldChg chg="delSp mod">
        <pc:chgData name="FARRANT, George" userId="292a3dd9-394f-49b6-9ebd-9a7b08cf3045" providerId="ADAL" clId="{CDEB4591-9A94-5E5C-8A16-CB5EF7BB494C}" dt="2026-10-06T18:20:58.845" v="197" actId="26606"/>
        <pc:sldMkLst>
          <pc:docMk/>
          <pc:sldMk cId="3032900411" sldId="273"/>
        </pc:sldMkLst>
        <pc:spChg chg="del">
          <ac:chgData name="FARRANT, George" userId="292a3dd9-394f-49b6-9ebd-9a7b08cf3045" providerId="ADAL" clId="{CDEB4591-9A94-5E5C-8A16-CB5EF7BB494C}" dt="2026-10-06T18:20:58.845" v="197" actId="26606"/>
          <ac:spMkLst>
            <pc:docMk/>
            <pc:sldMk cId="3032900411" sldId="273"/>
            <ac:spMk id="13" creationId="{950BD567-E30F-66F8-2C8B-8F94CA74E175}"/>
          </ac:spMkLst>
        </pc:spChg>
      </pc:sldChg>
      <pc:sldChg chg="del">
        <pc:chgData name="FARRANT, George" userId="292a3dd9-394f-49b6-9ebd-9a7b08cf3045" providerId="ADAL" clId="{CDEB4591-9A94-5E5C-8A16-CB5EF7BB494C}" dt="2026-10-05T18:50:20.662" v="8" actId="2696"/>
        <pc:sldMkLst>
          <pc:docMk/>
          <pc:sldMk cId="2719789842" sldId="274"/>
        </pc:sldMkLst>
      </pc:sldChg>
      <pc:sldChg chg="del">
        <pc:chgData name="FARRANT, George" userId="292a3dd9-394f-49b6-9ebd-9a7b08cf3045" providerId="ADAL" clId="{CDEB4591-9A94-5E5C-8A16-CB5EF7BB494C}" dt="2026-10-05T18:50:15.179" v="2" actId="2696"/>
        <pc:sldMkLst>
          <pc:docMk/>
          <pc:sldMk cId="3838622280" sldId="275"/>
        </pc:sldMkLst>
      </pc:sldChg>
      <pc:sldChg chg="delSp mod modClrScheme chgLayout">
        <pc:chgData name="FARRANT, George" userId="292a3dd9-394f-49b6-9ebd-9a7b08cf3045" providerId="ADAL" clId="{CDEB4591-9A94-5E5C-8A16-CB5EF7BB494C}" dt="2026-10-06T18:20:58.845" v="197" actId="26606"/>
        <pc:sldMkLst>
          <pc:docMk/>
          <pc:sldMk cId="144992930" sldId="276"/>
        </pc:sldMkLst>
        <pc:spChg chg="del">
          <ac:chgData name="FARRANT, George" userId="292a3dd9-394f-49b6-9ebd-9a7b08cf3045" providerId="ADAL" clId="{CDEB4591-9A94-5E5C-8A16-CB5EF7BB494C}" dt="2026-10-06T18:20:58.845" v="197" actId="26606"/>
          <ac:spMkLst>
            <pc:docMk/>
            <pc:sldMk cId="144992930" sldId="276"/>
            <ac:spMk id="25" creationId="{B980BDB1-BF6B-174E-A60E-6444A892AB23}"/>
          </ac:spMkLst>
        </pc:spChg>
      </pc:sldChg>
      <pc:sldChg chg="addSp delSp modSp mod modClrScheme chgLayout">
        <pc:chgData name="FARRANT, George" userId="292a3dd9-394f-49b6-9ebd-9a7b08cf3045" providerId="ADAL" clId="{CDEB4591-9A94-5E5C-8A16-CB5EF7BB494C}" dt="2026-10-06T18:20:58.845" v="197" actId="26606"/>
        <pc:sldMkLst>
          <pc:docMk/>
          <pc:sldMk cId="0" sldId="277"/>
        </pc:sldMkLst>
        <pc:spChg chg="add del mod">
          <ac:chgData name="FARRANT, George" userId="292a3dd9-394f-49b6-9ebd-9a7b08cf3045" providerId="ADAL" clId="{CDEB4591-9A94-5E5C-8A16-CB5EF7BB494C}" dt="2026-10-06T18:09:05.492" v="36" actId="478"/>
          <ac:spMkLst>
            <pc:docMk/>
            <pc:sldMk cId="0" sldId="277"/>
            <ac:spMk id="3" creationId="{5A5C2E7B-F002-C619-54D3-3ADC4ADD9A17}"/>
          </ac:spMkLst>
        </pc:spChg>
        <pc:spChg chg="add mod">
          <ac:chgData name="FARRANT, George" userId="292a3dd9-394f-49b6-9ebd-9a7b08cf3045" providerId="ADAL" clId="{CDEB4591-9A94-5E5C-8A16-CB5EF7BB494C}" dt="2026-10-06T18:09:04.039" v="35"/>
          <ac:spMkLst>
            <pc:docMk/>
            <pc:sldMk cId="0" sldId="277"/>
            <ac:spMk id="4" creationId="{23F3ABF1-B32C-5074-A00B-CB7CD79706E5}"/>
          </ac:spMkLst>
        </pc:spChg>
        <pc:spChg chg="add mod">
          <ac:chgData name="FARRANT, George" userId="292a3dd9-394f-49b6-9ebd-9a7b08cf3045" providerId="ADAL" clId="{CDEB4591-9A94-5E5C-8A16-CB5EF7BB494C}" dt="2026-10-06T18:09:39.216" v="46" actId="1076"/>
          <ac:spMkLst>
            <pc:docMk/>
            <pc:sldMk cId="0" sldId="277"/>
            <ac:spMk id="6" creationId="{F303E1B1-F0B3-052B-A1B0-209368B1FA61}"/>
          </ac:spMkLst>
        </pc:spChg>
        <pc:spChg chg="add mod">
          <ac:chgData name="FARRANT, George" userId="292a3dd9-394f-49b6-9ebd-9a7b08cf3045" providerId="ADAL" clId="{CDEB4591-9A94-5E5C-8A16-CB5EF7BB494C}" dt="2026-10-06T18:09:39.216" v="46" actId="1076"/>
          <ac:spMkLst>
            <pc:docMk/>
            <pc:sldMk cId="0" sldId="277"/>
            <ac:spMk id="7" creationId="{6E4370CF-912A-31EA-46B2-719DA8712055}"/>
          </ac:spMkLst>
        </pc:spChg>
        <pc:spChg chg="del">
          <ac:chgData name="FARRANT, George" userId="292a3dd9-394f-49b6-9ebd-9a7b08cf3045" providerId="ADAL" clId="{CDEB4591-9A94-5E5C-8A16-CB5EF7BB494C}" dt="2026-10-06T18:20:58.845" v="197" actId="26606"/>
          <ac:spMkLst>
            <pc:docMk/>
            <pc:sldMk cId="0" sldId="277"/>
            <ac:spMk id="99" creationId="{00000000-0000-0000-0000-000000000000}"/>
          </ac:spMkLst>
        </pc:spChg>
        <pc:picChg chg="add del mod">
          <ac:chgData name="FARRANT, George" userId="292a3dd9-394f-49b6-9ebd-9a7b08cf3045" providerId="ADAL" clId="{CDEB4591-9A94-5E5C-8A16-CB5EF7BB494C}" dt="2026-10-06T18:09:06.940" v="37" actId="478"/>
          <ac:picMkLst>
            <pc:docMk/>
            <pc:sldMk cId="0" sldId="277"/>
            <ac:picMk id="2" creationId="{00B27685-4565-2197-1907-8C331E239B89}"/>
          </ac:picMkLst>
        </pc:picChg>
        <pc:picChg chg="add mod">
          <ac:chgData name="FARRANT, George" userId="292a3dd9-394f-49b6-9ebd-9a7b08cf3045" providerId="ADAL" clId="{CDEB4591-9A94-5E5C-8A16-CB5EF7BB494C}" dt="2026-10-06T18:09:04.039" v="35"/>
          <ac:picMkLst>
            <pc:docMk/>
            <pc:sldMk cId="0" sldId="277"/>
            <ac:picMk id="5" creationId="{9C7E1A06-663D-3CC3-413C-67A4307DF296}"/>
          </ac:picMkLst>
        </pc:picChg>
      </pc:sldChg>
      <pc:sldChg chg="addSp delSp modSp mod">
        <pc:chgData name="FARRANT, George" userId="292a3dd9-394f-49b6-9ebd-9a7b08cf3045" providerId="ADAL" clId="{CDEB4591-9A94-5E5C-8A16-CB5EF7BB494C}" dt="2026-10-06T18:11:25.849" v="118" actId="403"/>
        <pc:sldMkLst>
          <pc:docMk/>
          <pc:sldMk cId="3749954416" sldId="278"/>
        </pc:sldMkLst>
        <pc:spChg chg="add mod">
          <ac:chgData name="FARRANT, George" userId="292a3dd9-394f-49b6-9ebd-9a7b08cf3045" providerId="ADAL" clId="{CDEB4591-9A94-5E5C-8A16-CB5EF7BB494C}" dt="2026-10-06T18:09:33.224" v="44"/>
          <ac:spMkLst>
            <pc:docMk/>
            <pc:sldMk cId="3749954416" sldId="278"/>
            <ac:spMk id="8" creationId="{BF6D601D-E833-0F35-728A-2BEB91663E7F}"/>
          </ac:spMkLst>
        </pc:spChg>
        <pc:spChg chg="add mod">
          <ac:chgData name="FARRANT, George" userId="292a3dd9-394f-49b6-9ebd-9a7b08cf3045" providerId="ADAL" clId="{CDEB4591-9A94-5E5C-8A16-CB5EF7BB494C}" dt="2026-10-06T18:09:33.224" v="44"/>
          <ac:spMkLst>
            <pc:docMk/>
            <pc:sldMk cId="3749954416" sldId="278"/>
            <ac:spMk id="11" creationId="{A3772427-03F5-5667-1D40-700653730947}"/>
          </ac:spMkLst>
        </pc:spChg>
        <pc:spChg chg="del">
          <ac:chgData name="FARRANT, George" userId="292a3dd9-394f-49b6-9ebd-9a7b08cf3045" providerId="ADAL" clId="{CDEB4591-9A94-5E5C-8A16-CB5EF7BB494C}" dt="2026-10-06T18:09:25.194" v="43" actId="478"/>
          <ac:spMkLst>
            <pc:docMk/>
            <pc:sldMk cId="3749954416" sldId="278"/>
            <ac:spMk id="21" creationId="{C48696D1-CFE9-7412-36C6-E7874BD75C0A}"/>
          </ac:spMkLst>
        </pc:spChg>
        <pc:spChg chg="mod">
          <ac:chgData name="FARRANT, George" userId="292a3dd9-394f-49b6-9ebd-9a7b08cf3045" providerId="ADAL" clId="{CDEB4591-9A94-5E5C-8A16-CB5EF7BB494C}" dt="2026-10-06T18:11:25.849" v="118" actId="403"/>
          <ac:spMkLst>
            <pc:docMk/>
            <pc:sldMk cId="3749954416" sldId="278"/>
            <ac:spMk id="31" creationId="{7B7425F6-9B7D-5D8A-3826-CF15A341364A}"/>
          </ac:spMkLst>
        </pc:spChg>
      </pc:sldChg>
      <pc:sldChg chg="del">
        <pc:chgData name="FARRANT, George" userId="292a3dd9-394f-49b6-9ebd-9a7b08cf3045" providerId="ADAL" clId="{CDEB4591-9A94-5E5C-8A16-CB5EF7BB494C}" dt="2026-10-05T18:50:32.076" v="15" actId="2696"/>
        <pc:sldMkLst>
          <pc:docMk/>
          <pc:sldMk cId="2412035266" sldId="280"/>
        </pc:sldMkLst>
      </pc:sldChg>
      <pc:sldChg chg="delSp mod ord modClrScheme modShow chgLayout">
        <pc:chgData name="FARRANT, George" userId="292a3dd9-394f-49b6-9ebd-9a7b08cf3045" providerId="ADAL" clId="{CDEB4591-9A94-5E5C-8A16-CB5EF7BB494C}" dt="2026-10-06T18:22:16.409" v="201" actId="729"/>
        <pc:sldMkLst>
          <pc:docMk/>
          <pc:sldMk cId="0" sldId="281"/>
        </pc:sldMkLst>
        <pc:spChg chg="del">
          <ac:chgData name="FARRANT, George" userId="292a3dd9-394f-49b6-9ebd-9a7b08cf3045" providerId="ADAL" clId="{CDEB4591-9A94-5E5C-8A16-CB5EF7BB494C}" dt="2026-10-06T18:20:58.845" v="197" actId="26606"/>
          <ac:spMkLst>
            <pc:docMk/>
            <pc:sldMk cId="0" sldId="281"/>
            <ac:spMk id="2" creationId="{80020F4F-84B9-72A7-4EE4-98340F7AEDAC}"/>
          </ac:spMkLst>
        </pc:spChg>
      </pc:sldChg>
      <pc:sldChg chg="delSp mod modClrScheme chgLayout">
        <pc:chgData name="FARRANT, George" userId="292a3dd9-394f-49b6-9ebd-9a7b08cf3045" providerId="ADAL" clId="{CDEB4591-9A94-5E5C-8A16-CB5EF7BB494C}" dt="2026-10-06T18:20:58.845" v="197" actId="26606"/>
        <pc:sldMkLst>
          <pc:docMk/>
          <pc:sldMk cId="2900599459" sldId="283"/>
        </pc:sldMkLst>
        <pc:spChg chg="del">
          <ac:chgData name="FARRANT, George" userId="292a3dd9-394f-49b6-9ebd-9a7b08cf3045" providerId="ADAL" clId="{CDEB4591-9A94-5E5C-8A16-CB5EF7BB494C}" dt="2026-10-06T18:20:58.845" v="197" actId="26606"/>
          <ac:spMkLst>
            <pc:docMk/>
            <pc:sldMk cId="2900599459" sldId="283"/>
            <ac:spMk id="26" creationId="{64A8574F-977C-B95E-A48B-D37BB6B48E5E}"/>
          </ac:spMkLst>
        </pc:spChg>
      </pc:sldChg>
      <pc:sldChg chg="delSp mod modClrScheme chgLayout">
        <pc:chgData name="FARRANT, George" userId="292a3dd9-394f-49b6-9ebd-9a7b08cf3045" providerId="ADAL" clId="{CDEB4591-9A94-5E5C-8A16-CB5EF7BB494C}" dt="2026-10-06T18:20:58.845" v="197" actId="26606"/>
        <pc:sldMkLst>
          <pc:docMk/>
          <pc:sldMk cId="1161008042" sldId="284"/>
        </pc:sldMkLst>
        <pc:spChg chg="del">
          <ac:chgData name="FARRANT, George" userId="292a3dd9-394f-49b6-9ebd-9a7b08cf3045" providerId="ADAL" clId="{CDEB4591-9A94-5E5C-8A16-CB5EF7BB494C}" dt="2026-10-06T18:20:58.845" v="197" actId="26606"/>
          <ac:spMkLst>
            <pc:docMk/>
            <pc:sldMk cId="1161008042" sldId="284"/>
            <ac:spMk id="27" creationId="{FFDF947D-FE2F-827D-83AF-989492471B0F}"/>
          </ac:spMkLst>
        </pc:spChg>
      </pc:sldChg>
      <pc:sldChg chg="del">
        <pc:chgData name="FARRANT, George" userId="292a3dd9-394f-49b6-9ebd-9a7b08cf3045" providerId="ADAL" clId="{CDEB4591-9A94-5E5C-8A16-CB5EF7BB494C}" dt="2026-10-05T18:50:22.776" v="10" actId="2696"/>
        <pc:sldMkLst>
          <pc:docMk/>
          <pc:sldMk cId="1353209130" sldId="285"/>
        </pc:sldMkLst>
      </pc:sldChg>
      <pc:sldChg chg="del">
        <pc:chgData name="FARRANT, George" userId="292a3dd9-394f-49b6-9ebd-9a7b08cf3045" providerId="ADAL" clId="{CDEB4591-9A94-5E5C-8A16-CB5EF7BB494C}" dt="2026-10-05T18:50:14.191" v="1" actId="2696"/>
        <pc:sldMkLst>
          <pc:docMk/>
          <pc:sldMk cId="1910232782" sldId="2147476448"/>
        </pc:sldMkLst>
      </pc:sldChg>
      <pc:sldChg chg="del">
        <pc:chgData name="FARRANT, George" userId="292a3dd9-394f-49b6-9ebd-9a7b08cf3045" providerId="ADAL" clId="{CDEB4591-9A94-5E5C-8A16-CB5EF7BB494C}" dt="2026-10-05T18:50:29.370" v="14" actId="2696"/>
        <pc:sldMkLst>
          <pc:docMk/>
          <pc:sldMk cId="2626997722" sldId="2147476465"/>
        </pc:sldMkLst>
      </pc:sldChg>
      <pc:sldChg chg="addSp modSp add del mod">
        <pc:chgData name="FARRANT, George" userId="292a3dd9-394f-49b6-9ebd-9a7b08cf3045" providerId="ADAL" clId="{CDEB4591-9A94-5E5C-8A16-CB5EF7BB494C}" dt="2026-10-06T18:10:04.890" v="51" actId="2696"/>
        <pc:sldMkLst>
          <pc:docMk/>
          <pc:sldMk cId="3787397677" sldId="2147483530"/>
        </pc:sldMkLst>
        <pc:spChg chg="add mod">
          <ac:chgData name="FARRANT, George" userId="292a3dd9-394f-49b6-9ebd-9a7b08cf3045" providerId="ADAL" clId="{CDEB4591-9A94-5E5C-8A16-CB5EF7BB494C}" dt="2026-10-06T18:09:44.220" v="47"/>
          <ac:spMkLst>
            <pc:docMk/>
            <pc:sldMk cId="3787397677" sldId="2147483530"/>
            <ac:spMk id="3" creationId="{96B76D26-01F9-D02F-DCBE-0F4F32223A98}"/>
          </ac:spMkLst>
        </pc:spChg>
        <pc:spChg chg="add mod">
          <ac:chgData name="FARRANT, George" userId="292a3dd9-394f-49b6-9ebd-9a7b08cf3045" providerId="ADAL" clId="{CDEB4591-9A94-5E5C-8A16-CB5EF7BB494C}" dt="2026-10-06T18:09:44.220" v="47"/>
          <ac:spMkLst>
            <pc:docMk/>
            <pc:sldMk cId="3787397677" sldId="2147483530"/>
            <ac:spMk id="6" creationId="{CB50ACF2-7153-D5EF-2DF8-7F9A5F262D39}"/>
          </ac:spMkLst>
        </pc:spChg>
        <pc:spChg chg="add mod">
          <ac:chgData name="FARRANT, George" userId="292a3dd9-394f-49b6-9ebd-9a7b08cf3045" providerId="ADAL" clId="{CDEB4591-9A94-5E5C-8A16-CB5EF7BB494C}" dt="2026-10-06T18:09:54.809" v="50"/>
          <ac:spMkLst>
            <pc:docMk/>
            <pc:sldMk cId="3787397677" sldId="2147483530"/>
            <ac:spMk id="9" creationId="{3917F509-2060-34C8-B34C-6D2E24A8C86E}"/>
          </ac:spMkLst>
        </pc:spChg>
        <pc:spChg chg="add mod">
          <ac:chgData name="FARRANT, George" userId="292a3dd9-394f-49b6-9ebd-9a7b08cf3045" providerId="ADAL" clId="{CDEB4591-9A94-5E5C-8A16-CB5EF7BB494C}" dt="2026-10-06T18:09:54.809" v="50"/>
          <ac:spMkLst>
            <pc:docMk/>
            <pc:sldMk cId="3787397677" sldId="2147483530"/>
            <ac:spMk id="11" creationId="{B6BC80CC-89BC-E203-9FA4-E84429813052}"/>
          </ac:spMkLst>
        </pc:spChg>
        <pc:spChg chg="mod">
          <ac:chgData name="FARRANT, George" userId="292a3dd9-394f-49b6-9ebd-9a7b08cf3045" providerId="ADAL" clId="{CDEB4591-9A94-5E5C-8A16-CB5EF7BB494C}" dt="2026-10-06T18:09:48.163" v="48" actId="1076"/>
          <ac:spMkLst>
            <pc:docMk/>
            <pc:sldMk cId="3787397677" sldId="2147483530"/>
            <ac:spMk id="25" creationId="{15E2C0A6-7454-C0C7-7103-806E57CC29BE}"/>
          </ac:spMkLst>
        </pc:spChg>
        <pc:picChg chg="add mod">
          <ac:chgData name="FARRANT, George" userId="292a3dd9-394f-49b6-9ebd-9a7b08cf3045" providerId="ADAL" clId="{CDEB4591-9A94-5E5C-8A16-CB5EF7BB494C}" dt="2026-10-06T18:09:54.809" v="50"/>
          <ac:picMkLst>
            <pc:docMk/>
            <pc:sldMk cId="3787397677" sldId="2147483530"/>
            <ac:picMk id="10" creationId="{383D3AA5-4C0B-2B4D-93CC-FD28BD3C87A1}"/>
          </ac:picMkLst>
        </pc:picChg>
      </pc:sldChg>
      <pc:sldChg chg="mod modClrScheme chgLayout">
        <pc:chgData name="FARRANT, George" userId="292a3dd9-394f-49b6-9ebd-9a7b08cf3045" providerId="ADAL" clId="{CDEB4591-9A94-5E5C-8A16-CB5EF7BB494C}" dt="2026-10-06T18:20:58.845" v="197" actId="26606"/>
        <pc:sldMkLst>
          <pc:docMk/>
          <pc:sldMk cId="1130287203" sldId="2147483642"/>
        </pc:sldMkLst>
      </pc:sldChg>
      <pc:sldChg chg="addSp delSp modSp add del mod">
        <pc:chgData name="FARRANT, George" userId="292a3dd9-394f-49b6-9ebd-9a7b08cf3045" providerId="ADAL" clId="{CDEB4591-9A94-5E5C-8A16-CB5EF7BB494C}" dt="2026-10-06T18:19:39.772" v="195"/>
        <pc:sldMkLst>
          <pc:docMk/>
          <pc:sldMk cId="0" sldId="2147483643"/>
        </pc:sldMkLst>
        <pc:spChg chg="del">
          <ac:chgData name="FARRANT, George" userId="292a3dd9-394f-49b6-9ebd-9a7b08cf3045" providerId="ADAL" clId="{CDEB4591-9A94-5E5C-8A16-CB5EF7BB494C}" dt="2026-10-06T18:10:56.328" v="115" actId="478"/>
          <ac:spMkLst>
            <pc:docMk/>
            <pc:sldMk cId="0" sldId="2147483643"/>
            <ac:spMk id="2" creationId="{00000000-0000-0000-0000-000000000000}"/>
          </ac:spMkLst>
        </pc:spChg>
        <pc:spChg chg="del mod">
          <ac:chgData name="FARRANT, George" userId="292a3dd9-394f-49b6-9ebd-9a7b08cf3045" providerId="ADAL" clId="{CDEB4591-9A94-5E5C-8A16-CB5EF7BB494C}" dt="2026-10-06T18:10:47.225" v="113" actId="478"/>
          <ac:spMkLst>
            <pc:docMk/>
            <pc:sldMk cId="0" sldId="2147483643"/>
            <ac:spMk id="4" creationId="{00000000-0000-0000-0000-000000000000}"/>
          </ac:spMkLst>
        </pc:spChg>
        <pc:spChg chg="del mod">
          <ac:chgData name="FARRANT, George" userId="292a3dd9-394f-49b6-9ebd-9a7b08cf3045" providerId="ADAL" clId="{CDEB4591-9A94-5E5C-8A16-CB5EF7BB494C}" dt="2026-10-06T18:10:49.131" v="114" actId="478"/>
          <ac:spMkLst>
            <pc:docMk/>
            <pc:sldMk cId="0" sldId="2147483643"/>
            <ac:spMk id="5" creationId="{00000000-0000-0000-0000-000000000000}"/>
          </ac:spMkLst>
        </pc:spChg>
        <pc:spChg chg="mod">
          <ac:chgData name="FARRANT, George" userId="292a3dd9-394f-49b6-9ebd-9a7b08cf3045" providerId="ADAL" clId="{CDEB4591-9A94-5E5C-8A16-CB5EF7BB494C}" dt="2026-10-06T18:16:46.544" v="131" actId="1076"/>
          <ac:spMkLst>
            <pc:docMk/>
            <pc:sldMk cId="0" sldId="2147483643"/>
            <ac:spMk id="6" creationId="{00000000-0000-0000-0000-000000000000}"/>
          </ac:spMkLst>
        </pc:spChg>
        <pc:spChg chg="add mod">
          <ac:chgData name="FARRANT, George" userId="292a3dd9-394f-49b6-9ebd-9a7b08cf3045" providerId="ADAL" clId="{CDEB4591-9A94-5E5C-8A16-CB5EF7BB494C}" dt="2026-10-06T18:10:14.876" v="52"/>
          <ac:spMkLst>
            <pc:docMk/>
            <pc:sldMk cId="0" sldId="2147483643"/>
            <ac:spMk id="7" creationId="{DF1C9669-D657-41EE-C0E6-55A0B7D001A9}"/>
          </ac:spMkLst>
        </pc:spChg>
        <pc:spChg chg="mod">
          <ac:chgData name="FARRANT, George" userId="292a3dd9-394f-49b6-9ebd-9a7b08cf3045" providerId="ADAL" clId="{CDEB4591-9A94-5E5C-8A16-CB5EF7BB494C}" dt="2026-10-06T18:16:21.880" v="128" actId="1076"/>
          <ac:spMkLst>
            <pc:docMk/>
            <pc:sldMk cId="0" sldId="2147483643"/>
            <ac:spMk id="9" creationId="{00000000-0000-0000-0000-000000000000}"/>
          </ac:spMkLst>
        </pc:spChg>
        <pc:spChg chg="del">
          <ac:chgData name="FARRANT, George" userId="292a3dd9-394f-49b6-9ebd-9a7b08cf3045" providerId="ADAL" clId="{CDEB4591-9A94-5E5C-8A16-CB5EF7BB494C}" dt="2026-10-06T18:15:35.316" v="123" actId="478"/>
          <ac:spMkLst>
            <pc:docMk/>
            <pc:sldMk cId="0" sldId="2147483643"/>
            <ac:spMk id="13" creationId="{00000000-0000-0000-0000-000000000000}"/>
          </ac:spMkLst>
        </pc:spChg>
        <pc:spChg chg="mod">
          <ac:chgData name="FARRANT, George" userId="292a3dd9-394f-49b6-9ebd-9a7b08cf3045" providerId="ADAL" clId="{CDEB4591-9A94-5E5C-8A16-CB5EF7BB494C}" dt="2026-10-06T18:17:03.911" v="148" actId="1076"/>
          <ac:spMkLst>
            <pc:docMk/>
            <pc:sldMk cId="0" sldId="2147483643"/>
            <ac:spMk id="14"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15" creationId="{00000000-0000-0000-0000-000000000000}"/>
          </ac:spMkLst>
        </pc:spChg>
        <pc:spChg chg="del">
          <ac:chgData name="FARRANT, George" userId="292a3dd9-394f-49b6-9ebd-9a7b08cf3045" providerId="ADAL" clId="{CDEB4591-9A94-5E5C-8A16-CB5EF7BB494C}" dt="2026-10-06T18:15:35.316" v="123" actId="478"/>
          <ac:spMkLst>
            <pc:docMk/>
            <pc:sldMk cId="0" sldId="2147483643"/>
            <ac:spMk id="19" creationId="{00000000-0000-0000-0000-000000000000}"/>
          </ac:spMkLst>
        </pc:spChg>
        <pc:spChg chg="add mod">
          <ac:chgData name="FARRANT, George" userId="292a3dd9-394f-49b6-9ebd-9a7b08cf3045" providerId="ADAL" clId="{CDEB4591-9A94-5E5C-8A16-CB5EF7BB494C}" dt="2026-10-06T18:10:14.876" v="52"/>
          <ac:spMkLst>
            <pc:docMk/>
            <pc:sldMk cId="0" sldId="2147483643"/>
            <ac:spMk id="21" creationId="{816708F0-29DC-E204-DC3D-48FFC317BD67}"/>
          </ac:spMkLst>
        </pc:spChg>
        <pc:spChg chg="mod">
          <ac:chgData name="FARRANT, George" userId="292a3dd9-394f-49b6-9ebd-9a7b08cf3045" providerId="ADAL" clId="{CDEB4591-9A94-5E5C-8A16-CB5EF7BB494C}" dt="2026-10-06T18:17:03.911" v="148" actId="1076"/>
          <ac:spMkLst>
            <pc:docMk/>
            <pc:sldMk cId="0" sldId="2147483643"/>
            <ac:spMk id="22"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23" creationId="{00000000-0000-0000-0000-000000000000}"/>
          </ac:spMkLst>
        </pc:spChg>
        <pc:spChg chg="add mod">
          <ac:chgData name="FARRANT, George" userId="292a3dd9-394f-49b6-9ebd-9a7b08cf3045" providerId="ADAL" clId="{CDEB4591-9A94-5E5C-8A16-CB5EF7BB494C}" dt="2026-10-06T18:10:22.501" v="54"/>
          <ac:spMkLst>
            <pc:docMk/>
            <pc:sldMk cId="0" sldId="2147483643"/>
            <ac:spMk id="27" creationId="{1CD66F83-0D3E-34CB-5E1A-53ED95B9373D}"/>
          </ac:spMkLst>
        </pc:spChg>
        <pc:spChg chg="add mod">
          <ac:chgData name="FARRANT, George" userId="292a3dd9-394f-49b6-9ebd-9a7b08cf3045" providerId="ADAL" clId="{CDEB4591-9A94-5E5C-8A16-CB5EF7BB494C}" dt="2026-10-06T18:18:23.943" v="163" actId="20577"/>
          <ac:spMkLst>
            <pc:docMk/>
            <pc:sldMk cId="0" sldId="2147483643"/>
            <ac:spMk id="29" creationId="{51FB96E8-8973-2BDC-97D2-CF82AE26E8A8}"/>
          </ac:spMkLst>
        </pc:spChg>
        <pc:spChg chg="mod">
          <ac:chgData name="FARRANT, George" userId="292a3dd9-394f-49b6-9ebd-9a7b08cf3045" providerId="ADAL" clId="{CDEB4591-9A94-5E5C-8A16-CB5EF7BB494C}" dt="2026-10-06T18:17:03.911" v="148" actId="1076"/>
          <ac:spMkLst>
            <pc:docMk/>
            <pc:sldMk cId="0" sldId="2147483643"/>
            <ac:spMk id="30"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31" creationId="{00000000-0000-0000-0000-000000000000}"/>
          </ac:spMkLst>
        </pc:spChg>
        <pc:spChg chg="add mod">
          <ac:chgData name="FARRANT, George" userId="292a3dd9-394f-49b6-9ebd-9a7b08cf3045" providerId="ADAL" clId="{CDEB4591-9A94-5E5C-8A16-CB5EF7BB494C}" dt="2026-10-06T18:10:56.622" v="116"/>
          <ac:spMkLst>
            <pc:docMk/>
            <pc:sldMk cId="0" sldId="2147483643"/>
            <ac:spMk id="35" creationId="{C722ADD0-F8EE-9BAE-D2B7-C35A310926DF}"/>
          </ac:spMkLst>
        </pc:spChg>
        <pc:spChg chg="add mod">
          <ac:chgData name="FARRANT, George" userId="292a3dd9-394f-49b6-9ebd-9a7b08cf3045" providerId="ADAL" clId="{CDEB4591-9A94-5E5C-8A16-CB5EF7BB494C}" dt="2026-10-06T18:10:56.622" v="116"/>
          <ac:spMkLst>
            <pc:docMk/>
            <pc:sldMk cId="0" sldId="2147483643"/>
            <ac:spMk id="36" creationId="{0BF3723F-F8DC-F207-914C-09B4EAE357DF}"/>
          </ac:spMkLst>
        </pc:spChg>
        <pc:spChg chg="mod">
          <ac:chgData name="FARRANT, George" userId="292a3dd9-394f-49b6-9ebd-9a7b08cf3045" providerId="ADAL" clId="{CDEB4591-9A94-5E5C-8A16-CB5EF7BB494C}" dt="2026-10-06T18:17:03.911" v="148" actId="1076"/>
          <ac:spMkLst>
            <pc:docMk/>
            <pc:sldMk cId="0" sldId="2147483643"/>
            <ac:spMk id="38"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39" creationId="{00000000-0000-0000-0000-000000000000}"/>
          </ac:spMkLst>
        </pc:spChg>
        <pc:spChg chg="del mod">
          <ac:chgData name="FARRANT, George" userId="292a3dd9-394f-49b6-9ebd-9a7b08cf3045" providerId="ADAL" clId="{CDEB4591-9A94-5E5C-8A16-CB5EF7BB494C}" dt="2026-10-06T18:17:05.789" v="149" actId="478"/>
          <ac:spMkLst>
            <pc:docMk/>
            <pc:sldMk cId="0" sldId="2147483643"/>
            <ac:spMk id="56" creationId="{00000000-0000-0000-0000-000000000000}"/>
          </ac:spMkLst>
        </pc:spChg>
        <pc:spChg chg="del mod">
          <ac:chgData name="FARRANT, George" userId="292a3dd9-394f-49b6-9ebd-9a7b08cf3045" providerId="ADAL" clId="{CDEB4591-9A94-5E5C-8A16-CB5EF7BB494C}" dt="2026-10-06T18:19:39.772" v="195"/>
          <ac:spMkLst>
            <pc:docMk/>
            <pc:sldMk cId="0" sldId="2147483643"/>
            <ac:spMk id="57" creationId="{00000000-0000-0000-0000-000000000000}"/>
          </ac:spMkLst>
        </pc:spChg>
        <pc:spChg chg="mod">
          <ac:chgData name="FARRANT, George" userId="292a3dd9-394f-49b6-9ebd-9a7b08cf3045" providerId="ADAL" clId="{CDEB4591-9A94-5E5C-8A16-CB5EF7BB494C}" dt="2026-10-06T18:15:45.328" v="126" actId="20577"/>
          <ac:spMkLst>
            <pc:docMk/>
            <pc:sldMk cId="0" sldId="2147483643"/>
            <ac:spMk id="58"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3"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4"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6"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8"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0"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3"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4"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7"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9" creationId="{00000000-0000-0000-0000-000000000000}"/>
          </ac:spMkLst>
        </pc:spChg>
        <pc:picChg chg="add mod">
          <ac:chgData name="FARRANT, George" userId="292a3dd9-394f-49b6-9ebd-9a7b08cf3045" providerId="ADAL" clId="{CDEB4591-9A94-5E5C-8A16-CB5EF7BB494C}" dt="2026-10-06T18:10:14.876" v="52"/>
          <ac:picMkLst>
            <pc:docMk/>
            <pc:sldMk cId="0" sldId="2147483643"/>
            <ac:picMk id="20" creationId="{D6AD5FA7-B1F7-15E3-A64F-6880078BD083}"/>
          </ac:picMkLst>
        </pc:picChg>
        <pc:picChg chg="add mod">
          <ac:chgData name="FARRANT, George" userId="292a3dd9-394f-49b6-9ebd-9a7b08cf3045" providerId="ADAL" clId="{CDEB4591-9A94-5E5C-8A16-CB5EF7BB494C}" dt="2026-10-06T18:10:22.501" v="54"/>
          <ac:picMkLst>
            <pc:docMk/>
            <pc:sldMk cId="0" sldId="2147483643"/>
            <ac:picMk id="28" creationId="{7DB0189A-5153-7F49-E621-06A7A2661BF7}"/>
          </ac:picMkLst>
        </pc:picChg>
      </pc:sldChg>
      <pc:sldChg chg="delSp modSp mod">
        <pc:chgData name="FARRANT, George" userId="292a3dd9-394f-49b6-9ebd-9a7b08cf3045" providerId="ADAL" clId="{CDEB4591-9A94-5E5C-8A16-CB5EF7BB494C}" dt="2026-10-06T18:20:58.845" v="197" actId="26606"/>
        <pc:sldMkLst>
          <pc:docMk/>
          <pc:sldMk cId="2986903611" sldId="2147483644"/>
        </pc:sldMkLst>
        <pc:spChg chg="mod">
          <ac:chgData name="FARRANT, George" userId="292a3dd9-394f-49b6-9ebd-9a7b08cf3045" providerId="ADAL" clId="{CDEB4591-9A94-5E5C-8A16-CB5EF7BB494C}" dt="2026-10-06T18:09:51.571" v="49" actId="1076"/>
          <ac:spMkLst>
            <pc:docMk/>
            <pc:sldMk cId="2986903611" sldId="2147483644"/>
            <ac:spMk id="4" creationId="{F24F1ED2-2BAF-AC89-2B82-BDBFA81DAE75}"/>
          </ac:spMkLst>
        </pc:spChg>
        <pc:spChg chg="mod">
          <ac:chgData name="FARRANT, George" userId="292a3dd9-394f-49b6-9ebd-9a7b08cf3045" providerId="ADAL" clId="{CDEB4591-9A94-5E5C-8A16-CB5EF7BB494C}" dt="2026-10-06T18:12:13.981" v="121" actId="207"/>
          <ac:spMkLst>
            <pc:docMk/>
            <pc:sldMk cId="2986903611" sldId="2147483644"/>
            <ac:spMk id="8" creationId="{30EF536E-37B3-262F-E72F-44DB28B5E2B7}"/>
          </ac:spMkLst>
        </pc:spChg>
        <pc:spChg chg="del">
          <ac:chgData name="FARRANT, George" userId="292a3dd9-394f-49b6-9ebd-9a7b08cf3045" providerId="ADAL" clId="{CDEB4591-9A94-5E5C-8A16-CB5EF7BB494C}" dt="2026-10-06T18:20:58.845" v="197" actId="26606"/>
          <ac:spMkLst>
            <pc:docMk/>
            <pc:sldMk cId="2986903611" sldId="2147483644"/>
            <ac:spMk id="13" creationId="{18FB541E-7C70-B7E4-9747-D11645A820EE}"/>
          </ac:spMkLst>
        </pc:spChg>
        <pc:spChg chg="mod">
          <ac:chgData name="FARRANT, George" userId="292a3dd9-394f-49b6-9ebd-9a7b08cf3045" providerId="ADAL" clId="{CDEB4591-9A94-5E5C-8A16-CB5EF7BB494C}" dt="2026-10-06T18:19:15.267" v="191" actId="20577"/>
          <ac:spMkLst>
            <pc:docMk/>
            <pc:sldMk cId="2986903611" sldId="2147483644"/>
            <ac:spMk id="38" creationId="{AC1C1E52-DAA0-E46A-A531-59126166B3FE}"/>
          </ac:spMkLst>
        </pc:spChg>
        <pc:spChg chg="mod">
          <ac:chgData name="FARRANT, George" userId="292a3dd9-394f-49b6-9ebd-9a7b08cf3045" providerId="ADAL" clId="{CDEB4591-9A94-5E5C-8A16-CB5EF7BB494C}" dt="2026-10-06T18:12:17.804" v="122" actId="207"/>
          <ac:spMkLst>
            <pc:docMk/>
            <pc:sldMk cId="2986903611" sldId="2147483644"/>
            <ac:spMk id="51" creationId="{E0187669-6524-18EA-7CCD-EE8FB746F2EA}"/>
          </ac:spMkLst>
        </pc:spChg>
        <pc:spChg chg="mod">
          <ac:chgData name="FARRANT, George" userId="292a3dd9-394f-49b6-9ebd-9a7b08cf3045" providerId="ADAL" clId="{CDEB4591-9A94-5E5C-8A16-CB5EF7BB494C}" dt="2026-10-06T18:12:08.482" v="120" actId="207"/>
          <ac:spMkLst>
            <pc:docMk/>
            <pc:sldMk cId="2986903611" sldId="2147483644"/>
            <ac:spMk id="53" creationId="{78026F2E-4383-6898-5C4A-E2BB607A9A30}"/>
          </ac:spMkLst>
        </pc:spChg>
        <pc:spChg chg="mod">
          <ac:chgData name="FARRANT, George" userId="292a3dd9-394f-49b6-9ebd-9a7b08cf3045" providerId="ADAL" clId="{CDEB4591-9A94-5E5C-8A16-CB5EF7BB494C}" dt="2026-10-06T18:19:21.370" v="192" actId="207"/>
          <ac:spMkLst>
            <pc:docMk/>
            <pc:sldMk cId="2986903611" sldId="2147483644"/>
            <ac:spMk id="69" creationId="{C2890630-7A9D-56B2-E59C-685012075280}"/>
          </ac:spMkLst>
        </pc:spChg>
        <pc:spChg chg="mod">
          <ac:chgData name="FARRANT, George" userId="292a3dd9-394f-49b6-9ebd-9a7b08cf3045" providerId="ADAL" clId="{CDEB4591-9A94-5E5C-8A16-CB5EF7BB494C}" dt="2026-10-06T18:09:51.571" v="49" actId="1076"/>
          <ac:spMkLst>
            <pc:docMk/>
            <pc:sldMk cId="2986903611" sldId="2147483644"/>
            <ac:spMk id="2057" creationId="{80C990FD-7A31-8FC0-2CD8-A347E0A7F2DF}"/>
          </ac:spMkLst>
        </pc:spChg>
      </pc:sldChg>
      <pc:sldChg chg="del">
        <pc:chgData name="FARRANT, George" userId="292a3dd9-394f-49b6-9ebd-9a7b08cf3045" providerId="ADAL" clId="{CDEB4591-9A94-5E5C-8A16-CB5EF7BB494C}" dt="2026-10-05T18:50:18.089" v="4" actId="2696"/>
        <pc:sldMkLst>
          <pc:docMk/>
          <pc:sldMk cId="96831427" sldId="2147483645"/>
        </pc:sldMkLst>
      </pc:sldChg>
      <pc:sldChg chg="del">
        <pc:chgData name="FARRANT, George" userId="292a3dd9-394f-49b6-9ebd-9a7b08cf3045" providerId="ADAL" clId="{CDEB4591-9A94-5E5C-8A16-CB5EF7BB494C}" dt="2026-10-05T18:50:18.517" v="5" actId="2696"/>
        <pc:sldMkLst>
          <pc:docMk/>
          <pc:sldMk cId="1903566693" sldId="2147483646"/>
        </pc:sldMkLst>
      </pc:sldChg>
      <pc:sldChg chg="del">
        <pc:chgData name="FARRANT, George" userId="292a3dd9-394f-49b6-9ebd-9a7b08cf3045" providerId="ADAL" clId="{CDEB4591-9A94-5E5C-8A16-CB5EF7BB494C}" dt="2026-10-05T18:50:28.660" v="13" actId="2696"/>
        <pc:sldMkLst>
          <pc:docMk/>
          <pc:sldMk cId="472755398" sldId="2147483647"/>
        </pc:sldMkLst>
      </pc:sldChg>
      <pc:sldMasterChg chg="add addSldLayout delSldLayout modSldLayout sldLayoutOrd">
        <pc:chgData name="FARRANT, George" userId="292a3dd9-394f-49b6-9ebd-9a7b08cf3045" providerId="ADAL" clId="{CDEB4591-9A94-5E5C-8A16-CB5EF7BB494C}" dt="2026-10-06T18:20:58.845" v="197" actId="26606"/>
        <pc:sldMasterMkLst>
          <pc:docMk/>
          <pc:sldMasterMk cId="3642927729" sldId="2147483660"/>
        </pc:sldMasterMkLst>
        <pc:sldLayoutChg chg="add">
          <pc:chgData name="FARRANT, George" userId="292a3dd9-394f-49b6-9ebd-9a7b08cf3045" providerId="ADAL" clId="{CDEB4591-9A94-5E5C-8A16-CB5EF7BB494C}" dt="2026-10-06T18:20:58.845" v="197" actId="26606"/>
          <pc:sldLayoutMkLst>
            <pc:docMk/>
            <pc:sldMasterMk cId="3642927729" sldId="2147483660"/>
            <pc:sldLayoutMk cId="3910060469" sldId="2147483661"/>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1398612414" sldId="2147483662"/>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1309455414" sldId="2147483663"/>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674302508" sldId="2147483664"/>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527342618" sldId="2147483665"/>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685511749" sldId="2147483666"/>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350214229" sldId="2147483667"/>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981526380" sldId="2147483668"/>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080845630" sldId="2147483669"/>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960015170" sldId="2147483670"/>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4286532636" sldId="2147483671"/>
          </pc:sldLayoutMkLst>
        </pc:sldLayoutChg>
        <pc:sldLayoutChg chg="modSp mod ord">
          <pc:chgData name="FARRANT, George" userId="292a3dd9-394f-49b6-9ebd-9a7b08cf3045" providerId="ADAL" clId="{CDEB4591-9A94-5E5C-8A16-CB5EF7BB494C}" dt="2026-10-06T18:20:58.845" v="197" actId="26606"/>
          <pc:sldLayoutMkLst>
            <pc:docMk/>
            <pc:sldMasterMk cId="3642927729" sldId="2147483660"/>
            <pc:sldLayoutMk cId="1666005662" sldId="2147483672"/>
          </pc:sldLayoutMkLst>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3642927729" sldId="2147483660"/>
            <pc:sldLayoutMk cId="3879666858" sldId="2147483673"/>
          </pc:sldLayoutMkLst>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1" creationId="{FD3A351C-B054-488A-96DA-3D864DDEFE98}"/>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2" creationId="{CE9C6B95-632F-4A19-995A-4C35860E9490}"/>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3" creationId="{AADD44CD-2753-482D-A965-16E8C883C125}"/>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4" creationId="{C94F3636-305D-456D-A0E2-A24C577076DB}"/>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5" creationId="{96E18DD2-B380-4D17-A06E-2546AAFA4D0C}"/>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6" creationId="{EBB98A29-42B7-4665-B7EB-76508B202365}"/>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7" creationId="{C27B1F27-00CE-4319-86FC-8725236426E4}"/>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8" creationId="{8C69BFBD-90EB-4EB7-A441-7C5C03B5E3FB}"/>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3910060469" sldId="2147483792"/>
          </pc:sldLayoutMkLst>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2" creationId="{D62EFB2F-EC9F-4990-9364-B16C064C54F7}"/>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3" creationId="{CF0AE08E-63E1-449A-ADCF-2E939DB7147A}"/>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4" creationId="{FA9A78E4-4370-44B7-B745-E7349EA30461}"/>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5" creationId="{0D9E895A-9F60-469B-8902-C360DA12CBF9}"/>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6" creationId="{9640647F-FC26-4B5C-A23B-08E050BFD2F9}"/>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1398612414" sldId="2147483793"/>
          </pc:sldLayoutMkLst>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2" creationId="{842DC2EC-F399-414C-9062-A4589A5BFCE7}"/>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3" creationId="{1047CB3C-2FB6-48F7-9CB2-C9EFC071CDC5}"/>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4" creationId="{4B31232A-28E8-46F5-9B04-6DB06F04F88D}"/>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5" creationId="{41DBF08A-DFF8-495F-8C95-223B5FCCB982}"/>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6" creationId="{8F76ACC0-9EED-4B19-B928-06CC40CAEDB8}"/>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1309455414" sldId="2147483794"/>
          </pc:sldLayoutMkLst>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2" creationId="{5DAAC45B-4CB3-4DA4-8456-FE52522631ED}"/>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3" creationId="{1AE553CC-DB36-46CE-B18A-8950F2059D80}"/>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4" creationId="{B0F7AD27-A5C8-48AF-975F-1CC4CE67FFE1}"/>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5" creationId="{E3A008B9-11E7-4E4A-BB05-4B04399F1D9C}"/>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6" creationId="{7A5A2AB1-D2CE-49B1-8621-DF71BBCE188B}"/>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674302508" sldId="2147483795"/>
          </pc:sldLayoutMkLst>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2" creationId="{2FB649DF-34B8-47A6-9973-D2512065B61D}"/>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3" creationId="{8D05539F-8331-4551-9CE8-F27B667DED35}"/>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4" creationId="{2A0FA1FF-4B61-4B48-A351-2834E5E1C4B4}"/>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5" creationId="{BD8C0B6D-29BB-42BE-8E4C-A1A032CF4FDA}"/>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6" creationId="{E40AD476-A17F-4977-A9AE-D108710BF352}"/>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7" creationId="{316D7A39-40A5-454D-8D2C-8FC9046C1841}"/>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527342618" sldId="2147483796"/>
          </pc:sldLayoutMkLst>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2" creationId="{4DCB9819-3F24-41B4-98B5-9989737C9B2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3" creationId="{9F6EF69E-B185-4E22-B8BB-DD0ED077D36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4" creationId="{5BCDFC6B-1461-403E-82B7-A3C7CC53D115}"/>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5" creationId="{EC2C044F-5568-4891-A61B-17D0706257ED}"/>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6" creationId="{51E17820-1E09-40C9-979D-3357EBA9396D}"/>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7" creationId="{788FFF73-6510-48A2-949D-A10D01E255A8}"/>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8" creationId="{F0B2D504-A257-45F8-B960-D777974302F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9" creationId="{B697F49F-4821-44FD-86DB-765BAB4C12F9}"/>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685511749" sldId="2147483797"/>
          </pc:sldLayoutMkLst>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2" creationId="{216965DA-C661-4116-A3A6-5C33F8D4663C}"/>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3" creationId="{2EA4E276-5B0D-4F50-8A49-9B656CFF4E9D}"/>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4" creationId="{69BE9428-D425-4616-85A1-28DEDBACD03A}"/>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5" creationId="{1D3B7C63-A0A7-43A6-8742-F600027E9C4E}"/>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350214229" sldId="2147483798"/>
          </pc:sldLayoutMkLst>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2" creationId="{D28128B1-3CE1-447E-86A3-E00B06BBCC53}"/>
            </ac:spMkLst>
          </pc:spChg>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3" creationId="{F825282D-EFFE-4ED7-B01E-E07039071A37}"/>
            </ac:spMkLst>
          </pc:spChg>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4" creationId="{1C647AC5-9B80-4964-97B5-5C70F4092F44}"/>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981526380" sldId="2147483799"/>
          </pc:sldLayoutMkLst>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2" creationId="{BEFE7608-6089-4F4E-B308-62237210BBEA}"/>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3" creationId="{B9F9FE9F-B8AA-4DE2-8CC9-77E6643D7EDE}"/>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4" creationId="{AAA60BD8-1D3A-4EEF-BD85-B4C0B03329B7}"/>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5" creationId="{FB7A5955-49E0-4BC9-B157-763111E4FE2A}"/>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6" creationId="{03B4C3C6-A2CE-4F2F-9B27-7392556556D0}"/>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7" creationId="{CCDD5AB0-D998-4DCB-BB14-B7582493AE25}"/>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080845630" sldId="2147483800"/>
          </pc:sldLayoutMkLst>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2" creationId="{4FE1B204-6B92-4D08-A36D-2590A30AEB1C}"/>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3" creationId="{D0E465A7-8CBF-4EAE-91C6-57ACCF1638DA}"/>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4" creationId="{0950DFAC-890E-4CD3-BE59-567BB9FC061E}"/>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5" creationId="{160AB59F-FBEC-4456-A3CF-072D44797B65}"/>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6" creationId="{7133E03D-73C5-4384-A991-DD12FB20A756}"/>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7" creationId="{590CD55F-8526-4D5F-96A4-BECAFAE8A5DE}"/>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960015170" sldId="2147483801"/>
          </pc:sldLayoutMkLst>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2" creationId="{3B3A4F06-FD47-4833-AACD-D4BD0AFA6F44}"/>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3" creationId="{414D831D-3AB6-404A-870E-06942355E49D}"/>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4" creationId="{B42C6AEA-00A2-4A41-849D-6F74E7F667D9}"/>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5" creationId="{B1604AA9-E365-44BC-9F6A-2ACEB5A07B8E}"/>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6" creationId="{EE50C7E8-A987-47AD-9645-F40DB5DC31AA}"/>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4286532636" sldId="2147483802"/>
          </pc:sldLayoutMkLst>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2" creationId="{B0C1D0CF-4BC2-4EC1-951B-9825F3004D8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3" creationId="{7BA463E3-2624-43DC-95EA-9E5AC750527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4" creationId="{BE740889-5F09-49D3-A8D8-71729C3C8550}"/>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5" creationId="{247E181A-1A40-4FED-91B3-2B96C83B8C9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6" creationId="{9311D0E8-8137-44AD-80B9-CFEA2A0B442A}"/>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494728112" sldId="2147483674"/>
        </pc:sldMasterMkLst>
        <pc:sldLayoutChg chg="modSp mod ord">
          <pc:chgData name="FARRANT, George" userId="292a3dd9-394f-49b6-9ebd-9a7b08cf3045" providerId="ADAL" clId="{CDEB4591-9A94-5E5C-8A16-CB5EF7BB494C}" dt="2026-10-06T18:20:58.845" v="197" actId="26606"/>
          <pc:sldLayoutMkLst>
            <pc:docMk/>
            <pc:sldMasterMk cId="494728112" sldId="2147483674"/>
            <pc:sldLayoutMk cId="4219180788" sldId="2147483675"/>
          </pc:sldLayoutMkLst>
          <pc:spChg chg="mod">
            <ac:chgData name="FARRANT, George" userId="292a3dd9-394f-49b6-9ebd-9a7b08cf3045" providerId="ADAL" clId="{CDEB4591-9A94-5E5C-8A16-CB5EF7BB494C}" dt="2026-10-06T18:20:58.845" v="197" actId="26606"/>
            <ac:spMkLst>
              <pc:docMk/>
              <pc:sldMasterMk cId="494728112" sldId="2147483674"/>
              <pc:sldLayoutMk cId="4219180788" sldId="2147483675"/>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494728112" sldId="2147483674"/>
              <pc:sldLayoutMk cId="4219180788" sldId="2147483675"/>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780740017" sldId="2147483676"/>
          </pc:sldLayoutMkLst>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690418425" sldId="2147483677"/>
          </pc:sldLayoutMkLst>
          <pc:spChg chg="mod">
            <ac:chgData name="FARRANT, George" userId="292a3dd9-394f-49b6-9ebd-9a7b08cf3045" providerId="ADAL" clId="{CDEB4591-9A94-5E5C-8A16-CB5EF7BB494C}" dt="2026-10-06T18:20:58.845" v="197" actId="26606"/>
            <ac:spMkLst>
              <pc:docMk/>
              <pc:sldMasterMk cId="494728112" sldId="2147483674"/>
              <pc:sldLayoutMk cId="2690418425" sldId="2147483677"/>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2690418425" sldId="2147483677"/>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614056721" sldId="2147483678"/>
          </pc:sldLayoutMkLst>
          <pc:spChg chg="mod">
            <ac:chgData name="FARRANT, George" userId="292a3dd9-394f-49b6-9ebd-9a7b08cf3045" providerId="ADAL" clId="{CDEB4591-9A94-5E5C-8A16-CB5EF7BB494C}" dt="2026-10-06T18:20:58.845" v="197" actId="26606"/>
            <ac:spMkLst>
              <pc:docMk/>
              <pc:sldMasterMk cId="494728112" sldId="2147483674"/>
              <pc:sldLayoutMk cId="1614056721" sldId="2147483678"/>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614056721" sldId="2147483678"/>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76215306" sldId="2147483679"/>
          </pc:sldLayoutMkLst>
          <pc:spChg chg="mod">
            <ac:chgData name="FARRANT, George" userId="292a3dd9-394f-49b6-9ebd-9a7b08cf3045" providerId="ADAL" clId="{CDEB4591-9A94-5E5C-8A16-CB5EF7BB494C}" dt="2026-10-06T18:20:58.845" v="197" actId="26606"/>
            <ac:spMkLst>
              <pc:docMk/>
              <pc:sldMasterMk cId="494728112" sldId="2147483674"/>
              <pc:sldLayoutMk cId="176215306" sldId="2147483679"/>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76215306" sldId="2147483679"/>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744467283" sldId="2147483680"/>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099822747" sldId="2147483681"/>
          </pc:sldLayoutMkLst>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35839991" sldId="2147483682"/>
          </pc:sldLayoutMkLst>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5" creationId="{1E3CD4B2-EC57-4694-A5B1-C322F7B0552A}"/>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7" creationId="{35FA0AA6-EADC-462B-8AE1-05726AEBE313}"/>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501362251" sldId="214748368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864561888" sldId="214748368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248253559" sldId="214748368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658974104" sldId="2147483686"/>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596935488" sldId="2147483687"/>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789626811" sldId="2147483688"/>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570346548" sldId="2147483689"/>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538220063" sldId="2147483690"/>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06268217" sldId="2147483691"/>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21092054" sldId="2147483692"/>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902179497" sldId="214748369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891722926" sldId="214748369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073565828" sldId="214748369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218691232" sldId="2147483696"/>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71789342" sldId="2147483697"/>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967008670" sldId="2147483698"/>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119163545" sldId="2147483699"/>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133674006" sldId="2147483700"/>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629632857" sldId="2147483701"/>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888174621" sldId="2147483702"/>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169588106" sldId="214748370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861381758" sldId="214748370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751234293" sldId="214748370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160556698" sldId="2147483706"/>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89305168" sldId="2147483707"/>
          </pc:sldLayoutMkLst>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5" creationId="{7048F146-31C6-4C40-9CD2-081E8E97B508}"/>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6" creationId="{703277B6-8F80-4D8B-8F4B-8050CF8E3F6B}"/>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7" creationId="{54AB44A6-B61F-4B99-9715-C185EB0F59AA}"/>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8" creationId="{5FFBC0EB-C3F4-4BBB-AFAA-DF8F27DE6F74}"/>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9" creationId="{96811929-4004-4013-A01C-E6C4502FE51B}"/>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50" creationId="{8C52A45D-A4A4-427B-A37B-39BBD54F07E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469162669" sldId="2147483708"/>
          </pc:sldLayoutMkLst>
          <pc:spChg chg="mod">
            <ac:chgData name="FARRANT, George" userId="292a3dd9-394f-49b6-9ebd-9a7b08cf3045" providerId="ADAL" clId="{CDEB4591-9A94-5E5C-8A16-CB5EF7BB494C}" dt="2026-10-06T18:20:58.845" v="197" actId="26606"/>
            <ac:spMkLst>
              <pc:docMk/>
              <pc:sldMasterMk cId="494728112" sldId="2147483674"/>
              <pc:sldLayoutMk cId="1469162669" sldId="2147483708"/>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47058115" sldId="2147483709"/>
          </pc:sldLayoutMkLst>
          <pc:spChg chg="mod">
            <ac:chgData name="FARRANT, George" userId="292a3dd9-394f-49b6-9ebd-9a7b08cf3045" providerId="ADAL" clId="{CDEB4591-9A94-5E5C-8A16-CB5EF7BB494C}" dt="2026-10-06T18:20:58.845" v="197" actId="26606"/>
            <ac:spMkLst>
              <pc:docMk/>
              <pc:sldMasterMk cId="494728112" sldId="2147483674"/>
              <pc:sldLayoutMk cId="3747058115" sldId="2147483709"/>
              <ac:spMk id="19" creationId="{69E7CD65-2E9A-4E22-A673-DE6C7440EB2C}"/>
            </ac:spMkLst>
          </pc:spChg>
        </pc:sldLayoutChg>
        <pc:sldLayoutChg chg="mod ord">
          <pc:chgData name="FARRANT, George" userId="292a3dd9-394f-49b6-9ebd-9a7b08cf3045" providerId="ADAL" clId="{CDEB4591-9A94-5E5C-8A16-CB5EF7BB494C}" dt="2026-10-06T18:20:58.845" v="197" actId="26606"/>
          <pc:sldLayoutMkLst>
            <pc:docMk/>
            <pc:sldMasterMk cId="494728112" sldId="2147483674"/>
            <pc:sldLayoutMk cId="1338131879" sldId="2147483710"/>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380784632" sldId="2147483712"/>
          </pc:sldLayoutMkLst>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49620444" sldId="2147483713"/>
          </pc:sldLayoutMkLst>
          <pc:spChg chg="mod">
            <ac:chgData name="FARRANT, George" userId="292a3dd9-394f-49b6-9ebd-9a7b08cf3045" providerId="ADAL" clId="{CDEB4591-9A94-5E5C-8A16-CB5EF7BB494C}" dt="2026-10-06T18:20:58.845" v="197" actId="26606"/>
            <ac:spMkLst>
              <pc:docMk/>
              <pc:sldMasterMk cId="494728112" sldId="2147483674"/>
              <pc:sldLayoutMk cId="349620444" sldId="2147483713"/>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349620444" sldId="2147483713"/>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896970139" sldId="2147483714"/>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45213227" sldId="2147483715"/>
          </pc:sldLayoutMkLst>
          <pc:spChg chg="mod">
            <ac:chgData name="FARRANT, George" userId="292a3dd9-394f-49b6-9ebd-9a7b08cf3045" providerId="ADAL" clId="{CDEB4591-9A94-5E5C-8A16-CB5EF7BB494C}" dt="2026-10-06T18:20:58.845" v="197" actId="26606"/>
            <ac:spMkLst>
              <pc:docMk/>
              <pc:sldMasterMk cId="494728112" sldId="2147483674"/>
              <pc:sldLayoutMk cId="3745213227" sldId="2147483715"/>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616250237" sldId="2147483716"/>
          </pc:sldLayoutMkLst>
          <pc:spChg chg="mod">
            <ac:chgData name="FARRANT, George" userId="292a3dd9-394f-49b6-9ebd-9a7b08cf3045" providerId="ADAL" clId="{CDEB4591-9A94-5E5C-8A16-CB5EF7BB494C}" dt="2026-10-06T18:20:58.845" v="197" actId="26606"/>
            <ac:spMkLst>
              <pc:docMk/>
              <pc:sldMasterMk cId="494728112" sldId="2147483674"/>
              <pc:sldLayoutMk cId="3616250237" sldId="2147483716"/>
              <ac:spMk id="19" creationId="{69E7CD65-2E9A-4E22-A673-DE6C7440EB2C}"/>
            </ac:spMkLst>
          </pc:spChg>
        </pc:sldLayoutChg>
        <pc:sldLayoutChg chg="mod ord">
          <pc:chgData name="FARRANT, George" userId="292a3dd9-394f-49b6-9ebd-9a7b08cf3045" providerId="ADAL" clId="{CDEB4591-9A94-5E5C-8A16-CB5EF7BB494C}" dt="2026-10-06T18:20:58.845" v="197" actId="26606"/>
          <pc:sldLayoutMkLst>
            <pc:docMk/>
            <pc:sldMasterMk cId="494728112" sldId="2147483674"/>
            <pc:sldLayoutMk cId="2037433600" sldId="2147483717"/>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439539164" sldId="2147483718"/>
          </pc:sldLayoutMkLst>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1" creationId="{FD3A351C-B054-488A-96DA-3D864DDEFE98}"/>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2" creationId="{CE9C6B95-632F-4A19-995A-4C35860E9490}"/>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3" creationId="{AADD44CD-2753-482D-A965-16E8C883C125}"/>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4" creationId="{C94F3636-305D-456D-A0E2-A24C577076DB}"/>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5" creationId="{96E18DD2-B380-4D17-A06E-2546AAFA4D0C}"/>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6" creationId="{EBB98A29-42B7-4665-B7EB-76508B202365}"/>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7" creationId="{C27B1F27-00CE-4319-86FC-8725236426E4}"/>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8" creationId="{8C69BFBD-90EB-4EB7-A441-7C5C03B5E3FB}"/>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996406778" sldId="2147483719"/>
          </pc:sldLayoutMkLst>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744467283" sldId="2147483804"/>
          </pc:sldLayoutMkLst>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501362251" sldId="2147483805"/>
          </pc:sldLayoutMkLst>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864561888" sldId="2147483806"/>
          </pc:sldLayoutMkLst>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5" creationId="{740C642F-FFE6-4F8E-8430-B55902267A94}"/>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6" creationId="{AAD11831-DF44-47FA-829D-3E47DFF02185}"/>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19" creationId="{FCA6C234-2250-4042-807E-5951B5EC2C95}"/>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248253559" sldId="2147483807"/>
          </pc:sldLayoutMkLst>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5" creationId="{139EA4E0-9FE9-4B07-A24F-8D2269789704}"/>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6" creationId="{E5B9C914-4EA0-415D-8DF2-DECB3399B2D9}"/>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19" creationId="{D0C74FA2-F84A-45C5-BD99-82A22DBBEBA1}"/>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658974104" sldId="2147483808"/>
          </pc:sldLayoutMkLst>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2" creationId="{0DC2687E-647E-4F79-8F76-EB149F6ADCF1}"/>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4" creationId="{BBBC61E1-9ECB-4AB5-9880-9683EDD76C26}"/>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2" creationId="{84C1F672-3627-47B2-936F-F7E1A8911D0E}"/>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3" creationId="{967762A4-5BDF-4B0E-8A4C-290B504463C4}"/>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4" creationId="{94F573B1-C72D-48BD-8C6D-CD736D5A2014}"/>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5" creationId="{815297CE-BB59-4F7C-9519-DC26E86D9DE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596935488" sldId="2147483809"/>
          </pc:sldLayoutMkLst>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2" creationId="{DB6E96AD-1BD9-451C-8BFB-2C65B4C97BE4}"/>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0" creationId="{2F9862F1-D0D0-4995-A462-AE36892862DD}"/>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789626811" sldId="2147483810"/>
          </pc:sldLayoutMkLst>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3" creationId="{EFF5C918-B570-4503-9D39-08520C01AB16}"/>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12" creationId="{C18D7F70-9F8B-4EA4-9761-AEF2C68A54EC}"/>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570346548" sldId="2147483811"/>
          </pc:sldLayoutMkLst>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2" creationId="{D338A426-B956-4047-B2D6-EFEAB1F1265C}"/>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7" creationId="{A4242559-1861-4D15-B635-CE716556A66C}"/>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8" creationId="{AD41C81D-476C-47FC-9D77-A943ABF1A98F}"/>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9" creationId="{39789319-3D23-4D3B-8BB6-37B045BA12F9}"/>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0" creationId="{DE2706E8-93C8-4D96-B0F7-1966D248E243}"/>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1" creationId="{C3E254CD-FE4F-4FE5-BCD3-8DF050368E8A}"/>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2" creationId="{B3D444E7-B76A-41F0-8DDC-AFF4512C937B}"/>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3" creationId="{F6A8FAC0-6202-4730-ABDF-AEB2CC9E7649}"/>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22" creationId="{84A25565-6FBB-4790-9554-696099440A4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538220063" sldId="2147483812"/>
          </pc:sldLayoutMkLst>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3" creationId="{CC346725-627A-4B29-820E-90E678F4FA57}"/>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10" creationId="{D4E85893-B9DB-4913-9D1F-353CA4F83F61}"/>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06268217" sldId="2147483813"/>
          </pc:sldLayoutMkLst>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3" creationId="{9FC4F49A-DE6C-4327-B2E2-98273842CD35}"/>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12" creationId="{640C15D4-D069-4E82-9B04-F4E910E8A271}"/>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21092054" sldId="2147483814"/>
          </pc:sldLayoutMkLst>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2" creationId="{00EE0E23-AC68-4D68-8C87-48E747BEEEDC}"/>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9" creationId="{111FB6BA-1DEA-4511-8DC6-DC5F6F12B99C}"/>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902179497" sldId="2147483815"/>
          </pc:sldLayoutMkLst>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2" creationId="{3EA8C08A-727B-45EA-BA13-B2B9CC297138}"/>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0" creationId="{EB330526-56D4-4ABA-BD8A-EE55E5B7E6E9}"/>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1" creationId="{9CAC6A45-9186-4A15-971F-2D2A0A95511C}"/>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891722926" sldId="2147483816"/>
          </pc:sldLayoutMkLst>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 creationId="{4D6ED68A-333D-4B27-BD96-573E3B458AB2}"/>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7" creationId="{435E0FB2-CB82-4030-8F67-D5C4179CEB34}"/>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0" creationId="{1F193DCA-9102-47F2-B349-8A9414705098}"/>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1" creationId="{7F591851-5123-4F00-B32C-D18D3A7F076A}"/>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2" creationId="{ADE3308A-0D6C-4437-AD09-90EEA1BC8FA1}"/>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3" creationId="{9940B6A7-2D30-43E3-9EE9-3B548E729D81}"/>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073565828" sldId="2147483817"/>
          </pc:sldLayoutMkLst>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 creationId="{523E8AA4-CB49-4DC4-8AF1-87A6279E1F6E}"/>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1" creationId="{066B44F9-D4E4-4C64-A9BB-70CA474C77EA}"/>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3" creationId="{C3F1D7AA-3230-410F-B979-71C9D7A366E8}"/>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4" creationId="{511C24A2-0524-433C-AA35-10961C9706AA}"/>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5" creationId="{A825695F-8D10-45CF-8425-6A860AE0997C}"/>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6" creationId="{FEE27E9C-8A3C-43C1-BAD4-D12EFE8DBE2F}"/>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218691232" sldId="2147483818"/>
          </pc:sldLayoutMkLst>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2" creationId="{7E4B02F9-0024-4FDB-8A18-650E9D057322}"/>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1" creationId="{2C7BBC44-F676-4729-AF09-A68DDAACF27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2" creationId="{5189C458-60DC-4AD6-BA69-490E20457E84}"/>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3" creationId="{4D1114DD-3AF9-420A-B40E-27C37B4F92CA}"/>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4" creationId="{B1771360-3925-41E7-B39A-D9465F174BF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5" creationId="{FDA2D66E-DE7B-4311-8330-220717A0E3E9}"/>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6" creationId="{17ACC919-F36F-4FB1-B446-A81465FFEE06}"/>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7" creationId="{E00AE076-D1E5-45AB-954E-5F167F30C8AE}"/>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71789342" sldId="2147483819"/>
          </pc:sldLayoutMkLst>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6" creationId="{AAC81EC6-C954-40F8-B337-01B89A39A801}"/>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1" creationId="{E6B4EAA8-7D77-417E-92E6-B46C6ABF27DE}"/>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4" creationId="{395615A9-AC3F-4312-B9C0-0A601C02F637}"/>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5" creationId="{3E95B813-5718-4359-A222-9323A241335C}"/>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7" creationId="{FAF1983D-99C8-4CF6-A840-198F7AFDBEBB}"/>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20" creationId="{2A9B521F-2832-49F5-A6ED-E2656F1E3445}"/>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21" creationId="{4F9FA166-3AD9-4A67-996C-35B37F5ABEEA}"/>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967008670" sldId="2147483820"/>
          </pc:sldLayoutMkLst>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119163545" sldId="2147483821"/>
          </pc:sldLayoutMkLst>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5" creationId="{F75153F3-23CB-4387-8EE9-F7ECFBE19B15}"/>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6" creationId="{337A71DD-C27C-406E-9EF4-396C740E09B3}"/>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15" creationId="{48CA78E9-EF28-45D9-855B-92FBE533E4E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133674006" sldId="2147483822"/>
          </pc:sldLayoutMkLst>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5" creationId="{AD7A5411-2751-4770-92B6-08D82759C5C4}"/>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6" creationId="{E7D5C809-6B1E-40F8-9F98-675201C37B4C}"/>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19" creationId="{957C1FB4-F410-44EE-8554-AE8E73C7D9DB}"/>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629632857" sldId="2147483823"/>
          </pc:sldLayoutMkLst>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888174621" sldId="2147483824"/>
          </pc:sldLayoutMkLst>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5" creationId="{F75153F3-23CB-4387-8EE9-F7ECFBE19B15}"/>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169588106" sldId="2147483825"/>
          </pc:sldLayoutMkLst>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5" creationId="{AD7A5411-2751-4770-92B6-08D82759C5C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861381758" sldId="2147483826"/>
          </pc:sldLayoutMkLst>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751234293" sldId="2147483827"/>
          </pc:sldLayoutMkLst>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160556698" sldId="2147483828"/>
          </pc:sldLayoutMkLst>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896970139" sldId="2147483829"/>
          </pc:sldLayoutMkLst>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996406778" sldId="2147483830"/>
          </pc:sldLayoutMkLst>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8" creationId="{AF9A5EF3-04A1-1E0F-AABA-16A4061E1DCF}"/>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11" creationId="{F9AE6A70-BDBE-9F61-D3EA-EE632CE91BE5}"/>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785322718" sldId="2147483720"/>
        </pc:sldMasterMkLst>
        <pc:sldLayoutChg chg="add">
          <pc:chgData name="FARRANT, George" userId="292a3dd9-394f-49b6-9ebd-9a7b08cf3045" providerId="ADAL" clId="{CDEB4591-9A94-5E5C-8A16-CB5EF7BB494C}" dt="2026-10-06T18:20:58.845" v="197" actId="26606"/>
          <pc:sldLayoutMkLst>
            <pc:docMk/>
            <pc:sldMasterMk cId="785322718" sldId="2147483720"/>
            <pc:sldLayoutMk cId="2854019795" sldId="2147483721"/>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362261784" sldId="2147483722"/>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972475699" sldId="2147483723"/>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544360855" sldId="2147483724"/>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453635779" sldId="2147483725"/>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3977605423" sldId="2147483726"/>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4136996384" sldId="2147483727"/>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697289421" sldId="2147483728"/>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1665525921" sldId="2147483729"/>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343631107" sldId="2147483730"/>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4036622918" sldId="2147483731"/>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1389672166" sldId="2147483732"/>
          </pc:sldLayoutMkLst>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2321344455" sldId="2147483733"/>
          </pc:sldLayoutMkLst>
          <pc:spChg chg="mod">
            <ac:chgData name="FARRANT, George" userId="292a3dd9-394f-49b6-9ebd-9a7b08cf3045" providerId="ADAL" clId="{CDEB4591-9A94-5E5C-8A16-CB5EF7BB494C}" dt="2026-10-06T18:20:58.845" v="197" actId="26606"/>
            <ac:spMkLst>
              <pc:docMk/>
              <pc:sldMasterMk cId="785322718" sldId="2147483720"/>
              <pc:sldLayoutMk cId="2321344455" sldId="2147483733"/>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785322718" sldId="2147483720"/>
              <pc:sldLayoutMk cId="2321344455" sldId="2147483733"/>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2021939330" sldId="2147483734"/>
          </pc:sldLayoutMkLst>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3831559510" sldId="2147483735"/>
          </pc:sldLayoutMkLst>
          <pc:spChg chg="mod">
            <ac:chgData name="FARRANT, George" userId="292a3dd9-394f-49b6-9ebd-9a7b08cf3045" providerId="ADAL" clId="{CDEB4591-9A94-5E5C-8A16-CB5EF7BB494C}" dt="2026-10-06T18:20:58.845" v="197" actId="26606"/>
            <ac:spMkLst>
              <pc:docMk/>
              <pc:sldMasterMk cId="785322718" sldId="2147483720"/>
              <pc:sldLayoutMk cId="3831559510" sldId="2147483735"/>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785322718" sldId="2147483720"/>
              <pc:sldLayoutMk cId="3831559510" sldId="2147483735"/>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295434585" sldId="2147483736"/>
          </pc:sldLayoutMkLst>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854019795" sldId="2147483832"/>
          </pc:sldLayoutMkLst>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362261784" sldId="2147483833"/>
          </pc:sldLayoutMkLst>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972475699" sldId="2147483834"/>
          </pc:sldLayoutMkLst>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544360855" sldId="2147483835"/>
          </pc:sldLayoutMkLst>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453635779" sldId="2147483836"/>
          </pc:sldLayoutMkLst>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7"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8"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9"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3977605423" sldId="2147483837"/>
          </pc:sldLayoutMkLst>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5"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4136996384" sldId="2147483838"/>
          </pc:sldLayoutMkLst>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4"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697289421" sldId="2147483839"/>
          </pc:sldLayoutMkLst>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1665525921" sldId="2147483840"/>
          </pc:sldLayoutMkLst>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343631107" sldId="2147483841"/>
          </pc:sldLayoutMkLst>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4036622918" sldId="2147483842"/>
          </pc:sldLayoutMkLst>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1389672166" sldId="2147483843"/>
          </pc:sldLayoutMkLst>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295434585" sldId="2147483844"/>
          </pc:sldLayoutMkLst>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5" creationId="{F75153F3-23CB-4387-8EE9-F7ECFBE19B15}"/>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1771640347" sldId="2147483737"/>
        </pc:sldMasterMkLst>
        <pc:sldLayoutChg chg="modSp mod ord">
          <pc:chgData name="FARRANT, George" userId="292a3dd9-394f-49b6-9ebd-9a7b08cf3045" providerId="ADAL" clId="{CDEB4591-9A94-5E5C-8A16-CB5EF7BB494C}" dt="2026-10-06T18:20:58.845" v="197" actId="26606"/>
          <pc:sldLayoutMkLst>
            <pc:docMk/>
            <pc:sldMasterMk cId="1771640347" sldId="2147483737"/>
            <pc:sldLayoutMk cId="3317579778" sldId="2147483738"/>
          </pc:sldLayoutMkLst>
          <pc:spChg chg="mod">
            <ac:chgData name="FARRANT, George" userId="292a3dd9-394f-49b6-9ebd-9a7b08cf3045" providerId="ADAL" clId="{CDEB4591-9A94-5E5C-8A16-CB5EF7BB494C}" dt="2026-10-06T18:20:58.845" v="197" actId="26606"/>
            <ac:spMkLst>
              <pc:docMk/>
              <pc:sldMasterMk cId="1771640347" sldId="2147483737"/>
              <pc:sldLayoutMk cId="3317579778" sldId="2147483738"/>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1771640347" sldId="2147483737"/>
              <pc:sldLayoutMk cId="3317579778" sldId="2147483738"/>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761375094" sldId="2147483739"/>
          </pc:sldLayoutMkLst>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303153040" sldId="2147483740"/>
          </pc:sldLayoutMkLst>
          <pc:spChg chg="mod">
            <ac:chgData name="FARRANT, George" userId="292a3dd9-394f-49b6-9ebd-9a7b08cf3045" providerId="ADAL" clId="{CDEB4591-9A94-5E5C-8A16-CB5EF7BB494C}" dt="2026-10-06T18:20:58.845" v="197" actId="26606"/>
            <ac:spMkLst>
              <pc:docMk/>
              <pc:sldMasterMk cId="1771640347" sldId="2147483737"/>
              <pc:sldLayoutMk cId="1303153040" sldId="2147483740"/>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1303153040" sldId="2147483740"/>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686846410" sldId="2147483741"/>
          </pc:sldLayoutMkLst>
          <pc:spChg chg="mod">
            <ac:chgData name="FARRANT, George" userId="292a3dd9-394f-49b6-9ebd-9a7b08cf3045" providerId="ADAL" clId="{CDEB4591-9A94-5E5C-8A16-CB5EF7BB494C}" dt="2026-10-06T18:20:58.845" v="197" actId="26606"/>
            <ac:spMkLst>
              <pc:docMk/>
              <pc:sldMasterMk cId="1771640347" sldId="2147483737"/>
              <pc:sldLayoutMk cId="1686846410" sldId="2147483741"/>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1686846410" sldId="2147483741"/>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3996083505" sldId="2147483742"/>
          </pc:sldLayoutMkLst>
          <pc:spChg chg="mod">
            <ac:chgData name="FARRANT, George" userId="292a3dd9-394f-49b6-9ebd-9a7b08cf3045" providerId="ADAL" clId="{CDEB4591-9A94-5E5C-8A16-CB5EF7BB494C}" dt="2026-10-06T18:20:58.845" v="197" actId="26606"/>
            <ac:spMkLst>
              <pc:docMk/>
              <pc:sldMasterMk cId="1771640347" sldId="2147483737"/>
              <pc:sldLayoutMk cId="3996083505" sldId="2147483742"/>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3996083505" sldId="2147483742"/>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427126227" sldId="2147483743"/>
          </pc:sldLayoutMkLst>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97686010" sldId="2147483744"/>
          </pc:sldLayoutMkLst>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3118053700" sldId="2147483745"/>
          </pc:sldLayoutMkLst>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5" creationId="{1E3CD4B2-EC57-4694-A5B1-C322F7B0552A}"/>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7" creationId="{35FA0AA6-EADC-462B-8AE1-05726AEBE313}"/>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036360418" sldId="214748374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810784042" sldId="214748374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810661699" sldId="214748374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4151747038" sldId="2147483749"/>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69512218" sldId="2147483750"/>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950426172" sldId="2147483751"/>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433805046" sldId="2147483752"/>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14889950" sldId="2147483753"/>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665031219" sldId="2147483754"/>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3155966" sldId="2147483755"/>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10389708" sldId="214748375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614096950" sldId="214748375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947198503" sldId="214748375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85633134" sldId="2147483759"/>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926948336" sldId="2147483760"/>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607133881" sldId="2147483761"/>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59866401" sldId="2147483762"/>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508461595" sldId="2147483763"/>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554030153" sldId="2147483764"/>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690488254" sldId="2147483765"/>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968179319" sldId="214748376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035168116" sldId="214748376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588407978" sldId="214748376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912439203" sldId="2147483769"/>
          </pc:sldLayoutMkLst>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2175313511" sldId="2147483770"/>
          </pc:sldLayoutMkLst>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5" creationId="{7048F146-31C6-4C40-9CD2-081E8E97B508}"/>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6" creationId="{703277B6-8F80-4D8B-8F4B-8050CF8E3F6B}"/>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7" creationId="{54AB44A6-B61F-4B99-9715-C185EB0F59AA}"/>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8" creationId="{5FFBC0EB-C3F4-4BBB-AFAA-DF8F27DE6F74}"/>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9" creationId="{96811929-4004-4013-A01C-E6C4502FE51B}"/>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50" creationId="{8C52A45D-A4A4-427B-A37B-39BBD54F07E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618913734" sldId="2147483771"/>
          </pc:sldLayoutMkLst>
          <pc:spChg chg="mod">
            <ac:chgData name="FARRANT, George" userId="292a3dd9-394f-49b6-9ebd-9a7b08cf3045" providerId="ADAL" clId="{CDEB4591-9A94-5E5C-8A16-CB5EF7BB494C}" dt="2026-10-06T18:20:58.845" v="197" actId="26606"/>
            <ac:spMkLst>
              <pc:docMk/>
              <pc:sldMasterMk cId="1771640347" sldId="2147483737"/>
              <pc:sldLayoutMk cId="1618913734" sldId="2147483771"/>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4238120021" sldId="2147483772"/>
          </pc:sldLayoutMkLst>
          <pc:spChg chg="mod">
            <ac:chgData name="FARRANT, George" userId="292a3dd9-394f-49b6-9ebd-9a7b08cf3045" providerId="ADAL" clId="{CDEB4591-9A94-5E5C-8A16-CB5EF7BB494C}" dt="2026-10-06T18:20:58.845" v="197" actId="26606"/>
            <ac:spMkLst>
              <pc:docMk/>
              <pc:sldMasterMk cId="1771640347" sldId="2147483737"/>
              <pc:sldLayoutMk cId="4238120021" sldId="2147483772"/>
              <ac:spMk id="19" creationId="{69E7CD65-2E9A-4E22-A673-DE6C7440EB2C}"/>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459824780" sldId="2147483773"/>
          </pc:sldLayoutMkLst>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427126227" sldId="2147483846"/>
          </pc:sldLayoutMkLst>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036360418" sldId="2147483847"/>
          </pc:sldLayoutMkLst>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810784042" sldId="2147483848"/>
          </pc:sldLayoutMkLst>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5" creationId="{740C642F-FFE6-4F8E-8430-B55902267A94}"/>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6" creationId="{AAD11831-DF44-47FA-829D-3E47DFF02185}"/>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19" creationId="{FCA6C234-2250-4042-807E-5951B5EC2C9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810661699" sldId="2147483849"/>
          </pc:sldLayoutMkLst>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5" creationId="{139EA4E0-9FE9-4B07-A24F-8D2269789704}"/>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6" creationId="{E5B9C914-4EA0-415D-8DF2-DECB3399B2D9}"/>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19" creationId="{D0C74FA2-F84A-45C5-BD99-82A22DBBEBA1}"/>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4151747038" sldId="2147483850"/>
          </pc:sldLayoutMkLst>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2" creationId="{0DC2687E-647E-4F79-8F76-EB149F6ADCF1}"/>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4" creationId="{BBBC61E1-9ECB-4AB5-9880-9683EDD76C26}"/>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2" creationId="{84C1F672-3627-47B2-936F-F7E1A8911D0E}"/>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3" creationId="{967762A4-5BDF-4B0E-8A4C-290B504463C4}"/>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4" creationId="{94F573B1-C72D-48BD-8C6D-CD736D5A2014}"/>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5" creationId="{815297CE-BB59-4F7C-9519-DC26E86D9DE9}"/>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69512218" sldId="2147483851"/>
          </pc:sldLayoutMkLst>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2" creationId="{DB6E96AD-1BD9-451C-8BFB-2C65B4C97BE4}"/>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0" creationId="{2F9862F1-D0D0-4995-A462-AE36892862DD}"/>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950426172" sldId="2147483852"/>
          </pc:sldLayoutMkLst>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3" creationId="{EFF5C918-B570-4503-9D39-08520C01AB16}"/>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12" creationId="{C18D7F70-9F8B-4EA4-9761-AEF2C68A54EC}"/>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433805046" sldId="2147483853"/>
          </pc:sldLayoutMkLst>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2" creationId="{D338A426-B956-4047-B2D6-EFEAB1F1265C}"/>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7" creationId="{A4242559-1861-4D15-B635-CE716556A66C}"/>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8" creationId="{AD41C81D-476C-47FC-9D77-A943ABF1A98F}"/>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9" creationId="{39789319-3D23-4D3B-8BB6-37B045BA12F9}"/>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0" creationId="{DE2706E8-93C8-4D96-B0F7-1966D248E243}"/>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1" creationId="{C3E254CD-FE4F-4FE5-BCD3-8DF050368E8A}"/>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2" creationId="{B3D444E7-B76A-41F0-8DDC-AFF4512C937B}"/>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3" creationId="{F6A8FAC0-6202-4730-ABDF-AEB2CC9E7649}"/>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22" creationId="{84A25565-6FBB-4790-9554-696099440A4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14889950" sldId="2147483854"/>
          </pc:sldLayoutMkLst>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3" creationId="{CC346725-627A-4B29-820E-90E678F4FA57}"/>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10" creationId="{D4E85893-B9DB-4913-9D1F-353CA4F83F61}"/>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665031219" sldId="2147483855"/>
          </pc:sldLayoutMkLst>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3" creationId="{9FC4F49A-DE6C-4327-B2E2-98273842CD35}"/>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12" creationId="{640C15D4-D069-4E82-9B04-F4E910E8A271}"/>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3155966" sldId="2147483856"/>
          </pc:sldLayoutMkLst>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2" creationId="{00EE0E23-AC68-4D68-8C87-48E747BEEEDC}"/>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9" creationId="{111FB6BA-1DEA-4511-8DC6-DC5F6F12B99C}"/>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10389708" sldId="2147483857"/>
          </pc:sldLayoutMkLst>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2" creationId="{3EA8C08A-727B-45EA-BA13-B2B9CC297138}"/>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0" creationId="{EB330526-56D4-4ABA-BD8A-EE55E5B7E6E9}"/>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1" creationId="{9CAC6A45-9186-4A15-971F-2D2A0A95511C}"/>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614096950" sldId="2147483858"/>
          </pc:sldLayoutMkLst>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 creationId="{4D6ED68A-333D-4B27-BD96-573E3B458AB2}"/>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7" creationId="{435E0FB2-CB82-4030-8F67-D5C4179CEB34}"/>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0" creationId="{1F193DCA-9102-47F2-B349-8A9414705098}"/>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1" creationId="{7F591851-5123-4F00-B32C-D18D3A7F076A}"/>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2" creationId="{ADE3308A-0D6C-4437-AD09-90EEA1BC8FA1}"/>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3" creationId="{9940B6A7-2D30-43E3-9EE9-3B548E729D81}"/>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947198503" sldId="2147483859"/>
          </pc:sldLayoutMkLst>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 creationId="{523E8AA4-CB49-4DC4-8AF1-87A6279E1F6E}"/>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1" creationId="{066B44F9-D4E4-4C64-A9BB-70CA474C77EA}"/>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3" creationId="{C3F1D7AA-3230-410F-B979-71C9D7A366E8}"/>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4" creationId="{511C24A2-0524-433C-AA35-10961C9706AA}"/>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5" creationId="{A825695F-8D10-45CF-8425-6A860AE0997C}"/>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6" creationId="{FEE27E9C-8A3C-43C1-BAD4-D12EFE8DBE2F}"/>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85633134" sldId="2147483860"/>
          </pc:sldLayoutMkLst>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2" creationId="{7E4B02F9-0024-4FDB-8A18-650E9D057322}"/>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1" creationId="{2C7BBC44-F676-4729-AF09-A68DDAACF273}"/>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2" creationId="{5189C458-60DC-4AD6-BA69-490E20457E84}"/>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3" creationId="{4D1114DD-3AF9-420A-B40E-27C37B4F92CA}"/>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5" creationId="{FDA2D66E-DE7B-4311-8330-220717A0E3E9}"/>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7" creationId="{E00AE076-D1E5-45AB-954E-5F167F30C8AE}"/>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926948336" sldId="2147483861"/>
          </pc:sldLayoutMkLst>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6" creationId="{AAC81EC6-C954-40F8-B337-01B89A39A801}"/>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1" creationId="{E6B4EAA8-7D77-417E-92E6-B46C6ABF27DE}"/>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4" creationId="{395615A9-AC3F-4312-B9C0-0A601C02F637}"/>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5" creationId="{3E95B813-5718-4359-A222-9323A241335C}"/>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7" creationId="{FAF1983D-99C8-4CF6-A840-198F7AFDBEBB}"/>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20" creationId="{2A9B521F-2832-49F5-A6ED-E2656F1E344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607133881" sldId="2147483862"/>
          </pc:sldLayoutMkLst>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59866401" sldId="2147483863"/>
          </pc:sldLayoutMkLst>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5" creationId="{F75153F3-23CB-4387-8EE9-F7ECFBE19B15}"/>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6" creationId="{337A71DD-C27C-406E-9EF4-396C740E09B3}"/>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15" creationId="{48CA78E9-EF28-45D9-855B-92FBE533E4E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508461595" sldId="2147483864"/>
          </pc:sldLayoutMkLst>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5" creationId="{AD7A5411-2751-4770-92B6-08D82759C5C4}"/>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6" creationId="{E7D5C809-6B1E-40F8-9F98-675201C37B4C}"/>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19" creationId="{957C1FB4-F410-44EE-8554-AE8E73C7D9DB}"/>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554030153" sldId="2147483865"/>
          </pc:sldLayoutMkLst>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690488254" sldId="2147483866"/>
          </pc:sldLayoutMkLst>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5" creationId="{F75153F3-23CB-4387-8EE9-F7ECFBE19B1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968179319" sldId="2147483867"/>
          </pc:sldLayoutMkLst>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5" creationId="{AD7A5411-2751-4770-92B6-08D82759C5C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035168116" sldId="2147483868"/>
          </pc:sldLayoutMkLst>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588407978" sldId="2147483869"/>
          </pc:sldLayoutMkLst>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912439203" sldId="2147483870"/>
          </pc:sldLayoutMkLst>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459824780" sldId="2147483871"/>
          </pc:sldLayoutMkLst>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2" creationId="{AED12027-BCD5-F7EB-4B9F-6F190E37B53A}"/>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3" creationId="{368510D8-01DF-0C13-1B68-F672434EB7CA}"/>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4" creationId="{81E5FD7F-7772-EA67-CACF-21CEF0C3FC98}"/>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5" creationId="{60F95BE4-3287-AFA6-F695-4290C5E17D29}"/>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6" creationId="{770ADCEA-DB4B-984B-2D5B-E775F6B1F4F0}"/>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1326262030" sldId="2147483774"/>
        </pc:sldMasterMkLst>
        <pc:sldLayoutChg chg="add">
          <pc:chgData name="FARRANT, George" userId="292a3dd9-394f-49b6-9ebd-9a7b08cf3045" providerId="ADAL" clId="{CDEB4591-9A94-5E5C-8A16-CB5EF7BB494C}" dt="2026-10-06T18:20:58.845" v="197" actId="26606"/>
          <pc:sldLayoutMkLst>
            <pc:docMk/>
            <pc:sldMasterMk cId="1326262030" sldId="2147483774"/>
            <pc:sldLayoutMk cId="3286296043" sldId="2147483775"/>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754401239" sldId="2147483776"/>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5932060" sldId="2147483777"/>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78549440" sldId="2147483778"/>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867967520" sldId="2147483779"/>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734226529" sldId="2147483780"/>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888122362" sldId="2147483781"/>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789827742" sldId="2147483782"/>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4009781284" sldId="2147483783"/>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922130352" sldId="2147483784"/>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51434118" sldId="2147483785"/>
          </pc:sldLayoutMkLst>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286296043" sldId="2147483873"/>
          </pc:sldLayoutMkLst>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2" creationId="{2518A431-4EEF-1CB1-3598-1DFE48E4282E}"/>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3" creationId="{D6DB94E8-A728-09E8-CC14-0751DE3482A5}"/>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4" creationId="{DCB77B0E-004C-6FCD-17E6-A61BF7F18E3E}"/>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5" creationId="{71AD0753-BB48-41A1-7F12-67266C459697}"/>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6" creationId="{028CC646-5409-0232-98F7-88528674B07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754401239" sldId="2147483874"/>
          </pc:sldLayoutMkLst>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2" creationId="{7790709A-84B1-7E44-4BB2-27F791736951}"/>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3" creationId="{72CDFB06-29E9-2DA0-B122-449DCF75609F}"/>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4" creationId="{32BF3976-71BA-9947-1CE7-02C68B2EB70E}"/>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5" creationId="{FB5346F5-DF20-67F6-DAD1-4E4EBA4EC212}"/>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6" creationId="{A7D79392-3A55-5E7E-390D-E917B60D1AE4}"/>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5932060" sldId="2147483875"/>
          </pc:sldLayoutMkLst>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2" creationId="{A463FB08-1102-FE45-6E50-C13109E30A81}"/>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3" creationId="{98FE0FD1-5A96-9DBD-4370-F8A901FA948E}"/>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4" creationId="{0D967C28-F84B-79DF-50E0-9138089AFF0D}"/>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5" creationId="{0692FAE8-EF09-8683-BABD-84F97C806308}"/>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6" creationId="{35D3CBF4-C2D0-AF5B-9FCE-9EAC51D906AB}"/>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78549440" sldId="2147483876"/>
          </pc:sldLayoutMkLst>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2" creationId="{D388B791-6445-4801-F023-038CA2B88E88}"/>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3" creationId="{DEF85EF4-7BFC-A4C8-64EF-39D9837F3D5D}"/>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4" creationId="{D900CE41-7E14-809D-9EAD-9D7364290402}"/>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5" creationId="{60C1C949-424E-2D67-74EF-11EF64D68176}"/>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6" creationId="{45EAE7F6-282C-D391-E69F-BFB9103E33BA}"/>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7" creationId="{FBD2D021-2FA0-262A-ACC4-6C797C5E682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867967520" sldId="2147483877"/>
          </pc:sldLayoutMkLst>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2" creationId="{788F7E28-810E-0C99-0801-2CC07CC358E0}"/>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3" creationId="{88F59E29-84C9-1510-872A-65AAFC11048C}"/>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4" creationId="{150B88AF-61C9-097F-884E-7263C7B31CCC}"/>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5" creationId="{EB918566-B5DC-9EA7-9334-11C73B86A100}"/>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6" creationId="{02F2F52B-84F3-E490-5132-06DA3F1733D3}"/>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7" creationId="{4B6E831B-2E5D-4946-F1F6-6295D05DAA36}"/>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8" creationId="{00C7B8B5-297C-710E-F7ED-86ECC6F493ED}"/>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9" creationId="{EBEBA15C-528B-7C46-2102-95D9A570B7F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734226529" sldId="2147483878"/>
          </pc:sldLayoutMkLst>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2" creationId="{78F1D4C8-5088-7483-8E16-86B251B8A7D4}"/>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3" creationId="{C20213F5-AF83-3AE3-AE67-5913113883AD}"/>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4" creationId="{A92930D1-A613-C02D-FB53-761994CC1F11}"/>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5" creationId="{CA3AABE3-2A46-13A0-17CF-5744F1516289}"/>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888122362" sldId="2147483879"/>
          </pc:sldLayoutMkLst>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2" creationId="{9569A677-C8D7-DA12-668D-DE6ABB9B01A0}"/>
            </ac:spMkLst>
          </pc:spChg>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3" creationId="{704FA5D6-9826-46A6-378D-45D258BA427E}"/>
            </ac:spMkLst>
          </pc:spChg>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4" creationId="{BF575CA0-D2DC-F69E-0760-69842EA57064}"/>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789827742" sldId="2147483880"/>
          </pc:sldLayoutMkLst>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2" creationId="{B831CE74-062D-D422-61D6-7CBB42797F50}"/>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3" creationId="{F4B49DAC-D208-A0D8-3375-12691726CB86}"/>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4" creationId="{0D526FF0-925B-C8B0-723A-F664E182792C}"/>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5" creationId="{B6B73C49-C5EB-AE17-BADB-8463A5B84096}"/>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6" creationId="{83AE130A-5D66-E449-99D6-8BB166C10003}"/>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7" creationId="{FD817322-EF12-1BA2-492B-1888DEAB0C5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4009781284" sldId="2147483881"/>
          </pc:sldLayoutMkLst>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2" creationId="{73D50B7B-D7E7-4030-F286-4A408BCBF2B8}"/>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3" creationId="{B26E5410-FDDB-B0FD-9341-E94FDB5E9256}"/>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4" creationId="{323E1589-7FD6-B263-D060-B231232D3BE3}"/>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5" creationId="{87E88D11-1808-11C6-E00A-367680DAD769}"/>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6" creationId="{1FECAD9C-1234-A408-43B4-5DCC8371B7F7}"/>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7" creationId="{1E305D40-7966-B551-CB90-F066F873F966}"/>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922130352" sldId="2147483882"/>
          </pc:sldLayoutMkLst>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2" creationId="{84CB486D-7D53-7E6D-6837-AD79995FDD36}"/>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3" creationId="{08B35AF2-4A7C-5339-07F0-D73E12E97207}"/>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4" creationId="{8FFC0B5C-204A-7B66-0BC4-E86976CE44FF}"/>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5" creationId="{5F0EBBE5-E3BF-E7B5-8900-00756EE7A79F}"/>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6" creationId="{67551D49-7EC8-C4C4-05A8-2A9F4EB2214C}"/>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51434118" sldId="2147483883"/>
          </pc:sldLayoutMkLst>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2" creationId="{FA8B0A94-998B-980E-E759-A436DCD777E5}"/>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3" creationId="{01DA9E75-CCC5-66F2-2F90-BB1D3AED60DE}"/>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4" creationId="{62D13910-761B-C6BB-37F7-F284A0322E2F}"/>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5" creationId="{12BD57F2-F361-75D6-4EAF-3CE81F29CD7E}"/>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6" creationId="{297413D0-9D88-7E73-6B15-15B59EBF7DB4}"/>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940044653" sldId="2147483786"/>
        </pc:sldMasterMkLst>
        <pc:sldLayoutChg chg="mod ord">
          <pc:chgData name="FARRANT, George" userId="292a3dd9-394f-49b6-9ebd-9a7b08cf3045" providerId="ADAL" clId="{CDEB4591-9A94-5E5C-8A16-CB5EF7BB494C}" dt="2026-10-06T18:20:58.845" v="197" actId="26606"/>
          <pc:sldLayoutMkLst>
            <pc:docMk/>
            <pc:sldMasterMk cId="940044653" sldId="2147483786"/>
            <pc:sldLayoutMk cId="1036135276" sldId="2147483787"/>
          </pc:sldLayoutMkLst>
        </pc:sldLayoutChg>
        <pc:sldLayoutChg chg="add">
          <pc:chgData name="FARRANT, George" userId="292a3dd9-394f-49b6-9ebd-9a7b08cf3045" providerId="ADAL" clId="{CDEB4591-9A94-5E5C-8A16-CB5EF7BB494C}" dt="2026-10-06T18:20:58.845" v="197" actId="26606"/>
          <pc:sldLayoutMkLst>
            <pc:docMk/>
            <pc:sldMasterMk cId="940044653" sldId="2147483786"/>
            <pc:sldLayoutMk cId="3871163991" sldId="2147483788"/>
          </pc:sldLayoutMkLst>
        </pc:sldLayoutChg>
        <pc:sldLayoutChg chg="modSp del mod ord">
          <pc:chgData name="FARRANT, George" userId="292a3dd9-394f-49b6-9ebd-9a7b08cf3045" providerId="ADAL" clId="{CDEB4591-9A94-5E5C-8A16-CB5EF7BB494C}" dt="2026-10-06T18:20:58.845" v="197" actId="26606"/>
          <pc:sldLayoutMkLst>
            <pc:docMk/>
            <pc:sldMasterMk cId="940044653" sldId="2147483786"/>
            <pc:sldLayoutMk cId="3871163991" sldId="2147483885"/>
          </pc:sldLayoutMkLst>
          <pc:spChg chg="mod">
            <ac:chgData name="FARRANT, George" userId="292a3dd9-394f-49b6-9ebd-9a7b08cf3045" providerId="ADAL" clId="{CDEB4591-9A94-5E5C-8A16-CB5EF7BB494C}" dt="2026-10-06T18:20:58.845" v="197" actId="26606"/>
            <ac:spMkLst>
              <pc:docMk/>
              <pc:sldMasterMk cId="940044653" sldId="2147483786"/>
              <pc:sldLayoutMk cId="3871163991" sldId="2147483885"/>
              <ac:spMk id="25" creationId="{00000000-0000-0000-0000-000000000000}"/>
            </ac:spMkLst>
          </pc:spChg>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3642927729" sldId="2147483791"/>
        </pc:sldMasterMkLst>
        <pc:sldLayoutChg chg="replId">
          <pc:chgData name="FARRANT, George" userId="292a3dd9-394f-49b6-9ebd-9a7b08cf3045" providerId="ADAL" clId="{CDEB4591-9A94-5E5C-8A16-CB5EF7BB494C}" dt="2026-10-06T18:20:58.660" v="196" actId="26606"/>
          <pc:sldLayoutMkLst>
            <pc:docMk/>
            <pc:sldMasterMk cId="3642927729" sldId="2147483660"/>
            <pc:sldLayoutMk cId="3910060469" sldId="2147483792"/>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1398612414" sldId="2147483793"/>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1309455414" sldId="2147483794"/>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674302508" sldId="2147483795"/>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527342618" sldId="2147483796"/>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685511749" sldId="2147483797"/>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350214229" sldId="2147483798"/>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981526380" sldId="2147483799"/>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080845630" sldId="2147483800"/>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960015170" sldId="2147483801"/>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4286532636" sldId="2147483802"/>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494728112" sldId="2147483803"/>
        </pc:sldMasterMkLst>
        <pc:sldLayoutChg chg="replId">
          <pc:chgData name="FARRANT, George" userId="292a3dd9-394f-49b6-9ebd-9a7b08cf3045" providerId="ADAL" clId="{CDEB4591-9A94-5E5C-8A16-CB5EF7BB494C}" dt="2026-10-06T18:20:58.660" v="196" actId="26606"/>
          <pc:sldLayoutMkLst>
            <pc:docMk/>
            <pc:sldMasterMk cId="494728112" sldId="2147483674"/>
            <pc:sldLayoutMk cId="3744467283" sldId="214748380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501362251" sldId="214748380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864561888" sldId="214748380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248253559" sldId="214748380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658974104" sldId="214748380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596935488" sldId="214748380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789626811" sldId="2147483810"/>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570346548" sldId="2147483811"/>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538220063" sldId="2147483812"/>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06268217" sldId="2147483813"/>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21092054" sldId="214748381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902179497" sldId="214748381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891722926" sldId="214748381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073565828" sldId="214748381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218691232" sldId="214748381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71789342" sldId="214748381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967008670" sldId="2147483820"/>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119163545" sldId="2147483821"/>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133674006" sldId="2147483822"/>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629632857" sldId="2147483823"/>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888174621" sldId="214748382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169588106" sldId="214748382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861381758" sldId="214748382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751234293" sldId="214748382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160556698" sldId="214748382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896970139" sldId="214748382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996406778" sldId="2147483830"/>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785322718" sldId="2147483831"/>
        </pc:sldMasterMkLst>
        <pc:sldLayoutChg chg="replId">
          <pc:chgData name="FARRANT, George" userId="292a3dd9-394f-49b6-9ebd-9a7b08cf3045" providerId="ADAL" clId="{CDEB4591-9A94-5E5C-8A16-CB5EF7BB494C}" dt="2026-10-06T18:20:58.660" v="196" actId="26606"/>
          <pc:sldLayoutMkLst>
            <pc:docMk/>
            <pc:sldMasterMk cId="785322718" sldId="2147483720"/>
            <pc:sldLayoutMk cId="2854019795" sldId="2147483832"/>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362261784" sldId="2147483833"/>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972475699" sldId="2147483834"/>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544360855" sldId="2147483835"/>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453635779" sldId="2147483836"/>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3977605423" sldId="2147483837"/>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4136996384" sldId="2147483838"/>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697289421" sldId="2147483839"/>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1665525921" sldId="2147483840"/>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343631107" sldId="2147483841"/>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4036622918" sldId="2147483842"/>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1389672166" sldId="2147483843"/>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295434585" sldId="2147483844"/>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1771640347" sldId="2147483845"/>
        </pc:sldMasterMkLst>
        <pc:sldLayoutChg chg="replId">
          <pc:chgData name="FARRANT, George" userId="292a3dd9-394f-49b6-9ebd-9a7b08cf3045" providerId="ADAL" clId="{CDEB4591-9A94-5E5C-8A16-CB5EF7BB494C}" dt="2026-10-06T18:20:58.660" v="196" actId="26606"/>
          <pc:sldLayoutMkLst>
            <pc:docMk/>
            <pc:sldMasterMk cId="1771640347" sldId="2147483737"/>
            <pc:sldLayoutMk cId="1427126227" sldId="214748384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036360418" sldId="214748384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810784042" sldId="214748384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810661699" sldId="214748384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4151747038" sldId="214748385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69512218" sldId="2147483851"/>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950426172" sldId="2147483852"/>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433805046" sldId="2147483853"/>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14889950" sldId="2147483854"/>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665031219" sldId="2147483855"/>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3155966" sldId="214748385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10389708" sldId="214748385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614096950" sldId="214748385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947198503" sldId="214748385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85633134" sldId="214748386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926948336" sldId="2147483861"/>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607133881" sldId="2147483862"/>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59866401" sldId="2147483863"/>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508461595" sldId="2147483864"/>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554030153" sldId="2147483865"/>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690488254" sldId="214748386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968179319" sldId="214748386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035168116" sldId="214748386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588407978" sldId="214748386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912439203" sldId="214748387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459824780" sldId="2147483871"/>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1326262030" sldId="2147483872"/>
        </pc:sldMasterMkLst>
        <pc:sldLayoutChg chg="replId">
          <pc:chgData name="FARRANT, George" userId="292a3dd9-394f-49b6-9ebd-9a7b08cf3045" providerId="ADAL" clId="{CDEB4591-9A94-5E5C-8A16-CB5EF7BB494C}" dt="2026-10-06T18:20:58.660" v="196" actId="26606"/>
          <pc:sldLayoutMkLst>
            <pc:docMk/>
            <pc:sldMasterMk cId="1326262030" sldId="2147483774"/>
            <pc:sldLayoutMk cId="3286296043" sldId="2147483873"/>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754401239" sldId="2147483874"/>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5932060" sldId="2147483875"/>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78549440" sldId="2147483876"/>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867967520" sldId="2147483877"/>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734226529" sldId="2147483878"/>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888122362" sldId="2147483879"/>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789827742" sldId="2147483880"/>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4009781284" sldId="2147483881"/>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922130352" sldId="2147483882"/>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51434118" sldId="2147483883"/>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940044653" sldId="2147483884"/>
        </pc:sldMasterMkLst>
        <pc:sldLayoutChg chg="replId">
          <pc:chgData name="FARRANT, George" userId="292a3dd9-394f-49b6-9ebd-9a7b08cf3045" providerId="ADAL" clId="{CDEB4591-9A94-5E5C-8A16-CB5EF7BB494C}" dt="2026-10-06T18:20:58.660" v="196" actId="26606"/>
          <pc:sldLayoutMkLst>
            <pc:docMk/>
            <pc:sldMasterMk cId="940044653" sldId="2147483786"/>
            <pc:sldLayoutMk cId="3871163991" sldId="2147483885"/>
          </pc:sldLayoutMkLst>
        </pc:sldLayoutChg>
      </pc:sldMasterChg>
    </pc:docChg>
  </pc:docChgLst>
  <pc:docChgLst>
    <pc:chgData name="EMERSON, Charlie" userId="S::charlie.emerson@sportfive.com::37e63fb3-2916-40e6-9249-35ce2cdf7da9" providerId="AD" clId="Web-{87630D46-FBE6-D5EE-FA3A-244A547284F5}"/>
    <pc:docChg chg="delSld sldOrd modSection">
      <pc:chgData name="EMERSON, Charlie" userId="S::charlie.emerson@sportfive.com::37e63fb3-2916-40e6-9249-35ce2cdf7da9" providerId="AD" clId="Web-{87630D46-FBE6-D5EE-FA3A-244A547284F5}" dt="2026-10-07T13:28:45.777" v="2"/>
      <pc:docMkLst>
        <pc:docMk/>
      </pc:docMkLst>
      <pc:sldChg chg="ord">
        <pc:chgData name="EMERSON, Charlie" userId="S::charlie.emerson@sportfive.com::37e63fb3-2916-40e6-9249-35ce2cdf7da9" providerId="AD" clId="Web-{87630D46-FBE6-D5EE-FA3A-244A547284F5}" dt="2026-10-07T13:28:45.777" v="2"/>
        <pc:sldMkLst>
          <pc:docMk/>
          <pc:sldMk cId="3032900411" sldId="273"/>
        </pc:sldMkLst>
      </pc:sldChg>
      <pc:sldChg chg="del">
        <pc:chgData name="EMERSON, Charlie" userId="S::charlie.emerson@sportfive.com::37e63fb3-2916-40e6-9249-35ce2cdf7da9" providerId="AD" clId="Web-{87630D46-FBE6-D5EE-FA3A-244A547284F5}" dt="2026-10-07T13:17:31.525" v="0"/>
        <pc:sldMkLst>
          <pc:docMk/>
          <pc:sldMk cId="0" sldId="281"/>
        </pc:sldMkLst>
      </pc:sldChg>
    </pc:docChg>
  </pc:docChgLst>
  <pc:docChgLst>
    <pc:chgData name="EMERSON, Charlie" userId="S::charlie.emerson@sportfive.com::37e63fb3-2916-40e6-9249-35ce2cdf7da9" providerId="AD" clId="Web-{1C94705E-0080-CF6E-C244-E3346CC61186}"/>
    <pc:docChg chg="modSld">
      <pc:chgData name="EMERSON, Charlie" userId="S::charlie.emerson@sportfive.com::37e63fb3-2916-40e6-9249-35ce2cdf7da9" providerId="AD" clId="Web-{1C94705E-0080-CF6E-C244-E3346CC61186}" dt="2026-10-05T15:51:38.108" v="2"/>
      <pc:docMkLst>
        <pc:docMk/>
      </pc:docMkLst>
      <pc:sldChg chg="mod modShow">
        <pc:chgData name="EMERSON, Charlie" userId="S::charlie.emerson@sportfive.com::37e63fb3-2916-40e6-9249-35ce2cdf7da9" providerId="AD" clId="Web-{1C94705E-0080-CF6E-C244-E3346CC61186}" dt="2026-10-05T15:51:31.686" v="0"/>
        <pc:sldMkLst>
          <pc:docMk/>
          <pc:sldMk cId="1142086026" sldId="272"/>
        </pc:sldMkLst>
      </pc:sldChg>
      <pc:sldChg chg="mod modShow">
        <pc:chgData name="EMERSON, Charlie" userId="S::charlie.emerson@sportfive.com::37e63fb3-2916-40e6-9249-35ce2cdf7da9" providerId="AD" clId="Web-{1C94705E-0080-CF6E-C244-E3346CC61186}" dt="2026-10-05T15:51:38.108" v="2"/>
        <pc:sldMkLst>
          <pc:docMk/>
          <pc:sldMk cId="2626997722" sldId="2147476465"/>
        </pc:sldMkLst>
      </pc:sldChg>
      <pc:sldChg chg="mod modShow">
        <pc:chgData name="EMERSON, Charlie" userId="S::charlie.emerson@sportfive.com::37e63fb3-2916-40e6-9249-35ce2cdf7da9" providerId="AD" clId="Web-{1C94705E-0080-CF6E-C244-E3346CC61186}" dt="2026-10-05T15:51:34.718" v="1"/>
        <pc:sldMkLst>
          <pc:docMk/>
          <pc:sldMk cId="472755398" sldId="2147483647"/>
        </pc:sldMkLst>
      </pc:sldChg>
    </pc:docChg>
  </pc:docChgLst>
  <pc:docChgLst>
    <pc:chgData name="FARRANT, George" userId="S::george.farrant@sportfive.com::292a3dd9-394f-49b6-9ebd-9a7b08cf3045" providerId="AD" clId="Web-{D45C3FE7-3122-1DF4-BF55-F3136E6AF6A1}"/>
    <pc:docChg chg="delSld modSection">
      <pc:chgData name="FARRANT, George" userId="S::george.farrant@sportfive.com::292a3dd9-394f-49b6-9ebd-9a7b08cf3045" providerId="AD" clId="Web-{D45C3FE7-3122-1DF4-BF55-F3136E6AF6A1}" dt="2026-10-05T18:50:04.694" v="7"/>
      <pc:docMkLst>
        <pc:docMk/>
      </pc:docMkLst>
      <pc:sldChg chg="del">
        <pc:chgData name="FARRANT, George" userId="S::george.farrant@sportfive.com::292a3dd9-394f-49b6-9ebd-9a7b08cf3045" providerId="AD" clId="Web-{D45C3FE7-3122-1DF4-BF55-F3136E6AF6A1}" dt="2026-10-05T18:49:59.272" v="2"/>
        <pc:sldMkLst>
          <pc:docMk/>
          <pc:sldMk cId="146674417" sldId="259"/>
        </pc:sldMkLst>
      </pc:sldChg>
      <pc:sldChg chg="del">
        <pc:chgData name="FARRANT, George" userId="S::george.farrant@sportfive.com::292a3dd9-394f-49b6-9ebd-9a7b08cf3045" providerId="AD" clId="Web-{D45C3FE7-3122-1DF4-BF55-F3136E6AF6A1}" dt="2026-10-05T18:50:04.303" v="5"/>
        <pc:sldMkLst>
          <pc:docMk/>
          <pc:sldMk cId="4208189078" sldId="263"/>
        </pc:sldMkLst>
      </pc:sldChg>
      <pc:sldChg chg="del">
        <pc:chgData name="FARRANT, George" userId="S::george.farrant@sportfive.com::292a3dd9-394f-49b6-9ebd-9a7b08cf3045" providerId="AD" clId="Web-{D45C3FE7-3122-1DF4-BF55-F3136E6AF6A1}" dt="2026-10-05T18:50:04.210" v="4"/>
        <pc:sldMkLst>
          <pc:docMk/>
          <pc:sldMk cId="3838622280" sldId="275"/>
        </pc:sldMkLst>
      </pc:sldChg>
      <pc:sldChg chg="del">
        <pc:chgData name="FARRANT, George" userId="S::george.farrant@sportfive.com::292a3dd9-394f-49b6-9ebd-9a7b08cf3045" providerId="AD" clId="Web-{D45C3FE7-3122-1DF4-BF55-F3136E6AF6A1}" dt="2026-10-05T18:50:04.022" v="3"/>
        <pc:sldMkLst>
          <pc:docMk/>
          <pc:sldMk cId="1910232782" sldId="2147476448"/>
        </pc:sldMkLst>
      </pc:sldChg>
      <pc:sldChg chg="del">
        <pc:chgData name="FARRANT, George" userId="S::george.farrant@sportfive.com::292a3dd9-394f-49b6-9ebd-9a7b08cf3045" providerId="AD" clId="Web-{D45C3FE7-3122-1DF4-BF55-F3136E6AF6A1}" dt="2026-10-05T18:49:55.397" v="1"/>
        <pc:sldMkLst>
          <pc:docMk/>
          <pc:sldMk cId="2656062605" sldId="2147476927"/>
        </pc:sldMkLst>
      </pc:sldChg>
      <pc:sldChg chg="del">
        <pc:chgData name="FARRANT, George" userId="S::george.farrant@sportfive.com::292a3dd9-394f-49b6-9ebd-9a7b08cf3045" providerId="AD" clId="Web-{D45C3FE7-3122-1DF4-BF55-F3136E6AF6A1}" dt="2026-10-05T18:49:39.288" v="0"/>
        <pc:sldMkLst>
          <pc:docMk/>
          <pc:sldMk cId="0" sldId="2147483643"/>
        </pc:sldMkLst>
      </pc:sldChg>
      <pc:sldChg chg="del">
        <pc:chgData name="FARRANT, George" userId="S::george.farrant@sportfive.com::292a3dd9-394f-49b6-9ebd-9a7b08cf3045" providerId="AD" clId="Web-{D45C3FE7-3122-1DF4-BF55-F3136E6AF6A1}" dt="2026-10-05T18:50:04.569" v="6"/>
        <pc:sldMkLst>
          <pc:docMk/>
          <pc:sldMk cId="96831427" sldId="2147483645"/>
        </pc:sldMkLst>
      </pc:sldChg>
      <pc:sldChg chg="del">
        <pc:chgData name="FARRANT, George" userId="S::george.farrant@sportfive.com::292a3dd9-394f-49b6-9ebd-9a7b08cf3045" providerId="AD" clId="Web-{D45C3FE7-3122-1DF4-BF55-F3136E6AF6A1}" dt="2026-10-05T18:50:04.694" v="7"/>
        <pc:sldMkLst>
          <pc:docMk/>
          <pc:sldMk cId="1903566693" sldId="2147483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96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C0A7C-4CDD-BACC-2109-58126A3D2D5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7D16844-8A07-C41A-F428-A1BE5A7B82B6}"/>
              </a:ext>
            </a:extLst>
          </p:cNvPr>
          <p:cNvSpPr>
            <a:spLocks noGrp="1" noRot="1" noChangeAspect="1"/>
          </p:cNvSpPr>
          <p:nvPr>
            <p:ph type="sldImg"/>
          </p:nvPr>
        </p:nvSpPr>
        <p:spPr>
          <a:xfrm>
            <a:off x="476250" y="1430338"/>
            <a:ext cx="5905500" cy="3321050"/>
          </a:xfrm>
        </p:spPr>
        <p:txBody>
          <a:bodyPr/>
          <a:lstStyle/>
          <a:p>
            <a:endParaRPr lang="de-DE"/>
          </a:p>
        </p:txBody>
      </p:sp>
      <p:sp>
        <p:nvSpPr>
          <p:cNvPr id="3" name="Notizenplatzhalter 2">
            <a:extLst>
              <a:ext uri="{FF2B5EF4-FFF2-40B4-BE49-F238E27FC236}">
                <a16:creationId xmlns:a16="http://schemas.microsoft.com/office/drawing/2014/main" id="{F9439520-CED4-1226-4D6F-849B49996D3E}"/>
              </a:ext>
            </a:extLst>
          </p:cNvPr>
          <p:cNvSpPr>
            <a:spLocks noGrp="1"/>
          </p:cNvSpPr>
          <p:nvPr>
            <p:ph type="body" idx="1"/>
          </p:nvPr>
        </p:nvSpPr>
        <p:spPr/>
        <p:txBody>
          <a:bodyPr/>
          <a:lstStyle/>
          <a:p>
            <a:endParaRPr lang="en-GB"/>
          </a:p>
        </p:txBody>
      </p:sp>
      <p:sp>
        <p:nvSpPr>
          <p:cNvPr id="4" name="Foliennummernplatzhalter 3">
            <a:extLst>
              <a:ext uri="{FF2B5EF4-FFF2-40B4-BE49-F238E27FC236}">
                <a16:creationId xmlns:a16="http://schemas.microsoft.com/office/drawing/2014/main" id="{75D63729-5B41-7B86-C1C5-7F790F8EF49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4822CDEE-24CD-404C-8954-CE12AEBE58FE}" type="slidenum">
              <a:rPr kumimoji="0" lang="de-DE" sz="1000" b="1" i="0" u="none" strike="noStrike" kern="1200" cap="none" spc="0" normalizeH="0" baseline="0" noProof="0" smtClean="0">
                <a:ln>
                  <a:noFill/>
                </a:ln>
                <a:solidFill>
                  <a:srgbClr val="000000"/>
                </a:solidFill>
                <a:effectLst/>
                <a:uLnTx/>
                <a:uFillTx/>
                <a:latin typeface="Arial"/>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de-DE" sz="1000" b="1"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15589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FB2F-EC9F-4990-9364-B16C064C5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F0AE08E-63E1-449A-ADCF-2E939DB71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A9A78E4-4370-44B7-B745-E7349EA30461}"/>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0D9E895A-9F60-469B-8902-C360DA12CBF9}"/>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910060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DC2EC-F399-414C-9062-A4589A5BFC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47CB3C-2FB6-48F7-9CB2-C9EFC071CD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31232A-28E8-46F5-9B04-6DB06F04F88D}"/>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41DBF08A-DFF8-495F-8C95-223B5FCCB982}"/>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39861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C45B-4CB3-4DA4-8456-FE5252263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AE553CC-DB36-46CE-B18A-8950F2059D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F7AD27-A5C8-48AF-975F-1CC4CE67FFE1}"/>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E3A008B9-11E7-4E4A-BB05-4B04399F1D9C}"/>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309455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649DF-34B8-47A6-9973-D2512065B61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05539F-8331-4551-9CE8-F27B667DE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A0FA1FF-4B61-4B48-A351-2834E5E1C4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8C0B6D-29BB-42BE-8E4C-A1A032CF4FDA}"/>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E40AD476-A17F-4977-A9AE-D108710BF352}"/>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67430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B9819-3F24-41B4-98B5-9989737C9B2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6EF69E-B185-4E22-B8BB-DD0ED077D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DFC6B-1461-403E-82B7-A3C7CC53D1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2C044F-5568-4891-A61B-17D0706257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E17820-1E09-40C9-979D-3357EBA939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88FFF73-6510-48A2-949D-A10D01E255A8}"/>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8" name="Footer Placeholder 7">
            <a:extLst>
              <a:ext uri="{FF2B5EF4-FFF2-40B4-BE49-F238E27FC236}">
                <a16:creationId xmlns:a16="http://schemas.microsoft.com/office/drawing/2014/main" id="{F0B2D504-A257-45F8-B960-D777974302F4}"/>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527342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965DA-C661-4116-A3A6-5C33F8D4663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EA4E276-5B0D-4F50-8A49-9B656CFF4E9D}"/>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4" name="Footer Placeholder 3">
            <a:extLst>
              <a:ext uri="{FF2B5EF4-FFF2-40B4-BE49-F238E27FC236}">
                <a16:creationId xmlns:a16="http://schemas.microsoft.com/office/drawing/2014/main" id="{69BE9428-D425-4616-85A1-28DEDBACD03A}"/>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685511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8128B1-3CE1-447E-86A3-E00B06BBCC53}"/>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3" name="Footer Placeholder 2">
            <a:extLst>
              <a:ext uri="{FF2B5EF4-FFF2-40B4-BE49-F238E27FC236}">
                <a16:creationId xmlns:a16="http://schemas.microsoft.com/office/drawing/2014/main" id="{F825282D-EFFE-4ED7-B01E-E07039071A3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50214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7608-6089-4F4E-B308-62237210BB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F9FE9F-B8AA-4DE2-8CC9-77E6643D7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AA60BD8-1D3A-4EEF-BD85-B4C0B0332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A5955-49E0-4BC9-B157-763111E4FE2A}"/>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03B4C3C6-A2CE-4F2F-9B27-7392556556D0}"/>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8152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B204-6B92-4D08-A36D-2590A30AE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0E465A7-8CBF-4EAE-91C6-57ACCF163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950DFAC-890E-4CD3-BE59-567BB9FC0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0AB59F-FBEC-4456-A3CF-072D44797B65}"/>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7133E03D-73C5-4384-A991-DD12FB20A756}"/>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080845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4F06-FD47-4833-AACD-D4BD0AFA6F4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4D831D-3AB6-404A-870E-06942355E4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2C6AEA-00A2-4A41-849D-6F74E7F667D9}"/>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B1604AA9-E365-44BC-9F6A-2ACEB5A07B8E}"/>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60015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C1D0CF-4BC2-4EC1-951B-9825F3004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BA463E3-2624-43DC-95EA-9E5AC75052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740889-5F09-49D3-A8D8-71729C3C8550}"/>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247E181A-1A40-4FED-91B3-2B96C83B8C9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4286532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r>
              <a:rPr lang="de-DE"/>
              <a:t>Date</a:t>
            </a:r>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1666005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ac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04E24B7-16B6-48B3-8D52-C4B9616DF814}"/>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de-DE" sz="2400" b="0" i="0" u="none" baseline="0">
              <a:solidFill>
                <a:srgbClr val="FFFFFF"/>
              </a:solidFill>
              <a:latin typeface="Arial" panose="020B0604020202020204" pitchFamily="34" charset="0"/>
            </a:endParaRPr>
          </a:p>
        </p:txBody>
      </p:sp>
      <p:pic>
        <p:nvPicPr>
          <p:cNvPr id="6" name="Grafik 5">
            <a:extLst>
              <a:ext uri="{FF2B5EF4-FFF2-40B4-BE49-F238E27FC236}">
                <a16:creationId xmlns:a16="http://schemas.microsoft.com/office/drawing/2014/main" id="{86B192AB-2361-44DE-A46E-166CA472E7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21193" y="3140626"/>
            <a:ext cx="3149617" cy="576749"/>
          </a:xfrm>
          <a:prstGeom prst="rect">
            <a:avLst/>
          </a:prstGeom>
        </p:spPr>
      </p:pic>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a:xfrm>
            <a:off x="624416" y="390905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a:xfrm>
            <a:off x="623391" y="506052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1" name="Textplatzhalter 10">
            <a:extLst>
              <a:ext uri="{FF2B5EF4-FFF2-40B4-BE49-F238E27FC236}">
                <a16:creationId xmlns:a16="http://schemas.microsoft.com/office/drawing/2014/main" id="{FD3A351C-B054-488A-96DA-3D864DDEFE98}"/>
              </a:ext>
            </a:extLst>
          </p:cNvPr>
          <p:cNvSpPr>
            <a:spLocks noGrp="1"/>
          </p:cNvSpPr>
          <p:nvPr>
            <p:ph type="body" sz="quarter" idx="16" hasCustomPrompt="1"/>
          </p:nvPr>
        </p:nvSpPr>
        <p:spPr>
          <a:xfrm>
            <a:off x="5568107" y="0"/>
            <a:ext cx="1055787" cy="384000"/>
          </a:xfrm>
          <a:blipFill>
            <a:blip r:embed="rId3"/>
            <a:stretch>
              <a:fillRect l="-27170" t="-282" r="-6472" b="-206"/>
            </a:stretch>
          </a:blipFill>
        </p:spPr>
        <p:txBody>
          <a:bodyPr/>
          <a:lstStyle>
            <a:lvl1pPr>
              <a:defRPr/>
            </a:lvl1pPr>
          </a:lstStyle>
          <a:p>
            <a:pPr lvl="0"/>
            <a:r>
              <a:rPr lang="de-DE"/>
              <a:t> </a:t>
            </a:r>
          </a:p>
        </p:txBody>
      </p:sp>
      <p:sp>
        <p:nvSpPr>
          <p:cNvPr id="12" name="Textplatzhalter 10">
            <a:extLst>
              <a:ext uri="{FF2B5EF4-FFF2-40B4-BE49-F238E27FC236}">
                <a16:creationId xmlns:a16="http://schemas.microsoft.com/office/drawing/2014/main" id="{CE9C6B95-632F-4A19-995A-4C35860E9490}"/>
              </a:ext>
            </a:extLst>
          </p:cNvPr>
          <p:cNvSpPr>
            <a:spLocks noGrp="1"/>
          </p:cNvSpPr>
          <p:nvPr>
            <p:ph type="body" sz="quarter" idx="17" hasCustomPrompt="1"/>
          </p:nvPr>
        </p:nvSpPr>
        <p:spPr>
          <a:xfrm>
            <a:off x="5568107" y="6474000"/>
            <a:ext cx="1055787" cy="384000"/>
          </a:xfrm>
          <a:blipFill>
            <a:blip r:embed="rId3"/>
            <a:stretch>
              <a:fillRect l="-27170" t="-282" r="-6472" b="-206"/>
            </a:stretch>
          </a:blipFill>
        </p:spPr>
        <p:txBody>
          <a:bodyPr/>
          <a:lstStyle>
            <a:lvl1pPr>
              <a:defRPr/>
            </a:lvl1pPr>
          </a:lstStyle>
          <a:p>
            <a:pPr lvl="0"/>
            <a:r>
              <a:rPr lang="de-DE"/>
              <a:t> </a:t>
            </a:r>
          </a:p>
        </p:txBody>
      </p:sp>
      <p:sp>
        <p:nvSpPr>
          <p:cNvPr id="13" name="Textplatzhalter 8">
            <a:extLst>
              <a:ext uri="{FF2B5EF4-FFF2-40B4-BE49-F238E27FC236}">
                <a16:creationId xmlns:a16="http://schemas.microsoft.com/office/drawing/2014/main" id="{AADD44CD-2753-482D-A965-16E8C883C125}"/>
              </a:ext>
            </a:extLst>
          </p:cNvPr>
          <p:cNvSpPr>
            <a:spLocks noGrp="1"/>
          </p:cNvSpPr>
          <p:nvPr>
            <p:ph type="body" sz="quarter" idx="18" hasCustomPrompt="1"/>
          </p:nvPr>
        </p:nvSpPr>
        <p:spPr>
          <a:xfrm>
            <a:off x="3376480" y="390971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4" name="Textplatzhalter 8">
            <a:extLst>
              <a:ext uri="{FF2B5EF4-FFF2-40B4-BE49-F238E27FC236}">
                <a16:creationId xmlns:a16="http://schemas.microsoft.com/office/drawing/2014/main" id="{C94F3636-305D-456D-A0E2-A24C577076DB}"/>
              </a:ext>
            </a:extLst>
          </p:cNvPr>
          <p:cNvSpPr>
            <a:spLocks noGrp="1"/>
          </p:cNvSpPr>
          <p:nvPr>
            <p:ph type="body" sz="quarter" idx="19" hasCustomPrompt="1"/>
          </p:nvPr>
        </p:nvSpPr>
        <p:spPr>
          <a:xfrm>
            <a:off x="3375455" y="506118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5" name="Textplatzhalter 8">
            <a:extLst>
              <a:ext uri="{FF2B5EF4-FFF2-40B4-BE49-F238E27FC236}">
                <a16:creationId xmlns:a16="http://schemas.microsoft.com/office/drawing/2014/main" id="{96E18DD2-B380-4D17-A06E-2546AAFA4D0C}"/>
              </a:ext>
            </a:extLst>
          </p:cNvPr>
          <p:cNvSpPr>
            <a:spLocks noGrp="1"/>
          </p:cNvSpPr>
          <p:nvPr>
            <p:ph type="body" sz="quarter" idx="20" hasCustomPrompt="1"/>
          </p:nvPr>
        </p:nvSpPr>
        <p:spPr>
          <a:xfrm>
            <a:off x="6128544" y="391662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6" name="Textplatzhalter 8">
            <a:extLst>
              <a:ext uri="{FF2B5EF4-FFF2-40B4-BE49-F238E27FC236}">
                <a16:creationId xmlns:a16="http://schemas.microsoft.com/office/drawing/2014/main" id="{EBB98A29-42B7-4665-B7EB-76508B202365}"/>
              </a:ext>
            </a:extLst>
          </p:cNvPr>
          <p:cNvSpPr>
            <a:spLocks noGrp="1"/>
          </p:cNvSpPr>
          <p:nvPr>
            <p:ph type="body" sz="quarter" idx="21" hasCustomPrompt="1"/>
          </p:nvPr>
        </p:nvSpPr>
        <p:spPr>
          <a:xfrm>
            <a:off x="6127519" y="506809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7" name="Textplatzhalter 8">
            <a:extLst>
              <a:ext uri="{FF2B5EF4-FFF2-40B4-BE49-F238E27FC236}">
                <a16:creationId xmlns:a16="http://schemas.microsoft.com/office/drawing/2014/main" id="{C27B1F27-00CE-4319-86FC-8725236426E4}"/>
              </a:ext>
            </a:extLst>
          </p:cNvPr>
          <p:cNvSpPr>
            <a:spLocks noGrp="1"/>
          </p:cNvSpPr>
          <p:nvPr>
            <p:ph type="body" sz="quarter" idx="22" hasCustomPrompt="1"/>
          </p:nvPr>
        </p:nvSpPr>
        <p:spPr>
          <a:xfrm>
            <a:off x="8880608" y="391728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8" name="Textplatzhalter 8">
            <a:extLst>
              <a:ext uri="{FF2B5EF4-FFF2-40B4-BE49-F238E27FC236}">
                <a16:creationId xmlns:a16="http://schemas.microsoft.com/office/drawing/2014/main" id="{8C69BFBD-90EB-4EB7-A441-7C5C03B5E3FB}"/>
              </a:ext>
            </a:extLst>
          </p:cNvPr>
          <p:cNvSpPr>
            <a:spLocks noGrp="1"/>
          </p:cNvSpPr>
          <p:nvPr>
            <p:ph type="body" sz="quarter" idx="23" hasCustomPrompt="1"/>
          </p:nvPr>
        </p:nvSpPr>
        <p:spPr>
          <a:xfrm>
            <a:off x="8879583" y="506875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Tree>
    <p:extLst>
      <p:ext uri="{BB962C8B-B14F-4D97-AF65-F5344CB8AC3E}">
        <p14:creationId xmlns:p14="http://schemas.microsoft.com/office/powerpoint/2010/main" val="387966685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userDrawn="1"/>
        </p:nvSpPr>
        <p:spPr>
          <a:xfrm>
            <a:off x="8184232" y="3861048"/>
            <a:ext cx="1008112" cy="50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de-DE" sz="1400"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92000" cy="68580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91999" cy="68580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Tree>
    <p:extLst>
      <p:ext uri="{BB962C8B-B14F-4D97-AF65-F5344CB8AC3E}">
        <p14:creationId xmlns:p14="http://schemas.microsoft.com/office/powerpoint/2010/main" val="4219180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cstate="print">
              <a:extLst>
                <a:ext uri="{28A0092B-C50C-407E-A947-70E740481C1C}">
                  <a14:useLocalDpi xmlns:a14="http://schemas.microsoft.com/office/drawing/2010/main"/>
                </a:ext>
              </a:extLst>
            </a:blip>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780740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plain">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432" y="1916832"/>
            <a:ext cx="5040560" cy="2448272"/>
          </a:xfrm>
        </p:spPr>
        <p:txBody>
          <a:bodyPr anchor="b"/>
          <a:lstStyle>
            <a:lvl1pPr algn="ctr">
              <a:defRPr sz="4000"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431" y="4437112"/>
            <a:ext cx="5040561"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9268" y="0"/>
            <a:ext cx="4792732" cy="68580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grpSp>
        <p:nvGrpSpPr>
          <p:cNvPr id="4" name="Grafik 11">
            <a:extLst>
              <a:ext uri="{FF2B5EF4-FFF2-40B4-BE49-F238E27FC236}">
                <a16:creationId xmlns:a16="http://schemas.microsoft.com/office/drawing/2014/main" id="{71AB8666-A1F4-4F84-B790-06844A73EC62}"/>
              </a:ext>
            </a:extLst>
          </p:cNvPr>
          <p:cNvGrpSpPr/>
          <p:nvPr userDrawn="1"/>
        </p:nvGrpSpPr>
        <p:grpSpPr bwMode="gray">
          <a:xfrm>
            <a:off x="2963711" y="6039598"/>
            <a:ext cx="1080005" cy="197670"/>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cxnSp>
        <p:nvCxnSpPr>
          <p:cNvPr id="20" name="Gerader Verbinder 19">
            <a:extLst>
              <a:ext uri="{FF2B5EF4-FFF2-40B4-BE49-F238E27FC236}">
                <a16:creationId xmlns:a16="http://schemas.microsoft.com/office/drawing/2014/main" id="{F75FF856-078C-4E02-8AE5-05E2CD778AF5}"/>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12F4A29-711F-445D-915D-FFB3CE4A4593}"/>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510F830-F6D4-4893-84D7-53EAF94975CB}"/>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A1A78233-DCDD-47B8-B552-85362E910D72}"/>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63D16A7-BA4D-43C5-BF08-1AB18DA42786}"/>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A49D86C-B378-4E22-9E81-3FD6B376D508}"/>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0AD63855-448E-4EFE-9AB6-4CDE7B1EB730}"/>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1B44D98-F4C6-4116-8554-6567F8C12EE1}"/>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27E39CC6-A48C-4189-9CF8-62BCF49D4E3B}"/>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E8F0855-AE94-4C4E-BEF5-3ED7B16C53F7}"/>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85EC6500-D113-40AD-BC26-167338441A0B}"/>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AEE25C1F-045B-42A1-AD80-143C2C7D4780}"/>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C5C0783-B42E-459C-9804-10BF1E72EE5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6271241D-ECBA-474E-AFF5-F37DA37B9116}"/>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C830E45-34BA-4430-BC3D-4CCCFEA116A3}"/>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AF505675-5729-4897-8EBA-29C391A49E06}"/>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FD44380B-583E-46A4-BC68-030E5F71302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4175D04C-0CC6-462B-9DFE-BC92019AEABA}"/>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418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partner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userDrawn="1"/>
        </p:nvGrpSpPr>
        <p:grpSpPr bwMode="white">
          <a:xfrm>
            <a:off x="5852418" y="1601192"/>
            <a:ext cx="2160000" cy="1429668"/>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3" name="Textfeld 22">
            <a:extLst>
              <a:ext uri="{FF2B5EF4-FFF2-40B4-BE49-F238E27FC236}">
                <a16:creationId xmlns:a16="http://schemas.microsoft.com/office/drawing/2014/main" id="{BB7C1CD7-FFE2-4D3E-B8D5-03B95F0E4CF6}"/>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614056721"/>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76215306"/>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cstate="print">
              <a:extLst>
                <a:ext uri="{28A0092B-C50C-407E-A947-70E740481C1C}">
                  <a14:useLocalDpi xmlns:a14="http://schemas.microsoft.com/office/drawing/2010/main"/>
                </a:ext>
              </a:extLst>
            </a:blip>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3744467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userDrawn="1"/>
        </p:nvGrpSpPr>
        <p:grpSpPr bwMode="gray">
          <a:xfrm>
            <a:off x="610916" y="6039598"/>
            <a:ext cx="1080005" cy="197670"/>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2099822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userDrawn="1"/>
        </p:nvSpPr>
        <p:spPr bwMode="ltGray">
          <a:xfrm>
            <a:off x="0" y="0"/>
            <a:ext cx="12192000" cy="68580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400"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userDrawn="1"/>
        </p:nvGrpSpPr>
        <p:grpSpPr bwMode="white">
          <a:xfrm>
            <a:off x="7399268" y="0"/>
            <a:ext cx="4792732" cy="68580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Tree>
    <p:extLst>
      <p:ext uri="{BB962C8B-B14F-4D97-AF65-F5344CB8AC3E}">
        <p14:creationId xmlns:p14="http://schemas.microsoft.com/office/powerpoint/2010/main" val="235839991"/>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GLOBAL CREDENTIALS</a:t>
            </a:r>
          </a:p>
        </p:txBody>
      </p:sp>
    </p:spTree>
    <p:extLst>
      <p:ext uri="{BB962C8B-B14F-4D97-AF65-F5344CB8AC3E}">
        <p14:creationId xmlns:p14="http://schemas.microsoft.com/office/powerpoint/2010/main" val="15013622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tro | one content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7964" y="2780928"/>
            <a:ext cx="5372449" cy="34563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Tree>
    <p:extLst>
      <p:ext uri="{BB962C8B-B14F-4D97-AF65-F5344CB8AC3E}">
        <p14:creationId xmlns:p14="http://schemas.microsoft.com/office/powerpoint/2010/main" val="28645618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ntro | one content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3" name="Grafik 3">
            <a:extLst>
              <a:ext uri="{FF2B5EF4-FFF2-40B4-BE49-F238E27FC236}">
                <a16:creationId xmlns:a16="http://schemas.microsoft.com/office/drawing/2014/main" id="{AE94028C-C0B3-4C6F-AFA5-0C776BCC5219}"/>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FF7FBF22-7765-435C-B280-D1CD63268A92}"/>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cxnSp>
        <p:nvCxnSpPr>
          <p:cNvPr id="9" name="Gerader Verbinder 8">
            <a:extLst>
              <a:ext uri="{FF2B5EF4-FFF2-40B4-BE49-F238E27FC236}">
                <a16:creationId xmlns:a16="http://schemas.microsoft.com/office/drawing/2014/main" id="{257CD9F6-48E1-4BB1-A481-CC6B96C6B151}"/>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6C576900-BAA7-4527-BDA8-D935EDB79958}"/>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90432BA0-6412-4F36-850B-D2C8CB80F744}"/>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D13091A-AFE4-446D-A4F6-F7B6236F6327}"/>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83940689-A546-459F-9863-2F07351E03AE}"/>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A086D23-DD85-4279-8307-4C1D92797F85}"/>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7D6CFE5-6D0E-4260-94DA-EDA21B2FFA3E}"/>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2B6189-7002-454F-8227-834B583FFCD1}"/>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53805F2-4D72-4202-A47D-7DF487981706}"/>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51CA6B2C-4108-4C58-8FFD-54789E06A80C}"/>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BE061DB-92D0-4A38-9392-9AC6F90EE47D}"/>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4B026F81-4C96-4923-B068-EAB4562ABE1B}"/>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8ADCAB90-C383-43CC-BA98-BFCF4886CC6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6BC8E27-91BA-41E0-BF99-390BB08C4D77}"/>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8146CDC-9F24-4E89-AD9E-5D4612A1C8EB}"/>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BA4B2D-E917-4373-8A18-CCF677A8F5D4}"/>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A66809A-469C-4111-99D2-39481B4089A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BB797427-28D1-4D17-807E-5015A662662F}"/>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253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967762A4-5BDF-4B0E-8A4C-290B504463C4}"/>
              </a:ext>
            </a:extLst>
          </p:cNvPr>
          <p:cNvSpPr>
            <a:spLocks noGrp="1"/>
          </p:cNvSpPr>
          <p:nvPr>
            <p:ph sz="quarter" idx="13" hasCustomPrompt="1"/>
          </p:nvPr>
        </p:nvSpPr>
        <p:spPr bwMode="gray">
          <a:xfrm>
            <a:off x="623392" y="1916112"/>
            <a:ext cx="10944000" cy="4321175"/>
          </a:xfrm>
        </p:spPr>
        <p:txBody>
          <a:bodyPr/>
          <a:lstStyle>
            <a:lvl1pPr marL="0" indent="0">
              <a:buSzPct val="100000"/>
              <a:buFont typeface="Arial" panose="020B0604020202020204" pitchFamily="34" charse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2" name="Datumsplatzhalter 11">
            <a:extLst>
              <a:ext uri="{FF2B5EF4-FFF2-40B4-BE49-F238E27FC236}">
                <a16:creationId xmlns:a16="http://schemas.microsoft.com/office/drawing/2014/main" id="{84C1F672-3627-47B2-936F-F7E1A8911D0E}"/>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94F573B1-C72D-48BD-8C6D-CD736D5A2014}"/>
              </a:ext>
            </a:extLst>
          </p:cNvPr>
          <p:cNvSpPr>
            <a:spLocks noGrp="1"/>
          </p:cNvSpPr>
          <p:nvPr>
            <p:ph type="ftr" sz="quarter" idx="15"/>
          </p:nvPr>
        </p:nvSpPr>
        <p:spPr bwMode="gray"/>
        <p:txBody>
          <a:bodyPr/>
          <a:lstStyle/>
          <a:p>
            <a:r>
              <a:rPr lang="en-US"/>
              <a:t>GLOBAL CREDENTIALS</a:t>
            </a:r>
          </a:p>
        </p:txBody>
      </p:sp>
      <p:sp>
        <p:nvSpPr>
          <p:cNvPr id="2" name="Titel 1">
            <a:extLst>
              <a:ext uri="{FF2B5EF4-FFF2-40B4-BE49-F238E27FC236}">
                <a16:creationId xmlns:a16="http://schemas.microsoft.com/office/drawing/2014/main" id="{0DC2687E-647E-4F79-8F76-EB149F6ADCF1}"/>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4" name="Textplatzhalter 3">
            <a:extLst>
              <a:ext uri="{FF2B5EF4-FFF2-40B4-BE49-F238E27FC236}">
                <a16:creationId xmlns:a16="http://schemas.microsoft.com/office/drawing/2014/main" id="{BBBC61E1-9ECB-4AB5-9880-9683EDD76C26}"/>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6589741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1916112"/>
            <a:ext cx="532814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1916112"/>
            <a:ext cx="5328097"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2" name="Titel 1">
            <a:extLst>
              <a:ext uri="{FF2B5EF4-FFF2-40B4-BE49-F238E27FC236}">
                <a16:creationId xmlns:a16="http://schemas.microsoft.com/office/drawing/2014/main" id="{DB6E96AD-1BD9-451C-8BFB-2C65B4C97BE4}"/>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2F9862F1-D0D0-4995-A462-AE36892862DD}"/>
              </a:ext>
            </a:extLst>
          </p:cNvPr>
          <p:cNvSpPr>
            <a:spLocks noGrp="1"/>
          </p:cNvSpPr>
          <p:nvPr>
            <p:ph type="body" sz="quarter" idx="18"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6EE8748A-1E08-4DA6-AFDC-F94EE091F6CF}"/>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5969354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112224"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p:txBody>
          <a:bodyPr/>
          <a:lstStyle/>
          <a:p>
            <a:r>
              <a:rPr lang="en-US"/>
              <a:t>GLOBAL CREDENTIALS</a:t>
            </a:r>
          </a:p>
        </p:txBody>
      </p:sp>
      <p:sp>
        <p:nvSpPr>
          <p:cNvPr id="3" name="Titel 2">
            <a:extLst>
              <a:ext uri="{FF2B5EF4-FFF2-40B4-BE49-F238E27FC236}">
                <a16:creationId xmlns:a16="http://schemas.microsoft.com/office/drawing/2014/main" id="{EFF5C918-B570-4503-9D39-08520C01AB16}"/>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C18D7F70-9F8B-4EA4-9761-AEF2C68A54E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 name="MIO_VALID_LAYOUT">
            <a:extLst>
              <a:ext uri="{FF2B5EF4-FFF2-40B4-BE49-F238E27FC236}">
                <a16:creationId xmlns:a16="http://schemas.microsoft.com/office/drawing/2014/main" id="{68BFE3BA-605A-4E8C-9AAC-2073F1F9733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789626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A4242559-1861-4D15-B635-CE716556A66C}"/>
              </a:ext>
            </a:extLst>
          </p:cNvPr>
          <p:cNvSpPr>
            <a:spLocks noGrp="1"/>
          </p:cNvSpPr>
          <p:nvPr>
            <p:ph sz="quarter" idx="13" hasCustomPrompt="1"/>
          </p:nvPr>
        </p:nvSpPr>
        <p:spPr bwMode="gray">
          <a:xfrm>
            <a:off x="623392"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39789319-3D23-4D3B-8BB6-37B045BA12F9}"/>
              </a:ext>
            </a:extLst>
          </p:cNvPr>
          <p:cNvSpPr>
            <a:spLocks noGrp="1"/>
          </p:cNvSpPr>
          <p:nvPr>
            <p:ph sz="quarter" idx="14" hasCustomPrompt="1"/>
          </p:nvPr>
        </p:nvSpPr>
        <p:spPr bwMode="gray">
          <a:xfrm>
            <a:off x="3431704"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C3E254CD-FE4F-4FE5-BCD3-8DF050368E8A}"/>
              </a:ext>
            </a:extLst>
          </p:cNvPr>
          <p:cNvSpPr>
            <a:spLocks noGrp="1"/>
          </p:cNvSpPr>
          <p:nvPr>
            <p:ph sz="quarter" idx="15" hasCustomPrompt="1"/>
          </p:nvPr>
        </p:nvSpPr>
        <p:spPr bwMode="gray">
          <a:xfrm>
            <a:off x="6240016"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Inhaltsplatzhalter 12">
            <a:extLst>
              <a:ext uri="{FF2B5EF4-FFF2-40B4-BE49-F238E27FC236}">
                <a16:creationId xmlns:a16="http://schemas.microsoft.com/office/drawing/2014/main" id="{F6A8FAC0-6202-4730-ABDF-AEB2CC9E7649}"/>
              </a:ext>
            </a:extLst>
          </p:cNvPr>
          <p:cNvSpPr>
            <a:spLocks noGrp="1"/>
          </p:cNvSpPr>
          <p:nvPr>
            <p:ph sz="quarter" idx="16" hasCustomPrompt="1"/>
          </p:nvPr>
        </p:nvSpPr>
        <p:spPr bwMode="gray">
          <a:xfrm>
            <a:off x="9048327" y="1916112"/>
            <a:ext cx="2519785"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AD41C81D-476C-47FC-9D77-A943ABF1A98F}"/>
              </a:ext>
            </a:extLst>
          </p:cNvPr>
          <p:cNvSpPr>
            <a:spLocks noGrp="1"/>
          </p:cNvSpPr>
          <p:nvPr>
            <p:ph type="dt" sz="half" idx="17"/>
          </p:nvPr>
        </p:nvSpPr>
        <p:spPr bwMode="gray"/>
        <p:txBody>
          <a:bodyPr/>
          <a:lstStyle/>
          <a:p>
            <a:endParaRPr lang="en-US"/>
          </a:p>
        </p:txBody>
      </p:sp>
      <p:sp>
        <p:nvSpPr>
          <p:cNvPr id="10" name="Fußzeilenplatzhalter 9">
            <a:extLst>
              <a:ext uri="{FF2B5EF4-FFF2-40B4-BE49-F238E27FC236}">
                <a16:creationId xmlns:a16="http://schemas.microsoft.com/office/drawing/2014/main" id="{DE2706E8-93C8-4D96-B0F7-1966D248E243}"/>
              </a:ext>
            </a:extLst>
          </p:cNvPr>
          <p:cNvSpPr>
            <a:spLocks noGrp="1"/>
          </p:cNvSpPr>
          <p:nvPr>
            <p:ph type="ftr" sz="quarter" idx="18"/>
          </p:nvPr>
        </p:nvSpPr>
        <p:spPr bwMode="gray"/>
        <p:txBody>
          <a:bodyPr/>
          <a:lstStyle/>
          <a:p>
            <a:r>
              <a:rPr lang="en-US"/>
              <a:t>GLOBAL CREDENTIALS</a:t>
            </a:r>
          </a:p>
        </p:txBody>
      </p:sp>
      <p:sp>
        <p:nvSpPr>
          <p:cNvPr id="2" name="Titel 1">
            <a:extLst>
              <a:ext uri="{FF2B5EF4-FFF2-40B4-BE49-F238E27FC236}">
                <a16:creationId xmlns:a16="http://schemas.microsoft.com/office/drawing/2014/main" id="{D338A426-B956-4047-B2D6-EFEAB1F1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B3D444E7-B76A-41F0-8DDC-AFF4512C937B}"/>
              </a:ext>
            </a:extLst>
          </p:cNvPr>
          <p:cNvSpPr>
            <a:spLocks noGrp="1"/>
          </p:cNvSpPr>
          <p:nvPr>
            <p:ph type="body" sz="quarter" idx="20"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3B588BBD-7359-4EB9-B179-51EAA1353584}"/>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570346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userDrawn="1"/>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720139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GLOBAL CREDENTIALS</a:t>
            </a:r>
          </a:p>
        </p:txBody>
      </p:sp>
      <p:sp>
        <p:nvSpPr>
          <p:cNvPr id="3" name="Titel 2">
            <a:extLst>
              <a:ext uri="{FF2B5EF4-FFF2-40B4-BE49-F238E27FC236}">
                <a16:creationId xmlns:a16="http://schemas.microsoft.com/office/drawing/2014/main" id="{CC346725-627A-4B29-820E-90E678F4FA57}"/>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D4E85893-B9DB-4913-9D1F-353CA4F83F6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7F75D642-80FD-472A-843C-2C8C85232770}"/>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5382200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userDrawn="1"/>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GLOBAL CREDENTIALS</a:t>
            </a:r>
          </a:p>
        </p:txBody>
      </p:sp>
      <p:sp>
        <p:nvSpPr>
          <p:cNvPr id="3" name="Titel 2">
            <a:extLst>
              <a:ext uri="{FF2B5EF4-FFF2-40B4-BE49-F238E27FC236}">
                <a16:creationId xmlns:a16="http://schemas.microsoft.com/office/drawing/2014/main" id="{9FC4F49A-DE6C-4327-B2E2-98273842CD35}"/>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640C15D4-D069-4E82-9B04-F4E910E8A27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BC8F8B21-BC11-41DD-874B-4418C03DE6E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06268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picture | content">
    <p:spTree>
      <p:nvGrpSpPr>
        <p:cNvPr id="1" name=""/>
        <p:cNvGrpSpPr/>
        <p:nvPr/>
      </p:nvGrpSpPr>
      <p:grpSpPr>
        <a:xfrm>
          <a:off x="0" y="0"/>
          <a:ext cx="0" cy="0"/>
          <a:chOff x="0" y="0"/>
          <a:chExt cx="0" cy="0"/>
        </a:xfrm>
      </p:grpSpPr>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7" y="1917128"/>
            <a:ext cx="10944226" cy="2592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5591943" y="4725168"/>
            <a:ext cx="5985315"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2" name="Titel 1">
            <a:extLst>
              <a:ext uri="{FF2B5EF4-FFF2-40B4-BE49-F238E27FC236}">
                <a16:creationId xmlns:a16="http://schemas.microsoft.com/office/drawing/2014/main" id="{00EE0E23-AC68-4D68-8C87-48E747BEEED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9" name="Textplatzhalter 3">
            <a:extLst>
              <a:ext uri="{FF2B5EF4-FFF2-40B4-BE49-F238E27FC236}">
                <a16:creationId xmlns:a16="http://schemas.microsoft.com/office/drawing/2014/main" id="{111FB6BA-1DEA-4511-8DC6-DC5F6F12B99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B19C78D4-A1EB-469E-B7CE-579C914C89DA}"/>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210920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pictures |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4725168"/>
            <a:ext cx="5328146"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4725168"/>
            <a:ext cx="5328097"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8"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10" name="Bildplatzhalter 6">
            <a:extLst>
              <a:ext uri="{FF2B5EF4-FFF2-40B4-BE49-F238E27FC236}">
                <a16:creationId xmlns:a16="http://schemas.microsoft.com/office/drawing/2014/main" id="{EB330526-56D4-4ABA-BD8A-EE55E5B7E6E9}"/>
              </a:ext>
            </a:extLst>
          </p:cNvPr>
          <p:cNvSpPr>
            <a:spLocks noGrp="1"/>
          </p:cNvSpPr>
          <p:nvPr>
            <p:ph type="pic" sz="quarter" idx="19" hasCustomPrompt="1"/>
          </p:nvPr>
        </p:nvSpPr>
        <p:spPr bwMode="gray">
          <a:xfrm>
            <a:off x="6240016"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2" name="Titel 1">
            <a:extLst>
              <a:ext uri="{FF2B5EF4-FFF2-40B4-BE49-F238E27FC236}">
                <a16:creationId xmlns:a16="http://schemas.microsoft.com/office/drawing/2014/main" id="{3EA8C08A-727B-45EA-BA13-B2B9CC297138}"/>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9CAC6A45-9186-4A15-971F-2D2A0A95511C}"/>
              </a:ext>
            </a:extLst>
          </p:cNvPr>
          <p:cNvSpPr>
            <a:spLocks noGrp="1"/>
          </p:cNvSpPr>
          <p:nvPr>
            <p:ph type="body" sz="quarter" idx="20" hasCustomPrompt="1"/>
          </p:nvPr>
        </p:nvSpPr>
        <p:spPr>
          <a:xfrm>
            <a:off x="623392" y="1484784"/>
            <a:ext cx="10943804" cy="288000"/>
          </a:xfrm>
        </p:spPr>
        <p:txBody>
          <a:bodyPr tIns="36000" b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AAC6A9FB-DEA1-4749-ACB7-5D4C49C58DD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90217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ne content | big picture">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GLOBAL CREDENTIALS</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0" name="Bildplatzhalter 126">
            <a:extLst>
              <a:ext uri="{FF2B5EF4-FFF2-40B4-BE49-F238E27FC236}">
                <a16:creationId xmlns:a16="http://schemas.microsoft.com/office/drawing/2014/main" id="{1F193DCA-9102-47F2-B349-8A9414705098}"/>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7F591851-5123-4F00-B32C-D18D3A7F076A}"/>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ADE3308A-0D6C-4437-AD09-90EEA1BC8FA1}"/>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9940B6A7-2D30-43E3-9EE9-3B548E729D81}"/>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2" name="Gerader Verbinder 11">
            <a:extLst>
              <a:ext uri="{FF2B5EF4-FFF2-40B4-BE49-F238E27FC236}">
                <a16:creationId xmlns:a16="http://schemas.microsoft.com/office/drawing/2014/main" id="{CC7DE4EE-E6D3-4F31-8042-80063FF52970}"/>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381A5EB7-5F24-456E-AE26-DDDF4859D64F}"/>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954C592-7AE9-424F-A793-B60F3800ADC1}"/>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35A9A4B-99F5-4635-B3DF-1635E12CC931}"/>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A3D689F-062D-433E-8A7E-6A9851EFBCA8}"/>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85E03A8-2239-410A-A3F7-AAFFBB0CAD23}"/>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5A35DAAF-65C5-4C27-884B-0FB3781BF60E}"/>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46917D4-2CB8-4672-A906-761FF8960966}"/>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5C0EEE8-8F44-4E63-B35B-8C4A7A17BAB9}"/>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0C35407-46B1-49C5-9800-81F46D59E2FD}"/>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543FAEE-A4B6-4032-8D34-708FD0C9DC31}"/>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DB66B8DA-3979-41B5-92DA-411EF82FC644}"/>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5A548BCA-0DE4-4F67-A80E-A7598BC220F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8DF1A21-D111-4201-B0A3-6C7E6888E37A}"/>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6874293E-9C17-476A-8FD9-E7C0CA7EFA74}"/>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31475670-6C41-4641-A6C1-AB33CAB3DD40}"/>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47E4E491-2F10-42E1-B8A5-A9DDAA780576}"/>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0949789-ECA9-497E-B6DA-323686792F03}"/>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7229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016" y="1916112"/>
            <a:ext cx="5328146" cy="4321175"/>
          </a:xfr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40016" y="548680"/>
            <a:ext cx="5328146" cy="216000"/>
          </a:xfrm>
        </p:spPr>
        <p:txBody>
          <a:bodyPr lIns="0" rIns="0"/>
          <a:lstStyle/>
          <a:p>
            <a:r>
              <a:rPr lang="en-US"/>
              <a:t>GLOBAL CREDENTIALS</a:t>
            </a:r>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40462" y="836712"/>
            <a:ext cx="5326929"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40462" y="1484784"/>
            <a:ext cx="5326733"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3" name="Bildplatzhalter 126">
            <a:extLst>
              <a:ext uri="{FF2B5EF4-FFF2-40B4-BE49-F238E27FC236}">
                <a16:creationId xmlns:a16="http://schemas.microsoft.com/office/drawing/2014/main" id="{C3F1D7AA-3230-410F-B979-71C9D7A366E8}"/>
              </a:ext>
            </a:extLst>
          </p:cNvPr>
          <p:cNvSpPr>
            <a:spLocks noGrp="1"/>
          </p:cNvSpPr>
          <p:nvPr>
            <p:ph type="pic" sz="quarter" idx="25" hasCustomPrompt="1"/>
          </p:nvPr>
        </p:nvSpPr>
        <p:spPr>
          <a:xfrm>
            <a:off x="0" y="0"/>
            <a:ext cx="6096000" cy="6858000"/>
          </a:xfrm>
          <a:solidFill>
            <a:schemeClr val="accent6"/>
          </a:solidFill>
        </p:spPr>
        <p:txBody>
          <a:bodyPr/>
          <a:lstStyle>
            <a:lvl1pPr>
              <a:defRPr/>
            </a:lvl1pPr>
          </a:lstStyle>
          <a:p>
            <a:r>
              <a:rPr lang="de-DE"/>
              <a:t> </a:t>
            </a:r>
          </a:p>
        </p:txBody>
      </p:sp>
      <p:sp>
        <p:nvSpPr>
          <p:cNvPr id="24" name="Textplatzhalter 23">
            <a:extLst>
              <a:ext uri="{FF2B5EF4-FFF2-40B4-BE49-F238E27FC236}">
                <a16:creationId xmlns:a16="http://schemas.microsoft.com/office/drawing/2014/main" id="{511C24A2-0524-433C-AA35-10961C9706AA}"/>
              </a:ext>
            </a:extLst>
          </p:cNvPr>
          <p:cNvSpPr>
            <a:spLocks noGrp="1"/>
          </p:cNvSpPr>
          <p:nvPr>
            <p:ph type="body" sz="quarter" idx="24" hasCustomPrompt="1"/>
          </p:nvPr>
        </p:nvSpPr>
        <p:spPr bwMode="gray">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5" name="Textplatzhalter 24">
            <a:extLst>
              <a:ext uri="{FF2B5EF4-FFF2-40B4-BE49-F238E27FC236}">
                <a16:creationId xmlns:a16="http://schemas.microsoft.com/office/drawing/2014/main" id="{A825695F-8D10-45CF-8425-6A860AE0997C}"/>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6" name="Textplatzhalter 25">
            <a:extLst>
              <a:ext uri="{FF2B5EF4-FFF2-40B4-BE49-F238E27FC236}">
                <a16:creationId xmlns:a16="http://schemas.microsoft.com/office/drawing/2014/main" id="{FEE27E9C-8A3C-43C1-BAD4-D12EFE8DBE2F}"/>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endParaRPr lang="en-US"/>
          </a:p>
        </p:txBody>
      </p:sp>
      <p:cxnSp>
        <p:nvCxnSpPr>
          <p:cNvPr id="12" name="Gerader Verbinder 11">
            <a:extLst>
              <a:ext uri="{FF2B5EF4-FFF2-40B4-BE49-F238E27FC236}">
                <a16:creationId xmlns:a16="http://schemas.microsoft.com/office/drawing/2014/main" id="{D8A28D5C-C474-4842-B180-230384A08228}"/>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8F6FC7B-C965-4C4C-9038-63C8D4ABA761}"/>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8BAAB8D-DF47-4D96-A0E7-4E17A0C21E95}"/>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C43CB9-B403-4EC0-9266-9489B51E36D8}"/>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382F924F-8BDD-4D26-8BDF-F5D3FAD312AC}"/>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1CC78DDC-2271-42B9-B73E-76C2BC82910E}"/>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BB54663C-94DC-410F-B564-61C4A87CB92D}"/>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9A2393A-F170-453B-A9F2-78292E57ED8D}"/>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319CADD-E2D8-49F5-9FAD-CC2F5DECDE87}"/>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C761AC7E-91FD-411C-9666-67C2EABAA78E}"/>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D5B428C-A2F6-4C1C-996E-964E6EF88895}"/>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4E08ED9-2F5C-4673-B2C9-58FD54A06288}"/>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2F016AC-2B99-4FAD-8E51-DBF16D223874}"/>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9154C1D-D7E1-4329-805A-56A2AF6238B6}"/>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4EB8454-5868-4B80-8FC6-E321D36FF6DF}"/>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321BF726-2F99-4573-923B-0921528BFA41}"/>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FB32B86-65D8-493D-9FCC-86A2C41E22D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BA507BE-8384-4E73-AF87-E012572602CC}"/>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5658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ne content | two pictures">
    <p:spTree>
      <p:nvGrpSpPr>
        <p:cNvPr id="1" name=""/>
        <p:cNvGrpSpPr/>
        <p:nvPr/>
      </p:nvGrpSpPr>
      <p:grpSpPr>
        <a:xfrm>
          <a:off x="0" y="0"/>
          <a:ext cx="0" cy="0"/>
          <a:chOff x="0" y="0"/>
          <a:chExt cx="0" cy="0"/>
        </a:xfrm>
      </p:grpSpPr>
      <p:sp>
        <p:nvSpPr>
          <p:cNvPr id="45" name="Bildplatzhalter 44">
            <a:extLst>
              <a:ext uri="{FF2B5EF4-FFF2-40B4-BE49-F238E27FC236}">
                <a16:creationId xmlns:a16="http://schemas.microsoft.com/office/drawing/2014/main" id="{FDA2D66E-DE7B-4311-8330-220717A0E3E9}"/>
              </a:ext>
            </a:extLst>
          </p:cNvPr>
          <p:cNvSpPr>
            <a:spLocks noGrp="1"/>
          </p:cNvSpPr>
          <p:nvPr>
            <p:ph type="pic" sz="quarter" idx="35" hasCustomPrompt="1"/>
          </p:nvPr>
        </p:nvSpPr>
        <p:spPr bwMode="gray">
          <a:xfrm>
            <a:off x="6096000" y="3500437"/>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44" name="Bildplatzhalter 43">
            <a:extLst>
              <a:ext uri="{FF2B5EF4-FFF2-40B4-BE49-F238E27FC236}">
                <a16:creationId xmlns:a16="http://schemas.microsoft.com/office/drawing/2014/main" id="{B1771360-3925-41E7-B39A-D9465F174BF3}"/>
              </a:ext>
            </a:extLst>
          </p:cNvPr>
          <p:cNvSpPr>
            <a:spLocks noGrp="1"/>
          </p:cNvSpPr>
          <p:nvPr>
            <p:ph type="pic" sz="quarter" idx="34" hasCustomPrompt="1"/>
          </p:nvPr>
        </p:nvSpPr>
        <p:spPr bwMode="gray">
          <a:xfrm>
            <a:off x="6096000" y="0"/>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GLOBAL CREDENTIALS</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6" name="Textplatzhalter 45">
            <a:extLst>
              <a:ext uri="{FF2B5EF4-FFF2-40B4-BE49-F238E27FC236}">
                <a16:creationId xmlns:a16="http://schemas.microsoft.com/office/drawing/2014/main" id="{17ACC919-F36F-4FB1-B446-A81465FFEE06}"/>
              </a:ext>
            </a:extLst>
          </p:cNvPr>
          <p:cNvSpPr>
            <a:spLocks noGrp="1"/>
          </p:cNvSpPr>
          <p:nvPr>
            <p:ph type="body" sz="quarter" idx="32" hasCustomPrompt="1"/>
          </p:nvPr>
        </p:nvSpPr>
        <p:spPr bwMode="gray">
          <a:xfrm>
            <a:off x="6095999" y="0"/>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2" name="Textplatzhalter 41">
            <a:extLst>
              <a:ext uri="{FF2B5EF4-FFF2-40B4-BE49-F238E27FC236}">
                <a16:creationId xmlns:a16="http://schemas.microsoft.com/office/drawing/2014/main" id="{5189C458-60DC-4AD6-BA69-490E20457E84}"/>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47" name="Textplatzhalter 46">
            <a:extLst>
              <a:ext uri="{FF2B5EF4-FFF2-40B4-BE49-F238E27FC236}">
                <a16:creationId xmlns:a16="http://schemas.microsoft.com/office/drawing/2014/main" id="{E00AE076-D1E5-45AB-954E-5F167F30C8AE}"/>
              </a:ext>
            </a:extLst>
          </p:cNvPr>
          <p:cNvSpPr>
            <a:spLocks noGrp="1"/>
          </p:cNvSpPr>
          <p:nvPr>
            <p:ph type="body" sz="quarter" idx="36" hasCustomPrompt="1"/>
          </p:nvPr>
        </p:nvSpPr>
        <p:spPr bwMode="gray">
          <a:xfrm>
            <a:off x="6095999" y="3501008"/>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3" name="Textplatzhalter 42">
            <a:extLst>
              <a:ext uri="{FF2B5EF4-FFF2-40B4-BE49-F238E27FC236}">
                <a16:creationId xmlns:a16="http://schemas.microsoft.com/office/drawing/2014/main" id="{4D1114DD-3AF9-420A-B40E-27C37B4F92CA}"/>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4" name="Gerader Verbinder 13">
            <a:extLst>
              <a:ext uri="{FF2B5EF4-FFF2-40B4-BE49-F238E27FC236}">
                <a16:creationId xmlns:a16="http://schemas.microsoft.com/office/drawing/2014/main" id="{4F0F0F46-40D5-4DED-8167-EAF092CC4372}"/>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B61B23EE-5318-4394-AAE4-60C4D3BBFF62}"/>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97CA1A9-277C-424F-898D-C507FA42B856}"/>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93FBD3A6-9792-4049-90CF-4D7DAE925C1E}"/>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A497A67-C1DF-4D88-83FC-741361421827}"/>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C75AE95F-0B94-415C-AAFB-311DDD100CF1}"/>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7790566-00D4-4B85-B9A5-70617074462F}"/>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44E06209-A99F-4DA6-AE49-6A3EADBC466F}"/>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4DF0692F-86BC-4C7F-B5C7-942103285436}"/>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390CB8D-C952-4808-A0EA-551D32EE5C60}"/>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49E689A1-87A3-4A18-90AE-595F3088B885}"/>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185B074-70BD-44F4-94DF-E83FB660E1ED}"/>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50CAE5B-1309-4684-8EA4-F4C3DE4D26A8}"/>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5281DFD1-9691-487B-8295-4276D6738565}"/>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904E1D1-3FE6-4A3F-B34F-8099BD6AFF45}"/>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B1B4113-246B-4EF7-B9A1-2D1F5A32D951}"/>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4A425EF-9ECE-42DD-9DC4-0C4309E150EA}"/>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F7BBA5A-AC84-4C50-A300-7206810D4022}"/>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6912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462" y="3717056"/>
            <a:ext cx="4680073" cy="2520232"/>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463" y="4005136"/>
            <a:ext cx="4680075" cy="1296072"/>
          </a:xfrm>
        </p:spPr>
        <p:txBody>
          <a:bodyPr rIns="0"/>
          <a:lstStyle>
            <a:lvl1pPr>
              <a:defRPr sz="3200"/>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463" y="3717104"/>
            <a:ext cx="4680075" cy="216000"/>
          </a:xfrm>
        </p:spPr>
        <p:txBody>
          <a:bodyPr rIns="0"/>
          <a:lstStyle/>
          <a:p>
            <a:r>
              <a:rPr lang="en-US"/>
              <a:t>GLOBAL CREDENTIALS</a:t>
            </a:r>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587" y="5373248"/>
            <a:ext cx="4679951" cy="432000"/>
          </a:xfrm>
        </p:spPr>
        <p:txBody>
          <a:bodyPr t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a:t>
            </a:r>
            <a:br>
              <a:rPr lang="en-US"/>
            </a:br>
            <a:r>
              <a:rPr lang="en-US"/>
              <a:t>14 PT, Max 2 Lines</a:t>
            </a:r>
          </a:p>
        </p:txBody>
      </p:sp>
      <p:sp>
        <p:nvSpPr>
          <p:cNvPr id="14" name="Bildplatzhalter 13">
            <a:extLst>
              <a:ext uri="{FF2B5EF4-FFF2-40B4-BE49-F238E27FC236}">
                <a16:creationId xmlns:a16="http://schemas.microsoft.com/office/drawing/2014/main" id="{395615A9-AC3F-4312-B9C0-0A601C02F637}"/>
              </a:ext>
            </a:extLst>
          </p:cNvPr>
          <p:cNvSpPr>
            <a:spLocks noGrp="1"/>
          </p:cNvSpPr>
          <p:nvPr>
            <p:ph type="pic" sz="quarter" idx="35" hasCustomPrompt="1"/>
          </p:nvPr>
        </p:nvSpPr>
        <p:spPr bwMode="gray">
          <a:xfrm>
            <a:off x="1" y="0"/>
            <a:ext cx="5951538"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3E95B813-5718-4359-A222-9323A241335C}"/>
              </a:ext>
            </a:extLst>
          </p:cNvPr>
          <p:cNvSpPr>
            <a:spLocks noGrp="1"/>
          </p:cNvSpPr>
          <p:nvPr>
            <p:ph type="pic" sz="quarter" idx="34" hasCustomPrompt="1"/>
          </p:nvPr>
        </p:nvSpPr>
        <p:spPr bwMode="gray">
          <a:xfrm>
            <a:off x="6240462" y="0"/>
            <a:ext cx="5951537"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FAF1983D-99C8-4CF6-A840-198F7AFDBEBB}"/>
              </a:ext>
            </a:extLst>
          </p:cNvPr>
          <p:cNvSpPr>
            <a:spLocks noGrp="1"/>
          </p:cNvSpPr>
          <p:nvPr>
            <p:ph type="body" sz="quarter" idx="32" hasCustomPrompt="1"/>
          </p:nvPr>
        </p:nvSpPr>
        <p:spPr bwMode="gray">
          <a:xfrm>
            <a:off x="6240463" y="0"/>
            <a:ext cx="5951537"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4F9FA166-3AD9-4A67-996C-35B37F5ABEEA}"/>
              </a:ext>
            </a:extLst>
          </p:cNvPr>
          <p:cNvSpPr>
            <a:spLocks noGrp="1"/>
          </p:cNvSpPr>
          <p:nvPr>
            <p:ph type="body" sz="quarter" idx="36" hasCustomPrompt="1"/>
          </p:nvPr>
        </p:nvSpPr>
        <p:spPr bwMode="gray">
          <a:xfrm>
            <a:off x="1" y="0"/>
            <a:ext cx="5951538"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2A9B521F-2832-49F5-A6ED-E2656F1E3445}"/>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2717893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GLOBAL CREDENTIALS</a:t>
            </a:r>
          </a:p>
        </p:txBody>
      </p:sp>
      <p:sp>
        <p:nvSpPr>
          <p:cNvPr id="2" name="Titel 1">
            <a:extLst>
              <a:ext uri="{FF2B5EF4-FFF2-40B4-BE49-F238E27FC236}">
                <a16:creationId xmlns:a16="http://schemas.microsoft.com/office/drawing/2014/main" id="{2DDB6CBA-095A-42A6-8C9C-8E2E57B5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7" name="Textplatzhalter 3">
            <a:extLst>
              <a:ext uri="{FF2B5EF4-FFF2-40B4-BE49-F238E27FC236}">
                <a16:creationId xmlns:a16="http://schemas.microsoft.com/office/drawing/2014/main" id="{99B4D297-5449-4B07-983C-78CD4F65E8A8}"/>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29670086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ly title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6" name="Titel 5">
            <a:extLst>
              <a:ext uri="{FF2B5EF4-FFF2-40B4-BE49-F238E27FC236}">
                <a16:creationId xmlns:a16="http://schemas.microsoft.com/office/drawing/2014/main" id="{337A71DD-C27C-406E-9EF4-396C740E09B3}"/>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5" name="Textplatzhalter 3">
            <a:extLst>
              <a:ext uri="{FF2B5EF4-FFF2-40B4-BE49-F238E27FC236}">
                <a16:creationId xmlns:a16="http://schemas.microsoft.com/office/drawing/2014/main" id="{48CA78E9-EF28-45D9-855B-92FBE533E4ED}"/>
              </a:ext>
            </a:extLst>
          </p:cNvPr>
          <p:cNvSpPr>
            <a:spLocks noGrp="1"/>
          </p:cNvSpPr>
          <p:nvPr>
            <p:ph type="body" sz="quarter" idx="17" hasCustomPrompt="1"/>
          </p:nvPr>
        </p:nvSpPr>
        <p:spPr bwMode="white">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41191635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ly title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6" name="Titel 5">
            <a:extLst>
              <a:ext uri="{FF2B5EF4-FFF2-40B4-BE49-F238E27FC236}">
                <a16:creationId xmlns:a16="http://schemas.microsoft.com/office/drawing/2014/main" id="{E7D5C809-6B1E-40F8-9F98-675201C37B4C}"/>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9" name="Textplatzhalter 3">
            <a:extLst>
              <a:ext uri="{FF2B5EF4-FFF2-40B4-BE49-F238E27FC236}">
                <a16:creationId xmlns:a16="http://schemas.microsoft.com/office/drawing/2014/main" id="{957C1FB4-F410-44EE-8554-AE8E73C7D9DB}"/>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1"/>
                </a:solidFill>
                <a:latin typeface="+mj-lt"/>
              </a:defRPr>
            </a:lvl1pPr>
            <a:lvl2pPr marL="0" indent="0">
              <a:lnSpc>
                <a:spcPct val="100000"/>
              </a:lnSpc>
              <a:spcBef>
                <a:spcPts val="0"/>
              </a:spcBef>
              <a:buNone/>
              <a:defRPr b="1" cap="all" spc="30" baseline="0">
                <a:solidFill>
                  <a:schemeClr val="bg1"/>
                </a:solidFill>
                <a:latin typeface="+mj-lt"/>
              </a:defRPr>
            </a:lvl2pPr>
            <a:lvl3pPr marL="0" indent="0">
              <a:lnSpc>
                <a:spcPct val="100000"/>
              </a:lnSpc>
              <a:spcBef>
                <a:spcPts val="0"/>
              </a:spcBef>
              <a:buNone/>
              <a:defRPr b="1" cap="all" spc="30" baseline="0">
                <a:solidFill>
                  <a:schemeClr val="bg1"/>
                </a:solidFill>
                <a:latin typeface="+mj-lt"/>
              </a:defRPr>
            </a:lvl3pPr>
            <a:lvl4pPr marL="0" indent="0">
              <a:lnSpc>
                <a:spcPct val="100000"/>
              </a:lnSpc>
              <a:spcBef>
                <a:spcPts val="0"/>
              </a:spcBef>
              <a:buNone/>
              <a:defRPr b="1" cap="all" spc="30" baseline="0">
                <a:solidFill>
                  <a:schemeClr val="bg1"/>
                </a:solidFill>
                <a:latin typeface="+mj-lt"/>
              </a:defRPr>
            </a:lvl4pPr>
            <a:lvl5pPr marL="0" indent="0">
              <a:lnSpc>
                <a:spcPct val="100000"/>
              </a:lnSpc>
              <a:spcBef>
                <a:spcPts val="0"/>
              </a:spcBef>
              <a:buNone/>
              <a:defRPr b="1" cap="all" spc="30" baseline="0">
                <a:solidFill>
                  <a:schemeClr val="bg1"/>
                </a:solidFill>
                <a:latin typeface="+mj-lt"/>
              </a:defRPr>
            </a:lvl5pPr>
            <a:lvl6pPr marL="0" indent="0">
              <a:lnSpc>
                <a:spcPct val="100000"/>
              </a:lnSpc>
              <a:spcBef>
                <a:spcPts val="0"/>
              </a:spcBef>
              <a:buNone/>
              <a:defRPr b="1" cap="all" spc="30" baseline="0">
                <a:solidFill>
                  <a:schemeClr val="bg1"/>
                </a:solidFill>
                <a:latin typeface="+mj-lt"/>
              </a:defRPr>
            </a:lvl6pPr>
            <a:lvl7pPr marL="0" indent="0">
              <a:lnSpc>
                <a:spcPct val="100000"/>
              </a:lnSpc>
              <a:spcBef>
                <a:spcPts val="0"/>
              </a:spcBef>
              <a:buNone/>
              <a:defRPr b="1" cap="all" spc="30" baseline="0">
                <a:solidFill>
                  <a:schemeClr val="bg1"/>
                </a:solidFill>
                <a:latin typeface="+mj-lt"/>
              </a:defRPr>
            </a:lvl7pPr>
            <a:lvl8pPr marL="0" indent="0">
              <a:lnSpc>
                <a:spcPct val="100000"/>
              </a:lnSpc>
              <a:spcBef>
                <a:spcPts val="0"/>
              </a:spcBef>
              <a:buNone/>
              <a:defRPr b="1" cap="all" spc="30" baseline="0">
                <a:solidFill>
                  <a:schemeClr val="bg1"/>
                </a:solidFill>
                <a:latin typeface="+mj-lt"/>
              </a:defRPr>
            </a:lvl8pPr>
            <a:lvl9pPr marL="0" indent="0">
              <a:lnSpc>
                <a:spcPct val="100000"/>
              </a:lnSpc>
              <a:spcBef>
                <a:spcPts val="0"/>
              </a:spcBef>
              <a:buNone/>
              <a:defRPr b="1" cap="all" spc="30" baseline="0">
                <a:solidFill>
                  <a:schemeClr val="bg1"/>
                </a:solidFill>
                <a:latin typeface="+mj-lt"/>
              </a:defRPr>
            </a:lvl9pPr>
          </a:lstStyle>
          <a:p>
            <a:r>
              <a:rPr lang="en-US"/>
              <a:t>Optional Subline, Arial Bold, 14 PT, Max 1 Line</a:t>
            </a:r>
          </a:p>
        </p:txBody>
      </p:sp>
      <p:sp>
        <p:nvSpPr>
          <p:cNvPr id="2" name="Grafik 3">
            <a:extLst>
              <a:ext uri="{FF2B5EF4-FFF2-40B4-BE49-F238E27FC236}">
                <a16:creationId xmlns:a16="http://schemas.microsoft.com/office/drawing/2014/main" id="{82D04E11-31B8-4180-9F2E-E05201026E04}"/>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4133674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GLOBAL CREDENTIALS</a:t>
            </a:r>
          </a:p>
        </p:txBody>
      </p:sp>
    </p:spTree>
    <p:extLst>
      <p:ext uri="{BB962C8B-B14F-4D97-AF65-F5344CB8AC3E}">
        <p14:creationId xmlns:p14="http://schemas.microsoft.com/office/powerpoint/2010/main" val="26296328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Tree>
    <p:extLst>
      <p:ext uri="{BB962C8B-B14F-4D97-AF65-F5344CB8AC3E}">
        <p14:creationId xmlns:p14="http://schemas.microsoft.com/office/powerpoint/2010/main" val="18881746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2" name="Grafik 3">
            <a:extLst>
              <a:ext uri="{FF2B5EF4-FFF2-40B4-BE49-F238E27FC236}">
                <a16:creationId xmlns:a16="http://schemas.microsoft.com/office/drawing/2014/main" id="{82D04E11-31B8-4180-9F2E-E05201026E04}"/>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3169588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8613817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ll to action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bwMode="white">
          <a:xfrm>
            <a:off x="5547963" y="3789040"/>
            <a:ext cx="5372449" cy="244824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bwMode="white">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27512342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ll to action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1"/>
                </a:solidFill>
                <a:latin typeface="+mn-lt"/>
              </a:defRPr>
            </a:lvl1pPr>
            <a:lvl2pPr marL="0" indent="0" algn="r">
              <a:lnSpc>
                <a:spcPct val="100000"/>
              </a:lnSpc>
              <a:spcBef>
                <a:spcPts val="0"/>
              </a:spcBef>
              <a:buNone/>
              <a:defRPr b="1" cap="all" spc="30" baseline="0">
                <a:solidFill>
                  <a:schemeClr val="bg1"/>
                </a:solidFill>
                <a:latin typeface="+mn-lt"/>
              </a:defRPr>
            </a:lvl2pPr>
            <a:lvl3pPr marL="0" indent="0" algn="r">
              <a:lnSpc>
                <a:spcPct val="100000"/>
              </a:lnSpc>
              <a:spcBef>
                <a:spcPts val="0"/>
              </a:spcBef>
              <a:buNone/>
              <a:defRPr b="1" cap="all" spc="30" baseline="0">
                <a:solidFill>
                  <a:schemeClr val="bg1"/>
                </a:solidFill>
                <a:latin typeface="+mn-lt"/>
              </a:defRPr>
            </a:lvl3pPr>
            <a:lvl4pPr marL="0" indent="0" algn="r">
              <a:lnSpc>
                <a:spcPct val="100000"/>
              </a:lnSpc>
              <a:spcBef>
                <a:spcPts val="0"/>
              </a:spcBef>
              <a:buNone/>
              <a:defRPr b="1" cap="all" spc="30" baseline="0">
                <a:solidFill>
                  <a:schemeClr val="bg1"/>
                </a:solidFill>
                <a:latin typeface="+mn-lt"/>
              </a:defRPr>
            </a:lvl4pPr>
            <a:lvl5pPr marL="0" indent="0" algn="r">
              <a:lnSpc>
                <a:spcPct val="100000"/>
              </a:lnSpc>
              <a:spcBef>
                <a:spcPts val="0"/>
              </a:spcBef>
              <a:buNone/>
              <a:defRPr b="1" cap="all" spc="30" baseline="0">
                <a:solidFill>
                  <a:schemeClr val="bg1"/>
                </a:solidFill>
                <a:latin typeface="+mn-lt"/>
              </a:defRPr>
            </a:lvl5pPr>
            <a:lvl6pPr marL="0" indent="0" algn="r">
              <a:lnSpc>
                <a:spcPct val="100000"/>
              </a:lnSpc>
              <a:spcBef>
                <a:spcPts val="0"/>
              </a:spcBef>
              <a:buNone/>
              <a:defRPr b="1" cap="all" spc="30" baseline="0">
                <a:solidFill>
                  <a:schemeClr val="bg1"/>
                </a:solidFill>
                <a:latin typeface="+mn-lt"/>
              </a:defRPr>
            </a:lvl6pPr>
            <a:lvl7pPr marL="0" indent="0" algn="r">
              <a:lnSpc>
                <a:spcPct val="100000"/>
              </a:lnSpc>
              <a:spcBef>
                <a:spcPts val="0"/>
              </a:spcBef>
              <a:buNone/>
              <a:defRPr b="1" cap="all" spc="30" baseline="0">
                <a:solidFill>
                  <a:schemeClr val="bg1"/>
                </a:solidFill>
                <a:latin typeface="+mn-lt"/>
              </a:defRPr>
            </a:lvl7pPr>
            <a:lvl8pPr marL="0" indent="0" algn="r">
              <a:lnSpc>
                <a:spcPct val="100000"/>
              </a:lnSpc>
              <a:spcBef>
                <a:spcPts val="0"/>
              </a:spcBef>
              <a:buNone/>
              <a:defRPr b="1" cap="all" spc="30" baseline="0">
                <a:solidFill>
                  <a:schemeClr val="bg1"/>
                </a:solidFill>
                <a:latin typeface="+mn-lt"/>
              </a:defRPr>
            </a:lvl8pPr>
            <a:lvl9pPr marL="0" indent="0" algn="r">
              <a:lnSpc>
                <a:spcPct val="100000"/>
              </a:lnSpc>
              <a:spcBef>
                <a:spcPts val="0"/>
              </a:spcBef>
              <a:buNone/>
              <a:defRPr b="1" cap="all" spc="30" baseline="0">
                <a:solidFill>
                  <a:schemeClr val="bg1"/>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Grafik 3">
            <a:extLst>
              <a:ext uri="{FF2B5EF4-FFF2-40B4-BE49-F238E27FC236}">
                <a16:creationId xmlns:a16="http://schemas.microsoft.com/office/drawing/2014/main" id="{63352F63-A4E4-4899-BC82-D60E0A1424EC}"/>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B798796C-840F-48CE-B10E-E0FD978ABB72}"/>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21605566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tx1"/>
        </a:solidFill>
        <a:effectLst/>
      </p:bgPr>
    </p:bg>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bwMode="black">
          <a:xfrm>
            <a:off x="62441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bwMode="black">
          <a:xfrm>
            <a:off x="62441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grpSp>
        <p:nvGrpSpPr>
          <p:cNvPr id="33" name="Grafik 22">
            <a:extLst>
              <a:ext uri="{FF2B5EF4-FFF2-40B4-BE49-F238E27FC236}">
                <a16:creationId xmlns:a16="http://schemas.microsoft.com/office/drawing/2014/main" id="{8CB68DFB-EF55-4A6D-9897-AD17654515C4}"/>
              </a:ext>
            </a:extLst>
          </p:cNvPr>
          <p:cNvGrpSpPr/>
          <p:nvPr userDrawn="1"/>
        </p:nvGrpSpPr>
        <p:grpSpPr bwMode="invGray">
          <a:xfrm>
            <a:off x="4512000" y="3140968"/>
            <a:ext cx="3168015" cy="579833"/>
            <a:chOff x="4512000" y="3140968"/>
            <a:chExt cx="3168015" cy="579833"/>
          </a:xfrm>
        </p:grpSpPr>
        <p:grpSp>
          <p:nvGrpSpPr>
            <p:cNvPr id="34" name="Grafik 22">
              <a:extLst>
                <a:ext uri="{FF2B5EF4-FFF2-40B4-BE49-F238E27FC236}">
                  <a16:creationId xmlns:a16="http://schemas.microsoft.com/office/drawing/2014/main" id="{202AC135-CF1E-4AC7-9E5C-1FFFD9FCE973}"/>
                </a:ext>
              </a:extLst>
            </p:cNvPr>
            <p:cNvGrpSpPr/>
            <p:nvPr/>
          </p:nvGrpSpPr>
          <p:grpSpPr bwMode="invGray">
            <a:xfrm>
              <a:off x="4512000" y="3140968"/>
              <a:ext cx="3168015" cy="422409"/>
              <a:chOff x="4512000" y="3140968"/>
              <a:chExt cx="3168015" cy="422409"/>
            </a:xfrm>
            <a:solidFill>
              <a:srgbClr val="FFFFFF"/>
            </a:solidFill>
          </p:grpSpPr>
          <p:sp>
            <p:nvSpPr>
              <p:cNvPr id="36" name="Freihandform: Form 35">
                <a:extLst>
                  <a:ext uri="{FF2B5EF4-FFF2-40B4-BE49-F238E27FC236}">
                    <a16:creationId xmlns:a16="http://schemas.microsoft.com/office/drawing/2014/main" id="{32C37C79-E55A-4866-92EE-E02B48F26AC6}"/>
                  </a:ext>
                </a:extLst>
              </p:cNvPr>
              <p:cNvSpPr/>
              <p:nvPr/>
            </p:nvSpPr>
            <p:spPr bwMode="invGray">
              <a:xfrm>
                <a:off x="4512000" y="3140968"/>
                <a:ext cx="352882" cy="422394"/>
              </a:xfrm>
              <a:custGeom>
                <a:avLst/>
                <a:gdLst>
                  <a:gd name="connsiteX0" fmla="*/ 310768 w 352882"/>
                  <a:gd name="connsiteY0" fmla="*/ 198137 h 422394"/>
                  <a:gd name="connsiteX1" fmla="*/ 196368 w 352882"/>
                  <a:gd name="connsiteY1" fmla="*/ 153851 h 422394"/>
                  <a:gd name="connsiteX2" fmla="*/ 178316 w 352882"/>
                  <a:gd name="connsiteY2" fmla="*/ 150456 h 422394"/>
                  <a:gd name="connsiteX3" fmla="*/ 134139 w 352882"/>
                  <a:gd name="connsiteY3" fmla="*/ 135543 h 422394"/>
                  <a:gd name="connsiteX4" fmla="*/ 123764 w 352882"/>
                  <a:gd name="connsiteY4" fmla="*/ 116635 h 422394"/>
                  <a:gd name="connsiteX5" fmla="*/ 132512 w 352882"/>
                  <a:gd name="connsiteY5" fmla="*/ 98030 h 422394"/>
                  <a:gd name="connsiteX6" fmla="*/ 163632 w 352882"/>
                  <a:gd name="connsiteY6" fmla="*/ 90281 h 422394"/>
                  <a:gd name="connsiteX7" fmla="*/ 206758 w 352882"/>
                  <a:gd name="connsiteY7" fmla="*/ 101745 h 422394"/>
                  <a:gd name="connsiteX8" fmla="*/ 230009 w 352882"/>
                  <a:gd name="connsiteY8" fmla="*/ 131306 h 422394"/>
                  <a:gd name="connsiteX9" fmla="*/ 233047 w 352882"/>
                  <a:gd name="connsiteY9" fmla="*/ 139352 h 422394"/>
                  <a:gd name="connsiteX10" fmla="*/ 338455 w 352882"/>
                  <a:gd name="connsiteY10" fmla="*/ 113179 h 422394"/>
                  <a:gd name="connsiteX11" fmla="*/ 334127 w 352882"/>
                  <a:gd name="connsiteY11" fmla="*/ 102782 h 422394"/>
                  <a:gd name="connsiteX12" fmla="*/ 310208 w 352882"/>
                  <a:gd name="connsiteY12" fmla="*/ 62703 h 422394"/>
                  <a:gd name="connsiteX13" fmla="*/ 273949 w 352882"/>
                  <a:gd name="connsiteY13" fmla="*/ 30035 h 422394"/>
                  <a:gd name="connsiteX14" fmla="*/ 225159 w 352882"/>
                  <a:gd name="connsiteY14" fmla="*/ 7974 h 422394"/>
                  <a:gd name="connsiteX15" fmla="*/ 163632 w 352882"/>
                  <a:gd name="connsiteY15" fmla="*/ 0 h 422394"/>
                  <a:gd name="connsiteX16" fmla="*/ 105772 w 352882"/>
                  <a:gd name="connsiteY16" fmla="*/ 7697 h 422394"/>
                  <a:gd name="connsiteX17" fmla="*/ 58860 w 352882"/>
                  <a:gd name="connsiteY17" fmla="*/ 31053 h 422394"/>
                  <a:gd name="connsiteX18" fmla="*/ 27698 w 352882"/>
                  <a:gd name="connsiteY18" fmla="*/ 69622 h 422394"/>
                  <a:gd name="connsiteX19" fmla="*/ 16606 w 352882"/>
                  <a:gd name="connsiteY19" fmla="*/ 121149 h 422394"/>
                  <a:gd name="connsiteX20" fmla="*/ 27173 w 352882"/>
                  <a:gd name="connsiteY20" fmla="*/ 171295 h 422394"/>
                  <a:gd name="connsiteX21" fmla="*/ 58488 w 352882"/>
                  <a:gd name="connsiteY21" fmla="*/ 208256 h 422394"/>
                  <a:gd name="connsiteX22" fmla="*/ 107541 w 352882"/>
                  <a:gd name="connsiteY22" fmla="*/ 233288 h 422394"/>
                  <a:gd name="connsiteX23" fmla="*/ 172557 w 352882"/>
                  <a:gd name="connsiteY23" fmla="*/ 249988 h 422394"/>
                  <a:gd name="connsiteX24" fmla="*/ 190595 w 352882"/>
                  <a:gd name="connsiteY24" fmla="*/ 253357 h 422394"/>
                  <a:gd name="connsiteX25" fmla="*/ 233990 w 352882"/>
                  <a:gd name="connsiteY25" fmla="*/ 270181 h 422394"/>
                  <a:gd name="connsiteX26" fmla="*/ 245158 w 352882"/>
                  <a:gd name="connsiteY26" fmla="*/ 295066 h 422394"/>
                  <a:gd name="connsiteX27" fmla="*/ 233558 w 352882"/>
                  <a:gd name="connsiteY27" fmla="*/ 320969 h 422394"/>
                  <a:gd name="connsiteX28" fmla="*/ 194591 w 352882"/>
                  <a:gd name="connsiteY28" fmla="*/ 332114 h 422394"/>
                  <a:gd name="connsiteX29" fmla="*/ 139127 w 352882"/>
                  <a:gd name="connsiteY29" fmla="*/ 315542 h 422394"/>
                  <a:gd name="connsiteX30" fmla="*/ 107458 w 352882"/>
                  <a:gd name="connsiteY30" fmla="*/ 271034 h 422394"/>
                  <a:gd name="connsiteX31" fmla="*/ 104547 w 352882"/>
                  <a:gd name="connsiteY31" fmla="*/ 262710 h 422394"/>
                  <a:gd name="connsiteX32" fmla="*/ 0 w 352882"/>
                  <a:gd name="connsiteY32" fmla="*/ 288861 h 422394"/>
                  <a:gd name="connsiteX33" fmla="*/ 3666 w 352882"/>
                  <a:gd name="connsiteY33" fmla="*/ 298947 h 422394"/>
                  <a:gd name="connsiteX34" fmla="*/ 30076 w 352882"/>
                  <a:gd name="connsiteY34" fmla="*/ 347601 h 422394"/>
                  <a:gd name="connsiteX35" fmla="*/ 71143 w 352882"/>
                  <a:gd name="connsiteY35" fmla="*/ 386917 h 422394"/>
                  <a:gd name="connsiteX36" fmla="*/ 125871 w 352882"/>
                  <a:gd name="connsiteY36" fmla="*/ 412963 h 422394"/>
                  <a:gd name="connsiteX37" fmla="*/ 194587 w 352882"/>
                  <a:gd name="connsiteY37" fmla="*/ 422395 h 422394"/>
                  <a:gd name="connsiteX38" fmla="*/ 257493 w 352882"/>
                  <a:gd name="connsiteY38" fmla="*/ 413207 h 422394"/>
                  <a:gd name="connsiteX39" fmla="*/ 307590 w 352882"/>
                  <a:gd name="connsiteY39" fmla="*/ 387068 h 422394"/>
                  <a:gd name="connsiteX40" fmla="*/ 340926 w 352882"/>
                  <a:gd name="connsiteY40" fmla="*/ 345482 h 422394"/>
                  <a:gd name="connsiteX41" fmla="*/ 352882 w 352882"/>
                  <a:gd name="connsiteY41" fmla="*/ 290570 h 422394"/>
                  <a:gd name="connsiteX42" fmla="*/ 310768 w 352882"/>
                  <a:gd name="connsiteY42" fmla="*/ 198137 h 4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882" h="422394">
                    <a:moveTo>
                      <a:pt x="310768" y="198137"/>
                    </a:moveTo>
                    <a:cubicBezTo>
                      <a:pt x="284155" y="177992"/>
                      <a:pt x="245676" y="163088"/>
                      <a:pt x="196368" y="153851"/>
                    </a:cubicBezTo>
                    <a:lnTo>
                      <a:pt x="178316" y="150456"/>
                    </a:lnTo>
                    <a:cubicBezTo>
                      <a:pt x="157341" y="146620"/>
                      <a:pt x="142489" y="141591"/>
                      <a:pt x="134139" y="135543"/>
                    </a:cubicBezTo>
                    <a:cubicBezTo>
                      <a:pt x="127152" y="130480"/>
                      <a:pt x="123764" y="124297"/>
                      <a:pt x="123764" y="116635"/>
                    </a:cubicBezTo>
                    <a:cubicBezTo>
                      <a:pt x="123764" y="108795"/>
                      <a:pt x="126626" y="102695"/>
                      <a:pt x="132512" y="98030"/>
                    </a:cubicBezTo>
                    <a:cubicBezTo>
                      <a:pt x="138965" y="92891"/>
                      <a:pt x="149438" y="90281"/>
                      <a:pt x="163632" y="90281"/>
                    </a:cubicBezTo>
                    <a:cubicBezTo>
                      <a:pt x="181399" y="90281"/>
                      <a:pt x="195902" y="94142"/>
                      <a:pt x="206758" y="101745"/>
                    </a:cubicBezTo>
                    <a:cubicBezTo>
                      <a:pt x="217808" y="109509"/>
                      <a:pt x="225422" y="119170"/>
                      <a:pt x="230009" y="131306"/>
                    </a:cubicBezTo>
                    <a:lnTo>
                      <a:pt x="233047" y="139352"/>
                    </a:lnTo>
                    <a:lnTo>
                      <a:pt x="338455" y="113179"/>
                    </a:lnTo>
                    <a:lnTo>
                      <a:pt x="334127" y="102782"/>
                    </a:lnTo>
                    <a:cubicBezTo>
                      <a:pt x="328174" y="88504"/>
                      <a:pt x="320132" y="75023"/>
                      <a:pt x="310208" y="62703"/>
                    </a:cubicBezTo>
                    <a:cubicBezTo>
                      <a:pt x="300243" y="50348"/>
                      <a:pt x="288039" y="39373"/>
                      <a:pt x="273949" y="30035"/>
                    </a:cubicBezTo>
                    <a:cubicBezTo>
                      <a:pt x="259852" y="20712"/>
                      <a:pt x="243422" y="13293"/>
                      <a:pt x="225159" y="7974"/>
                    </a:cubicBezTo>
                    <a:cubicBezTo>
                      <a:pt x="206908" y="2686"/>
                      <a:pt x="186196" y="0"/>
                      <a:pt x="163632" y="0"/>
                    </a:cubicBezTo>
                    <a:cubicBezTo>
                      <a:pt x="142947" y="0"/>
                      <a:pt x="123486" y="2592"/>
                      <a:pt x="105772" y="7697"/>
                    </a:cubicBezTo>
                    <a:cubicBezTo>
                      <a:pt x="87768" y="12914"/>
                      <a:pt x="71977" y="20772"/>
                      <a:pt x="58860" y="31053"/>
                    </a:cubicBezTo>
                    <a:cubicBezTo>
                      <a:pt x="45574" y="41484"/>
                      <a:pt x="35091" y="54458"/>
                      <a:pt x="27698" y="69622"/>
                    </a:cubicBezTo>
                    <a:cubicBezTo>
                      <a:pt x="20347" y="84752"/>
                      <a:pt x="16606" y="102087"/>
                      <a:pt x="16606" y="121149"/>
                    </a:cubicBezTo>
                    <a:cubicBezTo>
                      <a:pt x="16606" y="140201"/>
                      <a:pt x="20163" y="157063"/>
                      <a:pt x="27173" y="171295"/>
                    </a:cubicBezTo>
                    <a:cubicBezTo>
                      <a:pt x="34219" y="185580"/>
                      <a:pt x="44744" y="198009"/>
                      <a:pt x="58488" y="208256"/>
                    </a:cubicBezTo>
                    <a:cubicBezTo>
                      <a:pt x="71793" y="218188"/>
                      <a:pt x="88301" y="226624"/>
                      <a:pt x="107541" y="233288"/>
                    </a:cubicBezTo>
                    <a:cubicBezTo>
                      <a:pt x="126247" y="239790"/>
                      <a:pt x="148127" y="245413"/>
                      <a:pt x="172557" y="249988"/>
                    </a:cubicBezTo>
                    <a:lnTo>
                      <a:pt x="190595" y="253357"/>
                    </a:lnTo>
                    <a:cubicBezTo>
                      <a:pt x="211224" y="257159"/>
                      <a:pt x="225828" y="262816"/>
                      <a:pt x="233990" y="270181"/>
                    </a:cubicBezTo>
                    <a:cubicBezTo>
                      <a:pt x="241484" y="276965"/>
                      <a:pt x="245158" y="285101"/>
                      <a:pt x="245158" y="295066"/>
                    </a:cubicBezTo>
                    <a:cubicBezTo>
                      <a:pt x="245158" y="305144"/>
                      <a:pt x="241349" y="313611"/>
                      <a:pt x="233558" y="320969"/>
                    </a:cubicBezTo>
                    <a:cubicBezTo>
                      <a:pt x="225700" y="328369"/>
                      <a:pt x="212591" y="332114"/>
                      <a:pt x="194591" y="332114"/>
                    </a:cubicBezTo>
                    <a:cubicBezTo>
                      <a:pt x="172118" y="332114"/>
                      <a:pt x="153453" y="326544"/>
                      <a:pt x="139127" y="315542"/>
                    </a:cubicBezTo>
                    <a:cubicBezTo>
                      <a:pt x="124564" y="304363"/>
                      <a:pt x="113926" y="289402"/>
                      <a:pt x="107458" y="271034"/>
                    </a:cubicBezTo>
                    <a:lnTo>
                      <a:pt x="104547" y="262710"/>
                    </a:lnTo>
                    <a:lnTo>
                      <a:pt x="0" y="288861"/>
                    </a:lnTo>
                    <a:lnTo>
                      <a:pt x="3666" y="298947"/>
                    </a:lnTo>
                    <a:cubicBezTo>
                      <a:pt x="9965" y="316248"/>
                      <a:pt x="18849" y="332632"/>
                      <a:pt x="30076" y="347601"/>
                    </a:cubicBezTo>
                    <a:cubicBezTo>
                      <a:pt x="41356" y="362648"/>
                      <a:pt x="55168" y="375859"/>
                      <a:pt x="71143" y="386917"/>
                    </a:cubicBezTo>
                    <a:cubicBezTo>
                      <a:pt x="87103" y="397942"/>
                      <a:pt x="105524" y="406724"/>
                      <a:pt x="125871" y="412963"/>
                    </a:cubicBezTo>
                    <a:cubicBezTo>
                      <a:pt x="146237" y="419221"/>
                      <a:pt x="169353" y="422395"/>
                      <a:pt x="194587" y="422395"/>
                    </a:cubicBezTo>
                    <a:cubicBezTo>
                      <a:pt x="217249" y="422395"/>
                      <a:pt x="238426" y="419304"/>
                      <a:pt x="257493" y="413207"/>
                    </a:cubicBezTo>
                    <a:cubicBezTo>
                      <a:pt x="276714" y="407077"/>
                      <a:pt x="293564" y="398269"/>
                      <a:pt x="307590" y="387068"/>
                    </a:cubicBezTo>
                    <a:cubicBezTo>
                      <a:pt x="321788" y="375705"/>
                      <a:pt x="333001" y="361706"/>
                      <a:pt x="340926" y="345482"/>
                    </a:cubicBezTo>
                    <a:cubicBezTo>
                      <a:pt x="348852" y="329226"/>
                      <a:pt x="352882" y="310749"/>
                      <a:pt x="352882" y="290570"/>
                    </a:cubicBezTo>
                    <a:cubicBezTo>
                      <a:pt x="352886" y="250409"/>
                      <a:pt x="338703" y="219300"/>
                      <a:pt x="310768" y="198137"/>
                    </a:cubicBezTo>
                  </a:path>
                </a:pathLst>
              </a:custGeom>
              <a:solidFill>
                <a:srgbClr val="FFFFFF"/>
              </a:solidFill>
              <a:ln w="375"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5C586F06-1B1C-4B03-8984-6606163CE0E4}"/>
                  </a:ext>
                </a:extLst>
              </p:cNvPr>
              <p:cNvSpPr/>
              <p:nvPr/>
            </p:nvSpPr>
            <p:spPr bwMode="invGray">
              <a:xfrm>
                <a:off x="5250492" y="3140968"/>
                <a:ext cx="423521" cy="422409"/>
              </a:xfrm>
              <a:custGeom>
                <a:avLst/>
                <a:gdLst>
                  <a:gd name="connsiteX0" fmla="*/ 169545 w 423521"/>
                  <a:gd name="connsiteY0" fmla="*/ 103229 h 422409"/>
                  <a:gd name="connsiteX1" fmla="*/ 211746 w 423521"/>
                  <a:gd name="connsiteY1" fmla="*/ 94803 h 422409"/>
                  <a:gd name="connsiteX2" fmla="*/ 253958 w 423521"/>
                  <a:gd name="connsiteY2" fmla="*/ 103229 h 422409"/>
                  <a:gd name="connsiteX3" fmla="*/ 286052 w 423521"/>
                  <a:gd name="connsiteY3" fmla="*/ 126904 h 422409"/>
                  <a:gd name="connsiteX4" fmla="*/ 306730 w 423521"/>
                  <a:gd name="connsiteY4" fmla="*/ 163670 h 422409"/>
                  <a:gd name="connsiteX5" fmla="*/ 314103 w 423521"/>
                  <a:gd name="connsiteY5" fmla="*/ 211209 h 422409"/>
                  <a:gd name="connsiteX6" fmla="*/ 306730 w 423521"/>
                  <a:gd name="connsiteY6" fmla="*/ 258740 h 422409"/>
                  <a:gd name="connsiteX7" fmla="*/ 286067 w 423521"/>
                  <a:gd name="connsiteY7" fmla="*/ 295491 h 422409"/>
                  <a:gd name="connsiteX8" fmla="*/ 253973 w 423521"/>
                  <a:gd name="connsiteY8" fmla="*/ 319166 h 422409"/>
                  <a:gd name="connsiteX9" fmla="*/ 211746 w 423521"/>
                  <a:gd name="connsiteY9" fmla="*/ 327618 h 422409"/>
                  <a:gd name="connsiteX10" fmla="*/ 169545 w 423521"/>
                  <a:gd name="connsiteY10" fmla="*/ 319166 h 422409"/>
                  <a:gd name="connsiteX11" fmla="*/ 137433 w 423521"/>
                  <a:gd name="connsiteY11" fmla="*/ 295491 h 422409"/>
                  <a:gd name="connsiteX12" fmla="*/ 116781 w 423521"/>
                  <a:gd name="connsiteY12" fmla="*/ 258740 h 422409"/>
                  <a:gd name="connsiteX13" fmla="*/ 109404 w 423521"/>
                  <a:gd name="connsiteY13" fmla="*/ 211209 h 422409"/>
                  <a:gd name="connsiteX14" fmla="*/ 116781 w 423521"/>
                  <a:gd name="connsiteY14" fmla="*/ 163670 h 422409"/>
                  <a:gd name="connsiteX15" fmla="*/ 137433 w 423521"/>
                  <a:gd name="connsiteY15" fmla="*/ 126919 h 422409"/>
                  <a:gd name="connsiteX16" fmla="*/ 169545 w 423521"/>
                  <a:gd name="connsiteY16" fmla="*/ 103229 h 422409"/>
                  <a:gd name="connsiteX17" fmla="*/ 362671 w 423521"/>
                  <a:gd name="connsiteY17" fmla="*/ 58819 h 422409"/>
                  <a:gd name="connsiteX18" fmla="*/ 295529 w 423521"/>
                  <a:gd name="connsiteY18" fmla="*/ 15329 h 422409"/>
                  <a:gd name="connsiteX19" fmla="*/ 211750 w 423521"/>
                  <a:gd name="connsiteY19" fmla="*/ 0 h 422409"/>
                  <a:gd name="connsiteX20" fmla="*/ 127963 w 423521"/>
                  <a:gd name="connsiteY20" fmla="*/ 15325 h 422409"/>
                  <a:gd name="connsiteX21" fmla="*/ 60840 w 423521"/>
                  <a:gd name="connsiteY21" fmla="*/ 58815 h 422409"/>
                  <a:gd name="connsiteX22" fmla="*/ 16223 w 423521"/>
                  <a:gd name="connsiteY22" fmla="*/ 125852 h 422409"/>
                  <a:gd name="connsiteX23" fmla="*/ 0 w 423521"/>
                  <a:gd name="connsiteY23" fmla="*/ 211209 h 422409"/>
                  <a:gd name="connsiteX24" fmla="*/ 16242 w 423521"/>
                  <a:gd name="connsiteY24" fmla="*/ 296851 h 422409"/>
                  <a:gd name="connsiteX25" fmla="*/ 60843 w 423521"/>
                  <a:gd name="connsiteY25" fmla="*/ 363595 h 422409"/>
                  <a:gd name="connsiteX26" fmla="*/ 127967 w 423521"/>
                  <a:gd name="connsiteY26" fmla="*/ 407092 h 422409"/>
                  <a:gd name="connsiteX27" fmla="*/ 211753 w 423521"/>
                  <a:gd name="connsiteY27" fmla="*/ 422410 h 422409"/>
                  <a:gd name="connsiteX28" fmla="*/ 295532 w 423521"/>
                  <a:gd name="connsiteY28" fmla="*/ 407092 h 422409"/>
                  <a:gd name="connsiteX29" fmla="*/ 362675 w 423521"/>
                  <a:gd name="connsiteY29" fmla="*/ 363595 h 422409"/>
                  <a:gd name="connsiteX30" fmla="*/ 407299 w 423521"/>
                  <a:gd name="connsiteY30" fmla="*/ 296851 h 422409"/>
                  <a:gd name="connsiteX31" fmla="*/ 423522 w 423521"/>
                  <a:gd name="connsiteY31" fmla="*/ 211209 h 422409"/>
                  <a:gd name="connsiteX32" fmla="*/ 407299 w 423521"/>
                  <a:gd name="connsiteY32" fmla="*/ 125852 h 422409"/>
                  <a:gd name="connsiteX33" fmla="*/ 362671 w 423521"/>
                  <a:gd name="connsiteY33" fmla="*/ 58819 h 42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3521" h="422409">
                    <a:moveTo>
                      <a:pt x="169545" y="103229"/>
                    </a:moveTo>
                    <a:cubicBezTo>
                      <a:pt x="182102" y="97639"/>
                      <a:pt x="196312" y="94803"/>
                      <a:pt x="211746" y="94803"/>
                    </a:cubicBezTo>
                    <a:cubicBezTo>
                      <a:pt x="227191" y="94803"/>
                      <a:pt x="241382" y="97639"/>
                      <a:pt x="253958" y="103229"/>
                    </a:cubicBezTo>
                    <a:cubicBezTo>
                      <a:pt x="266482" y="108825"/>
                      <a:pt x="277288" y="116804"/>
                      <a:pt x="286052" y="126904"/>
                    </a:cubicBezTo>
                    <a:cubicBezTo>
                      <a:pt x="294950" y="137185"/>
                      <a:pt x="301903" y="149547"/>
                      <a:pt x="306730" y="163670"/>
                    </a:cubicBezTo>
                    <a:cubicBezTo>
                      <a:pt x="311616" y="178007"/>
                      <a:pt x="314103" y="193975"/>
                      <a:pt x="314103" y="211209"/>
                    </a:cubicBezTo>
                    <a:cubicBezTo>
                      <a:pt x="314103" y="228431"/>
                      <a:pt x="311613" y="244429"/>
                      <a:pt x="306730" y="258740"/>
                    </a:cubicBezTo>
                    <a:cubicBezTo>
                      <a:pt x="301903" y="272863"/>
                      <a:pt x="294950" y="285236"/>
                      <a:pt x="286067" y="295491"/>
                    </a:cubicBezTo>
                    <a:cubicBezTo>
                      <a:pt x="277269" y="305625"/>
                      <a:pt x="266482" y="313596"/>
                      <a:pt x="253973" y="319166"/>
                    </a:cubicBezTo>
                    <a:cubicBezTo>
                      <a:pt x="241382" y="324771"/>
                      <a:pt x="227191" y="327618"/>
                      <a:pt x="211746" y="327618"/>
                    </a:cubicBezTo>
                    <a:cubicBezTo>
                      <a:pt x="196308" y="327618"/>
                      <a:pt x="182102" y="324774"/>
                      <a:pt x="169545" y="319166"/>
                    </a:cubicBezTo>
                    <a:cubicBezTo>
                      <a:pt x="157014" y="313577"/>
                      <a:pt x="146215" y="305625"/>
                      <a:pt x="137433" y="295491"/>
                    </a:cubicBezTo>
                    <a:cubicBezTo>
                      <a:pt x="128549" y="285236"/>
                      <a:pt x="121581" y="272882"/>
                      <a:pt x="116781" y="258740"/>
                    </a:cubicBezTo>
                    <a:cubicBezTo>
                      <a:pt x="111887" y="244448"/>
                      <a:pt x="109404" y="228450"/>
                      <a:pt x="109404" y="211209"/>
                    </a:cubicBezTo>
                    <a:cubicBezTo>
                      <a:pt x="109404" y="193960"/>
                      <a:pt x="111887" y="177974"/>
                      <a:pt x="116781" y="163670"/>
                    </a:cubicBezTo>
                    <a:cubicBezTo>
                      <a:pt x="121600" y="149547"/>
                      <a:pt x="128553" y="137181"/>
                      <a:pt x="137433" y="126919"/>
                    </a:cubicBezTo>
                    <a:cubicBezTo>
                      <a:pt x="146215" y="116804"/>
                      <a:pt x="157014" y="108837"/>
                      <a:pt x="169545" y="103229"/>
                    </a:cubicBezTo>
                    <a:moveTo>
                      <a:pt x="362671" y="58819"/>
                    </a:moveTo>
                    <a:cubicBezTo>
                      <a:pt x="343822" y="40173"/>
                      <a:pt x="321221" y="25524"/>
                      <a:pt x="295529" y="15329"/>
                    </a:cubicBezTo>
                    <a:cubicBezTo>
                      <a:pt x="269922" y="5157"/>
                      <a:pt x="241732" y="0"/>
                      <a:pt x="211750" y="0"/>
                    </a:cubicBezTo>
                    <a:cubicBezTo>
                      <a:pt x="181767" y="0"/>
                      <a:pt x="153577" y="5157"/>
                      <a:pt x="127963" y="15325"/>
                    </a:cubicBezTo>
                    <a:cubicBezTo>
                      <a:pt x="102290" y="25520"/>
                      <a:pt x="79707" y="40154"/>
                      <a:pt x="60840" y="58815"/>
                    </a:cubicBezTo>
                    <a:cubicBezTo>
                      <a:pt x="42006" y="77461"/>
                      <a:pt x="26977" y="100009"/>
                      <a:pt x="16223" y="125852"/>
                    </a:cubicBezTo>
                    <a:cubicBezTo>
                      <a:pt x="5443" y="151688"/>
                      <a:pt x="0" y="180393"/>
                      <a:pt x="0" y="211209"/>
                    </a:cubicBezTo>
                    <a:cubicBezTo>
                      <a:pt x="0" y="242430"/>
                      <a:pt x="5462" y="271237"/>
                      <a:pt x="16242" y="296851"/>
                    </a:cubicBezTo>
                    <a:cubicBezTo>
                      <a:pt x="26977" y="322517"/>
                      <a:pt x="42010" y="344964"/>
                      <a:pt x="60843" y="363595"/>
                    </a:cubicBezTo>
                    <a:cubicBezTo>
                      <a:pt x="79726" y="382275"/>
                      <a:pt x="102308" y="396916"/>
                      <a:pt x="127967" y="407092"/>
                    </a:cubicBezTo>
                    <a:cubicBezTo>
                      <a:pt x="153581" y="417245"/>
                      <a:pt x="181771" y="422410"/>
                      <a:pt x="211753" y="422410"/>
                    </a:cubicBezTo>
                    <a:cubicBezTo>
                      <a:pt x="241754" y="422410"/>
                      <a:pt x="269945" y="417245"/>
                      <a:pt x="295532" y="407092"/>
                    </a:cubicBezTo>
                    <a:cubicBezTo>
                      <a:pt x="321225" y="396898"/>
                      <a:pt x="343807" y="382256"/>
                      <a:pt x="362675" y="363595"/>
                    </a:cubicBezTo>
                    <a:cubicBezTo>
                      <a:pt x="381497" y="344983"/>
                      <a:pt x="396503" y="322528"/>
                      <a:pt x="407299" y="296851"/>
                    </a:cubicBezTo>
                    <a:cubicBezTo>
                      <a:pt x="418053" y="271211"/>
                      <a:pt x="423522" y="242393"/>
                      <a:pt x="423522" y="211209"/>
                    </a:cubicBezTo>
                    <a:cubicBezTo>
                      <a:pt x="423522" y="180430"/>
                      <a:pt x="418068" y="151721"/>
                      <a:pt x="407299" y="125852"/>
                    </a:cubicBezTo>
                    <a:cubicBezTo>
                      <a:pt x="396515" y="100013"/>
                      <a:pt x="381508" y="77446"/>
                      <a:pt x="362671" y="58819"/>
                    </a:cubicBezTo>
                  </a:path>
                </a:pathLst>
              </a:custGeom>
              <a:solidFill>
                <a:srgbClr val="FFFFFF"/>
              </a:solidFill>
              <a:ln w="375" cap="flat">
                <a:noFill/>
                <a:prstDash val="solid"/>
                <a:miter/>
              </a:ln>
            </p:spPr>
            <p:txBody>
              <a:bodyPr rtlCol="0" anchor="ctr"/>
              <a:lstStyle/>
              <a:p>
                <a:endParaRPr lang="en-US"/>
              </a:p>
            </p:txBody>
          </p:sp>
          <p:sp>
            <p:nvSpPr>
              <p:cNvPr id="38" name="Freihandform: Form 37">
                <a:extLst>
                  <a:ext uri="{FF2B5EF4-FFF2-40B4-BE49-F238E27FC236}">
                    <a16:creationId xmlns:a16="http://schemas.microsoft.com/office/drawing/2014/main" id="{2AA04382-66CC-4E2B-AE6E-D50EF472CF99}"/>
                  </a:ext>
                </a:extLst>
              </p:cNvPr>
              <p:cNvSpPr/>
              <p:nvPr/>
            </p:nvSpPr>
            <p:spPr bwMode="invGray">
              <a:xfrm>
                <a:off x="5709522" y="3147732"/>
                <a:ext cx="355034" cy="408887"/>
              </a:xfrm>
              <a:custGeom>
                <a:avLst/>
                <a:gdLst>
                  <a:gd name="connsiteX0" fmla="*/ 224036 w 355034"/>
                  <a:gd name="connsiteY0" fmla="*/ 127892 h 408887"/>
                  <a:gd name="connsiteX1" fmla="*/ 214484 w 355034"/>
                  <a:gd name="connsiteY1" fmla="*/ 151440 h 408887"/>
                  <a:gd name="connsiteX2" fmla="*/ 183619 w 355034"/>
                  <a:gd name="connsiteY2" fmla="*/ 160984 h 408887"/>
                  <a:gd name="connsiteX3" fmla="*/ 109408 w 355034"/>
                  <a:gd name="connsiteY3" fmla="*/ 160984 h 408887"/>
                  <a:gd name="connsiteX4" fmla="*/ 109408 w 355034"/>
                  <a:gd name="connsiteY4" fmla="*/ 94800 h 408887"/>
                  <a:gd name="connsiteX5" fmla="*/ 183619 w 355034"/>
                  <a:gd name="connsiteY5" fmla="*/ 94800 h 408887"/>
                  <a:gd name="connsiteX6" fmla="*/ 214484 w 355034"/>
                  <a:gd name="connsiteY6" fmla="*/ 104344 h 408887"/>
                  <a:gd name="connsiteX7" fmla="*/ 224036 w 355034"/>
                  <a:gd name="connsiteY7" fmla="*/ 127892 h 408887"/>
                  <a:gd name="connsiteX8" fmla="*/ 312045 w 355034"/>
                  <a:gd name="connsiteY8" fmla="*/ 193449 h 408887"/>
                  <a:gd name="connsiteX9" fmla="*/ 333451 w 355034"/>
                  <a:gd name="connsiteY9" fmla="*/ 123955 h 408887"/>
                  <a:gd name="connsiteX10" fmla="*/ 323332 w 355034"/>
                  <a:gd name="connsiteY10" fmla="*/ 73851 h 408887"/>
                  <a:gd name="connsiteX11" fmla="*/ 293433 w 355034"/>
                  <a:gd name="connsiteY11" fmla="*/ 34373 h 408887"/>
                  <a:gd name="connsiteX12" fmla="*/ 245961 w 355034"/>
                  <a:gd name="connsiteY12" fmla="*/ 8917 h 408887"/>
                  <a:gd name="connsiteX13" fmla="*/ 183623 w 355034"/>
                  <a:gd name="connsiteY13" fmla="*/ 0 h 408887"/>
                  <a:gd name="connsiteX14" fmla="*/ 0 w 355034"/>
                  <a:gd name="connsiteY14" fmla="*/ 0 h 408887"/>
                  <a:gd name="connsiteX15" fmla="*/ 0 w 355034"/>
                  <a:gd name="connsiteY15" fmla="*/ 408884 h 408887"/>
                  <a:gd name="connsiteX16" fmla="*/ 109411 w 355034"/>
                  <a:gd name="connsiteY16" fmla="*/ 408884 h 408887"/>
                  <a:gd name="connsiteX17" fmla="*/ 109411 w 355034"/>
                  <a:gd name="connsiteY17" fmla="*/ 255773 h 408887"/>
                  <a:gd name="connsiteX18" fmla="*/ 161758 w 355034"/>
                  <a:gd name="connsiteY18" fmla="*/ 255773 h 408887"/>
                  <a:gd name="connsiteX19" fmla="*/ 234944 w 355034"/>
                  <a:gd name="connsiteY19" fmla="*/ 408888 h 408887"/>
                  <a:gd name="connsiteX20" fmla="*/ 355035 w 355034"/>
                  <a:gd name="connsiteY20" fmla="*/ 408888 h 408887"/>
                  <a:gd name="connsiteX21" fmla="*/ 268442 w 355034"/>
                  <a:gd name="connsiteY21" fmla="*/ 231631 h 408887"/>
                  <a:gd name="connsiteX22" fmla="*/ 312045 w 355034"/>
                  <a:gd name="connsiteY22" fmla="*/ 193449 h 4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5034" h="408887">
                    <a:moveTo>
                      <a:pt x="224036" y="127892"/>
                    </a:moveTo>
                    <a:cubicBezTo>
                      <a:pt x="224036" y="137309"/>
                      <a:pt x="220911" y="145024"/>
                      <a:pt x="214484" y="151440"/>
                    </a:cubicBezTo>
                    <a:cubicBezTo>
                      <a:pt x="208132" y="157780"/>
                      <a:pt x="197754" y="160984"/>
                      <a:pt x="183619" y="160984"/>
                    </a:cubicBezTo>
                    <a:lnTo>
                      <a:pt x="109408" y="160984"/>
                    </a:lnTo>
                    <a:lnTo>
                      <a:pt x="109408" y="94800"/>
                    </a:lnTo>
                    <a:lnTo>
                      <a:pt x="183619" y="94800"/>
                    </a:lnTo>
                    <a:cubicBezTo>
                      <a:pt x="197754" y="94800"/>
                      <a:pt x="208132" y="98000"/>
                      <a:pt x="214484" y="104344"/>
                    </a:cubicBezTo>
                    <a:cubicBezTo>
                      <a:pt x="220915" y="110771"/>
                      <a:pt x="224036" y="118475"/>
                      <a:pt x="224036" y="127892"/>
                    </a:cubicBezTo>
                    <a:moveTo>
                      <a:pt x="312045" y="193449"/>
                    </a:moveTo>
                    <a:cubicBezTo>
                      <a:pt x="326262" y="174912"/>
                      <a:pt x="333451" y="151534"/>
                      <a:pt x="333451" y="123955"/>
                    </a:cubicBezTo>
                    <a:cubicBezTo>
                      <a:pt x="333451" y="105775"/>
                      <a:pt x="330056" y="88925"/>
                      <a:pt x="323332" y="73851"/>
                    </a:cubicBezTo>
                    <a:cubicBezTo>
                      <a:pt x="316575" y="58687"/>
                      <a:pt x="306523" y="45398"/>
                      <a:pt x="293433" y="34373"/>
                    </a:cubicBezTo>
                    <a:cubicBezTo>
                      <a:pt x="280496" y="23458"/>
                      <a:pt x="264540" y="14897"/>
                      <a:pt x="245961" y="8917"/>
                    </a:cubicBezTo>
                    <a:cubicBezTo>
                      <a:pt x="227646" y="2997"/>
                      <a:pt x="206664" y="0"/>
                      <a:pt x="183623" y="0"/>
                    </a:cubicBezTo>
                    <a:lnTo>
                      <a:pt x="0" y="0"/>
                    </a:lnTo>
                    <a:lnTo>
                      <a:pt x="0" y="408884"/>
                    </a:lnTo>
                    <a:lnTo>
                      <a:pt x="109411" y="408884"/>
                    </a:lnTo>
                    <a:lnTo>
                      <a:pt x="109411" y="255773"/>
                    </a:lnTo>
                    <a:lnTo>
                      <a:pt x="161758" y="255773"/>
                    </a:lnTo>
                    <a:lnTo>
                      <a:pt x="234944" y="408888"/>
                    </a:lnTo>
                    <a:lnTo>
                      <a:pt x="355035" y="408888"/>
                    </a:lnTo>
                    <a:lnTo>
                      <a:pt x="268442" y="231631"/>
                    </a:lnTo>
                    <a:cubicBezTo>
                      <a:pt x="285522" y="221749"/>
                      <a:pt x="300197" y="208910"/>
                      <a:pt x="312045" y="193449"/>
                    </a:cubicBezTo>
                  </a:path>
                </a:pathLst>
              </a:custGeom>
              <a:solidFill>
                <a:srgbClr val="FFFFFF"/>
              </a:solidFill>
              <a:ln w="375" cap="flat">
                <a:noFill/>
                <a:prstDash val="solid"/>
                <a:miter/>
              </a:ln>
            </p:spPr>
            <p:txBody>
              <a:bodyPr rtlCol="0" anchor="ctr"/>
              <a:lstStyle/>
              <a:p>
                <a:endParaRPr lang="en-US"/>
              </a:p>
            </p:txBody>
          </p:sp>
          <p:sp>
            <p:nvSpPr>
              <p:cNvPr id="39" name="Freihandform: Form 38">
                <a:extLst>
                  <a:ext uri="{FF2B5EF4-FFF2-40B4-BE49-F238E27FC236}">
                    <a16:creationId xmlns:a16="http://schemas.microsoft.com/office/drawing/2014/main" id="{A68E1551-7C9E-486B-93A8-24FB52625A5B}"/>
                  </a:ext>
                </a:extLst>
              </p:cNvPr>
              <p:cNvSpPr/>
              <p:nvPr/>
            </p:nvSpPr>
            <p:spPr bwMode="invGray">
              <a:xfrm>
                <a:off x="6068842" y="3147714"/>
                <a:ext cx="349790" cy="408891"/>
              </a:xfrm>
              <a:custGeom>
                <a:avLst/>
                <a:gdLst>
                  <a:gd name="connsiteX0" fmla="*/ 0 w 349790"/>
                  <a:gd name="connsiteY0" fmla="*/ 94800 h 408891"/>
                  <a:gd name="connsiteX1" fmla="*/ 119884 w 349790"/>
                  <a:gd name="connsiteY1" fmla="*/ 94800 h 408891"/>
                  <a:gd name="connsiteX2" fmla="*/ 119884 w 349790"/>
                  <a:gd name="connsiteY2" fmla="*/ 408891 h 408891"/>
                  <a:gd name="connsiteX3" fmla="*/ 229314 w 349790"/>
                  <a:gd name="connsiteY3" fmla="*/ 408891 h 408891"/>
                  <a:gd name="connsiteX4" fmla="*/ 229314 w 349790"/>
                  <a:gd name="connsiteY4" fmla="*/ 94800 h 408891"/>
                  <a:gd name="connsiteX5" fmla="*/ 349791 w 349790"/>
                  <a:gd name="connsiteY5" fmla="*/ 94800 h 408891"/>
                  <a:gd name="connsiteX6" fmla="*/ 349791 w 349790"/>
                  <a:gd name="connsiteY6" fmla="*/ 0 h 408891"/>
                  <a:gd name="connsiteX7" fmla="*/ 0 w 349790"/>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90" h="408891">
                    <a:moveTo>
                      <a:pt x="0" y="94800"/>
                    </a:moveTo>
                    <a:lnTo>
                      <a:pt x="119884" y="94800"/>
                    </a:lnTo>
                    <a:lnTo>
                      <a:pt x="119884" y="408891"/>
                    </a:lnTo>
                    <a:lnTo>
                      <a:pt x="229314" y="408891"/>
                    </a:lnTo>
                    <a:lnTo>
                      <a:pt x="229314" y="94800"/>
                    </a:lnTo>
                    <a:lnTo>
                      <a:pt x="349791" y="94800"/>
                    </a:lnTo>
                    <a:lnTo>
                      <a:pt x="349791" y="0"/>
                    </a:lnTo>
                    <a:lnTo>
                      <a:pt x="0" y="0"/>
                    </a:lnTo>
                    <a:close/>
                  </a:path>
                </a:pathLst>
              </a:custGeom>
              <a:solidFill>
                <a:srgbClr val="FFFFFF"/>
              </a:solidFill>
              <a:ln w="375" cap="flat">
                <a:noFill/>
                <a:prstDash val="solid"/>
                <a:miter/>
              </a:ln>
            </p:spPr>
            <p:txBody>
              <a:bodyPr rtlCol="0" anchor="ctr"/>
              <a:lstStyle/>
              <a:p>
                <a:endParaRPr lang="en-US"/>
              </a:p>
            </p:txBody>
          </p:sp>
          <p:sp>
            <p:nvSpPr>
              <p:cNvPr id="40" name="Freihandform: Form 39">
                <a:extLst>
                  <a:ext uri="{FF2B5EF4-FFF2-40B4-BE49-F238E27FC236}">
                    <a16:creationId xmlns:a16="http://schemas.microsoft.com/office/drawing/2014/main" id="{438C2B55-3745-4001-B3EE-52E14B5115AD}"/>
                  </a:ext>
                </a:extLst>
              </p:cNvPr>
              <p:cNvSpPr/>
              <p:nvPr/>
            </p:nvSpPr>
            <p:spPr bwMode="invGray">
              <a:xfrm>
                <a:off x="6453885" y="3147729"/>
                <a:ext cx="304742" cy="408891"/>
              </a:xfrm>
              <a:custGeom>
                <a:avLst/>
                <a:gdLst>
                  <a:gd name="connsiteX0" fmla="*/ 0 w 304742"/>
                  <a:gd name="connsiteY0" fmla="*/ 408891 h 408891"/>
                  <a:gd name="connsiteX1" fmla="*/ 109411 w 304742"/>
                  <a:gd name="connsiteY1" fmla="*/ 408891 h 408891"/>
                  <a:gd name="connsiteX2" fmla="*/ 109411 w 304742"/>
                  <a:gd name="connsiteY2" fmla="*/ 244523 h 408891"/>
                  <a:gd name="connsiteX3" fmla="*/ 277732 w 304742"/>
                  <a:gd name="connsiteY3" fmla="*/ 244523 h 408891"/>
                  <a:gd name="connsiteX4" fmla="*/ 277732 w 304742"/>
                  <a:gd name="connsiteY4" fmla="*/ 149746 h 408891"/>
                  <a:gd name="connsiteX5" fmla="*/ 109411 w 304742"/>
                  <a:gd name="connsiteY5" fmla="*/ 149746 h 408891"/>
                  <a:gd name="connsiteX6" fmla="*/ 109411 w 304742"/>
                  <a:gd name="connsiteY6" fmla="*/ 94796 h 408891"/>
                  <a:gd name="connsiteX7" fmla="*/ 304743 w 304742"/>
                  <a:gd name="connsiteY7" fmla="*/ 94796 h 408891"/>
                  <a:gd name="connsiteX8" fmla="*/ 304743 w 304742"/>
                  <a:gd name="connsiteY8" fmla="*/ 0 h 408891"/>
                  <a:gd name="connsiteX9" fmla="*/ 0 w 304742"/>
                  <a:gd name="connsiteY9"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42" h="408891">
                    <a:moveTo>
                      <a:pt x="0" y="408891"/>
                    </a:moveTo>
                    <a:lnTo>
                      <a:pt x="109411" y="408891"/>
                    </a:lnTo>
                    <a:lnTo>
                      <a:pt x="109411" y="244523"/>
                    </a:lnTo>
                    <a:lnTo>
                      <a:pt x="277732" y="244523"/>
                    </a:lnTo>
                    <a:lnTo>
                      <a:pt x="277732" y="149746"/>
                    </a:lnTo>
                    <a:lnTo>
                      <a:pt x="109411" y="149746"/>
                    </a:lnTo>
                    <a:lnTo>
                      <a:pt x="109411" y="94796"/>
                    </a:lnTo>
                    <a:lnTo>
                      <a:pt x="304743" y="94796"/>
                    </a:lnTo>
                    <a:lnTo>
                      <a:pt x="304743" y="0"/>
                    </a:lnTo>
                    <a:lnTo>
                      <a:pt x="0" y="0"/>
                    </a:lnTo>
                    <a:close/>
                  </a:path>
                </a:pathLst>
              </a:custGeom>
              <a:solidFill>
                <a:srgbClr val="FFFFFF"/>
              </a:solidFill>
              <a:ln w="375" cap="flat">
                <a:noFill/>
                <a:prstDash val="solid"/>
                <a:miter/>
              </a:ln>
            </p:spPr>
            <p:txBody>
              <a:bodyPr rtlCol="0" anchor="ctr"/>
              <a:lstStyle/>
              <a:p>
                <a:endParaRPr lang="en-US"/>
              </a:p>
            </p:txBody>
          </p:sp>
          <p:sp>
            <p:nvSpPr>
              <p:cNvPr id="41" name="Freihandform: Form 40">
                <a:extLst>
                  <a:ext uri="{FF2B5EF4-FFF2-40B4-BE49-F238E27FC236}">
                    <a16:creationId xmlns:a16="http://schemas.microsoft.com/office/drawing/2014/main" id="{5C8E443E-C61F-4C17-9776-B17A2BFDC29B}"/>
                  </a:ext>
                </a:extLst>
              </p:cNvPr>
              <p:cNvSpPr/>
              <p:nvPr/>
            </p:nvSpPr>
            <p:spPr bwMode="invGray">
              <a:xfrm>
                <a:off x="6794503" y="3147732"/>
                <a:ext cx="109411" cy="408891"/>
              </a:xfrm>
              <a:custGeom>
                <a:avLst/>
                <a:gdLst>
                  <a:gd name="connsiteX0" fmla="*/ 0 w 109411"/>
                  <a:gd name="connsiteY0" fmla="*/ 0 h 408891"/>
                  <a:gd name="connsiteX1" fmla="*/ 109411 w 109411"/>
                  <a:gd name="connsiteY1" fmla="*/ 0 h 408891"/>
                  <a:gd name="connsiteX2" fmla="*/ 109411 w 109411"/>
                  <a:gd name="connsiteY2" fmla="*/ 408891 h 408891"/>
                  <a:gd name="connsiteX3" fmla="*/ 0 w 109411"/>
                  <a:gd name="connsiteY3" fmla="*/ 408891 h 408891"/>
                </a:gdLst>
                <a:ahLst/>
                <a:cxnLst>
                  <a:cxn ang="0">
                    <a:pos x="connsiteX0" y="connsiteY0"/>
                  </a:cxn>
                  <a:cxn ang="0">
                    <a:pos x="connsiteX1" y="connsiteY1"/>
                  </a:cxn>
                  <a:cxn ang="0">
                    <a:pos x="connsiteX2" y="connsiteY2"/>
                  </a:cxn>
                  <a:cxn ang="0">
                    <a:pos x="connsiteX3" y="connsiteY3"/>
                  </a:cxn>
                </a:cxnLst>
                <a:rect l="l" t="t" r="r" b="b"/>
                <a:pathLst>
                  <a:path w="109411" h="408891">
                    <a:moveTo>
                      <a:pt x="0" y="0"/>
                    </a:moveTo>
                    <a:lnTo>
                      <a:pt x="109411" y="0"/>
                    </a:lnTo>
                    <a:lnTo>
                      <a:pt x="109411" y="408891"/>
                    </a:lnTo>
                    <a:lnTo>
                      <a:pt x="0" y="408891"/>
                    </a:lnTo>
                    <a:close/>
                  </a:path>
                </a:pathLst>
              </a:custGeom>
              <a:solidFill>
                <a:srgbClr val="FFFFFF"/>
              </a:solidFill>
              <a:ln w="375" cap="flat">
                <a:noFill/>
                <a:prstDash val="solid"/>
                <a:miter/>
              </a:ln>
            </p:spPr>
            <p:txBody>
              <a:bodyPr rtlCol="0" anchor="ctr"/>
              <a:lstStyle/>
              <a:p>
                <a:endParaRPr lang="en-US"/>
              </a:p>
            </p:txBody>
          </p:sp>
          <p:sp>
            <p:nvSpPr>
              <p:cNvPr id="42" name="Freihandform: Form 41">
                <a:extLst>
                  <a:ext uri="{FF2B5EF4-FFF2-40B4-BE49-F238E27FC236}">
                    <a16:creationId xmlns:a16="http://schemas.microsoft.com/office/drawing/2014/main" id="{1E749FC3-5AAD-455F-B21A-77DE8F5FEF3B}"/>
                  </a:ext>
                </a:extLst>
              </p:cNvPr>
              <p:cNvSpPr/>
              <p:nvPr/>
            </p:nvSpPr>
            <p:spPr bwMode="invGray">
              <a:xfrm>
                <a:off x="6934952" y="3147732"/>
                <a:ext cx="400473" cy="408891"/>
              </a:xfrm>
              <a:custGeom>
                <a:avLst/>
                <a:gdLst>
                  <a:gd name="connsiteX0" fmla="*/ 200237 w 400473"/>
                  <a:gd name="connsiteY0" fmla="*/ 286701 h 408891"/>
                  <a:gd name="connsiteX1" fmla="*/ 117423 w 400473"/>
                  <a:gd name="connsiteY1" fmla="*/ 0 h 408891"/>
                  <a:gd name="connsiteX2" fmla="*/ 0 w 400473"/>
                  <a:gd name="connsiteY2" fmla="*/ 0 h 408891"/>
                  <a:gd name="connsiteX3" fmla="*/ 134713 w 400473"/>
                  <a:gd name="connsiteY3" fmla="*/ 408891 h 408891"/>
                  <a:gd name="connsiteX4" fmla="*/ 265753 w 400473"/>
                  <a:gd name="connsiteY4" fmla="*/ 408891 h 408891"/>
                  <a:gd name="connsiteX5" fmla="*/ 399392 w 400473"/>
                  <a:gd name="connsiteY5" fmla="*/ 3313 h 408891"/>
                  <a:gd name="connsiteX6" fmla="*/ 400474 w 400473"/>
                  <a:gd name="connsiteY6" fmla="*/ 0 h 408891"/>
                  <a:gd name="connsiteX7" fmla="*/ 283035 w 400473"/>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473" h="408891">
                    <a:moveTo>
                      <a:pt x="200237" y="286701"/>
                    </a:moveTo>
                    <a:lnTo>
                      <a:pt x="117423" y="0"/>
                    </a:lnTo>
                    <a:lnTo>
                      <a:pt x="0" y="0"/>
                    </a:lnTo>
                    <a:lnTo>
                      <a:pt x="134713" y="408891"/>
                    </a:lnTo>
                    <a:lnTo>
                      <a:pt x="265753" y="408891"/>
                    </a:lnTo>
                    <a:lnTo>
                      <a:pt x="399392" y="3313"/>
                    </a:lnTo>
                    <a:lnTo>
                      <a:pt x="400474" y="0"/>
                    </a:lnTo>
                    <a:lnTo>
                      <a:pt x="283035" y="0"/>
                    </a:lnTo>
                    <a:close/>
                  </a:path>
                </a:pathLst>
              </a:custGeom>
              <a:solidFill>
                <a:srgbClr val="FFFFFF"/>
              </a:solidFill>
              <a:ln w="375"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871D8FA2-AEF9-4226-B00D-C6EBCF383F68}"/>
                  </a:ext>
                </a:extLst>
              </p:cNvPr>
              <p:cNvSpPr/>
              <p:nvPr/>
            </p:nvSpPr>
            <p:spPr bwMode="invGray">
              <a:xfrm>
                <a:off x="7366257" y="3147736"/>
                <a:ext cx="313757" cy="408880"/>
              </a:xfrm>
              <a:custGeom>
                <a:avLst/>
                <a:gdLst>
                  <a:gd name="connsiteX0" fmla="*/ 109422 w 313757"/>
                  <a:gd name="connsiteY0" fmla="*/ 314103 h 408880"/>
                  <a:gd name="connsiteX1" fmla="*/ 109422 w 313757"/>
                  <a:gd name="connsiteY1" fmla="*/ 240560 h 408880"/>
                  <a:gd name="connsiteX2" fmla="*/ 284493 w 313757"/>
                  <a:gd name="connsiteY2" fmla="*/ 240560 h 408880"/>
                  <a:gd name="connsiteX3" fmla="*/ 284493 w 313757"/>
                  <a:gd name="connsiteY3" fmla="*/ 145779 h 408880"/>
                  <a:gd name="connsiteX4" fmla="*/ 109422 w 313757"/>
                  <a:gd name="connsiteY4" fmla="*/ 145779 h 408880"/>
                  <a:gd name="connsiteX5" fmla="*/ 109422 w 313757"/>
                  <a:gd name="connsiteY5" fmla="*/ 94796 h 408880"/>
                  <a:gd name="connsiteX6" fmla="*/ 302492 w 313757"/>
                  <a:gd name="connsiteY6" fmla="*/ 94796 h 408880"/>
                  <a:gd name="connsiteX7" fmla="*/ 302492 w 313757"/>
                  <a:gd name="connsiteY7" fmla="*/ 0 h 408880"/>
                  <a:gd name="connsiteX8" fmla="*/ 0 w 313757"/>
                  <a:gd name="connsiteY8" fmla="*/ 0 h 408880"/>
                  <a:gd name="connsiteX9" fmla="*/ 0 w 313757"/>
                  <a:gd name="connsiteY9" fmla="*/ 408880 h 408880"/>
                  <a:gd name="connsiteX10" fmla="*/ 313757 w 313757"/>
                  <a:gd name="connsiteY10" fmla="*/ 408880 h 408880"/>
                  <a:gd name="connsiteX11" fmla="*/ 313757 w 313757"/>
                  <a:gd name="connsiteY11" fmla="*/ 314103 h 40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757" h="408880">
                    <a:moveTo>
                      <a:pt x="109422" y="314103"/>
                    </a:moveTo>
                    <a:lnTo>
                      <a:pt x="109422" y="240560"/>
                    </a:lnTo>
                    <a:lnTo>
                      <a:pt x="284493" y="240560"/>
                    </a:lnTo>
                    <a:lnTo>
                      <a:pt x="284493" y="145779"/>
                    </a:lnTo>
                    <a:lnTo>
                      <a:pt x="109422" y="145779"/>
                    </a:lnTo>
                    <a:lnTo>
                      <a:pt x="109422" y="94796"/>
                    </a:lnTo>
                    <a:lnTo>
                      <a:pt x="302492" y="94796"/>
                    </a:lnTo>
                    <a:lnTo>
                      <a:pt x="302492" y="0"/>
                    </a:lnTo>
                    <a:lnTo>
                      <a:pt x="0" y="0"/>
                    </a:lnTo>
                    <a:lnTo>
                      <a:pt x="0" y="408880"/>
                    </a:lnTo>
                    <a:lnTo>
                      <a:pt x="313757" y="408880"/>
                    </a:lnTo>
                    <a:lnTo>
                      <a:pt x="313757" y="314103"/>
                    </a:lnTo>
                    <a:close/>
                  </a:path>
                </a:pathLst>
              </a:custGeom>
              <a:solidFill>
                <a:srgbClr val="FFFFFF"/>
              </a:solidFill>
              <a:ln w="375"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87E31CAB-153B-4B6D-BA96-076B228BE9B2}"/>
                  </a:ext>
                </a:extLst>
              </p:cNvPr>
              <p:cNvSpPr/>
              <p:nvPr/>
            </p:nvSpPr>
            <p:spPr bwMode="invGray">
              <a:xfrm>
                <a:off x="4900825" y="3147714"/>
                <a:ext cx="324458" cy="408891"/>
              </a:xfrm>
              <a:custGeom>
                <a:avLst/>
                <a:gdLst>
                  <a:gd name="connsiteX0" fmla="*/ 212783 w 324458"/>
                  <a:gd name="connsiteY0" fmla="*/ 129597 h 408891"/>
                  <a:gd name="connsiteX1" fmla="*/ 202731 w 324458"/>
                  <a:gd name="connsiteY1" fmla="*/ 155034 h 408891"/>
                  <a:gd name="connsiteX2" fmla="*/ 172925 w 324458"/>
                  <a:gd name="connsiteY2" fmla="*/ 164951 h 408891"/>
                  <a:gd name="connsiteX3" fmla="*/ 109426 w 324458"/>
                  <a:gd name="connsiteY3" fmla="*/ 164951 h 408891"/>
                  <a:gd name="connsiteX4" fmla="*/ 109426 w 324458"/>
                  <a:gd name="connsiteY4" fmla="*/ 94796 h 408891"/>
                  <a:gd name="connsiteX5" fmla="*/ 172925 w 324458"/>
                  <a:gd name="connsiteY5" fmla="*/ 94796 h 408891"/>
                  <a:gd name="connsiteX6" fmla="*/ 202817 w 324458"/>
                  <a:gd name="connsiteY6" fmla="*/ 104498 h 408891"/>
                  <a:gd name="connsiteX7" fmla="*/ 212783 w 324458"/>
                  <a:gd name="connsiteY7" fmla="*/ 129597 h 408891"/>
                  <a:gd name="connsiteX8" fmla="*/ 284286 w 324458"/>
                  <a:gd name="connsiteY8" fmla="*/ 36469 h 408891"/>
                  <a:gd name="connsiteX9" fmla="*/ 236267 w 324458"/>
                  <a:gd name="connsiteY9" fmla="*/ 9526 h 408891"/>
                  <a:gd name="connsiteX10" fmla="*/ 172929 w 324458"/>
                  <a:gd name="connsiteY10" fmla="*/ 0 h 408891"/>
                  <a:gd name="connsiteX11" fmla="*/ 0 w 324458"/>
                  <a:gd name="connsiteY11" fmla="*/ 0 h 408891"/>
                  <a:gd name="connsiteX12" fmla="*/ 0 w 324458"/>
                  <a:gd name="connsiteY12" fmla="*/ 408891 h 408891"/>
                  <a:gd name="connsiteX13" fmla="*/ 109430 w 324458"/>
                  <a:gd name="connsiteY13" fmla="*/ 408891 h 408891"/>
                  <a:gd name="connsiteX14" fmla="*/ 109430 w 324458"/>
                  <a:gd name="connsiteY14" fmla="*/ 259732 h 408891"/>
                  <a:gd name="connsiteX15" fmla="*/ 172929 w 324458"/>
                  <a:gd name="connsiteY15" fmla="*/ 259732 h 408891"/>
                  <a:gd name="connsiteX16" fmla="*/ 236267 w 324458"/>
                  <a:gd name="connsiteY16" fmla="*/ 250206 h 408891"/>
                  <a:gd name="connsiteX17" fmla="*/ 284286 w 324458"/>
                  <a:gd name="connsiteY17" fmla="*/ 223270 h 408891"/>
                  <a:gd name="connsiteX18" fmla="*/ 314415 w 324458"/>
                  <a:gd name="connsiteY18" fmla="*/ 181448 h 408891"/>
                  <a:gd name="connsiteX19" fmla="*/ 324459 w 324458"/>
                  <a:gd name="connsiteY19" fmla="*/ 129601 h 408891"/>
                  <a:gd name="connsiteX20" fmla="*/ 314400 w 324458"/>
                  <a:gd name="connsiteY20" fmla="*/ 77983 h 408891"/>
                  <a:gd name="connsiteX21" fmla="*/ 284286 w 324458"/>
                  <a:gd name="connsiteY21" fmla="*/ 36469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458" h="408891">
                    <a:moveTo>
                      <a:pt x="212783" y="129597"/>
                    </a:moveTo>
                    <a:cubicBezTo>
                      <a:pt x="212783" y="140107"/>
                      <a:pt x="209496" y="148431"/>
                      <a:pt x="202731" y="155034"/>
                    </a:cubicBezTo>
                    <a:cubicBezTo>
                      <a:pt x="195921" y="161705"/>
                      <a:pt x="186158" y="164951"/>
                      <a:pt x="172925" y="164951"/>
                    </a:cubicBezTo>
                    <a:lnTo>
                      <a:pt x="109426" y="164951"/>
                    </a:lnTo>
                    <a:lnTo>
                      <a:pt x="109426" y="94796"/>
                    </a:lnTo>
                    <a:lnTo>
                      <a:pt x="172925" y="94796"/>
                    </a:lnTo>
                    <a:cubicBezTo>
                      <a:pt x="186023" y="94796"/>
                      <a:pt x="196086" y="98064"/>
                      <a:pt x="202817" y="104498"/>
                    </a:cubicBezTo>
                    <a:cubicBezTo>
                      <a:pt x="209530" y="110918"/>
                      <a:pt x="212783" y="119117"/>
                      <a:pt x="212783" y="129597"/>
                    </a:cubicBezTo>
                    <a:moveTo>
                      <a:pt x="284286" y="36469"/>
                    </a:moveTo>
                    <a:cubicBezTo>
                      <a:pt x="271203" y="24994"/>
                      <a:pt x="255036" y="15934"/>
                      <a:pt x="236267" y="9526"/>
                    </a:cubicBezTo>
                    <a:cubicBezTo>
                      <a:pt x="217673" y="3200"/>
                      <a:pt x="196368" y="0"/>
                      <a:pt x="172929" y="0"/>
                    </a:cubicBezTo>
                    <a:lnTo>
                      <a:pt x="0" y="0"/>
                    </a:lnTo>
                    <a:lnTo>
                      <a:pt x="0" y="408891"/>
                    </a:lnTo>
                    <a:lnTo>
                      <a:pt x="109430" y="408891"/>
                    </a:lnTo>
                    <a:lnTo>
                      <a:pt x="109430" y="259732"/>
                    </a:lnTo>
                    <a:lnTo>
                      <a:pt x="172929" y="259732"/>
                    </a:lnTo>
                    <a:cubicBezTo>
                      <a:pt x="196394" y="259732"/>
                      <a:pt x="217715" y="256531"/>
                      <a:pt x="236267" y="250206"/>
                    </a:cubicBezTo>
                    <a:cubicBezTo>
                      <a:pt x="255021" y="243839"/>
                      <a:pt x="271169" y="234760"/>
                      <a:pt x="284286" y="223270"/>
                    </a:cubicBezTo>
                    <a:cubicBezTo>
                      <a:pt x="297546" y="211637"/>
                      <a:pt x="307684" y="197562"/>
                      <a:pt x="314415" y="181448"/>
                    </a:cubicBezTo>
                    <a:cubicBezTo>
                      <a:pt x="321086" y="165511"/>
                      <a:pt x="324459" y="148067"/>
                      <a:pt x="324459" y="129601"/>
                    </a:cubicBezTo>
                    <a:cubicBezTo>
                      <a:pt x="324459" y="111109"/>
                      <a:pt x="321071" y="93740"/>
                      <a:pt x="314400" y="77983"/>
                    </a:cubicBezTo>
                    <a:cubicBezTo>
                      <a:pt x="307665" y="62060"/>
                      <a:pt x="297527" y="48087"/>
                      <a:pt x="284286" y="36469"/>
                    </a:cubicBezTo>
                  </a:path>
                </a:pathLst>
              </a:custGeom>
              <a:solidFill>
                <a:srgbClr val="FFFFFF"/>
              </a:solidFill>
              <a:ln w="375" cap="flat">
                <a:noFill/>
                <a:prstDash val="solid"/>
                <a:miter/>
              </a:ln>
            </p:spPr>
            <p:txBody>
              <a:bodyPr rtlCol="0" anchor="ctr"/>
              <a:lstStyle/>
              <a:p>
                <a:endParaRPr lang="en-US"/>
              </a:p>
            </p:txBody>
          </p:sp>
        </p:grpSp>
        <p:sp>
          <p:nvSpPr>
            <p:cNvPr id="35" name="Freihandform: Form 34">
              <a:extLst>
                <a:ext uri="{FF2B5EF4-FFF2-40B4-BE49-F238E27FC236}">
                  <a16:creationId xmlns:a16="http://schemas.microsoft.com/office/drawing/2014/main" id="{857AB202-09EE-4D92-B38C-53CD0A17DB39}"/>
                </a:ext>
              </a:extLst>
            </p:cNvPr>
            <p:cNvSpPr/>
            <p:nvPr/>
          </p:nvSpPr>
          <p:spPr bwMode="invGray">
            <a:xfrm>
              <a:off x="6977972" y="3611356"/>
              <a:ext cx="314433" cy="109445"/>
            </a:xfrm>
            <a:custGeom>
              <a:avLst/>
              <a:gdLst>
                <a:gd name="connsiteX0" fmla="*/ 0 w 314433"/>
                <a:gd name="connsiteY0" fmla="*/ 0 h 109445"/>
                <a:gd name="connsiteX1" fmla="*/ 314434 w 314433"/>
                <a:gd name="connsiteY1" fmla="*/ 0 h 109445"/>
                <a:gd name="connsiteX2" fmla="*/ 314434 w 314433"/>
                <a:gd name="connsiteY2" fmla="*/ 109445 h 109445"/>
                <a:gd name="connsiteX3" fmla="*/ 0 w 314433"/>
                <a:gd name="connsiteY3" fmla="*/ 109445 h 109445"/>
              </a:gdLst>
              <a:ahLst/>
              <a:cxnLst>
                <a:cxn ang="0">
                  <a:pos x="connsiteX0" y="connsiteY0"/>
                </a:cxn>
                <a:cxn ang="0">
                  <a:pos x="connsiteX1" y="connsiteY1"/>
                </a:cxn>
                <a:cxn ang="0">
                  <a:pos x="connsiteX2" y="connsiteY2"/>
                </a:cxn>
                <a:cxn ang="0">
                  <a:pos x="connsiteX3" y="connsiteY3"/>
                </a:cxn>
              </a:cxnLst>
              <a:rect l="l" t="t" r="r" b="b"/>
              <a:pathLst>
                <a:path w="314433" h="109445">
                  <a:moveTo>
                    <a:pt x="0" y="0"/>
                  </a:moveTo>
                  <a:lnTo>
                    <a:pt x="314434" y="0"/>
                  </a:lnTo>
                  <a:lnTo>
                    <a:pt x="314434" y="109445"/>
                  </a:lnTo>
                  <a:lnTo>
                    <a:pt x="0" y="109445"/>
                  </a:lnTo>
                  <a:close/>
                </a:path>
              </a:pathLst>
            </a:custGeom>
            <a:solidFill>
              <a:schemeClr val="bg2"/>
            </a:solidFill>
            <a:ln w="375" cap="flat">
              <a:noFill/>
              <a:prstDash val="solid"/>
              <a:miter/>
            </a:ln>
          </p:spPr>
          <p:txBody>
            <a:bodyPr rtlCol="0" anchor="ctr"/>
            <a:lstStyle/>
            <a:p>
              <a:endParaRPr lang="en-US"/>
            </a:p>
          </p:txBody>
        </p:sp>
      </p:grpSp>
      <p:sp>
        <p:nvSpPr>
          <p:cNvPr id="45" name="Textplatzhalter 8">
            <a:extLst>
              <a:ext uri="{FF2B5EF4-FFF2-40B4-BE49-F238E27FC236}">
                <a16:creationId xmlns:a16="http://schemas.microsoft.com/office/drawing/2014/main" id="{7048F146-31C6-4C40-9CD2-081E8E97B508}"/>
              </a:ext>
            </a:extLst>
          </p:cNvPr>
          <p:cNvSpPr>
            <a:spLocks noGrp="1"/>
          </p:cNvSpPr>
          <p:nvPr>
            <p:ph type="body" sz="quarter" idx="12" hasCustomPrompt="1"/>
          </p:nvPr>
        </p:nvSpPr>
        <p:spPr bwMode="black">
          <a:xfrm>
            <a:off x="3431984"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6" name="Textplatzhalter 8">
            <a:extLst>
              <a:ext uri="{FF2B5EF4-FFF2-40B4-BE49-F238E27FC236}">
                <a16:creationId xmlns:a16="http://schemas.microsoft.com/office/drawing/2014/main" id="{703277B6-8F80-4D8B-8F4B-8050CF8E3F6B}"/>
              </a:ext>
            </a:extLst>
          </p:cNvPr>
          <p:cNvSpPr>
            <a:spLocks noGrp="1"/>
          </p:cNvSpPr>
          <p:nvPr>
            <p:ph type="body" sz="quarter" idx="13" hasCustomPrompt="1"/>
          </p:nvPr>
        </p:nvSpPr>
        <p:spPr bwMode="black">
          <a:xfrm>
            <a:off x="3431984"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7" name="Textplatzhalter 8">
            <a:extLst>
              <a:ext uri="{FF2B5EF4-FFF2-40B4-BE49-F238E27FC236}">
                <a16:creationId xmlns:a16="http://schemas.microsoft.com/office/drawing/2014/main" id="{54AB44A6-B61F-4B99-9715-C185EB0F59AA}"/>
              </a:ext>
            </a:extLst>
          </p:cNvPr>
          <p:cNvSpPr>
            <a:spLocks noGrp="1"/>
          </p:cNvSpPr>
          <p:nvPr>
            <p:ph type="body" sz="quarter" idx="14" hasCustomPrompt="1"/>
          </p:nvPr>
        </p:nvSpPr>
        <p:spPr bwMode="black">
          <a:xfrm>
            <a:off x="624029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8" name="Textplatzhalter 8">
            <a:extLst>
              <a:ext uri="{FF2B5EF4-FFF2-40B4-BE49-F238E27FC236}">
                <a16:creationId xmlns:a16="http://schemas.microsoft.com/office/drawing/2014/main" id="{5FFBC0EB-C3F4-4BBB-AFAA-DF8F27DE6F74}"/>
              </a:ext>
            </a:extLst>
          </p:cNvPr>
          <p:cNvSpPr>
            <a:spLocks noGrp="1"/>
          </p:cNvSpPr>
          <p:nvPr>
            <p:ph type="body" sz="quarter" idx="15" hasCustomPrompt="1"/>
          </p:nvPr>
        </p:nvSpPr>
        <p:spPr bwMode="black">
          <a:xfrm>
            <a:off x="624029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9" name="Textplatzhalter 8">
            <a:extLst>
              <a:ext uri="{FF2B5EF4-FFF2-40B4-BE49-F238E27FC236}">
                <a16:creationId xmlns:a16="http://schemas.microsoft.com/office/drawing/2014/main" id="{96811929-4004-4013-A01C-E6C4502FE51B}"/>
              </a:ext>
            </a:extLst>
          </p:cNvPr>
          <p:cNvSpPr>
            <a:spLocks noGrp="1"/>
          </p:cNvSpPr>
          <p:nvPr>
            <p:ph type="body" sz="quarter" idx="16" hasCustomPrompt="1"/>
          </p:nvPr>
        </p:nvSpPr>
        <p:spPr bwMode="black">
          <a:xfrm>
            <a:off x="9048608"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50" name="Textplatzhalter 8">
            <a:extLst>
              <a:ext uri="{FF2B5EF4-FFF2-40B4-BE49-F238E27FC236}">
                <a16:creationId xmlns:a16="http://schemas.microsoft.com/office/drawing/2014/main" id="{8C52A45D-A4A4-427B-A37B-39BBD54F07ED}"/>
              </a:ext>
            </a:extLst>
          </p:cNvPr>
          <p:cNvSpPr>
            <a:spLocks noGrp="1"/>
          </p:cNvSpPr>
          <p:nvPr>
            <p:ph type="body" sz="quarter" idx="17" hasCustomPrompt="1"/>
          </p:nvPr>
        </p:nvSpPr>
        <p:spPr bwMode="black">
          <a:xfrm>
            <a:off x="9048608"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Tree>
    <p:extLst>
      <p:ext uri="{BB962C8B-B14F-4D97-AF65-F5344CB8AC3E}">
        <p14:creationId xmlns:p14="http://schemas.microsoft.com/office/powerpoint/2010/main" val="3789305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pyright | black">
    <p:bg>
      <p:bgPr>
        <a:solidFill>
          <a:schemeClr val="tx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rgbClr val="FFFFFF"/>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respectively the Club represented by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rgbClr val="FFFFFF"/>
                </a:solidFill>
                <a:latin typeface="Arial" panose="020B0604020202020204" pitchFamily="34" charset="0"/>
              </a:rPr>
              <a:t>UrhG</a:t>
            </a:r>
            <a:r>
              <a:rPr lang="en-GB" sz="900" b="0" i="0" u="none" baseline="0" noProof="0">
                <a:solidFill>
                  <a:srgbClr val="FFFFFF"/>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rgbClr val="FFFFFF"/>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1469162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chemeClr val="tx1"/>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respectively the Club represented by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chemeClr val="tx1"/>
                </a:solidFill>
                <a:latin typeface="Arial" panose="020B0604020202020204" pitchFamily="34" charset="0"/>
              </a:rPr>
              <a:t>UrhG</a:t>
            </a:r>
            <a:r>
              <a:rPr lang="en-GB" sz="900" b="0" i="0" u="none" baseline="0" noProof="0">
                <a:solidFill>
                  <a:schemeClr val="tx1"/>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chemeClr val="tx1"/>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37470581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81318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3807846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12" name="Rechteck 11">
            <a:extLst>
              <a:ext uri="{FF2B5EF4-FFF2-40B4-BE49-F238E27FC236}">
                <a16:creationId xmlns:a16="http://schemas.microsoft.com/office/drawing/2014/main" id="{0AC8B0BB-FF28-47AC-A257-20455D931719}"/>
              </a:ext>
            </a:extLst>
          </p:cNvPr>
          <p:cNvSpPr/>
          <p:nvPr userDrawn="1"/>
        </p:nvSpPr>
        <p:spPr bwMode="gray">
          <a:xfrm>
            <a:off x="0" y="0"/>
            <a:ext cx="33496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13" name="Rechteck 12">
            <a:extLst>
              <a:ext uri="{FF2B5EF4-FFF2-40B4-BE49-F238E27FC236}">
                <a16:creationId xmlns:a16="http://schemas.microsoft.com/office/drawing/2014/main" id="{407230F5-57F3-4F2A-BE73-A810F1592345}"/>
              </a:ext>
            </a:extLst>
          </p:cNvPr>
          <p:cNvSpPr/>
          <p:nvPr userDrawn="1"/>
        </p:nvSpPr>
        <p:spPr bwMode="gray">
          <a:xfrm>
            <a:off x="11857038" y="0"/>
            <a:ext cx="33496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25" name="Textfeld 24">
            <a:extLst>
              <a:ext uri="{FF2B5EF4-FFF2-40B4-BE49-F238E27FC236}">
                <a16:creationId xmlns:a16="http://schemas.microsoft.com/office/drawing/2014/main" id="{1A3531AF-9623-44F5-B29D-93C066A6F8DF}"/>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349620444"/>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8969701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pyright | black">
    <p:bg>
      <p:bgPr>
        <a:solidFill>
          <a:schemeClr val="tx1"/>
        </a:solidFill>
        <a:effectLst/>
      </p:bgPr>
    </p:bg>
    <p:spTree>
      <p:nvGrpSpPr>
        <p:cNvPr id="1" name=""/>
        <p:cNvGrpSpPr/>
        <p:nvPr/>
      </p:nvGrpSpPr>
      <p:grpSpPr>
        <a:xfrm>
          <a:off x="0" y="0"/>
          <a:ext cx="0" cy="0"/>
          <a:chOff x="0" y="0"/>
          <a:chExt cx="0" cy="0"/>
        </a:xfrm>
      </p:grpSpPr>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37452132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pyright">
    <p:spTree>
      <p:nvGrpSpPr>
        <p:cNvPr id="1" name=""/>
        <p:cNvGrpSpPr/>
        <p:nvPr/>
      </p:nvGrpSpPr>
      <p:grpSpPr>
        <a:xfrm>
          <a:off x="0" y="0"/>
          <a:ext cx="0" cy="0"/>
          <a:chOff x="0" y="0"/>
          <a:chExt cx="0" cy="0"/>
        </a:xfrm>
      </p:grpSpPr>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36162502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ullscreen_Video">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95215D3-DC5D-EE4F-A9E5-E60E02B752EF}"/>
              </a:ext>
            </a:extLst>
          </p:cNvPr>
          <p:cNvSpPr/>
          <p:nvPr userDrawn="1"/>
        </p:nvSpPr>
        <p:spPr>
          <a:xfrm>
            <a:off x="5519936" y="0"/>
            <a:ext cx="1224136" cy="40466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en-AU" sz="1400" b="0" i="0" u="none" baseline="0">
              <a:solidFill>
                <a:sysClr val="windowText" lastClr="000000"/>
              </a:solidFill>
              <a:latin typeface="Arial" panose="020B0604020202020204" pitchFamily="34" charset="0"/>
            </a:endParaRPr>
          </a:p>
        </p:txBody>
      </p:sp>
      <p:sp>
        <p:nvSpPr>
          <p:cNvPr id="20" name="Rechteck 19">
            <a:extLst>
              <a:ext uri="{FF2B5EF4-FFF2-40B4-BE49-F238E27FC236}">
                <a16:creationId xmlns:a16="http://schemas.microsoft.com/office/drawing/2014/main" id="{88C2677B-99FA-844C-9733-A27368073825}"/>
              </a:ext>
            </a:extLst>
          </p:cNvPr>
          <p:cNvSpPr/>
          <p:nvPr userDrawn="1"/>
        </p:nvSpPr>
        <p:spPr>
          <a:xfrm>
            <a:off x="5461879" y="6453336"/>
            <a:ext cx="1224136" cy="40466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en-AU" sz="1400" b="0" i="0" u="none" baseline="0">
              <a:solidFill>
                <a:sysClr val="windowText" lastClr="000000"/>
              </a:solidFill>
              <a:latin typeface="Arial" panose="020B0604020202020204" pitchFamily="34" charset="0"/>
            </a:endParaRPr>
          </a:p>
        </p:txBody>
      </p:sp>
    </p:spTree>
    <p:extLst>
      <p:ext uri="{BB962C8B-B14F-4D97-AF65-F5344CB8AC3E}">
        <p14:creationId xmlns:p14="http://schemas.microsoft.com/office/powerpoint/2010/main" val="20374336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ontac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04E24B7-16B6-48B3-8D52-C4B9616DF814}"/>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de-DE" sz="2400" b="0" i="0" u="none" baseline="0">
              <a:solidFill>
                <a:srgbClr val="FFFFFF"/>
              </a:solidFill>
              <a:latin typeface="Arial" panose="020B0604020202020204" pitchFamily="34" charset="0"/>
            </a:endParaRPr>
          </a:p>
        </p:txBody>
      </p:sp>
      <p:pic>
        <p:nvPicPr>
          <p:cNvPr id="6" name="Grafik 5">
            <a:extLst>
              <a:ext uri="{FF2B5EF4-FFF2-40B4-BE49-F238E27FC236}">
                <a16:creationId xmlns:a16="http://schemas.microsoft.com/office/drawing/2014/main" id="{86B192AB-2361-44DE-A46E-166CA472E7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21193" y="3140626"/>
            <a:ext cx="3149617" cy="576749"/>
          </a:xfrm>
          <a:prstGeom prst="rect">
            <a:avLst/>
          </a:prstGeom>
        </p:spPr>
      </p:pic>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a:xfrm>
            <a:off x="624416" y="390905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a:xfrm>
            <a:off x="623391" y="506052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1" name="Textplatzhalter 10">
            <a:extLst>
              <a:ext uri="{FF2B5EF4-FFF2-40B4-BE49-F238E27FC236}">
                <a16:creationId xmlns:a16="http://schemas.microsoft.com/office/drawing/2014/main" id="{FD3A351C-B054-488A-96DA-3D864DDEFE98}"/>
              </a:ext>
            </a:extLst>
          </p:cNvPr>
          <p:cNvSpPr>
            <a:spLocks noGrp="1"/>
          </p:cNvSpPr>
          <p:nvPr>
            <p:ph type="body" sz="quarter" idx="16" hasCustomPrompt="1"/>
          </p:nvPr>
        </p:nvSpPr>
        <p:spPr>
          <a:xfrm>
            <a:off x="5568107" y="0"/>
            <a:ext cx="1055787" cy="384000"/>
          </a:xfrm>
          <a:blipFill>
            <a:blip r:embed="rId3"/>
            <a:stretch>
              <a:fillRect l="-27170" t="-282" r="-6472" b="-206"/>
            </a:stretch>
          </a:blipFill>
        </p:spPr>
        <p:txBody>
          <a:bodyPr/>
          <a:lstStyle>
            <a:lvl1pPr>
              <a:defRPr/>
            </a:lvl1pPr>
          </a:lstStyle>
          <a:p>
            <a:pPr lvl="0"/>
            <a:r>
              <a:rPr lang="de-DE"/>
              <a:t> </a:t>
            </a:r>
          </a:p>
        </p:txBody>
      </p:sp>
      <p:sp>
        <p:nvSpPr>
          <p:cNvPr id="12" name="Textplatzhalter 10">
            <a:extLst>
              <a:ext uri="{FF2B5EF4-FFF2-40B4-BE49-F238E27FC236}">
                <a16:creationId xmlns:a16="http://schemas.microsoft.com/office/drawing/2014/main" id="{CE9C6B95-632F-4A19-995A-4C35860E9490}"/>
              </a:ext>
            </a:extLst>
          </p:cNvPr>
          <p:cNvSpPr>
            <a:spLocks noGrp="1"/>
          </p:cNvSpPr>
          <p:nvPr>
            <p:ph type="body" sz="quarter" idx="17" hasCustomPrompt="1"/>
          </p:nvPr>
        </p:nvSpPr>
        <p:spPr>
          <a:xfrm>
            <a:off x="5568107" y="6474000"/>
            <a:ext cx="1055787" cy="384000"/>
          </a:xfrm>
          <a:blipFill>
            <a:blip r:embed="rId3"/>
            <a:stretch>
              <a:fillRect l="-27170" t="-282" r="-6472" b="-206"/>
            </a:stretch>
          </a:blipFill>
        </p:spPr>
        <p:txBody>
          <a:bodyPr/>
          <a:lstStyle>
            <a:lvl1pPr>
              <a:defRPr/>
            </a:lvl1pPr>
          </a:lstStyle>
          <a:p>
            <a:pPr lvl="0"/>
            <a:r>
              <a:rPr lang="de-DE"/>
              <a:t> </a:t>
            </a:r>
          </a:p>
        </p:txBody>
      </p:sp>
      <p:sp>
        <p:nvSpPr>
          <p:cNvPr id="13" name="Textplatzhalter 8">
            <a:extLst>
              <a:ext uri="{FF2B5EF4-FFF2-40B4-BE49-F238E27FC236}">
                <a16:creationId xmlns:a16="http://schemas.microsoft.com/office/drawing/2014/main" id="{AADD44CD-2753-482D-A965-16E8C883C125}"/>
              </a:ext>
            </a:extLst>
          </p:cNvPr>
          <p:cNvSpPr>
            <a:spLocks noGrp="1"/>
          </p:cNvSpPr>
          <p:nvPr>
            <p:ph type="body" sz="quarter" idx="18" hasCustomPrompt="1"/>
          </p:nvPr>
        </p:nvSpPr>
        <p:spPr>
          <a:xfrm>
            <a:off x="3376480" y="390971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4" name="Textplatzhalter 8">
            <a:extLst>
              <a:ext uri="{FF2B5EF4-FFF2-40B4-BE49-F238E27FC236}">
                <a16:creationId xmlns:a16="http://schemas.microsoft.com/office/drawing/2014/main" id="{C94F3636-305D-456D-A0E2-A24C577076DB}"/>
              </a:ext>
            </a:extLst>
          </p:cNvPr>
          <p:cNvSpPr>
            <a:spLocks noGrp="1"/>
          </p:cNvSpPr>
          <p:nvPr>
            <p:ph type="body" sz="quarter" idx="19" hasCustomPrompt="1"/>
          </p:nvPr>
        </p:nvSpPr>
        <p:spPr>
          <a:xfrm>
            <a:off x="3375455" y="506118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5" name="Textplatzhalter 8">
            <a:extLst>
              <a:ext uri="{FF2B5EF4-FFF2-40B4-BE49-F238E27FC236}">
                <a16:creationId xmlns:a16="http://schemas.microsoft.com/office/drawing/2014/main" id="{96E18DD2-B380-4D17-A06E-2546AAFA4D0C}"/>
              </a:ext>
            </a:extLst>
          </p:cNvPr>
          <p:cNvSpPr>
            <a:spLocks noGrp="1"/>
          </p:cNvSpPr>
          <p:nvPr>
            <p:ph type="body" sz="quarter" idx="20" hasCustomPrompt="1"/>
          </p:nvPr>
        </p:nvSpPr>
        <p:spPr>
          <a:xfrm>
            <a:off x="6128544" y="391662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6" name="Textplatzhalter 8">
            <a:extLst>
              <a:ext uri="{FF2B5EF4-FFF2-40B4-BE49-F238E27FC236}">
                <a16:creationId xmlns:a16="http://schemas.microsoft.com/office/drawing/2014/main" id="{EBB98A29-42B7-4665-B7EB-76508B202365}"/>
              </a:ext>
            </a:extLst>
          </p:cNvPr>
          <p:cNvSpPr>
            <a:spLocks noGrp="1"/>
          </p:cNvSpPr>
          <p:nvPr>
            <p:ph type="body" sz="quarter" idx="21" hasCustomPrompt="1"/>
          </p:nvPr>
        </p:nvSpPr>
        <p:spPr>
          <a:xfrm>
            <a:off x="6127519" y="506809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7" name="Textplatzhalter 8">
            <a:extLst>
              <a:ext uri="{FF2B5EF4-FFF2-40B4-BE49-F238E27FC236}">
                <a16:creationId xmlns:a16="http://schemas.microsoft.com/office/drawing/2014/main" id="{C27B1F27-00CE-4319-86FC-8725236426E4}"/>
              </a:ext>
            </a:extLst>
          </p:cNvPr>
          <p:cNvSpPr>
            <a:spLocks noGrp="1"/>
          </p:cNvSpPr>
          <p:nvPr>
            <p:ph type="body" sz="quarter" idx="22" hasCustomPrompt="1"/>
          </p:nvPr>
        </p:nvSpPr>
        <p:spPr>
          <a:xfrm>
            <a:off x="8880608" y="391728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8" name="Textplatzhalter 8">
            <a:extLst>
              <a:ext uri="{FF2B5EF4-FFF2-40B4-BE49-F238E27FC236}">
                <a16:creationId xmlns:a16="http://schemas.microsoft.com/office/drawing/2014/main" id="{8C69BFBD-90EB-4EB7-A441-7C5C03B5E3FB}"/>
              </a:ext>
            </a:extLst>
          </p:cNvPr>
          <p:cNvSpPr>
            <a:spLocks noGrp="1"/>
          </p:cNvSpPr>
          <p:nvPr>
            <p:ph type="body" sz="quarter" idx="23" hasCustomPrompt="1"/>
          </p:nvPr>
        </p:nvSpPr>
        <p:spPr>
          <a:xfrm>
            <a:off x="8879583" y="506875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Tree>
    <p:extLst>
      <p:ext uri="{BB962C8B-B14F-4D97-AF65-F5344CB8AC3E}">
        <p14:creationId xmlns:p14="http://schemas.microsoft.com/office/powerpoint/2010/main" val="14395391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Inhalt mit Überschrift">
    <p:spTree>
      <p:nvGrpSpPr>
        <p:cNvPr id="1" name=""/>
        <p:cNvGrpSpPr/>
        <p:nvPr/>
      </p:nvGrpSpPr>
      <p:grpSpPr>
        <a:xfrm>
          <a:off x="0" y="0"/>
          <a:ext cx="0" cy="0"/>
          <a:chOff x="0" y="0"/>
          <a:chExt cx="0" cy="0"/>
        </a:xfrm>
      </p:grpSpPr>
      <p:sp>
        <p:nvSpPr>
          <p:cNvPr id="3" name="Inhaltsplatzhalter 2"/>
          <p:cNvSpPr>
            <a:spLocks noGrp="1"/>
          </p:cNvSpPr>
          <p:nvPr>
            <p:ph idx="1"/>
          </p:nvPr>
        </p:nvSpPr>
        <p:spPr>
          <a:xfrm>
            <a:off x="6096000" y="0"/>
            <a:ext cx="6096000" cy="6857999"/>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656401"/>
            <a:ext cx="3932237" cy="3811588"/>
          </a:xfrm>
          <a:prstGeom prst="rect">
            <a:avLst/>
          </a:prstGeom>
        </p:spPr>
        <p:txBody>
          <a:bodyPr/>
          <a:lstStyle>
            <a:lvl1pPr marL="0" indent="0">
              <a:buNone/>
              <a:defRPr sz="1600" b="0" i="0">
                <a:latin typeface="MB Corpo S Text Office Light" panose="020B0404050000000004"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11" name="Titel 10">
            <a:extLst>
              <a:ext uri="{FF2B5EF4-FFF2-40B4-BE49-F238E27FC236}">
                <a16:creationId xmlns:a16="http://schemas.microsoft.com/office/drawing/2014/main" id="{F9AE6A70-BDBE-9F61-D3EA-EE632CE91BE5}"/>
              </a:ext>
            </a:extLst>
          </p:cNvPr>
          <p:cNvSpPr>
            <a:spLocks noGrp="1"/>
          </p:cNvSpPr>
          <p:nvPr>
            <p:ph type="title" hasCustomPrompt="1"/>
          </p:nvPr>
        </p:nvSpPr>
        <p:spPr>
          <a:xfrm>
            <a:off x="838200" y="1077820"/>
            <a:ext cx="4890247" cy="1325563"/>
          </a:xfrm>
          <a:prstGeom prst="rect">
            <a:avLst/>
          </a:prstGeom>
        </p:spPr>
        <p:txBody>
          <a:bodyPr/>
          <a:lstStyle/>
          <a:p>
            <a:r>
              <a:rPr lang="de-DE"/>
              <a:t>MASTERTITELFORMAT BEARBEITEN</a:t>
            </a:r>
          </a:p>
        </p:txBody>
      </p:sp>
    </p:spTree>
    <p:extLst>
      <p:ext uri="{BB962C8B-B14F-4D97-AF65-F5344CB8AC3E}">
        <p14:creationId xmlns:p14="http://schemas.microsoft.com/office/powerpoint/2010/main" val="39964067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p:nvSpPr>
        <p:spPr>
          <a:xfrm>
            <a:off x="8184232" y="3861048"/>
            <a:ext cx="1008112" cy="50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de-DE" sz="1400"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92000" cy="68580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91999" cy="68580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Tree>
    <p:extLst>
      <p:ext uri="{BB962C8B-B14F-4D97-AF65-F5344CB8AC3E}">
        <p14:creationId xmlns:p14="http://schemas.microsoft.com/office/powerpoint/2010/main" val="3317579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7613750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slide | plain">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432" y="1916832"/>
            <a:ext cx="5040560" cy="2448272"/>
          </a:xfrm>
        </p:spPr>
        <p:txBody>
          <a:bodyPr anchor="b"/>
          <a:lstStyle>
            <a:lvl1pPr algn="ctr">
              <a:defRPr sz="4000"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431" y="4437112"/>
            <a:ext cx="5040561"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9268" y="0"/>
            <a:ext cx="4792732" cy="68580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grpSp>
        <p:nvGrpSpPr>
          <p:cNvPr id="4"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97670"/>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cxnSp>
        <p:nvCxnSpPr>
          <p:cNvPr id="20" name="Gerader Verbinder 19">
            <a:extLst>
              <a:ext uri="{FF2B5EF4-FFF2-40B4-BE49-F238E27FC236}">
                <a16:creationId xmlns:a16="http://schemas.microsoft.com/office/drawing/2014/main" id="{F75FF856-078C-4E02-8AE5-05E2CD778AF5}"/>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12F4A29-711F-445D-915D-FFB3CE4A4593}"/>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510F830-F6D4-4893-84D7-53EAF94975CB}"/>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A1A78233-DCDD-47B8-B552-85362E910D72}"/>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63D16A7-BA4D-43C5-BF08-1AB18DA42786}"/>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A49D86C-B378-4E22-9E81-3FD6B376D508}"/>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0AD63855-448E-4EFE-9AB6-4CDE7B1EB730}"/>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1B44D98-F4C6-4116-8554-6567F8C12EE1}"/>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27E39CC6-A48C-4189-9CF8-62BCF49D4E3B}"/>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E8F0855-AE94-4C4E-BEF5-3ED7B16C53F7}"/>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85EC6500-D113-40AD-BC26-167338441A0B}"/>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AEE25C1F-045B-42A1-AD80-143C2C7D4780}"/>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C5C0783-B42E-459C-9804-10BF1E72EE5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6271241D-ECBA-474E-AFF5-F37DA37B9116}"/>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C830E45-34BA-4430-BC3D-4CCCFEA116A3}"/>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AF505675-5729-4897-8EBA-29C391A49E06}"/>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FD44380B-583E-46A4-BC68-030E5F71302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4175D04C-0CC6-462B-9DFE-BC92019AEABA}"/>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153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slide | partner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p:nvGrpSpPr>
        <p:grpSpPr bwMode="white">
          <a:xfrm>
            <a:off x="5852418" y="1601192"/>
            <a:ext cx="2160000" cy="1429668"/>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3" name="Textfeld 22">
            <a:extLst>
              <a:ext uri="{FF2B5EF4-FFF2-40B4-BE49-F238E27FC236}">
                <a16:creationId xmlns:a16="http://schemas.microsoft.com/office/drawing/2014/main" id="{BB7C1CD7-FFE2-4D3E-B8D5-03B95F0E4CF6}"/>
              </a:ext>
            </a:extLst>
          </p:cNvPr>
          <p:cNvSpPr txBox="1"/>
          <p:nvPr/>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686846410"/>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3996083505"/>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4271262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r>
              <a:rPr lang="de-DE"/>
              <a:t>Date</a:t>
            </a:r>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p:nvGrpSpPr>
        <p:grpSpPr bwMode="gray">
          <a:xfrm>
            <a:off x="610916" y="6039598"/>
            <a:ext cx="1080005" cy="197670"/>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97686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p:nvSpPr>
        <p:spPr bwMode="ltGray">
          <a:xfrm>
            <a:off x="0" y="0"/>
            <a:ext cx="12192000" cy="68580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400"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p:nvGrpSpPr>
        <p:grpSpPr bwMode="white">
          <a:xfrm>
            <a:off x="7399268" y="0"/>
            <a:ext cx="4792732" cy="68580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Tree>
    <p:extLst>
      <p:ext uri="{BB962C8B-B14F-4D97-AF65-F5344CB8AC3E}">
        <p14:creationId xmlns:p14="http://schemas.microsoft.com/office/powerpoint/2010/main" val="3118053700"/>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Tree>
    <p:extLst>
      <p:ext uri="{BB962C8B-B14F-4D97-AF65-F5344CB8AC3E}">
        <p14:creationId xmlns:p14="http://schemas.microsoft.com/office/powerpoint/2010/main" val="10363604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Intro | one content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7964" y="2780928"/>
            <a:ext cx="5372449" cy="34563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Tree>
    <p:extLst>
      <p:ext uri="{BB962C8B-B14F-4D97-AF65-F5344CB8AC3E}">
        <p14:creationId xmlns:p14="http://schemas.microsoft.com/office/powerpoint/2010/main" val="28107840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Intro | one content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3" name="Grafik 3">
            <a:extLst>
              <a:ext uri="{FF2B5EF4-FFF2-40B4-BE49-F238E27FC236}">
                <a16:creationId xmlns:a16="http://schemas.microsoft.com/office/drawing/2014/main" id="{AE94028C-C0B3-4C6F-AFA5-0C776BCC5219}"/>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FF7FBF22-7765-435C-B280-D1CD63268A92}"/>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cxnSp>
        <p:nvCxnSpPr>
          <p:cNvPr id="9" name="Gerader Verbinder 8">
            <a:extLst>
              <a:ext uri="{FF2B5EF4-FFF2-40B4-BE49-F238E27FC236}">
                <a16:creationId xmlns:a16="http://schemas.microsoft.com/office/drawing/2014/main" id="{257CD9F6-48E1-4BB1-A481-CC6B96C6B151}"/>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6C576900-BAA7-4527-BDA8-D935EDB79958}"/>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90432BA0-6412-4F36-850B-D2C8CB80F744}"/>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D13091A-AFE4-446D-A4F6-F7B6236F6327}"/>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83940689-A546-459F-9863-2F07351E03AE}"/>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A086D23-DD85-4279-8307-4C1D92797F85}"/>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7D6CFE5-6D0E-4260-94DA-EDA21B2FFA3E}"/>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2B6189-7002-454F-8227-834B583FFCD1}"/>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53805F2-4D72-4202-A47D-7DF487981706}"/>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51CA6B2C-4108-4C58-8FFD-54789E06A80C}"/>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BE061DB-92D0-4A38-9392-9AC6F90EE47D}"/>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4B026F81-4C96-4923-B068-EAB4562ABE1B}"/>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8ADCAB90-C383-43CC-BA98-BFCF4886CC6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6BC8E27-91BA-41E0-BF99-390BB08C4D77}"/>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8146CDC-9F24-4E89-AD9E-5D4612A1C8EB}"/>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BA4B2D-E917-4373-8A18-CCF677A8F5D4}"/>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A66809A-469C-4111-99D2-39481B4089A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BB797427-28D1-4D17-807E-5015A662662F}"/>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6616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967762A4-5BDF-4B0E-8A4C-290B504463C4}"/>
              </a:ext>
            </a:extLst>
          </p:cNvPr>
          <p:cNvSpPr>
            <a:spLocks noGrp="1"/>
          </p:cNvSpPr>
          <p:nvPr>
            <p:ph sz="quarter" idx="13" hasCustomPrompt="1"/>
          </p:nvPr>
        </p:nvSpPr>
        <p:spPr bwMode="gray">
          <a:xfrm>
            <a:off x="623392" y="1916112"/>
            <a:ext cx="10944000" cy="4321175"/>
          </a:xfrm>
        </p:spPr>
        <p:txBody>
          <a:bodyPr/>
          <a:lstStyle>
            <a:lvl1pPr marL="0" indent="0">
              <a:buSzPct val="100000"/>
              <a:buFont typeface="Arial" panose="020B0604020202020204" pitchFamily="34" charse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2" name="Datumsplatzhalter 11">
            <a:extLst>
              <a:ext uri="{FF2B5EF4-FFF2-40B4-BE49-F238E27FC236}">
                <a16:creationId xmlns:a16="http://schemas.microsoft.com/office/drawing/2014/main" id="{84C1F672-3627-47B2-936F-F7E1A8911D0E}"/>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94F573B1-C72D-48BD-8C6D-CD736D5A2014}"/>
              </a:ext>
            </a:extLst>
          </p:cNvPr>
          <p:cNvSpPr>
            <a:spLocks noGrp="1"/>
          </p:cNvSpPr>
          <p:nvPr>
            <p:ph type="ftr" sz="quarter" idx="15"/>
          </p:nvPr>
        </p:nvSpPr>
        <p:spPr bwMode="gray"/>
        <p:txBody>
          <a:bodyPr/>
          <a:lstStyle/>
          <a:p>
            <a:r>
              <a:rPr lang="en-US"/>
              <a:t>Title of the presentation</a:t>
            </a:r>
          </a:p>
        </p:txBody>
      </p:sp>
      <p:sp>
        <p:nvSpPr>
          <p:cNvPr id="2" name="Titel 1">
            <a:extLst>
              <a:ext uri="{FF2B5EF4-FFF2-40B4-BE49-F238E27FC236}">
                <a16:creationId xmlns:a16="http://schemas.microsoft.com/office/drawing/2014/main" id="{0DC2687E-647E-4F79-8F76-EB149F6ADCF1}"/>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4" name="Textplatzhalter 3">
            <a:extLst>
              <a:ext uri="{FF2B5EF4-FFF2-40B4-BE49-F238E27FC236}">
                <a16:creationId xmlns:a16="http://schemas.microsoft.com/office/drawing/2014/main" id="{BBBC61E1-9ECB-4AB5-9880-9683EDD76C26}"/>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41517470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1916112"/>
            <a:ext cx="532814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1916112"/>
            <a:ext cx="5328097"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2" name="Titel 1">
            <a:extLst>
              <a:ext uri="{FF2B5EF4-FFF2-40B4-BE49-F238E27FC236}">
                <a16:creationId xmlns:a16="http://schemas.microsoft.com/office/drawing/2014/main" id="{DB6E96AD-1BD9-451C-8BFB-2C65B4C97BE4}"/>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2F9862F1-D0D0-4995-A462-AE36892862DD}"/>
              </a:ext>
            </a:extLst>
          </p:cNvPr>
          <p:cNvSpPr>
            <a:spLocks noGrp="1"/>
          </p:cNvSpPr>
          <p:nvPr>
            <p:ph type="body" sz="quarter" idx="18"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6EE8748A-1E08-4DA6-AFDC-F94EE091F6CF}"/>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695122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112224"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p:txBody>
          <a:bodyPr/>
          <a:lstStyle/>
          <a:p>
            <a:r>
              <a:rPr lang="en-US"/>
              <a:t>Title of the presentation</a:t>
            </a:r>
          </a:p>
        </p:txBody>
      </p:sp>
      <p:sp>
        <p:nvSpPr>
          <p:cNvPr id="3" name="Titel 2">
            <a:extLst>
              <a:ext uri="{FF2B5EF4-FFF2-40B4-BE49-F238E27FC236}">
                <a16:creationId xmlns:a16="http://schemas.microsoft.com/office/drawing/2014/main" id="{EFF5C918-B570-4503-9D39-08520C01AB16}"/>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C18D7F70-9F8B-4EA4-9761-AEF2C68A54E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 name="MIO_VALID_LAYOUT">
            <a:extLst>
              <a:ext uri="{FF2B5EF4-FFF2-40B4-BE49-F238E27FC236}">
                <a16:creationId xmlns:a16="http://schemas.microsoft.com/office/drawing/2014/main" id="{68BFE3BA-605A-4E8C-9AAC-2073F1F9733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29504261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our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A4242559-1861-4D15-B635-CE716556A66C}"/>
              </a:ext>
            </a:extLst>
          </p:cNvPr>
          <p:cNvSpPr>
            <a:spLocks noGrp="1"/>
          </p:cNvSpPr>
          <p:nvPr>
            <p:ph sz="quarter" idx="13" hasCustomPrompt="1"/>
          </p:nvPr>
        </p:nvSpPr>
        <p:spPr bwMode="gray">
          <a:xfrm>
            <a:off x="623392"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39789319-3D23-4D3B-8BB6-37B045BA12F9}"/>
              </a:ext>
            </a:extLst>
          </p:cNvPr>
          <p:cNvSpPr>
            <a:spLocks noGrp="1"/>
          </p:cNvSpPr>
          <p:nvPr>
            <p:ph sz="quarter" idx="14" hasCustomPrompt="1"/>
          </p:nvPr>
        </p:nvSpPr>
        <p:spPr bwMode="gray">
          <a:xfrm>
            <a:off x="3431704"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C3E254CD-FE4F-4FE5-BCD3-8DF050368E8A}"/>
              </a:ext>
            </a:extLst>
          </p:cNvPr>
          <p:cNvSpPr>
            <a:spLocks noGrp="1"/>
          </p:cNvSpPr>
          <p:nvPr>
            <p:ph sz="quarter" idx="15" hasCustomPrompt="1"/>
          </p:nvPr>
        </p:nvSpPr>
        <p:spPr bwMode="gray">
          <a:xfrm>
            <a:off x="6240016"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Inhaltsplatzhalter 12">
            <a:extLst>
              <a:ext uri="{FF2B5EF4-FFF2-40B4-BE49-F238E27FC236}">
                <a16:creationId xmlns:a16="http://schemas.microsoft.com/office/drawing/2014/main" id="{F6A8FAC0-6202-4730-ABDF-AEB2CC9E7649}"/>
              </a:ext>
            </a:extLst>
          </p:cNvPr>
          <p:cNvSpPr>
            <a:spLocks noGrp="1"/>
          </p:cNvSpPr>
          <p:nvPr>
            <p:ph sz="quarter" idx="16" hasCustomPrompt="1"/>
          </p:nvPr>
        </p:nvSpPr>
        <p:spPr bwMode="gray">
          <a:xfrm>
            <a:off x="9048327" y="1916112"/>
            <a:ext cx="2519785"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AD41C81D-476C-47FC-9D77-A943ABF1A98F}"/>
              </a:ext>
            </a:extLst>
          </p:cNvPr>
          <p:cNvSpPr>
            <a:spLocks noGrp="1"/>
          </p:cNvSpPr>
          <p:nvPr>
            <p:ph type="dt" sz="half" idx="17"/>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DE2706E8-93C8-4D96-B0F7-1966D248E243}"/>
              </a:ext>
            </a:extLst>
          </p:cNvPr>
          <p:cNvSpPr>
            <a:spLocks noGrp="1"/>
          </p:cNvSpPr>
          <p:nvPr>
            <p:ph type="ftr" sz="quarter" idx="18"/>
          </p:nvPr>
        </p:nvSpPr>
        <p:spPr bwMode="gray"/>
        <p:txBody>
          <a:bodyPr/>
          <a:lstStyle/>
          <a:p>
            <a:r>
              <a:rPr lang="en-US"/>
              <a:t>Title of the presentation</a:t>
            </a:r>
          </a:p>
        </p:txBody>
      </p:sp>
      <p:sp>
        <p:nvSpPr>
          <p:cNvPr id="2" name="Titel 1">
            <a:extLst>
              <a:ext uri="{FF2B5EF4-FFF2-40B4-BE49-F238E27FC236}">
                <a16:creationId xmlns:a16="http://schemas.microsoft.com/office/drawing/2014/main" id="{D338A426-B956-4047-B2D6-EFEAB1F1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B3D444E7-B76A-41F0-8DDC-AFF4512C937B}"/>
              </a:ext>
            </a:extLst>
          </p:cNvPr>
          <p:cNvSpPr>
            <a:spLocks noGrp="1"/>
          </p:cNvSpPr>
          <p:nvPr>
            <p:ph type="body" sz="quarter" idx="20"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3B588BBD-7359-4EB9-B179-51EAA1353584}"/>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4338050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720139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Title of the presentation</a:t>
            </a:r>
          </a:p>
        </p:txBody>
      </p:sp>
      <p:sp>
        <p:nvSpPr>
          <p:cNvPr id="3" name="Titel 2">
            <a:extLst>
              <a:ext uri="{FF2B5EF4-FFF2-40B4-BE49-F238E27FC236}">
                <a16:creationId xmlns:a16="http://schemas.microsoft.com/office/drawing/2014/main" id="{CC346725-627A-4B29-820E-90E678F4FA57}"/>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D4E85893-B9DB-4913-9D1F-353CA4F83F6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7F75D642-80FD-472A-843C-2C8C85232770}"/>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148899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ree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Title of the presentation</a:t>
            </a:r>
          </a:p>
        </p:txBody>
      </p:sp>
      <p:sp>
        <p:nvSpPr>
          <p:cNvPr id="3" name="Titel 2">
            <a:extLst>
              <a:ext uri="{FF2B5EF4-FFF2-40B4-BE49-F238E27FC236}">
                <a16:creationId xmlns:a16="http://schemas.microsoft.com/office/drawing/2014/main" id="{9FC4F49A-DE6C-4327-B2E2-98273842CD35}"/>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640C15D4-D069-4E82-9B04-F4E910E8A27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BC8F8B21-BC11-41DD-874B-4418C03DE6E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6650312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One picture | content">
    <p:spTree>
      <p:nvGrpSpPr>
        <p:cNvPr id="1" name=""/>
        <p:cNvGrpSpPr/>
        <p:nvPr/>
      </p:nvGrpSpPr>
      <p:grpSpPr>
        <a:xfrm>
          <a:off x="0" y="0"/>
          <a:ext cx="0" cy="0"/>
          <a:chOff x="0" y="0"/>
          <a:chExt cx="0" cy="0"/>
        </a:xfrm>
      </p:grpSpPr>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7" y="1917128"/>
            <a:ext cx="10944226" cy="2592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5591943" y="4725168"/>
            <a:ext cx="5985315"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2" name="Titel 1">
            <a:extLst>
              <a:ext uri="{FF2B5EF4-FFF2-40B4-BE49-F238E27FC236}">
                <a16:creationId xmlns:a16="http://schemas.microsoft.com/office/drawing/2014/main" id="{00EE0E23-AC68-4D68-8C87-48E747BEEED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9" name="Textplatzhalter 3">
            <a:extLst>
              <a:ext uri="{FF2B5EF4-FFF2-40B4-BE49-F238E27FC236}">
                <a16:creationId xmlns:a16="http://schemas.microsoft.com/office/drawing/2014/main" id="{111FB6BA-1DEA-4511-8DC6-DC5F6F12B99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B19C78D4-A1EB-469E-B7CE-579C914C89DA}"/>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31559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wo pictures |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4725168"/>
            <a:ext cx="5328146"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4725168"/>
            <a:ext cx="5328097"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8"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10" name="Bildplatzhalter 6">
            <a:extLst>
              <a:ext uri="{FF2B5EF4-FFF2-40B4-BE49-F238E27FC236}">
                <a16:creationId xmlns:a16="http://schemas.microsoft.com/office/drawing/2014/main" id="{EB330526-56D4-4ABA-BD8A-EE55E5B7E6E9}"/>
              </a:ext>
            </a:extLst>
          </p:cNvPr>
          <p:cNvSpPr>
            <a:spLocks noGrp="1"/>
          </p:cNvSpPr>
          <p:nvPr>
            <p:ph type="pic" sz="quarter" idx="19" hasCustomPrompt="1"/>
          </p:nvPr>
        </p:nvSpPr>
        <p:spPr bwMode="gray">
          <a:xfrm>
            <a:off x="6240016"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2" name="Titel 1">
            <a:extLst>
              <a:ext uri="{FF2B5EF4-FFF2-40B4-BE49-F238E27FC236}">
                <a16:creationId xmlns:a16="http://schemas.microsoft.com/office/drawing/2014/main" id="{3EA8C08A-727B-45EA-BA13-B2B9CC297138}"/>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9CAC6A45-9186-4A15-971F-2D2A0A95511C}"/>
              </a:ext>
            </a:extLst>
          </p:cNvPr>
          <p:cNvSpPr>
            <a:spLocks noGrp="1"/>
          </p:cNvSpPr>
          <p:nvPr>
            <p:ph type="body" sz="quarter" idx="20" hasCustomPrompt="1"/>
          </p:nvPr>
        </p:nvSpPr>
        <p:spPr>
          <a:xfrm>
            <a:off x="623392" y="1484784"/>
            <a:ext cx="10943804" cy="288000"/>
          </a:xfrm>
        </p:spPr>
        <p:txBody>
          <a:bodyPr tIns="36000" b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AAC6A9FB-DEA1-4749-ACB7-5D4C49C58DD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103897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One content | big picture">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Title of the presentation</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0" name="Bildplatzhalter 126">
            <a:extLst>
              <a:ext uri="{FF2B5EF4-FFF2-40B4-BE49-F238E27FC236}">
                <a16:creationId xmlns:a16="http://schemas.microsoft.com/office/drawing/2014/main" id="{1F193DCA-9102-47F2-B349-8A9414705098}"/>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7F591851-5123-4F00-B32C-D18D3A7F076A}"/>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ADE3308A-0D6C-4437-AD09-90EEA1BC8FA1}"/>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9940B6A7-2D30-43E3-9EE9-3B548E729D81}"/>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2" name="Gerader Verbinder 11">
            <a:extLst>
              <a:ext uri="{FF2B5EF4-FFF2-40B4-BE49-F238E27FC236}">
                <a16:creationId xmlns:a16="http://schemas.microsoft.com/office/drawing/2014/main" id="{CC7DE4EE-E6D3-4F31-8042-80063FF52970}"/>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381A5EB7-5F24-456E-AE26-DDDF4859D64F}"/>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954C592-7AE9-424F-A793-B60F3800ADC1}"/>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35A9A4B-99F5-4635-B3DF-1635E12CC931}"/>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A3D689F-062D-433E-8A7E-6A9851EFBCA8}"/>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85E03A8-2239-410A-A3F7-AAFFBB0CAD23}"/>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5A35DAAF-65C5-4C27-884B-0FB3781BF60E}"/>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46917D4-2CB8-4672-A906-761FF8960966}"/>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5C0EEE8-8F44-4E63-B35B-8C4A7A17BAB9}"/>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0C35407-46B1-49C5-9800-81F46D59E2FD}"/>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543FAEE-A4B6-4032-8D34-708FD0C9DC31}"/>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DB66B8DA-3979-41B5-92DA-411EF82FC644}"/>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5A548BCA-0DE4-4F67-A80E-A7598BC220F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8DF1A21-D111-4201-B0A3-6C7E6888E37A}"/>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6874293E-9C17-476A-8FD9-E7C0CA7EFA74}"/>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31475670-6C41-4641-A6C1-AB33CAB3DD40}"/>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47E4E491-2F10-42E1-B8A5-A9DDAA780576}"/>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0949789-ECA9-497E-B6DA-323686792F03}"/>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0969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016" y="1916112"/>
            <a:ext cx="5328146" cy="4321175"/>
          </a:xfr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40016" y="548680"/>
            <a:ext cx="5328146" cy="216000"/>
          </a:xfrm>
        </p:spPr>
        <p:txBody>
          <a:bodyPr lIns="0" rIns="0"/>
          <a:lstStyle/>
          <a:p>
            <a:r>
              <a:rPr lang="en-US"/>
              <a:t>Title of the presentation</a:t>
            </a:r>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40462" y="836712"/>
            <a:ext cx="5326929"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40462" y="1484784"/>
            <a:ext cx="5326733"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3" name="Bildplatzhalter 126">
            <a:extLst>
              <a:ext uri="{FF2B5EF4-FFF2-40B4-BE49-F238E27FC236}">
                <a16:creationId xmlns:a16="http://schemas.microsoft.com/office/drawing/2014/main" id="{C3F1D7AA-3230-410F-B979-71C9D7A366E8}"/>
              </a:ext>
            </a:extLst>
          </p:cNvPr>
          <p:cNvSpPr>
            <a:spLocks noGrp="1"/>
          </p:cNvSpPr>
          <p:nvPr>
            <p:ph type="pic" sz="quarter" idx="25" hasCustomPrompt="1"/>
          </p:nvPr>
        </p:nvSpPr>
        <p:spPr>
          <a:xfrm>
            <a:off x="0" y="0"/>
            <a:ext cx="6096000" cy="6858000"/>
          </a:xfrm>
          <a:solidFill>
            <a:schemeClr val="accent6"/>
          </a:solidFill>
        </p:spPr>
        <p:txBody>
          <a:bodyPr/>
          <a:lstStyle>
            <a:lvl1pPr>
              <a:defRPr/>
            </a:lvl1pPr>
          </a:lstStyle>
          <a:p>
            <a:r>
              <a:rPr lang="de-DE"/>
              <a:t> </a:t>
            </a:r>
          </a:p>
        </p:txBody>
      </p:sp>
      <p:sp>
        <p:nvSpPr>
          <p:cNvPr id="24" name="Textplatzhalter 23">
            <a:extLst>
              <a:ext uri="{FF2B5EF4-FFF2-40B4-BE49-F238E27FC236}">
                <a16:creationId xmlns:a16="http://schemas.microsoft.com/office/drawing/2014/main" id="{511C24A2-0524-433C-AA35-10961C9706AA}"/>
              </a:ext>
            </a:extLst>
          </p:cNvPr>
          <p:cNvSpPr>
            <a:spLocks noGrp="1"/>
          </p:cNvSpPr>
          <p:nvPr>
            <p:ph type="body" sz="quarter" idx="24" hasCustomPrompt="1"/>
          </p:nvPr>
        </p:nvSpPr>
        <p:spPr bwMode="gray">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5" name="Textplatzhalter 24">
            <a:extLst>
              <a:ext uri="{FF2B5EF4-FFF2-40B4-BE49-F238E27FC236}">
                <a16:creationId xmlns:a16="http://schemas.microsoft.com/office/drawing/2014/main" id="{A825695F-8D10-45CF-8425-6A860AE0997C}"/>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6" name="Textplatzhalter 25">
            <a:extLst>
              <a:ext uri="{FF2B5EF4-FFF2-40B4-BE49-F238E27FC236}">
                <a16:creationId xmlns:a16="http://schemas.microsoft.com/office/drawing/2014/main" id="{FEE27E9C-8A3C-43C1-BAD4-D12EFE8DBE2F}"/>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r>
              <a:rPr lang="de-DE"/>
              <a:t>Date</a:t>
            </a:r>
            <a:endParaRPr lang="en-US"/>
          </a:p>
        </p:txBody>
      </p:sp>
      <p:cxnSp>
        <p:nvCxnSpPr>
          <p:cNvPr id="12" name="Gerader Verbinder 11">
            <a:extLst>
              <a:ext uri="{FF2B5EF4-FFF2-40B4-BE49-F238E27FC236}">
                <a16:creationId xmlns:a16="http://schemas.microsoft.com/office/drawing/2014/main" id="{D8A28D5C-C474-4842-B180-230384A08228}"/>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8F6FC7B-C965-4C4C-9038-63C8D4ABA761}"/>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8BAAB8D-DF47-4D96-A0E7-4E17A0C21E95}"/>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C43CB9-B403-4EC0-9266-9489B51E36D8}"/>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382F924F-8BDD-4D26-8BDF-F5D3FAD312AC}"/>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1CC78DDC-2271-42B9-B73E-76C2BC82910E}"/>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BB54663C-94DC-410F-B564-61C4A87CB92D}"/>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9A2393A-F170-453B-A9F2-78292E57ED8D}"/>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319CADD-E2D8-49F5-9FAD-CC2F5DECDE87}"/>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C761AC7E-91FD-411C-9666-67C2EABAA78E}"/>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D5B428C-A2F6-4C1C-996E-964E6EF88895}"/>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4E08ED9-2F5C-4673-B2C9-58FD54A06288}"/>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2F016AC-2B99-4FAD-8E51-DBF16D223874}"/>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9154C1D-D7E1-4329-805A-56A2AF6238B6}"/>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4EB8454-5868-4B80-8FC6-E321D36FF6DF}"/>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321BF726-2F99-4573-923B-0921528BFA41}"/>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FB32B86-65D8-493D-9FCC-86A2C41E22D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BA507BE-8384-4E73-AF87-E012572602CC}"/>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1985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One content | two pictures">
    <p:spTree>
      <p:nvGrpSpPr>
        <p:cNvPr id="1" name=""/>
        <p:cNvGrpSpPr/>
        <p:nvPr/>
      </p:nvGrpSpPr>
      <p:grpSpPr>
        <a:xfrm>
          <a:off x="0" y="0"/>
          <a:ext cx="0" cy="0"/>
          <a:chOff x="0" y="0"/>
          <a:chExt cx="0" cy="0"/>
        </a:xfrm>
      </p:grpSpPr>
      <p:sp>
        <p:nvSpPr>
          <p:cNvPr id="45" name="Bildplatzhalter 44">
            <a:extLst>
              <a:ext uri="{FF2B5EF4-FFF2-40B4-BE49-F238E27FC236}">
                <a16:creationId xmlns:a16="http://schemas.microsoft.com/office/drawing/2014/main" id="{FDA2D66E-DE7B-4311-8330-220717A0E3E9}"/>
              </a:ext>
            </a:extLst>
          </p:cNvPr>
          <p:cNvSpPr>
            <a:spLocks noGrp="1"/>
          </p:cNvSpPr>
          <p:nvPr>
            <p:ph type="pic" sz="quarter" idx="35" hasCustomPrompt="1"/>
          </p:nvPr>
        </p:nvSpPr>
        <p:spPr bwMode="gray">
          <a:xfrm>
            <a:off x="6096000" y="3500437"/>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44" name="Bildplatzhalter 43">
            <a:extLst>
              <a:ext uri="{FF2B5EF4-FFF2-40B4-BE49-F238E27FC236}">
                <a16:creationId xmlns:a16="http://schemas.microsoft.com/office/drawing/2014/main" id="{B1771360-3925-41E7-B39A-D9465F174BF3}"/>
              </a:ext>
            </a:extLst>
          </p:cNvPr>
          <p:cNvSpPr>
            <a:spLocks noGrp="1"/>
          </p:cNvSpPr>
          <p:nvPr>
            <p:ph type="pic" sz="quarter" idx="34" hasCustomPrompt="1"/>
          </p:nvPr>
        </p:nvSpPr>
        <p:spPr bwMode="gray">
          <a:xfrm>
            <a:off x="6096000" y="0"/>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Title of the presentation</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6" name="Textplatzhalter 45">
            <a:extLst>
              <a:ext uri="{FF2B5EF4-FFF2-40B4-BE49-F238E27FC236}">
                <a16:creationId xmlns:a16="http://schemas.microsoft.com/office/drawing/2014/main" id="{17ACC919-F36F-4FB1-B446-A81465FFEE06}"/>
              </a:ext>
            </a:extLst>
          </p:cNvPr>
          <p:cNvSpPr>
            <a:spLocks noGrp="1"/>
          </p:cNvSpPr>
          <p:nvPr>
            <p:ph type="body" sz="quarter" idx="32" hasCustomPrompt="1"/>
          </p:nvPr>
        </p:nvSpPr>
        <p:spPr bwMode="gray">
          <a:xfrm>
            <a:off x="6095999" y="0"/>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2" name="Textplatzhalter 41">
            <a:extLst>
              <a:ext uri="{FF2B5EF4-FFF2-40B4-BE49-F238E27FC236}">
                <a16:creationId xmlns:a16="http://schemas.microsoft.com/office/drawing/2014/main" id="{5189C458-60DC-4AD6-BA69-490E20457E84}"/>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47" name="Textplatzhalter 46">
            <a:extLst>
              <a:ext uri="{FF2B5EF4-FFF2-40B4-BE49-F238E27FC236}">
                <a16:creationId xmlns:a16="http://schemas.microsoft.com/office/drawing/2014/main" id="{E00AE076-D1E5-45AB-954E-5F167F30C8AE}"/>
              </a:ext>
            </a:extLst>
          </p:cNvPr>
          <p:cNvSpPr>
            <a:spLocks noGrp="1"/>
          </p:cNvSpPr>
          <p:nvPr>
            <p:ph type="body" sz="quarter" idx="36" hasCustomPrompt="1"/>
          </p:nvPr>
        </p:nvSpPr>
        <p:spPr bwMode="gray">
          <a:xfrm>
            <a:off x="6095999" y="3501008"/>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3" name="Textplatzhalter 42">
            <a:extLst>
              <a:ext uri="{FF2B5EF4-FFF2-40B4-BE49-F238E27FC236}">
                <a16:creationId xmlns:a16="http://schemas.microsoft.com/office/drawing/2014/main" id="{4D1114DD-3AF9-420A-B40E-27C37B4F92CA}"/>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4" name="Gerader Verbinder 13">
            <a:extLst>
              <a:ext uri="{FF2B5EF4-FFF2-40B4-BE49-F238E27FC236}">
                <a16:creationId xmlns:a16="http://schemas.microsoft.com/office/drawing/2014/main" id="{4F0F0F46-40D5-4DED-8167-EAF092CC4372}"/>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B61B23EE-5318-4394-AAE4-60C4D3BBFF62}"/>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97CA1A9-277C-424F-898D-C507FA42B856}"/>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93FBD3A6-9792-4049-90CF-4D7DAE925C1E}"/>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A497A67-C1DF-4D88-83FC-741361421827}"/>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C75AE95F-0B94-415C-AAFB-311DDD100CF1}"/>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7790566-00D4-4B85-B9A5-70617074462F}"/>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44E06209-A99F-4DA6-AE49-6A3EADBC466F}"/>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4DF0692F-86BC-4C7F-B5C7-942103285436}"/>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390CB8D-C952-4808-A0EA-551D32EE5C60}"/>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49E689A1-87A3-4A18-90AE-595F3088B885}"/>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185B074-70BD-44F4-94DF-E83FB660E1ED}"/>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50CAE5B-1309-4684-8EA4-F4C3DE4D26A8}"/>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5281DFD1-9691-487B-8295-4276D6738565}"/>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904E1D1-3FE6-4A3F-B34F-8099BD6AFF45}"/>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B1B4113-246B-4EF7-B9A1-2D1F5A32D951}"/>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4A425EF-9ECE-42DD-9DC4-0C4309E150EA}"/>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F7BBA5A-AC84-4C50-A300-7206810D4022}"/>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633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462" y="3717056"/>
            <a:ext cx="4680073" cy="2520232"/>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463" y="4005136"/>
            <a:ext cx="4680075" cy="1296072"/>
          </a:xfrm>
        </p:spPr>
        <p:txBody>
          <a:bodyPr rIns="0"/>
          <a:lstStyle>
            <a:lvl1pPr>
              <a:defRPr sz="3200"/>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463" y="3717104"/>
            <a:ext cx="4680075" cy="216000"/>
          </a:xfrm>
        </p:spPr>
        <p:txBody>
          <a:bodyPr rIns="0"/>
          <a:lstStyle/>
          <a:p>
            <a:r>
              <a:rPr lang="en-US"/>
              <a:t>Title of the presentation</a:t>
            </a:r>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587" y="5373248"/>
            <a:ext cx="4679951" cy="432000"/>
          </a:xfrm>
        </p:spPr>
        <p:txBody>
          <a:bodyPr t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a:t>
            </a:r>
            <a:br>
              <a:rPr lang="en-US"/>
            </a:br>
            <a:r>
              <a:rPr lang="en-US"/>
              <a:t>14 PT, Max 2 Lines</a:t>
            </a:r>
          </a:p>
        </p:txBody>
      </p:sp>
      <p:sp>
        <p:nvSpPr>
          <p:cNvPr id="14" name="Bildplatzhalter 13">
            <a:extLst>
              <a:ext uri="{FF2B5EF4-FFF2-40B4-BE49-F238E27FC236}">
                <a16:creationId xmlns:a16="http://schemas.microsoft.com/office/drawing/2014/main" id="{395615A9-AC3F-4312-B9C0-0A601C02F637}"/>
              </a:ext>
            </a:extLst>
          </p:cNvPr>
          <p:cNvSpPr>
            <a:spLocks noGrp="1"/>
          </p:cNvSpPr>
          <p:nvPr>
            <p:ph type="pic" sz="quarter" idx="35" hasCustomPrompt="1"/>
          </p:nvPr>
        </p:nvSpPr>
        <p:spPr bwMode="gray">
          <a:xfrm>
            <a:off x="1" y="0"/>
            <a:ext cx="5951538"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3E95B813-5718-4359-A222-9323A241335C}"/>
              </a:ext>
            </a:extLst>
          </p:cNvPr>
          <p:cNvSpPr>
            <a:spLocks noGrp="1"/>
          </p:cNvSpPr>
          <p:nvPr>
            <p:ph type="pic" sz="quarter" idx="34" hasCustomPrompt="1"/>
          </p:nvPr>
        </p:nvSpPr>
        <p:spPr bwMode="gray">
          <a:xfrm>
            <a:off x="6240462" y="0"/>
            <a:ext cx="5951537"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FAF1983D-99C8-4CF6-A840-198F7AFDBEBB}"/>
              </a:ext>
            </a:extLst>
          </p:cNvPr>
          <p:cNvSpPr>
            <a:spLocks noGrp="1"/>
          </p:cNvSpPr>
          <p:nvPr>
            <p:ph type="body" sz="quarter" idx="32" hasCustomPrompt="1"/>
          </p:nvPr>
        </p:nvSpPr>
        <p:spPr bwMode="gray">
          <a:xfrm>
            <a:off x="6240463" y="0"/>
            <a:ext cx="5951537"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4F9FA166-3AD9-4A67-996C-35B37F5ABEEA}"/>
              </a:ext>
            </a:extLst>
          </p:cNvPr>
          <p:cNvSpPr>
            <a:spLocks noGrp="1"/>
          </p:cNvSpPr>
          <p:nvPr>
            <p:ph type="body" sz="quarter" idx="36" hasCustomPrompt="1"/>
          </p:nvPr>
        </p:nvSpPr>
        <p:spPr bwMode="gray">
          <a:xfrm>
            <a:off x="1" y="0"/>
            <a:ext cx="5951538"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2A9B521F-2832-49F5-A6ED-E2656F1E3445}"/>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9269483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2" name="Titel 1">
            <a:extLst>
              <a:ext uri="{FF2B5EF4-FFF2-40B4-BE49-F238E27FC236}">
                <a16:creationId xmlns:a16="http://schemas.microsoft.com/office/drawing/2014/main" id="{2DDB6CBA-095A-42A6-8C9C-8E2E57B5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7" name="Textplatzhalter 3">
            <a:extLst>
              <a:ext uri="{FF2B5EF4-FFF2-40B4-BE49-F238E27FC236}">
                <a16:creationId xmlns:a16="http://schemas.microsoft.com/office/drawing/2014/main" id="{99B4D297-5449-4B07-983C-78CD4F65E8A8}"/>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16071338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Only title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Titel 5">
            <a:extLst>
              <a:ext uri="{FF2B5EF4-FFF2-40B4-BE49-F238E27FC236}">
                <a16:creationId xmlns:a16="http://schemas.microsoft.com/office/drawing/2014/main" id="{337A71DD-C27C-406E-9EF4-396C740E09B3}"/>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5" name="Textplatzhalter 3">
            <a:extLst>
              <a:ext uri="{FF2B5EF4-FFF2-40B4-BE49-F238E27FC236}">
                <a16:creationId xmlns:a16="http://schemas.microsoft.com/office/drawing/2014/main" id="{48CA78E9-EF28-45D9-855B-92FBE533E4ED}"/>
              </a:ext>
            </a:extLst>
          </p:cNvPr>
          <p:cNvSpPr>
            <a:spLocks noGrp="1"/>
          </p:cNvSpPr>
          <p:nvPr>
            <p:ph type="body" sz="quarter" idx="17" hasCustomPrompt="1"/>
          </p:nvPr>
        </p:nvSpPr>
        <p:spPr bwMode="white">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175986640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Only title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Titel 5">
            <a:extLst>
              <a:ext uri="{FF2B5EF4-FFF2-40B4-BE49-F238E27FC236}">
                <a16:creationId xmlns:a16="http://schemas.microsoft.com/office/drawing/2014/main" id="{E7D5C809-6B1E-40F8-9F98-675201C37B4C}"/>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9" name="Textplatzhalter 3">
            <a:extLst>
              <a:ext uri="{FF2B5EF4-FFF2-40B4-BE49-F238E27FC236}">
                <a16:creationId xmlns:a16="http://schemas.microsoft.com/office/drawing/2014/main" id="{957C1FB4-F410-44EE-8554-AE8E73C7D9DB}"/>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1"/>
                </a:solidFill>
                <a:latin typeface="+mj-lt"/>
              </a:defRPr>
            </a:lvl1pPr>
            <a:lvl2pPr marL="0" indent="0">
              <a:lnSpc>
                <a:spcPct val="100000"/>
              </a:lnSpc>
              <a:spcBef>
                <a:spcPts val="0"/>
              </a:spcBef>
              <a:buNone/>
              <a:defRPr b="1" cap="all" spc="30" baseline="0">
                <a:solidFill>
                  <a:schemeClr val="bg1"/>
                </a:solidFill>
                <a:latin typeface="+mj-lt"/>
              </a:defRPr>
            </a:lvl2pPr>
            <a:lvl3pPr marL="0" indent="0">
              <a:lnSpc>
                <a:spcPct val="100000"/>
              </a:lnSpc>
              <a:spcBef>
                <a:spcPts val="0"/>
              </a:spcBef>
              <a:buNone/>
              <a:defRPr b="1" cap="all" spc="30" baseline="0">
                <a:solidFill>
                  <a:schemeClr val="bg1"/>
                </a:solidFill>
                <a:latin typeface="+mj-lt"/>
              </a:defRPr>
            </a:lvl3pPr>
            <a:lvl4pPr marL="0" indent="0">
              <a:lnSpc>
                <a:spcPct val="100000"/>
              </a:lnSpc>
              <a:spcBef>
                <a:spcPts val="0"/>
              </a:spcBef>
              <a:buNone/>
              <a:defRPr b="1" cap="all" spc="30" baseline="0">
                <a:solidFill>
                  <a:schemeClr val="bg1"/>
                </a:solidFill>
                <a:latin typeface="+mj-lt"/>
              </a:defRPr>
            </a:lvl4pPr>
            <a:lvl5pPr marL="0" indent="0">
              <a:lnSpc>
                <a:spcPct val="100000"/>
              </a:lnSpc>
              <a:spcBef>
                <a:spcPts val="0"/>
              </a:spcBef>
              <a:buNone/>
              <a:defRPr b="1" cap="all" spc="30" baseline="0">
                <a:solidFill>
                  <a:schemeClr val="bg1"/>
                </a:solidFill>
                <a:latin typeface="+mj-lt"/>
              </a:defRPr>
            </a:lvl5pPr>
            <a:lvl6pPr marL="0" indent="0">
              <a:lnSpc>
                <a:spcPct val="100000"/>
              </a:lnSpc>
              <a:spcBef>
                <a:spcPts val="0"/>
              </a:spcBef>
              <a:buNone/>
              <a:defRPr b="1" cap="all" spc="30" baseline="0">
                <a:solidFill>
                  <a:schemeClr val="bg1"/>
                </a:solidFill>
                <a:latin typeface="+mj-lt"/>
              </a:defRPr>
            </a:lvl6pPr>
            <a:lvl7pPr marL="0" indent="0">
              <a:lnSpc>
                <a:spcPct val="100000"/>
              </a:lnSpc>
              <a:spcBef>
                <a:spcPts val="0"/>
              </a:spcBef>
              <a:buNone/>
              <a:defRPr b="1" cap="all" spc="30" baseline="0">
                <a:solidFill>
                  <a:schemeClr val="bg1"/>
                </a:solidFill>
                <a:latin typeface="+mj-lt"/>
              </a:defRPr>
            </a:lvl7pPr>
            <a:lvl8pPr marL="0" indent="0">
              <a:lnSpc>
                <a:spcPct val="100000"/>
              </a:lnSpc>
              <a:spcBef>
                <a:spcPts val="0"/>
              </a:spcBef>
              <a:buNone/>
              <a:defRPr b="1" cap="all" spc="30" baseline="0">
                <a:solidFill>
                  <a:schemeClr val="bg1"/>
                </a:solidFill>
                <a:latin typeface="+mj-lt"/>
              </a:defRPr>
            </a:lvl8pPr>
            <a:lvl9pPr marL="0" indent="0">
              <a:lnSpc>
                <a:spcPct val="100000"/>
              </a:lnSpc>
              <a:spcBef>
                <a:spcPts val="0"/>
              </a:spcBef>
              <a:buNone/>
              <a:defRPr b="1" cap="all" spc="30" baseline="0">
                <a:solidFill>
                  <a:schemeClr val="bg1"/>
                </a:solidFill>
                <a:latin typeface="+mj-lt"/>
              </a:defRPr>
            </a:lvl9pPr>
          </a:lstStyle>
          <a:p>
            <a:r>
              <a:rPr lang="en-US"/>
              <a:t>Optional Subline, Arial Bold, 14 PT, Max 1 Line</a:t>
            </a:r>
          </a:p>
        </p:txBody>
      </p:sp>
      <p:sp>
        <p:nvSpPr>
          <p:cNvPr id="2" name="Grafik 3">
            <a:extLst>
              <a:ext uri="{FF2B5EF4-FFF2-40B4-BE49-F238E27FC236}">
                <a16:creationId xmlns:a16="http://schemas.microsoft.com/office/drawing/2014/main" id="{82D04E11-31B8-4180-9F2E-E05201026E04}"/>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15084615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Title of the presentation</a:t>
            </a:r>
          </a:p>
        </p:txBody>
      </p:sp>
    </p:spTree>
    <p:extLst>
      <p:ext uri="{BB962C8B-B14F-4D97-AF65-F5344CB8AC3E}">
        <p14:creationId xmlns:p14="http://schemas.microsoft.com/office/powerpoint/2010/main" val="35540301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Tree>
    <p:extLst>
      <p:ext uri="{BB962C8B-B14F-4D97-AF65-F5344CB8AC3E}">
        <p14:creationId xmlns:p14="http://schemas.microsoft.com/office/powerpoint/2010/main" val="69048825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2" name="Grafik 3">
            <a:extLst>
              <a:ext uri="{FF2B5EF4-FFF2-40B4-BE49-F238E27FC236}">
                <a16:creationId xmlns:a16="http://schemas.microsoft.com/office/drawing/2014/main" id="{82D04E11-31B8-4180-9F2E-E05201026E04}"/>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9681793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all to a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203516811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all to action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bwMode="white">
          <a:xfrm>
            <a:off x="5547963" y="3789040"/>
            <a:ext cx="5372449" cy="244824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bwMode="white">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15884079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all to action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1"/>
                </a:solidFill>
                <a:latin typeface="+mn-lt"/>
              </a:defRPr>
            </a:lvl1pPr>
            <a:lvl2pPr marL="0" indent="0" algn="r">
              <a:lnSpc>
                <a:spcPct val="100000"/>
              </a:lnSpc>
              <a:spcBef>
                <a:spcPts val="0"/>
              </a:spcBef>
              <a:buNone/>
              <a:defRPr b="1" cap="all" spc="30" baseline="0">
                <a:solidFill>
                  <a:schemeClr val="bg1"/>
                </a:solidFill>
                <a:latin typeface="+mn-lt"/>
              </a:defRPr>
            </a:lvl2pPr>
            <a:lvl3pPr marL="0" indent="0" algn="r">
              <a:lnSpc>
                <a:spcPct val="100000"/>
              </a:lnSpc>
              <a:spcBef>
                <a:spcPts val="0"/>
              </a:spcBef>
              <a:buNone/>
              <a:defRPr b="1" cap="all" spc="30" baseline="0">
                <a:solidFill>
                  <a:schemeClr val="bg1"/>
                </a:solidFill>
                <a:latin typeface="+mn-lt"/>
              </a:defRPr>
            </a:lvl3pPr>
            <a:lvl4pPr marL="0" indent="0" algn="r">
              <a:lnSpc>
                <a:spcPct val="100000"/>
              </a:lnSpc>
              <a:spcBef>
                <a:spcPts val="0"/>
              </a:spcBef>
              <a:buNone/>
              <a:defRPr b="1" cap="all" spc="30" baseline="0">
                <a:solidFill>
                  <a:schemeClr val="bg1"/>
                </a:solidFill>
                <a:latin typeface="+mn-lt"/>
              </a:defRPr>
            </a:lvl4pPr>
            <a:lvl5pPr marL="0" indent="0" algn="r">
              <a:lnSpc>
                <a:spcPct val="100000"/>
              </a:lnSpc>
              <a:spcBef>
                <a:spcPts val="0"/>
              </a:spcBef>
              <a:buNone/>
              <a:defRPr b="1" cap="all" spc="30" baseline="0">
                <a:solidFill>
                  <a:schemeClr val="bg1"/>
                </a:solidFill>
                <a:latin typeface="+mn-lt"/>
              </a:defRPr>
            </a:lvl5pPr>
            <a:lvl6pPr marL="0" indent="0" algn="r">
              <a:lnSpc>
                <a:spcPct val="100000"/>
              </a:lnSpc>
              <a:spcBef>
                <a:spcPts val="0"/>
              </a:spcBef>
              <a:buNone/>
              <a:defRPr b="1" cap="all" spc="30" baseline="0">
                <a:solidFill>
                  <a:schemeClr val="bg1"/>
                </a:solidFill>
                <a:latin typeface="+mn-lt"/>
              </a:defRPr>
            </a:lvl6pPr>
            <a:lvl7pPr marL="0" indent="0" algn="r">
              <a:lnSpc>
                <a:spcPct val="100000"/>
              </a:lnSpc>
              <a:spcBef>
                <a:spcPts val="0"/>
              </a:spcBef>
              <a:buNone/>
              <a:defRPr b="1" cap="all" spc="30" baseline="0">
                <a:solidFill>
                  <a:schemeClr val="bg1"/>
                </a:solidFill>
                <a:latin typeface="+mn-lt"/>
              </a:defRPr>
            </a:lvl7pPr>
            <a:lvl8pPr marL="0" indent="0" algn="r">
              <a:lnSpc>
                <a:spcPct val="100000"/>
              </a:lnSpc>
              <a:spcBef>
                <a:spcPts val="0"/>
              </a:spcBef>
              <a:buNone/>
              <a:defRPr b="1" cap="all" spc="30" baseline="0">
                <a:solidFill>
                  <a:schemeClr val="bg1"/>
                </a:solidFill>
                <a:latin typeface="+mn-lt"/>
              </a:defRPr>
            </a:lvl8pPr>
            <a:lvl9pPr marL="0" indent="0" algn="r">
              <a:lnSpc>
                <a:spcPct val="100000"/>
              </a:lnSpc>
              <a:spcBef>
                <a:spcPts val="0"/>
              </a:spcBef>
              <a:buNone/>
              <a:defRPr b="1" cap="all" spc="30" baseline="0">
                <a:solidFill>
                  <a:schemeClr val="bg1"/>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Grafik 3">
            <a:extLst>
              <a:ext uri="{FF2B5EF4-FFF2-40B4-BE49-F238E27FC236}">
                <a16:creationId xmlns:a16="http://schemas.microsoft.com/office/drawing/2014/main" id="{63352F63-A4E4-4899-BC82-D60E0A1424EC}"/>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B798796C-840F-48CE-B10E-E0FD978ABB72}"/>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29124392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act">
    <p:bg>
      <p:bgPr>
        <a:solidFill>
          <a:schemeClr val="tx1"/>
        </a:solidFill>
        <a:effectLst/>
      </p:bgPr>
    </p:bg>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bwMode="black">
          <a:xfrm>
            <a:off x="62441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bwMode="black">
          <a:xfrm>
            <a:off x="62441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grpSp>
        <p:nvGrpSpPr>
          <p:cNvPr id="33" name="Grafik 22">
            <a:extLst>
              <a:ext uri="{FF2B5EF4-FFF2-40B4-BE49-F238E27FC236}">
                <a16:creationId xmlns:a16="http://schemas.microsoft.com/office/drawing/2014/main" id="{8CB68DFB-EF55-4A6D-9897-AD17654515C4}"/>
              </a:ext>
            </a:extLst>
          </p:cNvPr>
          <p:cNvGrpSpPr/>
          <p:nvPr/>
        </p:nvGrpSpPr>
        <p:grpSpPr bwMode="invGray">
          <a:xfrm>
            <a:off x="4512000" y="3140968"/>
            <a:ext cx="3168015" cy="579833"/>
            <a:chOff x="4512000" y="3140968"/>
            <a:chExt cx="3168015" cy="579833"/>
          </a:xfrm>
        </p:grpSpPr>
        <p:grpSp>
          <p:nvGrpSpPr>
            <p:cNvPr id="34" name="Grafik 22">
              <a:extLst>
                <a:ext uri="{FF2B5EF4-FFF2-40B4-BE49-F238E27FC236}">
                  <a16:creationId xmlns:a16="http://schemas.microsoft.com/office/drawing/2014/main" id="{202AC135-CF1E-4AC7-9E5C-1FFFD9FCE973}"/>
                </a:ext>
              </a:extLst>
            </p:cNvPr>
            <p:cNvGrpSpPr/>
            <p:nvPr/>
          </p:nvGrpSpPr>
          <p:grpSpPr bwMode="invGray">
            <a:xfrm>
              <a:off x="4512000" y="3140968"/>
              <a:ext cx="3168015" cy="422409"/>
              <a:chOff x="4512000" y="3140968"/>
              <a:chExt cx="3168015" cy="422409"/>
            </a:xfrm>
            <a:solidFill>
              <a:srgbClr val="FFFFFF"/>
            </a:solidFill>
          </p:grpSpPr>
          <p:sp>
            <p:nvSpPr>
              <p:cNvPr id="36" name="Freihandform: Form 35">
                <a:extLst>
                  <a:ext uri="{FF2B5EF4-FFF2-40B4-BE49-F238E27FC236}">
                    <a16:creationId xmlns:a16="http://schemas.microsoft.com/office/drawing/2014/main" id="{32C37C79-E55A-4866-92EE-E02B48F26AC6}"/>
                  </a:ext>
                </a:extLst>
              </p:cNvPr>
              <p:cNvSpPr/>
              <p:nvPr/>
            </p:nvSpPr>
            <p:spPr bwMode="invGray">
              <a:xfrm>
                <a:off x="4512000" y="3140968"/>
                <a:ext cx="352882" cy="422394"/>
              </a:xfrm>
              <a:custGeom>
                <a:avLst/>
                <a:gdLst>
                  <a:gd name="connsiteX0" fmla="*/ 310768 w 352882"/>
                  <a:gd name="connsiteY0" fmla="*/ 198137 h 422394"/>
                  <a:gd name="connsiteX1" fmla="*/ 196368 w 352882"/>
                  <a:gd name="connsiteY1" fmla="*/ 153851 h 422394"/>
                  <a:gd name="connsiteX2" fmla="*/ 178316 w 352882"/>
                  <a:gd name="connsiteY2" fmla="*/ 150456 h 422394"/>
                  <a:gd name="connsiteX3" fmla="*/ 134139 w 352882"/>
                  <a:gd name="connsiteY3" fmla="*/ 135543 h 422394"/>
                  <a:gd name="connsiteX4" fmla="*/ 123764 w 352882"/>
                  <a:gd name="connsiteY4" fmla="*/ 116635 h 422394"/>
                  <a:gd name="connsiteX5" fmla="*/ 132512 w 352882"/>
                  <a:gd name="connsiteY5" fmla="*/ 98030 h 422394"/>
                  <a:gd name="connsiteX6" fmla="*/ 163632 w 352882"/>
                  <a:gd name="connsiteY6" fmla="*/ 90281 h 422394"/>
                  <a:gd name="connsiteX7" fmla="*/ 206758 w 352882"/>
                  <a:gd name="connsiteY7" fmla="*/ 101745 h 422394"/>
                  <a:gd name="connsiteX8" fmla="*/ 230009 w 352882"/>
                  <a:gd name="connsiteY8" fmla="*/ 131306 h 422394"/>
                  <a:gd name="connsiteX9" fmla="*/ 233047 w 352882"/>
                  <a:gd name="connsiteY9" fmla="*/ 139352 h 422394"/>
                  <a:gd name="connsiteX10" fmla="*/ 338455 w 352882"/>
                  <a:gd name="connsiteY10" fmla="*/ 113179 h 422394"/>
                  <a:gd name="connsiteX11" fmla="*/ 334127 w 352882"/>
                  <a:gd name="connsiteY11" fmla="*/ 102782 h 422394"/>
                  <a:gd name="connsiteX12" fmla="*/ 310208 w 352882"/>
                  <a:gd name="connsiteY12" fmla="*/ 62703 h 422394"/>
                  <a:gd name="connsiteX13" fmla="*/ 273949 w 352882"/>
                  <a:gd name="connsiteY13" fmla="*/ 30035 h 422394"/>
                  <a:gd name="connsiteX14" fmla="*/ 225159 w 352882"/>
                  <a:gd name="connsiteY14" fmla="*/ 7974 h 422394"/>
                  <a:gd name="connsiteX15" fmla="*/ 163632 w 352882"/>
                  <a:gd name="connsiteY15" fmla="*/ 0 h 422394"/>
                  <a:gd name="connsiteX16" fmla="*/ 105772 w 352882"/>
                  <a:gd name="connsiteY16" fmla="*/ 7697 h 422394"/>
                  <a:gd name="connsiteX17" fmla="*/ 58860 w 352882"/>
                  <a:gd name="connsiteY17" fmla="*/ 31053 h 422394"/>
                  <a:gd name="connsiteX18" fmla="*/ 27698 w 352882"/>
                  <a:gd name="connsiteY18" fmla="*/ 69622 h 422394"/>
                  <a:gd name="connsiteX19" fmla="*/ 16606 w 352882"/>
                  <a:gd name="connsiteY19" fmla="*/ 121149 h 422394"/>
                  <a:gd name="connsiteX20" fmla="*/ 27173 w 352882"/>
                  <a:gd name="connsiteY20" fmla="*/ 171295 h 422394"/>
                  <a:gd name="connsiteX21" fmla="*/ 58488 w 352882"/>
                  <a:gd name="connsiteY21" fmla="*/ 208256 h 422394"/>
                  <a:gd name="connsiteX22" fmla="*/ 107541 w 352882"/>
                  <a:gd name="connsiteY22" fmla="*/ 233288 h 422394"/>
                  <a:gd name="connsiteX23" fmla="*/ 172557 w 352882"/>
                  <a:gd name="connsiteY23" fmla="*/ 249988 h 422394"/>
                  <a:gd name="connsiteX24" fmla="*/ 190595 w 352882"/>
                  <a:gd name="connsiteY24" fmla="*/ 253357 h 422394"/>
                  <a:gd name="connsiteX25" fmla="*/ 233990 w 352882"/>
                  <a:gd name="connsiteY25" fmla="*/ 270181 h 422394"/>
                  <a:gd name="connsiteX26" fmla="*/ 245158 w 352882"/>
                  <a:gd name="connsiteY26" fmla="*/ 295066 h 422394"/>
                  <a:gd name="connsiteX27" fmla="*/ 233558 w 352882"/>
                  <a:gd name="connsiteY27" fmla="*/ 320969 h 422394"/>
                  <a:gd name="connsiteX28" fmla="*/ 194591 w 352882"/>
                  <a:gd name="connsiteY28" fmla="*/ 332114 h 422394"/>
                  <a:gd name="connsiteX29" fmla="*/ 139127 w 352882"/>
                  <a:gd name="connsiteY29" fmla="*/ 315542 h 422394"/>
                  <a:gd name="connsiteX30" fmla="*/ 107458 w 352882"/>
                  <a:gd name="connsiteY30" fmla="*/ 271034 h 422394"/>
                  <a:gd name="connsiteX31" fmla="*/ 104547 w 352882"/>
                  <a:gd name="connsiteY31" fmla="*/ 262710 h 422394"/>
                  <a:gd name="connsiteX32" fmla="*/ 0 w 352882"/>
                  <a:gd name="connsiteY32" fmla="*/ 288861 h 422394"/>
                  <a:gd name="connsiteX33" fmla="*/ 3666 w 352882"/>
                  <a:gd name="connsiteY33" fmla="*/ 298947 h 422394"/>
                  <a:gd name="connsiteX34" fmla="*/ 30076 w 352882"/>
                  <a:gd name="connsiteY34" fmla="*/ 347601 h 422394"/>
                  <a:gd name="connsiteX35" fmla="*/ 71143 w 352882"/>
                  <a:gd name="connsiteY35" fmla="*/ 386917 h 422394"/>
                  <a:gd name="connsiteX36" fmla="*/ 125871 w 352882"/>
                  <a:gd name="connsiteY36" fmla="*/ 412963 h 422394"/>
                  <a:gd name="connsiteX37" fmla="*/ 194587 w 352882"/>
                  <a:gd name="connsiteY37" fmla="*/ 422395 h 422394"/>
                  <a:gd name="connsiteX38" fmla="*/ 257493 w 352882"/>
                  <a:gd name="connsiteY38" fmla="*/ 413207 h 422394"/>
                  <a:gd name="connsiteX39" fmla="*/ 307590 w 352882"/>
                  <a:gd name="connsiteY39" fmla="*/ 387068 h 422394"/>
                  <a:gd name="connsiteX40" fmla="*/ 340926 w 352882"/>
                  <a:gd name="connsiteY40" fmla="*/ 345482 h 422394"/>
                  <a:gd name="connsiteX41" fmla="*/ 352882 w 352882"/>
                  <a:gd name="connsiteY41" fmla="*/ 290570 h 422394"/>
                  <a:gd name="connsiteX42" fmla="*/ 310768 w 352882"/>
                  <a:gd name="connsiteY42" fmla="*/ 198137 h 4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882" h="422394">
                    <a:moveTo>
                      <a:pt x="310768" y="198137"/>
                    </a:moveTo>
                    <a:cubicBezTo>
                      <a:pt x="284155" y="177992"/>
                      <a:pt x="245676" y="163088"/>
                      <a:pt x="196368" y="153851"/>
                    </a:cubicBezTo>
                    <a:lnTo>
                      <a:pt x="178316" y="150456"/>
                    </a:lnTo>
                    <a:cubicBezTo>
                      <a:pt x="157341" y="146620"/>
                      <a:pt x="142489" y="141591"/>
                      <a:pt x="134139" y="135543"/>
                    </a:cubicBezTo>
                    <a:cubicBezTo>
                      <a:pt x="127152" y="130480"/>
                      <a:pt x="123764" y="124297"/>
                      <a:pt x="123764" y="116635"/>
                    </a:cubicBezTo>
                    <a:cubicBezTo>
                      <a:pt x="123764" y="108795"/>
                      <a:pt x="126626" y="102695"/>
                      <a:pt x="132512" y="98030"/>
                    </a:cubicBezTo>
                    <a:cubicBezTo>
                      <a:pt x="138965" y="92891"/>
                      <a:pt x="149438" y="90281"/>
                      <a:pt x="163632" y="90281"/>
                    </a:cubicBezTo>
                    <a:cubicBezTo>
                      <a:pt x="181399" y="90281"/>
                      <a:pt x="195902" y="94142"/>
                      <a:pt x="206758" y="101745"/>
                    </a:cubicBezTo>
                    <a:cubicBezTo>
                      <a:pt x="217808" y="109509"/>
                      <a:pt x="225422" y="119170"/>
                      <a:pt x="230009" y="131306"/>
                    </a:cubicBezTo>
                    <a:lnTo>
                      <a:pt x="233047" y="139352"/>
                    </a:lnTo>
                    <a:lnTo>
                      <a:pt x="338455" y="113179"/>
                    </a:lnTo>
                    <a:lnTo>
                      <a:pt x="334127" y="102782"/>
                    </a:lnTo>
                    <a:cubicBezTo>
                      <a:pt x="328174" y="88504"/>
                      <a:pt x="320132" y="75023"/>
                      <a:pt x="310208" y="62703"/>
                    </a:cubicBezTo>
                    <a:cubicBezTo>
                      <a:pt x="300243" y="50348"/>
                      <a:pt x="288039" y="39373"/>
                      <a:pt x="273949" y="30035"/>
                    </a:cubicBezTo>
                    <a:cubicBezTo>
                      <a:pt x="259852" y="20712"/>
                      <a:pt x="243422" y="13293"/>
                      <a:pt x="225159" y="7974"/>
                    </a:cubicBezTo>
                    <a:cubicBezTo>
                      <a:pt x="206908" y="2686"/>
                      <a:pt x="186196" y="0"/>
                      <a:pt x="163632" y="0"/>
                    </a:cubicBezTo>
                    <a:cubicBezTo>
                      <a:pt x="142947" y="0"/>
                      <a:pt x="123486" y="2592"/>
                      <a:pt x="105772" y="7697"/>
                    </a:cubicBezTo>
                    <a:cubicBezTo>
                      <a:pt x="87768" y="12914"/>
                      <a:pt x="71977" y="20772"/>
                      <a:pt x="58860" y="31053"/>
                    </a:cubicBezTo>
                    <a:cubicBezTo>
                      <a:pt x="45574" y="41484"/>
                      <a:pt x="35091" y="54458"/>
                      <a:pt x="27698" y="69622"/>
                    </a:cubicBezTo>
                    <a:cubicBezTo>
                      <a:pt x="20347" y="84752"/>
                      <a:pt x="16606" y="102087"/>
                      <a:pt x="16606" y="121149"/>
                    </a:cubicBezTo>
                    <a:cubicBezTo>
                      <a:pt x="16606" y="140201"/>
                      <a:pt x="20163" y="157063"/>
                      <a:pt x="27173" y="171295"/>
                    </a:cubicBezTo>
                    <a:cubicBezTo>
                      <a:pt x="34219" y="185580"/>
                      <a:pt x="44744" y="198009"/>
                      <a:pt x="58488" y="208256"/>
                    </a:cubicBezTo>
                    <a:cubicBezTo>
                      <a:pt x="71793" y="218188"/>
                      <a:pt x="88301" y="226624"/>
                      <a:pt x="107541" y="233288"/>
                    </a:cubicBezTo>
                    <a:cubicBezTo>
                      <a:pt x="126247" y="239790"/>
                      <a:pt x="148127" y="245413"/>
                      <a:pt x="172557" y="249988"/>
                    </a:cubicBezTo>
                    <a:lnTo>
                      <a:pt x="190595" y="253357"/>
                    </a:lnTo>
                    <a:cubicBezTo>
                      <a:pt x="211224" y="257159"/>
                      <a:pt x="225828" y="262816"/>
                      <a:pt x="233990" y="270181"/>
                    </a:cubicBezTo>
                    <a:cubicBezTo>
                      <a:pt x="241484" y="276965"/>
                      <a:pt x="245158" y="285101"/>
                      <a:pt x="245158" y="295066"/>
                    </a:cubicBezTo>
                    <a:cubicBezTo>
                      <a:pt x="245158" y="305144"/>
                      <a:pt x="241349" y="313611"/>
                      <a:pt x="233558" y="320969"/>
                    </a:cubicBezTo>
                    <a:cubicBezTo>
                      <a:pt x="225700" y="328369"/>
                      <a:pt x="212591" y="332114"/>
                      <a:pt x="194591" y="332114"/>
                    </a:cubicBezTo>
                    <a:cubicBezTo>
                      <a:pt x="172118" y="332114"/>
                      <a:pt x="153453" y="326544"/>
                      <a:pt x="139127" y="315542"/>
                    </a:cubicBezTo>
                    <a:cubicBezTo>
                      <a:pt x="124564" y="304363"/>
                      <a:pt x="113926" y="289402"/>
                      <a:pt x="107458" y="271034"/>
                    </a:cubicBezTo>
                    <a:lnTo>
                      <a:pt x="104547" y="262710"/>
                    </a:lnTo>
                    <a:lnTo>
                      <a:pt x="0" y="288861"/>
                    </a:lnTo>
                    <a:lnTo>
                      <a:pt x="3666" y="298947"/>
                    </a:lnTo>
                    <a:cubicBezTo>
                      <a:pt x="9965" y="316248"/>
                      <a:pt x="18849" y="332632"/>
                      <a:pt x="30076" y="347601"/>
                    </a:cubicBezTo>
                    <a:cubicBezTo>
                      <a:pt x="41356" y="362648"/>
                      <a:pt x="55168" y="375859"/>
                      <a:pt x="71143" y="386917"/>
                    </a:cubicBezTo>
                    <a:cubicBezTo>
                      <a:pt x="87103" y="397942"/>
                      <a:pt x="105524" y="406724"/>
                      <a:pt x="125871" y="412963"/>
                    </a:cubicBezTo>
                    <a:cubicBezTo>
                      <a:pt x="146237" y="419221"/>
                      <a:pt x="169353" y="422395"/>
                      <a:pt x="194587" y="422395"/>
                    </a:cubicBezTo>
                    <a:cubicBezTo>
                      <a:pt x="217249" y="422395"/>
                      <a:pt x="238426" y="419304"/>
                      <a:pt x="257493" y="413207"/>
                    </a:cubicBezTo>
                    <a:cubicBezTo>
                      <a:pt x="276714" y="407077"/>
                      <a:pt x="293564" y="398269"/>
                      <a:pt x="307590" y="387068"/>
                    </a:cubicBezTo>
                    <a:cubicBezTo>
                      <a:pt x="321788" y="375705"/>
                      <a:pt x="333001" y="361706"/>
                      <a:pt x="340926" y="345482"/>
                    </a:cubicBezTo>
                    <a:cubicBezTo>
                      <a:pt x="348852" y="329226"/>
                      <a:pt x="352882" y="310749"/>
                      <a:pt x="352882" y="290570"/>
                    </a:cubicBezTo>
                    <a:cubicBezTo>
                      <a:pt x="352886" y="250409"/>
                      <a:pt x="338703" y="219300"/>
                      <a:pt x="310768" y="198137"/>
                    </a:cubicBezTo>
                  </a:path>
                </a:pathLst>
              </a:custGeom>
              <a:solidFill>
                <a:srgbClr val="FFFFFF"/>
              </a:solidFill>
              <a:ln w="375"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5C586F06-1B1C-4B03-8984-6606163CE0E4}"/>
                  </a:ext>
                </a:extLst>
              </p:cNvPr>
              <p:cNvSpPr/>
              <p:nvPr/>
            </p:nvSpPr>
            <p:spPr bwMode="invGray">
              <a:xfrm>
                <a:off x="5250492" y="3140968"/>
                <a:ext cx="423521" cy="422409"/>
              </a:xfrm>
              <a:custGeom>
                <a:avLst/>
                <a:gdLst>
                  <a:gd name="connsiteX0" fmla="*/ 169545 w 423521"/>
                  <a:gd name="connsiteY0" fmla="*/ 103229 h 422409"/>
                  <a:gd name="connsiteX1" fmla="*/ 211746 w 423521"/>
                  <a:gd name="connsiteY1" fmla="*/ 94803 h 422409"/>
                  <a:gd name="connsiteX2" fmla="*/ 253958 w 423521"/>
                  <a:gd name="connsiteY2" fmla="*/ 103229 h 422409"/>
                  <a:gd name="connsiteX3" fmla="*/ 286052 w 423521"/>
                  <a:gd name="connsiteY3" fmla="*/ 126904 h 422409"/>
                  <a:gd name="connsiteX4" fmla="*/ 306730 w 423521"/>
                  <a:gd name="connsiteY4" fmla="*/ 163670 h 422409"/>
                  <a:gd name="connsiteX5" fmla="*/ 314103 w 423521"/>
                  <a:gd name="connsiteY5" fmla="*/ 211209 h 422409"/>
                  <a:gd name="connsiteX6" fmla="*/ 306730 w 423521"/>
                  <a:gd name="connsiteY6" fmla="*/ 258740 h 422409"/>
                  <a:gd name="connsiteX7" fmla="*/ 286067 w 423521"/>
                  <a:gd name="connsiteY7" fmla="*/ 295491 h 422409"/>
                  <a:gd name="connsiteX8" fmla="*/ 253973 w 423521"/>
                  <a:gd name="connsiteY8" fmla="*/ 319166 h 422409"/>
                  <a:gd name="connsiteX9" fmla="*/ 211746 w 423521"/>
                  <a:gd name="connsiteY9" fmla="*/ 327618 h 422409"/>
                  <a:gd name="connsiteX10" fmla="*/ 169545 w 423521"/>
                  <a:gd name="connsiteY10" fmla="*/ 319166 h 422409"/>
                  <a:gd name="connsiteX11" fmla="*/ 137433 w 423521"/>
                  <a:gd name="connsiteY11" fmla="*/ 295491 h 422409"/>
                  <a:gd name="connsiteX12" fmla="*/ 116781 w 423521"/>
                  <a:gd name="connsiteY12" fmla="*/ 258740 h 422409"/>
                  <a:gd name="connsiteX13" fmla="*/ 109404 w 423521"/>
                  <a:gd name="connsiteY13" fmla="*/ 211209 h 422409"/>
                  <a:gd name="connsiteX14" fmla="*/ 116781 w 423521"/>
                  <a:gd name="connsiteY14" fmla="*/ 163670 h 422409"/>
                  <a:gd name="connsiteX15" fmla="*/ 137433 w 423521"/>
                  <a:gd name="connsiteY15" fmla="*/ 126919 h 422409"/>
                  <a:gd name="connsiteX16" fmla="*/ 169545 w 423521"/>
                  <a:gd name="connsiteY16" fmla="*/ 103229 h 422409"/>
                  <a:gd name="connsiteX17" fmla="*/ 362671 w 423521"/>
                  <a:gd name="connsiteY17" fmla="*/ 58819 h 422409"/>
                  <a:gd name="connsiteX18" fmla="*/ 295529 w 423521"/>
                  <a:gd name="connsiteY18" fmla="*/ 15329 h 422409"/>
                  <a:gd name="connsiteX19" fmla="*/ 211750 w 423521"/>
                  <a:gd name="connsiteY19" fmla="*/ 0 h 422409"/>
                  <a:gd name="connsiteX20" fmla="*/ 127963 w 423521"/>
                  <a:gd name="connsiteY20" fmla="*/ 15325 h 422409"/>
                  <a:gd name="connsiteX21" fmla="*/ 60840 w 423521"/>
                  <a:gd name="connsiteY21" fmla="*/ 58815 h 422409"/>
                  <a:gd name="connsiteX22" fmla="*/ 16223 w 423521"/>
                  <a:gd name="connsiteY22" fmla="*/ 125852 h 422409"/>
                  <a:gd name="connsiteX23" fmla="*/ 0 w 423521"/>
                  <a:gd name="connsiteY23" fmla="*/ 211209 h 422409"/>
                  <a:gd name="connsiteX24" fmla="*/ 16242 w 423521"/>
                  <a:gd name="connsiteY24" fmla="*/ 296851 h 422409"/>
                  <a:gd name="connsiteX25" fmla="*/ 60843 w 423521"/>
                  <a:gd name="connsiteY25" fmla="*/ 363595 h 422409"/>
                  <a:gd name="connsiteX26" fmla="*/ 127967 w 423521"/>
                  <a:gd name="connsiteY26" fmla="*/ 407092 h 422409"/>
                  <a:gd name="connsiteX27" fmla="*/ 211753 w 423521"/>
                  <a:gd name="connsiteY27" fmla="*/ 422410 h 422409"/>
                  <a:gd name="connsiteX28" fmla="*/ 295532 w 423521"/>
                  <a:gd name="connsiteY28" fmla="*/ 407092 h 422409"/>
                  <a:gd name="connsiteX29" fmla="*/ 362675 w 423521"/>
                  <a:gd name="connsiteY29" fmla="*/ 363595 h 422409"/>
                  <a:gd name="connsiteX30" fmla="*/ 407299 w 423521"/>
                  <a:gd name="connsiteY30" fmla="*/ 296851 h 422409"/>
                  <a:gd name="connsiteX31" fmla="*/ 423522 w 423521"/>
                  <a:gd name="connsiteY31" fmla="*/ 211209 h 422409"/>
                  <a:gd name="connsiteX32" fmla="*/ 407299 w 423521"/>
                  <a:gd name="connsiteY32" fmla="*/ 125852 h 422409"/>
                  <a:gd name="connsiteX33" fmla="*/ 362671 w 423521"/>
                  <a:gd name="connsiteY33" fmla="*/ 58819 h 42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3521" h="422409">
                    <a:moveTo>
                      <a:pt x="169545" y="103229"/>
                    </a:moveTo>
                    <a:cubicBezTo>
                      <a:pt x="182102" y="97639"/>
                      <a:pt x="196312" y="94803"/>
                      <a:pt x="211746" y="94803"/>
                    </a:cubicBezTo>
                    <a:cubicBezTo>
                      <a:pt x="227191" y="94803"/>
                      <a:pt x="241382" y="97639"/>
                      <a:pt x="253958" y="103229"/>
                    </a:cubicBezTo>
                    <a:cubicBezTo>
                      <a:pt x="266482" y="108825"/>
                      <a:pt x="277288" y="116804"/>
                      <a:pt x="286052" y="126904"/>
                    </a:cubicBezTo>
                    <a:cubicBezTo>
                      <a:pt x="294950" y="137185"/>
                      <a:pt x="301903" y="149547"/>
                      <a:pt x="306730" y="163670"/>
                    </a:cubicBezTo>
                    <a:cubicBezTo>
                      <a:pt x="311616" y="178007"/>
                      <a:pt x="314103" y="193975"/>
                      <a:pt x="314103" y="211209"/>
                    </a:cubicBezTo>
                    <a:cubicBezTo>
                      <a:pt x="314103" y="228431"/>
                      <a:pt x="311613" y="244429"/>
                      <a:pt x="306730" y="258740"/>
                    </a:cubicBezTo>
                    <a:cubicBezTo>
                      <a:pt x="301903" y="272863"/>
                      <a:pt x="294950" y="285236"/>
                      <a:pt x="286067" y="295491"/>
                    </a:cubicBezTo>
                    <a:cubicBezTo>
                      <a:pt x="277269" y="305625"/>
                      <a:pt x="266482" y="313596"/>
                      <a:pt x="253973" y="319166"/>
                    </a:cubicBezTo>
                    <a:cubicBezTo>
                      <a:pt x="241382" y="324771"/>
                      <a:pt x="227191" y="327618"/>
                      <a:pt x="211746" y="327618"/>
                    </a:cubicBezTo>
                    <a:cubicBezTo>
                      <a:pt x="196308" y="327618"/>
                      <a:pt x="182102" y="324774"/>
                      <a:pt x="169545" y="319166"/>
                    </a:cubicBezTo>
                    <a:cubicBezTo>
                      <a:pt x="157014" y="313577"/>
                      <a:pt x="146215" y="305625"/>
                      <a:pt x="137433" y="295491"/>
                    </a:cubicBezTo>
                    <a:cubicBezTo>
                      <a:pt x="128549" y="285236"/>
                      <a:pt x="121581" y="272882"/>
                      <a:pt x="116781" y="258740"/>
                    </a:cubicBezTo>
                    <a:cubicBezTo>
                      <a:pt x="111887" y="244448"/>
                      <a:pt x="109404" y="228450"/>
                      <a:pt x="109404" y="211209"/>
                    </a:cubicBezTo>
                    <a:cubicBezTo>
                      <a:pt x="109404" y="193960"/>
                      <a:pt x="111887" y="177974"/>
                      <a:pt x="116781" y="163670"/>
                    </a:cubicBezTo>
                    <a:cubicBezTo>
                      <a:pt x="121600" y="149547"/>
                      <a:pt x="128553" y="137181"/>
                      <a:pt x="137433" y="126919"/>
                    </a:cubicBezTo>
                    <a:cubicBezTo>
                      <a:pt x="146215" y="116804"/>
                      <a:pt x="157014" y="108837"/>
                      <a:pt x="169545" y="103229"/>
                    </a:cubicBezTo>
                    <a:moveTo>
                      <a:pt x="362671" y="58819"/>
                    </a:moveTo>
                    <a:cubicBezTo>
                      <a:pt x="343822" y="40173"/>
                      <a:pt x="321221" y="25524"/>
                      <a:pt x="295529" y="15329"/>
                    </a:cubicBezTo>
                    <a:cubicBezTo>
                      <a:pt x="269922" y="5157"/>
                      <a:pt x="241732" y="0"/>
                      <a:pt x="211750" y="0"/>
                    </a:cubicBezTo>
                    <a:cubicBezTo>
                      <a:pt x="181767" y="0"/>
                      <a:pt x="153577" y="5157"/>
                      <a:pt x="127963" y="15325"/>
                    </a:cubicBezTo>
                    <a:cubicBezTo>
                      <a:pt x="102290" y="25520"/>
                      <a:pt x="79707" y="40154"/>
                      <a:pt x="60840" y="58815"/>
                    </a:cubicBezTo>
                    <a:cubicBezTo>
                      <a:pt x="42006" y="77461"/>
                      <a:pt x="26977" y="100009"/>
                      <a:pt x="16223" y="125852"/>
                    </a:cubicBezTo>
                    <a:cubicBezTo>
                      <a:pt x="5443" y="151688"/>
                      <a:pt x="0" y="180393"/>
                      <a:pt x="0" y="211209"/>
                    </a:cubicBezTo>
                    <a:cubicBezTo>
                      <a:pt x="0" y="242430"/>
                      <a:pt x="5462" y="271237"/>
                      <a:pt x="16242" y="296851"/>
                    </a:cubicBezTo>
                    <a:cubicBezTo>
                      <a:pt x="26977" y="322517"/>
                      <a:pt x="42010" y="344964"/>
                      <a:pt x="60843" y="363595"/>
                    </a:cubicBezTo>
                    <a:cubicBezTo>
                      <a:pt x="79726" y="382275"/>
                      <a:pt x="102308" y="396916"/>
                      <a:pt x="127967" y="407092"/>
                    </a:cubicBezTo>
                    <a:cubicBezTo>
                      <a:pt x="153581" y="417245"/>
                      <a:pt x="181771" y="422410"/>
                      <a:pt x="211753" y="422410"/>
                    </a:cubicBezTo>
                    <a:cubicBezTo>
                      <a:pt x="241754" y="422410"/>
                      <a:pt x="269945" y="417245"/>
                      <a:pt x="295532" y="407092"/>
                    </a:cubicBezTo>
                    <a:cubicBezTo>
                      <a:pt x="321225" y="396898"/>
                      <a:pt x="343807" y="382256"/>
                      <a:pt x="362675" y="363595"/>
                    </a:cubicBezTo>
                    <a:cubicBezTo>
                      <a:pt x="381497" y="344983"/>
                      <a:pt x="396503" y="322528"/>
                      <a:pt x="407299" y="296851"/>
                    </a:cubicBezTo>
                    <a:cubicBezTo>
                      <a:pt x="418053" y="271211"/>
                      <a:pt x="423522" y="242393"/>
                      <a:pt x="423522" y="211209"/>
                    </a:cubicBezTo>
                    <a:cubicBezTo>
                      <a:pt x="423522" y="180430"/>
                      <a:pt x="418068" y="151721"/>
                      <a:pt x="407299" y="125852"/>
                    </a:cubicBezTo>
                    <a:cubicBezTo>
                      <a:pt x="396515" y="100013"/>
                      <a:pt x="381508" y="77446"/>
                      <a:pt x="362671" y="58819"/>
                    </a:cubicBezTo>
                  </a:path>
                </a:pathLst>
              </a:custGeom>
              <a:solidFill>
                <a:srgbClr val="FFFFFF"/>
              </a:solidFill>
              <a:ln w="375" cap="flat">
                <a:noFill/>
                <a:prstDash val="solid"/>
                <a:miter/>
              </a:ln>
            </p:spPr>
            <p:txBody>
              <a:bodyPr rtlCol="0" anchor="ctr"/>
              <a:lstStyle/>
              <a:p>
                <a:endParaRPr lang="en-US"/>
              </a:p>
            </p:txBody>
          </p:sp>
          <p:sp>
            <p:nvSpPr>
              <p:cNvPr id="38" name="Freihandform: Form 37">
                <a:extLst>
                  <a:ext uri="{FF2B5EF4-FFF2-40B4-BE49-F238E27FC236}">
                    <a16:creationId xmlns:a16="http://schemas.microsoft.com/office/drawing/2014/main" id="{2AA04382-66CC-4E2B-AE6E-D50EF472CF99}"/>
                  </a:ext>
                </a:extLst>
              </p:cNvPr>
              <p:cNvSpPr/>
              <p:nvPr/>
            </p:nvSpPr>
            <p:spPr bwMode="invGray">
              <a:xfrm>
                <a:off x="5709522" y="3147732"/>
                <a:ext cx="355034" cy="408887"/>
              </a:xfrm>
              <a:custGeom>
                <a:avLst/>
                <a:gdLst>
                  <a:gd name="connsiteX0" fmla="*/ 224036 w 355034"/>
                  <a:gd name="connsiteY0" fmla="*/ 127892 h 408887"/>
                  <a:gd name="connsiteX1" fmla="*/ 214484 w 355034"/>
                  <a:gd name="connsiteY1" fmla="*/ 151440 h 408887"/>
                  <a:gd name="connsiteX2" fmla="*/ 183619 w 355034"/>
                  <a:gd name="connsiteY2" fmla="*/ 160984 h 408887"/>
                  <a:gd name="connsiteX3" fmla="*/ 109408 w 355034"/>
                  <a:gd name="connsiteY3" fmla="*/ 160984 h 408887"/>
                  <a:gd name="connsiteX4" fmla="*/ 109408 w 355034"/>
                  <a:gd name="connsiteY4" fmla="*/ 94800 h 408887"/>
                  <a:gd name="connsiteX5" fmla="*/ 183619 w 355034"/>
                  <a:gd name="connsiteY5" fmla="*/ 94800 h 408887"/>
                  <a:gd name="connsiteX6" fmla="*/ 214484 w 355034"/>
                  <a:gd name="connsiteY6" fmla="*/ 104344 h 408887"/>
                  <a:gd name="connsiteX7" fmla="*/ 224036 w 355034"/>
                  <a:gd name="connsiteY7" fmla="*/ 127892 h 408887"/>
                  <a:gd name="connsiteX8" fmla="*/ 312045 w 355034"/>
                  <a:gd name="connsiteY8" fmla="*/ 193449 h 408887"/>
                  <a:gd name="connsiteX9" fmla="*/ 333451 w 355034"/>
                  <a:gd name="connsiteY9" fmla="*/ 123955 h 408887"/>
                  <a:gd name="connsiteX10" fmla="*/ 323332 w 355034"/>
                  <a:gd name="connsiteY10" fmla="*/ 73851 h 408887"/>
                  <a:gd name="connsiteX11" fmla="*/ 293433 w 355034"/>
                  <a:gd name="connsiteY11" fmla="*/ 34373 h 408887"/>
                  <a:gd name="connsiteX12" fmla="*/ 245961 w 355034"/>
                  <a:gd name="connsiteY12" fmla="*/ 8917 h 408887"/>
                  <a:gd name="connsiteX13" fmla="*/ 183623 w 355034"/>
                  <a:gd name="connsiteY13" fmla="*/ 0 h 408887"/>
                  <a:gd name="connsiteX14" fmla="*/ 0 w 355034"/>
                  <a:gd name="connsiteY14" fmla="*/ 0 h 408887"/>
                  <a:gd name="connsiteX15" fmla="*/ 0 w 355034"/>
                  <a:gd name="connsiteY15" fmla="*/ 408884 h 408887"/>
                  <a:gd name="connsiteX16" fmla="*/ 109411 w 355034"/>
                  <a:gd name="connsiteY16" fmla="*/ 408884 h 408887"/>
                  <a:gd name="connsiteX17" fmla="*/ 109411 w 355034"/>
                  <a:gd name="connsiteY17" fmla="*/ 255773 h 408887"/>
                  <a:gd name="connsiteX18" fmla="*/ 161758 w 355034"/>
                  <a:gd name="connsiteY18" fmla="*/ 255773 h 408887"/>
                  <a:gd name="connsiteX19" fmla="*/ 234944 w 355034"/>
                  <a:gd name="connsiteY19" fmla="*/ 408888 h 408887"/>
                  <a:gd name="connsiteX20" fmla="*/ 355035 w 355034"/>
                  <a:gd name="connsiteY20" fmla="*/ 408888 h 408887"/>
                  <a:gd name="connsiteX21" fmla="*/ 268442 w 355034"/>
                  <a:gd name="connsiteY21" fmla="*/ 231631 h 408887"/>
                  <a:gd name="connsiteX22" fmla="*/ 312045 w 355034"/>
                  <a:gd name="connsiteY22" fmla="*/ 193449 h 4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5034" h="408887">
                    <a:moveTo>
                      <a:pt x="224036" y="127892"/>
                    </a:moveTo>
                    <a:cubicBezTo>
                      <a:pt x="224036" y="137309"/>
                      <a:pt x="220911" y="145024"/>
                      <a:pt x="214484" y="151440"/>
                    </a:cubicBezTo>
                    <a:cubicBezTo>
                      <a:pt x="208132" y="157780"/>
                      <a:pt x="197754" y="160984"/>
                      <a:pt x="183619" y="160984"/>
                    </a:cubicBezTo>
                    <a:lnTo>
                      <a:pt x="109408" y="160984"/>
                    </a:lnTo>
                    <a:lnTo>
                      <a:pt x="109408" y="94800"/>
                    </a:lnTo>
                    <a:lnTo>
                      <a:pt x="183619" y="94800"/>
                    </a:lnTo>
                    <a:cubicBezTo>
                      <a:pt x="197754" y="94800"/>
                      <a:pt x="208132" y="98000"/>
                      <a:pt x="214484" y="104344"/>
                    </a:cubicBezTo>
                    <a:cubicBezTo>
                      <a:pt x="220915" y="110771"/>
                      <a:pt x="224036" y="118475"/>
                      <a:pt x="224036" y="127892"/>
                    </a:cubicBezTo>
                    <a:moveTo>
                      <a:pt x="312045" y="193449"/>
                    </a:moveTo>
                    <a:cubicBezTo>
                      <a:pt x="326262" y="174912"/>
                      <a:pt x="333451" y="151534"/>
                      <a:pt x="333451" y="123955"/>
                    </a:cubicBezTo>
                    <a:cubicBezTo>
                      <a:pt x="333451" y="105775"/>
                      <a:pt x="330056" y="88925"/>
                      <a:pt x="323332" y="73851"/>
                    </a:cubicBezTo>
                    <a:cubicBezTo>
                      <a:pt x="316575" y="58687"/>
                      <a:pt x="306523" y="45398"/>
                      <a:pt x="293433" y="34373"/>
                    </a:cubicBezTo>
                    <a:cubicBezTo>
                      <a:pt x="280496" y="23458"/>
                      <a:pt x="264540" y="14897"/>
                      <a:pt x="245961" y="8917"/>
                    </a:cubicBezTo>
                    <a:cubicBezTo>
                      <a:pt x="227646" y="2997"/>
                      <a:pt x="206664" y="0"/>
                      <a:pt x="183623" y="0"/>
                    </a:cubicBezTo>
                    <a:lnTo>
                      <a:pt x="0" y="0"/>
                    </a:lnTo>
                    <a:lnTo>
                      <a:pt x="0" y="408884"/>
                    </a:lnTo>
                    <a:lnTo>
                      <a:pt x="109411" y="408884"/>
                    </a:lnTo>
                    <a:lnTo>
                      <a:pt x="109411" y="255773"/>
                    </a:lnTo>
                    <a:lnTo>
                      <a:pt x="161758" y="255773"/>
                    </a:lnTo>
                    <a:lnTo>
                      <a:pt x="234944" y="408888"/>
                    </a:lnTo>
                    <a:lnTo>
                      <a:pt x="355035" y="408888"/>
                    </a:lnTo>
                    <a:lnTo>
                      <a:pt x="268442" y="231631"/>
                    </a:lnTo>
                    <a:cubicBezTo>
                      <a:pt x="285522" y="221749"/>
                      <a:pt x="300197" y="208910"/>
                      <a:pt x="312045" y="193449"/>
                    </a:cubicBezTo>
                  </a:path>
                </a:pathLst>
              </a:custGeom>
              <a:solidFill>
                <a:srgbClr val="FFFFFF"/>
              </a:solidFill>
              <a:ln w="375" cap="flat">
                <a:noFill/>
                <a:prstDash val="solid"/>
                <a:miter/>
              </a:ln>
            </p:spPr>
            <p:txBody>
              <a:bodyPr rtlCol="0" anchor="ctr"/>
              <a:lstStyle/>
              <a:p>
                <a:endParaRPr lang="en-US"/>
              </a:p>
            </p:txBody>
          </p:sp>
          <p:sp>
            <p:nvSpPr>
              <p:cNvPr id="39" name="Freihandform: Form 38">
                <a:extLst>
                  <a:ext uri="{FF2B5EF4-FFF2-40B4-BE49-F238E27FC236}">
                    <a16:creationId xmlns:a16="http://schemas.microsoft.com/office/drawing/2014/main" id="{A68E1551-7C9E-486B-93A8-24FB52625A5B}"/>
                  </a:ext>
                </a:extLst>
              </p:cNvPr>
              <p:cNvSpPr/>
              <p:nvPr/>
            </p:nvSpPr>
            <p:spPr bwMode="invGray">
              <a:xfrm>
                <a:off x="6068842" y="3147714"/>
                <a:ext cx="349790" cy="408891"/>
              </a:xfrm>
              <a:custGeom>
                <a:avLst/>
                <a:gdLst>
                  <a:gd name="connsiteX0" fmla="*/ 0 w 349790"/>
                  <a:gd name="connsiteY0" fmla="*/ 94800 h 408891"/>
                  <a:gd name="connsiteX1" fmla="*/ 119884 w 349790"/>
                  <a:gd name="connsiteY1" fmla="*/ 94800 h 408891"/>
                  <a:gd name="connsiteX2" fmla="*/ 119884 w 349790"/>
                  <a:gd name="connsiteY2" fmla="*/ 408891 h 408891"/>
                  <a:gd name="connsiteX3" fmla="*/ 229314 w 349790"/>
                  <a:gd name="connsiteY3" fmla="*/ 408891 h 408891"/>
                  <a:gd name="connsiteX4" fmla="*/ 229314 w 349790"/>
                  <a:gd name="connsiteY4" fmla="*/ 94800 h 408891"/>
                  <a:gd name="connsiteX5" fmla="*/ 349791 w 349790"/>
                  <a:gd name="connsiteY5" fmla="*/ 94800 h 408891"/>
                  <a:gd name="connsiteX6" fmla="*/ 349791 w 349790"/>
                  <a:gd name="connsiteY6" fmla="*/ 0 h 408891"/>
                  <a:gd name="connsiteX7" fmla="*/ 0 w 349790"/>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90" h="408891">
                    <a:moveTo>
                      <a:pt x="0" y="94800"/>
                    </a:moveTo>
                    <a:lnTo>
                      <a:pt x="119884" y="94800"/>
                    </a:lnTo>
                    <a:lnTo>
                      <a:pt x="119884" y="408891"/>
                    </a:lnTo>
                    <a:lnTo>
                      <a:pt x="229314" y="408891"/>
                    </a:lnTo>
                    <a:lnTo>
                      <a:pt x="229314" y="94800"/>
                    </a:lnTo>
                    <a:lnTo>
                      <a:pt x="349791" y="94800"/>
                    </a:lnTo>
                    <a:lnTo>
                      <a:pt x="349791" y="0"/>
                    </a:lnTo>
                    <a:lnTo>
                      <a:pt x="0" y="0"/>
                    </a:lnTo>
                    <a:close/>
                  </a:path>
                </a:pathLst>
              </a:custGeom>
              <a:solidFill>
                <a:srgbClr val="FFFFFF"/>
              </a:solidFill>
              <a:ln w="375" cap="flat">
                <a:noFill/>
                <a:prstDash val="solid"/>
                <a:miter/>
              </a:ln>
            </p:spPr>
            <p:txBody>
              <a:bodyPr rtlCol="0" anchor="ctr"/>
              <a:lstStyle/>
              <a:p>
                <a:endParaRPr lang="en-US"/>
              </a:p>
            </p:txBody>
          </p:sp>
          <p:sp>
            <p:nvSpPr>
              <p:cNvPr id="40" name="Freihandform: Form 39">
                <a:extLst>
                  <a:ext uri="{FF2B5EF4-FFF2-40B4-BE49-F238E27FC236}">
                    <a16:creationId xmlns:a16="http://schemas.microsoft.com/office/drawing/2014/main" id="{438C2B55-3745-4001-B3EE-52E14B5115AD}"/>
                  </a:ext>
                </a:extLst>
              </p:cNvPr>
              <p:cNvSpPr/>
              <p:nvPr/>
            </p:nvSpPr>
            <p:spPr bwMode="invGray">
              <a:xfrm>
                <a:off x="6453885" y="3147729"/>
                <a:ext cx="304742" cy="408891"/>
              </a:xfrm>
              <a:custGeom>
                <a:avLst/>
                <a:gdLst>
                  <a:gd name="connsiteX0" fmla="*/ 0 w 304742"/>
                  <a:gd name="connsiteY0" fmla="*/ 408891 h 408891"/>
                  <a:gd name="connsiteX1" fmla="*/ 109411 w 304742"/>
                  <a:gd name="connsiteY1" fmla="*/ 408891 h 408891"/>
                  <a:gd name="connsiteX2" fmla="*/ 109411 w 304742"/>
                  <a:gd name="connsiteY2" fmla="*/ 244523 h 408891"/>
                  <a:gd name="connsiteX3" fmla="*/ 277732 w 304742"/>
                  <a:gd name="connsiteY3" fmla="*/ 244523 h 408891"/>
                  <a:gd name="connsiteX4" fmla="*/ 277732 w 304742"/>
                  <a:gd name="connsiteY4" fmla="*/ 149746 h 408891"/>
                  <a:gd name="connsiteX5" fmla="*/ 109411 w 304742"/>
                  <a:gd name="connsiteY5" fmla="*/ 149746 h 408891"/>
                  <a:gd name="connsiteX6" fmla="*/ 109411 w 304742"/>
                  <a:gd name="connsiteY6" fmla="*/ 94796 h 408891"/>
                  <a:gd name="connsiteX7" fmla="*/ 304743 w 304742"/>
                  <a:gd name="connsiteY7" fmla="*/ 94796 h 408891"/>
                  <a:gd name="connsiteX8" fmla="*/ 304743 w 304742"/>
                  <a:gd name="connsiteY8" fmla="*/ 0 h 408891"/>
                  <a:gd name="connsiteX9" fmla="*/ 0 w 304742"/>
                  <a:gd name="connsiteY9"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42" h="408891">
                    <a:moveTo>
                      <a:pt x="0" y="408891"/>
                    </a:moveTo>
                    <a:lnTo>
                      <a:pt x="109411" y="408891"/>
                    </a:lnTo>
                    <a:lnTo>
                      <a:pt x="109411" y="244523"/>
                    </a:lnTo>
                    <a:lnTo>
                      <a:pt x="277732" y="244523"/>
                    </a:lnTo>
                    <a:lnTo>
                      <a:pt x="277732" y="149746"/>
                    </a:lnTo>
                    <a:lnTo>
                      <a:pt x="109411" y="149746"/>
                    </a:lnTo>
                    <a:lnTo>
                      <a:pt x="109411" y="94796"/>
                    </a:lnTo>
                    <a:lnTo>
                      <a:pt x="304743" y="94796"/>
                    </a:lnTo>
                    <a:lnTo>
                      <a:pt x="304743" y="0"/>
                    </a:lnTo>
                    <a:lnTo>
                      <a:pt x="0" y="0"/>
                    </a:lnTo>
                    <a:close/>
                  </a:path>
                </a:pathLst>
              </a:custGeom>
              <a:solidFill>
                <a:srgbClr val="FFFFFF"/>
              </a:solidFill>
              <a:ln w="375" cap="flat">
                <a:noFill/>
                <a:prstDash val="solid"/>
                <a:miter/>
              </a:ln>
            </p:spPr>
            <p:txBody>
              <a:bodyPr rtlCol="0" anchor="ctr"/>
              <a:lstStyle/>
              <a:p>
                <a:endParaRPr lang="en-US"/>
              </a:p>
            </p:txBody>
          </p:sp>
          <p:sp>
            <p:nvSpPr>
              <p:cNvPr id="41" name="Freihandform: Form 40">
                <a:extLst>
                  <a:ext uri="{FF2B5EF4-FFF2-40B4-BE49-F238E27FC236}">
                    <a16:creationId xmlns:a16="http://schemas.microsoft.com/office/drawing/2014/main" id="{5C8E443E-C61F-4C17-9776-B17A2BFDC29B}"/>
                  </a:ext>
                </a:extLst>
              </p:cNvPr>
              <p:cNvSpPr/>
              <p:nvPr/>
            </p:nvSpPr>
            <p:spPr bwMode="invGray">
              <a:xfrm>
                <a:off x="6794503" y="3147732"/>
                <a:ext cx="109411" cy="408891"/>
              </a:xfrm>
              <a:custGeom>
                <a:avLst/>
                <a:gdLst>
                  <a:gd name="connsiteX0" fmla="*/ 0 w 109411"/>
                  <a:gd name="connsiteY0" fmla="*/ 0 h 408891"/>
                  <a:gd name="connsiteX1" fmla="*/ 109411 w 109411"/>
                  <a:gd name="connsiteY1" fmla="*/ 0 h 408891"/>
                  <a:gd name="connsiteX2" fmla="*/ 109411 w 109411"/>
                  <a:gd name="connsiteY2" fmla="*/ 408891 h 408891"/>
                  <a:gd name="connsiteX3" fmla="*/ 0 w 109411"/>
                  <a:gd name="connsiteY3" fmla="*/ 408891 h 408891"/>
                </a:gdLst>
                <a:ahLst/>
                <a:cxnLst>
                  <a:cxn ang="0">
                    <a:pos x="connsiteX0" y="connsiteY0"/>
                  </a:cxn>
                  <a:cxn ang="0">
                    <a:pos x="connsiteX1" y="connsiteY1"/>
                  </a:cxn>
                  <a:cxn ang="0">
                    <a:pos x="connsiteX2" y="connsiteY2"/>
                  </a:cxn>
                  <a:cxn ang="0">
                    <a:pos x="connsiteX3" y="connsiteY3"/>
                  </a:cxn>
                </a:cxnLst>
                <a:rect l="l" t="t" r="r" b="b"/>
                <a:pathLst>
                  <a:path w="109411" h="408891">
                    <a:moveTo>
                      <a:pt x="0" y="0"/>
                    </a:moveTo>
                    <a:lnTo>
                      <a:pt x="109411" y="0"/>
                    </a:lnTo>
                    <a:lnTo>
                      <a:pt x="109411" y="408891"/>
                    </a:lnTo>
                    <a:lnTo>
                      <a:pt x="0" y="408891"/>
                    </a:lnTo>
                    <a:close/>
                  </a:path>
                </a:pathLst>
              </a:custGeom>
              <a:solidFill>
                <a:srgbClr val="FFFFFF"/>
              </a:solidFill>
              <a:ln w="375" cap="flat">
                <a:noFill/>
                <a:prstDash val="solid"/>
                <a:miter/>
              </a:ln>
            </p:spPr>
            <p:txBody>
              <a:bodyPr rtlCol="0" anchor="ctr"/>
              <a:lstStyle/>
              <a:p>
                <a:endParaRPr lang="en-US"/>
              </a:p>
            </p:txBody>
          </p:sp>
          <p:sp>
            <p:nvSpPr>
              <p:cNvPr id="42" name="Freihandform: Form 41">
                <a:extLst>
                  <a:ext uri="{FF2B5EF4-FFF2-40B4-BE49-F238E27FC236}">
                    <a16:creationId xmlns:a16="http://schemas.microsoft.com/office/drawing/2014/main" id="{1E749FC3-5AAD-455F-B21A-77DE8F5FEF3B}"/>
                  </a:ext>
                </a:extLst>
              </p:cNvPr>
              <p:cNvSpPr/>
              <p:nvPr/>
            </p:nvSpPr>
            <p:spPr bwMode="invGray">
              <a:xfrm>
                <a:off x="6934952" y="3147732"/>
                <a:ext cx="400473" cy="408891"/>
              </a:xfrm>
              <a:custGeom>
                <a:avLst/>
                <a:gdLst>
                  <a:gd name="connsiteX0" fmla="*/ 200237 w 400473"/>
                  <a:gd name="connsiteY0" fmla="*/ 286701 h 408891"/>
                  <a:gd name="connsiteX1" fmla="*/ 117423 w 400473"/>
                  <a:gd name="connsiteY1" fmla="*/ 0 h 408891"/>
                  <a:gd name="connsiteX2" fmla="*/ 0 w 400473"/>
                  <a:gd name="connsiteY2" fmla="*/ 0 h 408891"/>
                  <a:gd name="connsiteX3" fmla="*/ 134713 w 400473"/>
                  <a:gd name="connsiteY3" fmla="*/ 408891 h 408891"/>
                  <a:gd name="connsiteX4" fmla="*/ 265753 w 400473"/>
                  <a:gd name="connsiteY4" fmla="*/ 408891 h 408891"/>
                  <a:gd name="connsiteX5" fmla="*/ 399392 w 400473"/>
                  <a:gd name="connsiteY5" fmla="*/ 3313 h 408891"/>
                  <a:gd name="connsiteX6" fmla="*/ 400474 w 400473"/>
                  <a:gd name="connsiteY6" fmla="*/ 0 h 408891"/>
                  <a:gd name="connsiteX7" fmla="*/ 283035 w 400473"/>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473" h="408891">
                    <a:moveTo>
                      <a:pt x="200237" y="286701"/>
                    </a:moveTo>
                    <a:lnTo>
                      <a:pt x="117423" y="0"/>
                    </a:lnTo>
                    <a:lnTo>
                      <a:pt x="0" y="0"/>
                    </a:lnTo>
                    <a:lnTo>
                      <a:pt x="134713" y="408891"/>
                    </a:lnTo>
                    <a:lnTo>
                      <a:pt x="265753" y="408891"/>
                    </a:lnTo>
                    <a:lnTo>
                      <a:pt x="399392" y="3313"/>
                    </a:lnTo>
                    <a:lnTo>
                      <a:pt x="400474" y="0"/>
                    </a:lnTo>
                    <a:lnTo>
                      <a:pt x="283035" y="0"/>
                    </a:lnTo>
                    <a:close/>
                  </a:path>
                </a:pathLst>
              </a:custGeom>
              <a:solidFill>
                <a:srgbClr val="FFFFFF"/>
              </a:solidFill>
              <a:ln w="375"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871D8FA2-AEF9-4226-B00D-C6EBCF383F68}"/>
                  </a:ext>
                </a:extLst>
              </p:cNvPr>
              <p:cNvSpPr/>
              <p:nvPr/>
            </p:nvSpPr>
            <p:spPr bwMode="invGray">
              <a:xfrm>
                <a:off x="7366257" y="3147736"/>
                <a:ext cx="313757" cy="408880"/>
              </a:xfrm>
              <a:custGeom>
                <a:avLst/>
                <a:gdLst>
                  <a:gd name="connsiteX0" fmla="*/ 109422 w 313757"/>
                  <a:gd name="connsiteY0" fmla="*/ 314103 h 408880"/>
                  <a:gd name="connsiteX1" fmla="*/ 109422 w 313757"/>
                  <a:gd name="connsiteY1" fmla="*/ 240560 h 408880"/>
                  <a:gd name="connsiteX2" fmla="*/ 284493 w 313757"/>
                  <a:gd name="connsiteY2" fmla="*/ 240560 h 408880"/>
                  <a:gd name="connsiteX3" fmla="*/ 284493 w 313757"/>
                  <a:gd name="connsiteY3" fmla="*/ 145779 h 408880"/>
                  <a:gd name="connsiteX4" fmla="*/ 109422 w 313757"/>
                  <a:gd name="connsiteY4" fmla="*/ 145779 h 408880"/>
                  <a:gd name="connsiteX5" fmla="*/ 109422 w 313757"/>
                  <a:gd name="connsiteY5" fmla="*/ 94796 h 408880"/>
                  <a:gd name="connsiteX6" fmla="*/ 302492 w 313757"/>
                  <a:gd name="connsiteY6" fmla="*/ 94796 h 408880"/>
                  <a:gd name="connsiteX7" fmla="*/ 302492 w 313757"/>
                  <a:gd name="connsiteY7" fmla="*/ 0 h 408880"/>
                  <a:gd name="connsiteX8" fmla="*/ 0 w 313757"/>
                  <a:gd name="connsiteY8" fmla="*/ 0 h 408880"/>
                  <a:gd name="connsiteX9" fmla="*/ 0 w 313757"/>
                  <a:gd name="connsiteY9" fmla="*/ 408880 h 408880"/>
                  <a:gd name="connsiteX10" fmla="*/ 313757 w 313757"/>
                  <a:gd name="connsiteY10" fmla="*/ 408880 h 408880"/>
                  <a:gd name="connsiteX11" fmla="*/ 313757 w 313757"/>
                  <a:gd name="connsiteY11" fmla="*/ 314103 h 40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757" h="408880">
                    <a:moveTo>
                      <a:pt x="109422" y="314103"/>
                    </a:moveTo>
                    <a:lnTo>
                      <a:pt x="109422" y="240560"/>
                    </a:lnTo>
                    <a:lnTo>
                      <a:pt x="284493" y="240560"/>
                    </a:lnTo>
                    <a:lnTo>
                      <a:pt x="284493" y="145779"/>
                    </a:lnTo>
                    <a:lnTo>
                      <a:pt x="109422" y="145779"/>
                    </a:lnTo>
                    <a:lnTo>
                      <a:pt x="109422" y="94796"/>
                    </a:lnTo>
                    <a:lnTo>
                      <a:pt x="302492" y="94796"/>
                    </a:lnTo>
                    <a:lnTo>
                      <a:pt x="302492" y="0"/>
                    </a:lnTo>
                    <a:lnTo>
                      <a:pt x="0" y="0"/>
                    </a:lnTo>
                    <a:lnTo>
                      <a:pt x="0" y="408880"/>
                    </a:lnTo>
                    <a:lnTo>
                      <a:pt x="313757" y="408880"/>
                    </a:lnTo>
                    <a:lnTo>
                      <a:pt x="313757" y="314103"/>
                    </a:lnTo>
                    <a:close/>
                  </a:path>
                </a:pathLst>
              </a:custGeom>
              <a:solidFill>
                <a:srgbClr val="FFFFFF"/>
              </a:solidFill>
              <a:ln w="375"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87E31CAB-153B-4B6D-BA96-076B228BE9B2}"/>
                  </a:ext>
                </a:extLst>
              </p:cNvPr>
              <p:cNvSpPr/>
              <p:nvPr/>
            </p:nvSpPr>
            <p:spPr bwMode="invGray">
              <a:xfrm>
                <a:off x="4900825" y="3147714"/>
                <a:ext cx="324458" cy="408891"/>
              </a:xfrm>
              <a:custGeom>
                <a:avLst/>
                <a:gdLst>
                  <a:gd name="connsiteX0" fmla="*/ 212783 w 324458"/>
                  <a:gd name="connsiteY0" fmla="*/ 129597 h 408891"/>
                  <a:gd name="connsiteX1" fmla="*/ 202731 w 324458"/>
                  <a:gd name="connsiteY1" fmla="*/ 155034 h 408891"/>
                  <a:gd name="connsiteX2" fmla="*/ 172925 w 324458"/>
                  <a:gd name="connsiteY2" fmla="*/ 164951 h 408891"/>
                  <a:gd name="connsiteX3" fmla="*/ 109426 w 324458"/>
                  <a:gd name="connsiteY3" fmla="*/ 164951 h 408891"/>
                  <a:gd name="connsiteX4" fmla="*/ 109426 w 324458"/>
                  <a:gd name="connsiteY4" fmla="*/ 94796 h 408891"/>
                  <a:gd name="connsiteX5" fmla="*/ 172925 w 324458"/>
                  <a:gd name="connsiteY5" fmla="*/ 94796 h 408891"/>
                  <a:gd name="connsiteX6" fmla="*/ 202817 w 324458"/>
                  <a:gd name="connsiteY6" fmla="*/ 104498 h 408891"/>
                  <a:gd name="connsiteX7" fmla="*/ 212783 w 324458"/>
                  <a:gd name="connsiteY7" fmla="*/ 129597 h 408891"/>
                  <a:gd name="connsiteX8" fmla="*/ 284286 w 324458"/>
                  <a:gd name="connsiteY8" fmla="*/ 36469 h 408891"/>
                  <a:gd name="connsiteX9" fmla="*/ 236267 w 324458"/>
                  <a:gd name="connsiteY9" fmla="*/ 9526 h 408891"/>
                  <a:gd name="connsiteX10" fmla="*/ 172929 w 324458"/>
                  <a:gd name="connsiteY10" fmla="*/ 0 h 408891"/>
                  <a:gd name="connsiteX11" fmla="*/ 0 w 324458"/>
                  <a:gd name="connsiteY11" fmla="*/ 0 h 408891"/>
                  <a:gd name="connsiteX12" fmla="*/ 0 w 324458"/>
                  <a:gd name="connsiteY12" fmla="*/ 408891 h 408891"/>
                  <a:gd name="connsiteX13" fmla="*/ 109430 w 324458"/>
                  <a:gd name="connsiteY13" fmla="*/ 408891 h 408891"/>
                  <a:gd name="connsiteX14" fmla="*/ 109430 w 324458"/>
                  <a:gd name="connsiteY14" fmla="*/ 259732 h 408891"/>
                  <a:gd name="connsiteX15" fmla="*/ 172929 w 324458"/>
                  <a:gd name="connsiteY15" fmla="*/ 259732 h 408891"/>
                  <a:gd name="connsiteX16" fmla="*/ 236267 w 324458"/>
                  <a:gd name="connsiteY16" fmla="*/ 250206 h 408891"/>
                  <a:gd name="connsiteX17" fmla="*/ 284286 w 324458"/>
                  <a:gd name="connsiteY17" fmla="*/ 223270 h 408891"/>
                  <a:gd name="connsiteX18" fmla="*/ 314415 w 324458"/>
                  <a:gd name="connsiteY18" fmla="*/ 181448 h 408891"/>
                  <a:gd name="connsiteX19" fmla="*/ 324459 w 324458"/>
                  <a:gd name="connsiteY19" fmla="*/ 129601 h 408891"/>
                  <a:gd name="connsiteX20" fmla="*/ 314400 w 324458"/>
                  <a:gd name="connsiteY20" fmla="*/ 77983 h 408891"/>
                  <a:gd name="connsiteX21" fmla="*/ 284286 w 324458"/>
                  <a:gd name="connsiteY21" fmla="*/ 36469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458" h="408891">
                    <a:moveTo>
                      <a:pt x="212783" y="129597"/>
                    </a:moveTo>
                    <a:cubicBezTo>
                      <a:pt x="212783" y="140107"/>
                      <a:pt x="209496" y="148431"/>
                      <a:pt x="202731" y="155034"/>
                    </a:cubicBezTo>
                    <a:cubicBezTo>
                      <a:pt x="195921" y="161705"/>
                      <a:pt x="186158" y="164951"/>
                      <a:pt x="172925" y="164951"/>
                    </a:cubicBezTo>
                    <a:lnTo>
                      <a:pt x="109426" y="164951"/>
                    </a:lnTo>
                    <a:lnTo>
                      <a:pt x="109426" y="94796"/>
                    </a:lnTo>
                    <a:lnTo>
                      <a:pt x="172925" y="94796"/>
                    </a:lnTo>
                    <a:cubicBezTo>
                      <a:pt x="186023" y="94796"/>
                      <a:pt x="196086" y="98064"/>
                      <a:pt x="202817" y="104498"/>
                    </a:cubicBezTo>
                    <a:cubicBezTo>
                      <a:pt x="209530" y="110918"/>
                      <a:pt x="212783" y="119117"/>
                      <a:pt x="212783" y="129597"/>
                    </a:cubicBezTo>
                    <a:moveTo>
                      <a:pt x="284286" y="36469"/>
                    </a:moveTo>
                    <a:cubicBezTo>
                      <a:pt x="271203" y="24994"/>
                      <a:pt x="255036" y="15934"/>
                      <a:pt x="236267" y="9526"/>
                    </a:cubicBezTo>
                    <a:cubicBezTo>
                      <a:pt x="217673" y="3200"/>
                      <a:pt x="196368" y="0"/>
                      <a:pt x="172929" y="0"/>
                    </a:cubicBezTo>
                    <a:lnTo>
                      <a:pt x="0" y="0"/>
                    </a:lnTo>
                    <a:lnTo>
                      <a:pt x="0" y="408891"/>
                    </a:lnTo>
                    <a:lnTo>
                      <a:pt x="109430" y="408891"/>
                    </a:lnTo>
                    <a:lnTo>
                      <a:pt x="109430" y="259732"/>
                    </a:lnTo>
                    <a:lnTo>
                      <a:pt x="172929" y="259732"/>
                    </a:lnTo>
                    <a:cubicBezTo>
                      <a:pt x="196394" y="259732"/>
                      <a:pt x="217715" y="256531"/>
                      <a:pt x="236267" y="250206"/>
                    </a:cubicBezTo>
                    <a:cubicBezTo>
                      <a:pt x="255021" y="243839"/>
                      <a:pt x="271169" y="234760"/>
                      <a:pt x="284286" y="223270"/>
                    </a:cubicBezTo>
                    <a:cubicBezTo>
                      <a:pt x="297546" y="211637"/>
                      <a:pt x="307684" y="197562"/>
                      <a:pt x="314415" y="181448"/>
                    </a:cubicBezTo>
                    <a:cubicBezTo>
                      <a:pt x="321086" y="165511"/>
                      <a:pt x="324459" y="148067"/>
                      <a:pt x="324459" y="129601"/>
                    </a:cubicBezTo>
                    <a:cubicBezTo>
                      <a:pt x="324459" y="111109"/>
                      <a:pt x="321071" y="93740"/>
                      <a:pt x="314400" y="77983"/>
                    </a:cubicBezTo>
                    <a:cubicBezTo>
                      <a:pt x="307665" y="62060"/>
                      <a:pt x="297527" y="48087"/>
                      <a:pt x="284286" y="36469"/>
                    </a:cubicBezTo>
                  </a:path>
                </a:pathLst>
              </a:custGeom>
              <a:solidFill>
                <a:srgbClr val="FFFFFF"/>
              </a:solidFill>
              <a:ln w="375" cap="flat">
                <a:noFill/>
                <a:prstDash val="solid"/>
                <a:miter/>
              </a:ln>
            </p:spPr>
            <p:txBody>
              <a:bodyPr rtlCol="0" anchor="ctr"/>
              <a:lstStyle/>
              <a:p>
                <a:endParaRPr lang="en-US"/>
              </a:p>
            </p:txBody>
          </p:sp>
        </p:grpSp>
        <p:sp>
          <p:nvSpPr>
            <p:cNvPr id="35" name="Freihandform: Form 34">
              <a:extLst>
                <a:ext uri="{FF2B5EF4-FFF2-40B4-BE49-F238E27FC236}">
                  <a16:creationId xmlns:a16="http://schemas.microsoft.com/office/drawing/2014/main" id="{857AB202-09EE-4D92-B38C-53CD0A17DB39}"/>
                </a:ext>
              </a:extLst>
            </p:cNvPr>
            <p:cNvSpPr/>
            <p:nvPr/>
          </p:nvSpPr>
          <p:spPr bwMode="invGray">
            <a:xfrm>
              <a:off x="6977972" y="3611356"/>
              <a:ext cx="314433" cy="109445"/>
            </a:xfrm>
            <a:custGeom>
              <a:avLst/>
              <a:gdLst>
                <a:gd name="connsiteX0" fmla="*/ 0 w 314433"/>
                <a:gd name="connsiteY0" fmla="*/ 0 h 109445"/>
                <a:gd name="connsiteX1" fmla="*/ 314434 w 314433"/>
                <a:gd name="connsiteY1" fmla="*/ 0 h 109445"/>
                <a:gd name="connsiteX2" fmla="*/ 314434 w 314433"/>
                <a:gd name="connsiteY2" fmla="*/ 109445 h 109445"/>
                <a:gd name="connsiteX3" fmla="*/ 0 w 314433"/>
                <a:gd name="connsiteY3" fmla="*/ 109445 h 109445"/>
              </a:gdLst>
              <a:ahLst/>
              <a:cxnLst>
                <a:cxn ang="0">
                  <a:pos x="connsiteX0" y="connsiteY0"/>
                </a:cxn>
                <a:cxn ang="0">
                  <a:pos x="connsiteX1" y="connsiteY1"/>
                </a:cxn>
                <a:cxn ang="0">
                  <a:pos x="connsiteX2" y="connsiteY2"/>
                </a:cxn>
                <a:cxn ang="0">
                  <a:pos x="connsiteX3" y="connsiteY3"/>
                </a:cxn>
              </a:cxnLst>
              <a:rect l="l" t="t" r="r" b="b"/>
              <a:pathLst>
                <a:path w="314433" h="109445">
                  <a:moveTo>
                    <a:pt x="0" y="0"/>
                  </a:moveTo>
                  <a:lnTo>
                    <a:pt x="314434" y="0"/>
                  </a:lnTo>
                  <a:lnTo>
                    <a:pt x="314434" y="109445"/>
                  </a:lnTo>
                  <a:lnTo>
                    <a:pt x="0" y="109445"/>
                  </a:lnTo>
                  <a:close/>
                </a:path>
              </a:pathLst>
            </a:custGeom>
            <a:solidFill>
              <a:schemeClr val="bg2"/>
            </a:solidFill>
            <a:ln w="375" cap="flat">
              <a:noFill/>
              <a:prstDash val="solid"/>
              <a:miter/>
            </a:ln>
          </p:spPr>
          <p:txBody>
            <a:bodyPr rtlCol="0" anchor="ctr"/>
            <a:lstStyle/>
            <a:p>
              <a:endParaRPr lang="en-US"/>
            </a:p>
          </p:txBody>
        </p:sp>
      </p:grpSp>
      <p:sp>
        <p:nvSpPr>
          <p:cNvPr id="45" name="Textplatzhalter 8">
            <a:extLst>
              <a:ext uri="{FF2B5EF4-FFF2-40B4-BE49-F238E27FC236}">
                <a16:creationId xmlns:a16="http://schemas.microsoft.com/office/drawing/2014/main" id="{7048F146-31C6-4C40-9CD2-081E8E97B508}"/>
              </a:ext>
            </a:extLst>
          </p:cNvPr>
          <p:cNvSpPr>
            <a:spLocks noGrp="1"/>
          </p:cNvSpPr>
          <p:nvPr>
            <p:ph type="body" sz="quarter" idx="12" hasCustomPrompt="1"/>
          </p:nvPr>
        </p:nvSpPr>
        <p:spPr bwMode="black">
          <a:xfrm>
            <a:off x="3431984"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6" name="Textplatzhalter 8">
            <a:extLst>
              <a:ext uri="{FF2B5EF4-FFF2-40B4-BE49-F238E27FC236}">
                <a16:creationId xmlns:a16="http://schemas.microsoft.com/office/drawing/2014/main" id="{703277B6-8F80-4D8B-8F4B-8050CF8E3F6B}"/>
              </a:ext>
            </a:extLst>
          </p:cNvPr>
          <p:cNvSpPr>
            <a:spLocks noGrp="1"/>
          </p:cNvSpPr>
          <p:nvPr>
            <p:ph type="body" sz="quarter" idx="13" hasCustomPrompt="1"/>
          </p:nvPr>
        </p:nvSpPr>
        <p:spPr bwMode="black">
          <a:xfrm>
            <a:off x="3431984"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7" name="Textplatzhalter 8">
            <a:extLst>
              <a:ext uri="{FF2B5EF4-FFF2-40B4-BE49-F238E27FC236}">
                <a16:creationId xmlns:a16="http://schemas.microsoft.com/office/drawing/2014/main" id="{54AB44A6-B61F-4B99-9715-C185EB0F59AA}"/>
              </a:ext>
            </a:extLst>
          </p:cNvPr>
          <p:cNvSpPr>
            <a:spLocks noGrp="1"/>
          </p:cNvSpPr>
          <p:nvPr>
            <p:ph type="body" sz="quarter" idx="14" hasCustomPrompt="1"/>
          </p:nvPr>
        </p:nvSpPr>
        <p:spPr bwMode="black">
          <a:xfrm>
            <a:off x="624029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8" name="Textplatzhalter 8">
            <a:extLst>
              <a:ext uri="{FF2B5EF4-FFF2-40B4-BE49-F238E27FC236}">
                <a16:creationId xmlns:a16="http://schemas.microsoft.com/office/drawing/2014/main" id="{5FFBC0EB-C3F4-4BBB-AFAA-DF8F27DE6F74}"/>
              </a:ext>
            </a:extLst>
          </p:cNvPr>
          <p:cNvSpPr>
            <a:spLocks noGrp="1"/>
          </p:cNvSpPr>
          <p:nvPr>
            <p:ph type="body" sz="quarter" idx="15" hasCustomPrompt="1"/>
          </p:nvPr>
        </p:nvSpPr>
        <p:spPr bwMode="black">
          <a:xfrm>
            <a:off x="624029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9" name="Textplatzhalter 8">
            <a:extLst>
              <a:ext uri="{FF2B5EF4-FFF2-40B4-BE49-F238E27FC236}">
                <a16:creationId xmlns:a16="http://schemas.microsoft.com/office/drawing/2014/main" id="{96811929-4004-4013-A01C-E6C4502FE51B}"/>
              </a:ext>
            </a:extLst>
          </p:cNvPr>
          <p:cNvSpPr>
            <a:spLocks noGrp="1"/>
          </p:cNvSpPr>
          <p:nvPr>
            <p:ph type="body" sz="quarter" idx="16" hasCustomPrompt="1"/>
          </p:nvPr>
        </p:nvSpPr>
        <p:spPr bwMode="black">
          <a:xfrm>
            <a:off x="9048608"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50" name="Textplatzhalter 8">
            <a:extLst>
              <a:ext uri="{FF2B5EF4-FFF2-40B4-BE49-F238E27FC236}">
                <a16:creationId xmlns:a16="http://schemas.microsoft.com/office/drawing/2014/main" id="{8C52A45D-A4A4-427B-A37B-39BBD54F07ED}"/>
              </a:ext>
            </a:extLst>
          </p:cNvPr>
          <p:cNvSpPr>
            <a:spLocks noGrp="1"/>
          </p:cNvSpPr>
          <p:nvPr>
            <p:ph type="body" sz="quarter" idx="17" hasCustomPrompt="1"/>
          </p:nvPr>
        </p:nvSpPr>
        <p:spPr bwMode="black">
          <a:xfrm>
            <a:off x="9048608"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Tree>
    <p:extLst>
      <p:ext uri="{BB962C8B-B14F-4D97-AF65-F5344CB8AC3E}">
        <p14:creationId xmlns:p14="http://schemas.microsoft.com/office/powerpoint/2010/main" val="217531351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pyright | black">
    <p:bg>
      <p:bgPr>
        <a:solidFill>
          <a:schemeClr val="tx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rgbClr val="FFFFFF"/>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respectively the Club represented by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rgbClr val="FFFFFF"/>
                </a:solidFill>
                <a:latin typeface="Arial" panose="020B0604020202020204" pitchFamily="34" charset="0"/>
              </a:rPr>
              <a:t>UrhG</a:t>
            </a:r>
            <a:r>
              <a:rPr lang="en-GB" sz="900" b="0" i="0" u="none" baseline="0" noProof="0">
                <a:solidFill>
                  <a:srgbClr val="FFFFFF"/>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rgbClr val="FFFFFF"/>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161891373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chemeClr val="tx1"/>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respectively the Club represented by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chemeClr val="tx1"/>
                </a:solidFill>
                <a:latin typeface="Arial" panose="020B0604020202020204" pitchFamily="34" charset="0"/>
              </a:rPr>
              <a:t>UrhG</a:t>
            </a:r>
            <a:r>
              <a:rPr lang="en-GB" sz="900" b="0" i="0" u="none" baseline="0" noProof="0">
                <a:solidFill>
                  <a:schemeClr val="tx1"/>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chemeClr val="tx1"/>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423812002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D12027-BCD5-F7EB-4B9F-6F190E37B53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368510D8-01DF-0C13-1B68-F672434EB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1E5FD7F-7772-EA67-CACF-21CEF0C3FC98}"/>
              </a:ext>
            </a:extLst>
          </p:cNvPr>
          <p:cNvSpPr>
            <a:spLocks noGrp="1"/>
          </p:cNvSpPr>
          <p:nvPr>
            <p:ph type="dt" sz="half" idx="10"/>
          </p:nvPr>
        </p:nvSpPr>
        <p:spPr/>
        <p:txBody>
          <a:bodyPr/>
          <a:lstStyle/>
          <a:p>
            <a:fld id="{5225FB8E-0221-4840-9481-8798F3FCA276}" type="datetimeFigureOut">
              <a:rPr lang="de-DE" smtClean="0"/>
              <a:t>07.10.2026</a:t>
            </a:fld>
            <a:endParaRPr lang="de-DE"/>
          </a:p>
        </p:txBody>
      </p:sp>
      <p:sp>
        <p:nvSpPr>
          <p:cNvPr id="5" name="Fußzeilenplatzhalter 4">
            <a:extLst>
              <a:ext uri="{FF2B5EF4-FFF2-40B4-BE49-F238E27FC236}">
                <a16:creationId xmlns:a16="http://schemas.microsoft.com/office/drawing/2014/main" id="{60F95BE4-3287-AFA6-F695-4290C5E17D29}"/>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4598247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8A431-4EEF-1CB1-3598-1DFE48E428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D6DB94E8-A728-09E8-CC14-0751DE3482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DCB77B0E-004C-6FCD-17E6-A61BF7F18E3E}"/>
              </a:ext>
            </a:extLst>
          </p:cNvPr>
          <p:cNvSpPr>
            <a:spLocks noGrp="1"/>
          </p:cNvSpPr>
          <p:nvPr>
            <p:ph type="dt" sz="half" idx="10"/>
          </p:nvPr>
        </p:nvSpPr>
        <p:spPr/>
        <p:txBody>
          <a:bodyPr/>
          <a:lstStyle/>
          <a:p>
            <a:fld id="{D05579F4-42E9-4EB9-A390-785F502914AE}" type="datetime1">
              <a:rPr lang="LID4096" smtClean="0"/>
              <a:t>10/07/2026</a:t>
            </a:fld>
            <a:endParaRPr lang="en-DE"/>
          </a:p>
        </p:txBody>
      </p:sp>
      <p:sp>
        <p:nvSpPr>
          <p:cNvPr id="5" name="Footer Placeholder 4">
            <a:extLst>
              <a:ext uri="{FF2B5EF4-FFF2-40B4-BE49-F238E27FC236}">
                <a16:creationId xmlns:a16="http://schemas.microsoft.com/office/drawing/2014/main" id="{71AD0753-BB48-41A1-7F12-67266C459697}"/>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28629604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709A-84B1-7E44-4BB2-27F791736951}"/>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72CDFB06-29E9-2DA0-B122-449DCF7560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2BF3976-71BA-9947-1CE7-02C68B2EB70E}"/>
              </a:ext>
            </a:extLst>
          </p:cNvPr>
          <p:cNvSpPr>
            <a:spLocks noGrp="1"/>
          </p:cNvSpPr>
          <p:nvPr>
            <p:ph type="dt" sz="half" idx="10"/>
          </p:nvPr>
        </p:nvSpPr>
        <p:spPr/>
        <p:txBody>
          <a:bodyPr/>
          <a:lstStyle/>
          <a:p>
            <a:fld id="{FFF6B963-2B17-4B94-A405-FEEB36056559}" type="datetime1">
              <a:rPr lang="LID4096" smtClean="0"/>
              <a:t>10/07/2026</a:t>
            </a:fld>
            <a:endParaRPr lang="en-DE"/>
          </a:p>
        </p:txBody>
      </p:sp>
      <p:sp>
        <p:nvSpPr>
          <p:cNvPr id="5" name="Footer Placeholder 4">
            <a:extLst>
              <a:ext uri="{FF2B5EF4-FFF2-40B4-BE49-F238E27FC236}">
                <a16:creationId xmlns:a16="http://schemas.microsoft.com/office/drawing/2014/main" id="{FB5346F5-DF20-67F6-DAD1-4E4EBA4EC212}"/>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7544012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FB08-1102-FE45-6E50-C13109E30A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98FE0FD1-5A96-9DBD-4370-F8A901FA94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67C28-F84B-79DF-50E0-9138089AFF0D}"/>
              </a:ext>
            </a:extLst>
          </p:cNvPr>
          <p:cNvSpPr>
            <a:spLocks noGrp="1"/>
          </p:cNvSpPr>
          <p:nvPr>
            <p:ph type="dt" sz="half" idx="10"/>
          </p:nvPr>
        </p:nvSpPr>
        <p:spPr/>
        <p:txBody>
          <a:bodyPr/>
          <a:lstStyle/>
          <a:p>
            <a:fld id="{14C2B986-D9C5-4B03-9ED4-1C3B58251C84}" type="datetime1">
              <a:rPr lang="LID4096" smtClean="0"/>
              <a:t>10/07/2026</a:t>
            </a:fld>
            <a:endParaRPr lang="en-DE"/>
          </a:p>
        </p:txBody>
      </p:sp>
      <p:sp>
        <p:nvSpPr>
          <p:cNvPr id="5" name="Footer Placeholder 4">
            <a:extLst>
              <a:ext uri="{FF2B5EF4-FFF2-40B4-BE49-F238E27FC236}">
                <a16:creationId xmlns:a16="http://schemas.microsoft.com/office/drawing/2014/main" id="{0692FAE8-EF09-8683-BABD-84F97C806308}"/>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593206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8B791-6445-4801-F023-038CA2B88E88}"/>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DEF85EF4-7BFC-A4C8-64EF-39D9837F3D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D900CE41-7E14-809D-9EAD-9D73642904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60C1C949-424E-2D67-74EF-11EF64D68176}"/>
              </a:ext>
            </a:extLst>
          </p:cNvPr>
          <p:cNvSpPr>
            <a:spLocks noGrp="1"/>
          </p:cNvSpPr>
          <p:nvPr>
            <p:ph type="dt" sz="half" idx="10"/>
          </p:nvPr>
        </p:nvSpPr>
        <p:spPr/>
        <p:txBody>
          <a:bodyPr/>
          <a:lstStyle/>
          <a:p>
            <a:fld id="{A4327753-5A3A-47F5-B9CB-82013EF39871}" type="datetime1">
              <a:rPr lang="LID4096" smtClean="0"/>
              <a:t>10/07/2026</a:t>
            </a:fld>
            <a:endParaRPr lang="en-DE"/>
          </a:p>
        </p:txBody>
      </p:sp>
      <p:sp>
        <p:nvSpPr>
          <p:cNvPr id="6" name="Footer Placeholder 5">
            <a:extLst>
              <a:ext uri="{FF2B5EF4-FFF2-40B4-BE49-F238E27FC236}">
                <a16:creationId xmlns:a16="http://schemas.microsoft.com/office/drawing/2014/main" id="{45EAE7F6-282C-D391-E69F-BFB9103E33BA}"/>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785494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F7E28-810E-0C99-0801-2CC07CC358E0}"/>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8F59E29-84C9-1510-872A-65AAFC1104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0B88AF-61C9-097F-884E-7263C7B31C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EB918566-B5DC-9EA7-9334-11C73B86A1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2F52B-84F3-E490-5132-06DA3F173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4B6E831B-2E5D-4946-F1F6-6295D05DAA36}"/>
              </a:ext>
            </a:extLst>
          </p:cNvPr>
          <p:cNvSpPr>
            <a:spLocks noGrp="1"/>
          </p:cNvSpPr>
          <p:nvPr>
            <p:ph type="dt" sz="half" idx="10"/>
          </p:nvPr>
        </p:nvSpPr>
        <p:spPr/>
        <p:txBody>
          <a:bodyPr/>
          <a:lstStyle/>
          <a:p>
            <a:fld id="{F3FF7C77-06EE-477B-B102-F8DD51CA97C7}" type="datetime1">
              <a:rPr lang="LID4096" smtClean="0"/>
              <a:t>10/07/2026</a:t>
            </a:fld>
            <a:endParaRPr lang="en-DE"/>
          </a:p>
        </p:txBody>
      </p:sp>
      <p:sp>
        <p:nvSpPr>
          <p:cNvPr id="8" name="Footer Placeholder 7">
            <a:extLst>
              <a:ext uri="{FF2B5EF4-FFF2-40B4-BE49-F238E27FC236}">
                <a16:creationId xmlns:a16="http://schemas.microsoft.com/office/drawing/2014/main" id="{00C7B8B5-297C-710E-F7ED-86ECC6F493ED}"/>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86796752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D4C8-5088-7483-8E16-86B251B8A7D4}"/>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C20213F5-AF83-3AE3-AE67-5913113883AD}"/>
              </a:ext>
            </a:extLst>
          </p:cNvPr>
          <p:cNvSpPr>
            <a:spLocks noGrp="1"/>
          </p:cNvSpPr>
          <p:nvPr>
            <p:ph type="dt" sz="half" idx="10"/>
          </p:nvPr>
        </p:nvSpPr>
        <p:spPr/>
        <p:txBody>
          <a:bodyPr/>
          <a:lstStyle/>
          <a:p>
            <a:fld id="{B1621867-13E9-43AC-AC95-4F59C3BD64E8}" type="datetime1">
              <a:rPr lang="LID4096" smtClean="0"/>
              <a:t>10/07/2026</a:t>
            </a:fld>
            <a:endParaRPr lang="en-DE"/>
          </a:p>
        </p:txBody>
      </p:sp>
      <p:sp>
        <p:nvSpPr>
          <p:cNvPr id="4" name="Footer Placeholder 3">
            <a:extLst>
              <a:ext uri="{FF2B5EF4-FFF2-40B4-BE49-F238E27FC236}">
                <a16:creationId xmlns:a16="http://schemas.microsoft.com/office/drawing/2014/main" id="{A92930D1-A613-C02D-FB53-761994CC1F11}"/>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73422652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69A677-C8D7-DA12-668D-DE6ABB9B01A0}"/>
              </a:ext>
            </a:extLst>
          </p:cNvPr>
          <p:cNvSpPr>
            <a:spLocks noGrp="1"/>
          </p:cNvSpPr>
          <p:nvPr>
            <p:ph type="dt" sz="half" idx="10"/>
          </p:nvPr>
        </p:nvSpPr>
        <p:spPr/>
        <p:txBody>
          <a:bodyPr/>
          <a:lstStyle/>
          <a:p>
            <a:fld id="{8530C389-0A7C-4CFA-BB35-5920DC2D3EC6}" type="datetime1">
              <a:rPr lang="LID4096" smtClean="0"/>
              <a:t>10/07/2026</a:t>
            </a:fld>
            <a:endParaRPr lang="en-DE"/>
          </a:p>
        </p:txBody>
      </p:sp>
      <p:sp>
        <p:nvSpPr>
          <p:cNvPr id="3" name="Footer Placeholder 2">
            <a:extLst>
              <a:ext uri="{FF2B5EF4-FFF2-40B4-BE49-F238E27FC236}">
                <a16:creationId xmlns:a16="http://schemas.microsoft.com/office/drawing/2014/main" id="{704FA5D6-9826-46A6-378D-45D258BA427E}"/>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88812236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1CE74-062D-D422-61D6-7CBB42797F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F4B49DAC-D208-A0D8-3375-12691726CB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0D526FF0-925B-C8B0-723A-F664E1827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B73C49-C5EB-AE17-BADB-8463A5B84096}"/>
              </a:ext>
            </a:extLst>
          </p:cNvPr>
          <p:cNvSpPr>
            <a:spLocks noGrp="1"/>
          </p:cNvSpPr>
          <p:nvPr>
            <p:ph type="dt" sz="half" idx="10"/>
          </p:nvPr>
        </p:nvSpPr>
        <p:spPr/>
        <p:txBody>
          <a:bodyPr/>
          <a:lstStyle/>
          <a:p>
            <a:fld id="{024E9864-D142-4570-873E-A436B60492D1}" type="datetime1">
              <a:rPr lang="LID4096" smtClean="0"/>
              <a:t>10/07/2026</a:t>
            </a:fld>
            <a:endParaRPr lang="en-DE"/>
          </a:p>
        </p:txBody>
      </p:sp>
      <p:sp>
        <p:nvSpPr>
          <p:cNvPr id="6" name="Footer Placeholder 5">
            <a:extLst>
              <a:ext uri="{FF2B5EF4-FFF2-40B4-BE49-F238E27FC236}">
                <a16:creationId xmlns:a16="http://schemas.microsoft.com/office/drawing/2014/main" id="{83AE130A-5D66-E449-99D6-8BB166C10003}"/>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78982774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0B7B-D7E7-4030-F286-4A408BCB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B26E5410-FDDB-B0FD-9341-E94FDB5E9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323E1589-7FD6-B263-D060-B231232D3B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88D11-1808-11C6-E00A-367680DAD769}"/>
              </a:ext>
            </a:extLst>
          </p:cNvPr>
          <p:cNvSpPr>
            <a:spLocks noGrp="1"/>
          </p:cNvSpPr>
          <p:nvPr>
            <p:ph type="dt" sz="half" idx="10"/>
          </p:nvPr>
        </p:nvSpPr>
        <p:spPr/>
        <p:txBody>
          <a:bodyPr/>
          <a:lstStyle/>
          <a:p>
            <a:fld id="{72460752-F2DC-4948-AAC9-45F2F0440AE2}" type="datetime1">
              <a:rPr lang="LID4096" smtClean="0"/>
              <a:t>10/07/2026</a:t>
            </a:fld>
            <a:endParaRPr lang="en-DE"/>
          </a:p>
        </p:txBody>
      </p:sp>
      <p:sp>
        <p:nvSpPr>
          <p:cNvPr id="6" name="Footer Placeholder 5">
            <a:extLst>
              <a:ext uri="{FF2B5EF4-FFF2-40B4-BE49-F238E27FC236}">
                <a16:creationId xmlns:a16="http://schemas.microsoft.com/office/drawing/2014/main" id="{1FECAD9C-1234-A408-43B4-5DCC8371B7F7}"/>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400978128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486D-7D53-7E6D-6837-AD79995FDD36}"/>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08B35AF2-4A7C-5339-07F0-D73E12E972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8FFC0B5C-204A-7B66-0BC4-E86976CE44FF}"/>
              </a:ext>
            </a:extLst>
          </p:cNvPr>
          <p:cNvSpPr>
            <a:spLocks noGrp="1"/>
          </p:cNvSpPr>
          <p:nvPr>
            <p:ph type="dt" sz="half" idx="10"/>
          </p:nvPr>
        </p:nvSpPr>
        <p:spPr/>
        <p:txBody>
          <a:bodyPr/>
          <a:lstStyle/>
          <a:p>
            <a:fld id="{FFDFF8BA-13CB-425D-9ADD-895B976A7416}" type="datetime1">
              <a:rPr lang="LID4096" smtClean="0"/>
              <a:t>10/07/2026</a:t>
            </a:fld>
            <a:endParaRPr lang="en-DE"/>
          </a:p>
        </p:txBody>
      </p:sp>
      <p:sp>
        <p:nvSpPr>
          <p:cNvPr id="5" name="Footer Placeholder 4">
            <a:extLst>
              <a:ext uri="{FF2B5EF4-FFF2-40B4-BE49-F238E27FC236}">
                <a16:creationId xmlns:a16="http://schemas.microsoft.com/office/drawing/2014/main" id="{5F0EBBE5-E3BF-E7B5-8900-00756EE7A79F}"/>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92213035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8B0A94-998B-980E-E759-A436DCD777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01DA9E75-CCC5-66F2-2F90-BB1D3AED60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2D13910-761B-C6BB-37F7-F284A0322E2F}"/>
              </a:ext>
            </a:extLst>
          </p:cNvPr>
          <p:cNvSpPr>
            <a:spLocks noGrp="1"/>
          </p:cNvSpPr>
          <p:nvPr>
            <p:ph type="dt" sz="half" idx="10"/>
          </p:nvPr>
        </p:nvSpPr>
        <p:spPr/>
        <p:txBody>
          <a:bodyPr/>
          <a:lstStyle/>
          <a:p>
            <a:fld id="{9BD6E0A2-C65B-42C5-AE69-77E873D7A894}" type="datetime1">
              <a:rPr lang="LID4096" smtClean="0"/>
              <a:t>10/07/2026</a:t>
            </a:fld>
            <a:endParaRPr lang="en-DE"/>
          </a:p>
        </p:txBody>
      </p:sp>
      <p:sp>
        <p:nvSpPr>
          <p:cNvPr id="5" name="Footer Placeholder 4">
            <a:extLst>
              <a:ext uri="{FF2B5EF4-FFF2-40B4-BE49-F238E27FC236}">
                <a16:creationId xmlns:a16="http://schemas.microsoft.com/office/drawing/2014/main" id="{12BD57F2-F361-75D6-4EAF-3CE81F29CD7E}"/>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5143411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1352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MASTER">
    <p:bg>
      <p:bgPr>
        <a:solidFill>
          <a:srgbClr val="F7FBFD"/>
        </a:solidFill>
        <a:effectLst/>
      </p:bgPr>
    </p:bg>
    <p:spTree>
      <p:nvGrpSpPr>
        <p:cNvPr id="1" name=""/>
        <p:cNvGrpSpPr/>
        <p:nvPr/>
      </p:nvGrpSpPr>
      <p:grpSpPr>
        <a:xfrm>
          <a:off x="0" y="0"/>
          <a:ext cx="0" cy="0"/>
          <a:chOff x="0" y="0"/>
          <a:chExt cx="0" cy="0"/>
        </a:xfrm>
      </p:grpSpPr>
      <p:sp>
        <p:nvSpPr>
          <p:cNvPr id="2" name="Shape 0"/>
          <p:cNvSpPr/>
          <p:nvPr/>
        </p:nvSpPr>
        <p:spPr>
          <a:xfrm>
            <a:off x="347472" y="841248"/>
            <a:ext cx="11475720" cy="0"/>
          </a:xfrm>
          <a:prstGeom prst="line">
            <a:avLst/>
          </a:prstGeom>
          <a:noFill/>
          <a:ln w="12700">
            <a:solidFill>
              <a:srgbClr val="B9CDD7"/>
            </a:solidFill>
            <a:prstDash val="solid"/>
          </a:ln>
        </p:spPr>
        <p:txBody>
          <a:bodyPr/>
          <a:lstStyle/>
          <a:p>
            <a:endParaRPr lang="en-DE"/>
          </a:p>
        </p:txBody>
      </p:sp>
      <p:sp>
        <p:nvSpPr>
          <p:cNvPr id="3" name="Text 1"/>
          <p:cNvSpPr/>
          <p:nvPr/>
        </p:nvSpPr>
        <p:spPr>
          <a:xfrm>
            <a:off x="0" y="0"/>
            <a:ext cx="0" cy="0"/>
          </a:xfrm>
          <a:prstGeom prst="rect">
            <a:avLst/>
          </a:prstGeom>
          <a:noFill/>
          <a:ln/>
        </p:spPr>
        <p:txBody>
          <a:bodyPr wrap="square" rtlCol="0" anchor="ctr"/>
          <a:lstStyle/>
          <a:p>
            <a:pPr marL="0" indent="0">
              <a:buNone/>
            </a:pPr>
            <a:endParaRPr lang="en-US"/>
          </a:p>
        </p:txBody>
      </p:sp>
    </p:spTree>
    <p:extLst>
      <p:ext uri="{BB962C8B-B14F-4D97-AF65-F5344CB8AC3E}">
        <p14:creationId xmlns:p14="http://schemas.microsoft.com/office/powerpoint/2010/main" val="387116399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717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tags" Target="../tags/tag2.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image" Target="../media/image3.emf"/><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oleObject" Target="../embeddings/oleObject1.bin"/><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tags" Target="../tags/tag1.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tags" Target="../tags/tag4.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41" Type="http://schemas.openxmlformats.org/officeDocument/2006/relationships/image" Target="../media/image3.emf"/><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theme" Target="../theme/theme3.xml"/><Relationship Id="rId40" Type="http://schemas.openxmlformats.org/officeDocument/2006/relationships/oleObject" Target="../embeddings/oleObject2.bin"/><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tags" Target="../tags/tag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1.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theme" Target="../theme/theme4.xml"/><Relationship Id="rId2" Type="http://schemas.openxmlformats.org/officeDocument/2006/relationships/slideLayout" Target="../slideLayouts/slideLayout95.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6.xml"/><Relationship Id="rId1" Type="http://schemas.openxmlformats.org/officeDocument/2006/relationships/slideLayout" Target="../slideLayouts/slideLayout10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03ABC-CC2B-4C20-BE8B-06640BFD4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AFE73F-D566-487F-BBF6-0416C0754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74BFCA-8825-4731-A3D3-6DDF39DD3C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8C8780D9-FA9D-455E-BEA3-8F41113B52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36429277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392" y="6525376"/>
            <a:ext cx="1440000" cy="288000"/>
          </a:xfrm>
          <a:prstGeom prst="rect">
            <a:avLst/>
          </a:prstGeom>
        </p:spPr>
        <p:txBody>
          <a:bodyPr vert="horz" lIns="0" tIns="0" rIns="0" bIns="0" rtlCol="0" anchor="ctr"/>
          <a:lstStyle>
            <a:lvl1pPr algn="l">
              <a:defRPr sz="1000" b="1" cap="all" baseline="0">
                <a:solidFill>
                  <a:schemeClr val="tx1"/>
                </a:solidFill>
                <a:latin typeface="+mj-lt"/>
              </a:defRPr>
            </a:lvl1pPr>
            <a:lvl2pPr marL="0" algn="l">
              <a:defRPr sz="1067" b="1" cap="all" baseline="0">
                <a:solidFill>
                  <a:schemeClr val="accent4"/>
                </a:solidFill>
                <a:latin typeface="+mj-lt"/>
              </a:defRPr>
            </a:lvl2pPr>
            <a:lvl3pPr marL="0">
              <a:defRPr sz="1067" b="1" cap="all" baseline="0">
                <a:solidFill>
                  <a:schemeClr val="accent4"/>
                </a:solidFill>
                <a:latin typeface="+mj-lt"/>
              </a:defRPr>
            </a:lvl3pPr>
            <a:lvl4pPr marL="0">
              <a:defRPr sz="1067" b="1" cap="all" baseline="0">
                <a:solidFill>
                  <a:schemeClr val="accent4"/>
                </a:solidFill>
                <a:latin typeface="+mj-lt"/>
              </a:defRPr>
            </a:lvl4pPr>
            <a:lvl5pPr marL="0">
              <a:defRPr sz="1067" b="1" cap="all" baseline="0">
                <a:solidFill>
                  <a:schemeClr val="accent4"/>
                </a:solidFill>
                <a:latin typeface="+mj-lt"/>
              </a:defRPr>
            </a:lvl5pPr>
            <a:lvl6pPr marL="0">
              <a:defRPr sz="1067" b="1" cap="all" baseline="0">
                <a:solidFill>
                  <a:schemeClr val="accent4"/>
                </a:solidFill>
                <a:latin typeface="+mj-lt"/>
              </a:defRPr>
            </a:lvl6pPr>
            <a:lvl7pPr marL="0">
              <a:defRPr sz="1067" b="1" cap="all" baseline="0">
                <a:solidFill>
                  <a:schemeClr val="accent4"/>
                </a:solidFill>
                <a:latin typeface="+mj-lt"/>
              </a:defRPr>
            </a:lvl7pPr>
            <a:lvl8pPr marL="0">
              <a:defRPr sz="1067" b="1" cap="all" baseline="0">
                <a:solidFill>
                  <a:schemeClr val="accent4"/>
                </a:solidFill>
                <a:latin typeface="+mj-lt"/>
              </a:defRPr>
            </a:lvl8pPr>
            <a:lvl9pPr marL="0">
              <a:defRPr sz="1067" b="1" cap="all" baseline="0">
                <a:solidFill>
                  <a:schemeClr val="accent4"/>
                </a:solidFill>
                <a:latin typeface="+mj-lt"/>
              </a:defRPr>
            </a:lvl9pPr>
          </a:lstStyle>
          <a:p>
            <a:endParaRPr lang="en-US"/>
          </a:p>
        </p:txBody>
      </p:sp>
      <p:graphicFrame>
        <p:nvGraphicFramePr>
          <p:cNvPr id="2" name="Object 1" hidden="1"/>
          <p:cNvGraphicFramePr>
            <a:graphicFrameLocks noChangeAspect="1"/>
          </p:cNvGraphicFramePr>
          <p:nvPr userDrawn="1">
            <p:custDataLst>
              <p:tags r:id="rId46"/>
            </p:custDataLst>
            <p:extLst>
              <p:ext uri="{D42A27DB-BD31-4B8C-83A1-F6EECF244321}">
                <p14:modId xmlns:p14="http://schemas.microsoft.com/office/powerpoint/2010/main" val="3224912082"/>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48" imgW="270" imgH="270" progId="TCLayout.ActiveDocument.1">
                  <p:embed/>
                </p:oleObj>
              </mc:Choice>
              <mc:Fallback>
                <p:oleObj name="think-cell Folie" r:id="rId48" imgW="270" imgH="270" progId="TCLayout.ActiveDocument.1">
                  <p:embed/>
                  <p:pic>
                    <p:nvPicPr>
                      <p:cNvPr id="2" name="Object 1" hidden="1"/>
                      <p:cNvPicPr/>
                      <p:nvPr/>
                    </p:nvPicPr>
                    <p:blipFill>
                      <a:blip r:embed="rId49"/>
                      <a:stretch>
                        <a:fillRect/>
                      </a:stretch>
                    </p:blipFill>
                    <p:spPr>
                      <a:xfrm>
                        <a:off x="2118" y="2118"/>
                        <a:ext cx="2116" cy="2116"/>
                      </a:xfrm>
                      <a:prstGeom prst="rect">
                        <a:avLst/>
                      </a:prstGeom>
                    </p:spPr>
                  </p:pic>
                </p:oleObj>
              </mc:Fallback>
            </mc:AlternateContent>
          </a:graphicData>
        </a:graphic>
      </p:graphicFrame>
      <p:sp>
        <p:nvSpPr>
          <p:cNvPr id="3" name="empower - DO NOT DELETE!!!" hidden="1"/>
          <p:cNvSpPr/>
          <p:nvPr userDrawn="1">
            <p:custDataLst>
              <p:tags r:id="rId47"/>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392" y="836712"/>
            <a:ext cx="10944000" cy="648000"/>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392" y="1916832"/>
            <a:ext cx="10944000" cy="4320456"/>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392" y="548680"/>
            <a:ext cx="10944000" cy="216000"/>
          </a:xfrm>
          <a:prstGeom prst="rect">
            <a:avLst/>
          </a:prstGeom>
        </p:spPr>
        <p:txBody>
          <a:bodyPr vert="horz" lIns="0" tIns="0" rIns="0" bIns="0" rtlCol="0" anchor="t"/>
          <a:lstStyle>
            <a:lvl1pPr algn="l">
              <a:defRPr sz="1000" b="1" cap="all" spc="30" baseline="0">
                <a:solidFill>
                  <a:srgbClr val="000105"/>
                </a:solidFill>
                <a:latin typeface="+mj-lt"/>
              </a:defRPr>
            </a:lvl1pPr>
            <a:lvl2pPr marL="0">
              <a:defRPr sz="1067" b="1" cap="all" baseline="0">
                <a:solidFill>
                  <a:schemeClr val="tx1"/>
                </a:solidFill>
                <a:latin typeface="+mj-lt"/>
              </a:defRPr>
            </a:lvl2pPr>
            <a:lvl3pPr marL="0">
              <a:defRPr sz="1067" b="1" cap="all" baseline="0">
                <a:solidFill>
                  <a:schemeClr val="tx1"/>
                </a:solidFill>
                <a:latin typeface="+mj-lt"/>
              </a:defRPr>
            </a:lvl3pPr>
            <a:lvl4pPr marL="0">
              <a:defRPr sz="1067" b="1" cap="all" baseline="0">
                <a:solidFill>
                  <a:schemeClr val="tx1"/>
                </a:solidFill>
                <a:latin typeface="+mj-lt"/>
              </a:defRPr>
            </a:lvl4pPr>
            <a:lvl5pPr marL="0">
              <a:defRPr sz="1067" b="1" cap="all" baseline="0">
                <a:solidFill>
                  <a:schemeClr val="tx1"/>
                </a:solidFill>
                <a:latin typeface="+mj-lt"/>
              </a:defRPr>
            </a:lvl5pPr>
            <a:lvl6pPr marL="0">
              <a:defRPr sz="1067" b="1" cap="all" baseline="0">
                <a:solidFill>
                  <a:schemeClr val="tx1"/>
                </a:solidFill>
                <a:latin typeface="+mj-lt"/>
              </a:defRPr>
            </a:lvl6pPr>
            <a:lvl7pPr marL="0">
              <a:defRPr sz="1067" b="1" cap="all" baseline="0">
                <a:solidFill>
                  <a:schemeClr val="tx1"/>
                </a:solidFill>
                <a:latin typeface="+mj-lt"/>
              </a:defRPr>
            </a:lvl7pPr>
            <a:lvl8pPr marL="0">
              <a:defRPr sz="1067" b="1" cap="all" baseline="0">
                <a:solidFill>
                  <a:schemeClr val="tx1"/>
                </a:solidFill>
                <a:latin typeface="+mj-lt"/>
              </a:defRPr>
            </a:lvl8pPr>
            <a:lvl9pPr marL="0">
              <a:defRPr sz="1067" b="1" cap="all" baseline="0">
                <a:solidFill>
                  <a:schemeClr val="tx1"/>
                </a:solidFill>
                <a:latin typeface="+mj-lt"/>
              </a:defRPr>
            </a:lvl9pPr>
          </a:lstStyle>
          <a:p>
            <a:r>
              <a:rPr lang="en-US"/>
              <a:t>GLOBAL CREDENTIALS</a:t>
            </a:r>
          </a:p>
        </p:txBody>
      </p:sp>
      <p:cxnSp>
        <p:nvCxnSpPr>
          <p:cNvPr id="14" name="Gerader Verbinder 13">
            <a:extLst>
              <a:ext uri="{FF2B5EF4-FFF2-40B4-BE49-F238E27FC236}">
                <a16:creationId xmlns:a16="http://schemas.microsoft.com/office/drawing/2014/main" id="{6AAE0DBC-28BE-40D0-B783-A342169E761D}"/>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Grafik 3">
            <a:extLst>
              <a:ext uri="{FF2B5EF4-FFF2-40B4-BE49-F238E27FC236}">
                <a16:creationId xmlns:a16="http://schemas.microsoft.com/office/drawing/2014/main" id="{4D088147-77BE-4E9A-9F59-DA70A18F7E4A}"/>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2"/>
          </a:solidFill>
          <a:ln w="3175" cap="flat">
            <a:solidFill>
              <a:schemeClr val="bg2"/>
            </a:solidFill>
            <a:prstDash val="solid"/>
            <a:miter/>
          </a:ln>
        </p:spPr>
        <p:txBody>
          <a:bodyPr rtlCol="0" anchor="ctr"/>
          <a:lstStyle/>
          <a:p>
            <a:endParaRPr lang="de-DE"/>
          </a:p>
        </p:txBody>
      </p:sp>
      <p:sp>
        <p:nvSpPr>
          <p:cNvPr id="40" name="Grafik 3">
            <a:extLst>
              <a:ext uri="{FF2B5EF4-FFF2-40B4-BE49-F238E27FC236}">
                <a16:creationId xmlns:a16="http://schemas.microsoft.com/office/drawing/2014/main" id="{5AB57AE4-8CE9-4774-A303-B362D5F461CF}"/>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2"/>
          </a:solidFill>
          <a:ln w="3175" cap="flat">
            <a:solidFill>
              <a:schemeClr val="bg2"/>
            </a:solidFill>
            <a:prstDash val="solid"/>
            <a:miter/>
          </a:ln>
        </p:spPr>
        <p:txBody>
          <a:bodyPr rtlCol="0" anchor="ctr"/>
          <a:lstStyle/>
          <a:p>
            <a:endParaRPr lang="de-DE"/>
          </a:p>
        </p:txBody>
      </p:sp>
    </p:spTree>
    <p:extLst>
      <p:ext uri="{BB962C8B-B14F-4D97-AF65-F5344CB8AC3E}">
        <p14:creationId xmlns:p14="http://schemas.microsoft.com/office/powerpoint/2010/main" val="49472811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Lst>
  <p:hf sldNum="0" hdr="0" ftr="0" dt="0"/>
  <p:txStyles>
    <p:titleStyle>
      <a:lvl1pPr algn="l" defTabSz="1219170" rtl="0" eaLnBrk="1" latinLnBrk="0" hangingPunct="1">
        <a:lnSpc>
          <a:spcPct val="90000"/>
        </a:lnSpc>
        <a:spcBef>
          <a:spcPts val="0"/>
        </a:spcBef>
        <a:spcAft>
          <a:spcPts val="0"/>
        </a:spcAft>
        <a:buNone/>
        <a:defRPr sz="2400" b="1" i="0" kern="1200" cap="all" spc="67" baseline="0">
          <a:solidFill>
            <a:schemeClr val="tx1"/>
          </a:solidFill>
          <a:latin typeface="+mj-lt"/>
          <a:ea typeface="+mj-ea"/>
          <a:cs typeface="+mj-cs"/>
        </a:defRPr>
      </a:lvl1pPr>
    </p:titleStyle>
    <p:body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p:bodyStyle>
    <p:otherStyle>
      <a:defPPr>
        <a:defRPr lang="fr-FR"/>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392" y="6525376"/>
            <a:ext cx="1440000" cy="288000"/>
          </a:xfrm>
          <a:prstGeom prst="rect">
            <a:avLst/>
          </a:prstGeom>
        </p:spPr>
        <p:txBody>
          <a:bodyPr vert="horz" lIns="0" tIns="0" rIns="0" bIns="0" rtlCol="0" anchor="ctr"/>
          <a:lstStyle>
            <a:lvl1pPr algn="l">
              <a:defRPr sz="1000" b="1" cap="all" baseline="0">
                <a:solidFill>
                  <a:schemeClr val="tx1"/>
                </a:solidFill>
                <a:latin typeface="+mj-lt"/>
              </a:defRPr>
            </a:lvl1pPr>
            <a:lvl2pPr marL="0" algn="l">
              <a:defRPr sz="1067" b="1" cap="all" baseline="0">
                <a:solidFill>
                  <a:schemeClr val="accent4"/>
                </a:solidFill>
                <a:latin typeface="+mj-lt"/>
              </a:defRPr>
            </a:lvl2pPr>
            <a:lvl3pPr marL="0">
              <a:defRPr sz="1067" b="1" cap="all" baseline="0">
                <a:solidFill>
                  <a:schemeClr val="accent4"/>
                </a:solidFill>
                <a:latin typeface="+mj-lt"/>
              </a:defRPr>
            </a:lvl3pPr>
            <a:lvl4pPr marL="0">
              <a:defRPr sz="1067" b="1" cap="all" baseline="0">
                <a:solidFill>
                  <a:schemeClr val="accent4"/>
                </a:solidFill>
                <a:latin typeface="+mj-lt"/>
              </a:defRPr>
            </a:lvl4pPr>
            <a:lvl5pPr marL="0">
              <a:defRPr sz="1067" b="1" cap="all" baseline="0">
                <a:solidFill>
                  <a:schemeClr val="accent4"/>
                </a:solidFill>
                <a:latin typeface="+mj-lt"/>
              </a:defRPr>
            </a:lvl5pPr>
            <a:lvl6pPr marL="0">
              <a:defRPr sz="1067" b="1" cap="all" baseline="0">
                <a:solidFill>
                  <a:schemeClr val="accent4"/>
                </a:solidFill>
                <a:latin typeface="+mj-lt"/>
              </a:defRPr>
            </a:lvl6pPr>
            <a:lvl7pPr marL="0">
              <a:defRPr sz="1067" b="1" cap="all" baseline="0">
                <a:solidFill>
                  <a:schemeClr val="accent4"/>
                </a:solidFill>
                <a:latin typeface="+mj-lt"/>
              </a:defRPr>
            </a:lvl7pPr>
            <a:lvl8pPr marL="0">
              <a:defRPr sz="1067" b="1" cap="all" baseline="0">
                <a:solidFill>
                  <a:schemeClr val="accent4"/>
                </a:solidFill>
                <a:latin typeface="+mj-lt"/>
              </a:defRPr>
            </a:lvl8pPr>
            <a:lvl9pPr marL="0">
              <a:defRPr sz="1067" b="1" cap="all" baseline="0">
                <a:solidFill>
                  <a:schemeClr val="accent4"/>
                </a:solidFill>
                <a:latin typeface="+mj-lt"/>
              </a:defRPr>
            </a:lvl9pPr>
          </a:lstStyle>
          <a:p>
            <a:r>
              <a:rPr lang="de-DE"/>
              <a:t>Date</a:t>
            </a:r>
            <a:endParaRPr lang="en-US"/>
          </a:p>
        </p:txBody>
      </p:sp>
      <p:graphicFrame>
        <p:nvGraphicFramePr>
          <p:cNvPr id="2" name="Object 1" hidden="1"/>
          <p:cNvGraphicFramePr>
            <a:graphicFrameLocks noChangeAspect="1"/>
          </p:cNvGraphicFramePr>
          <p:nvPr>
            <p:custDataLst>
              <p:tags r:id="rId38"/>
            </p:custDataLst>
            <p:extLst>
              <p:ext uri="{D42A27DB-BD31-4B8C-83A1-F6EECF244321}">
                <p14:modId xmlns:p14="http://schemas.microsoft.com/office/powerpoint/2010/main" val="1226198513"/>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0" imgW="270" imgH="270" progId="TCLayout.ActiveDocument.1">
                  <p:embed/>
                </p:oleObj>
              </mc:Choice>
              <mc:Fallback>
                <p:oleObj name="think-cell Slide" r:id="rId40" imgW="270" imgH="270" progId="TCLayout.ActiveDocument.1">
                  <p:embed/>
                  <p:pic>
                    <p:nvPicPr>
                      <p:cNvPr id="2" name="Object 1" hidden="1"/>
                      <p:cNvPicPr/>
                      <p:nvPr/>
                    </p:nvPicPr>
                    <p:blipFill>
                      <a:blip r:embed="rId41"/>
                      <a:stretch>
                        <a:fillRect/>
                      </a:stretch>
                    </p:blipFill>
                    <p:spPr>
                      <a:xfrm>
                        <a:off x="2118" y="2118"/>
                        <a:ext cx="2116" cy="2116"/>
                      </a:xfrm>
                      <a:prstGeom prst="rect">
                        <a:avLst/>
                      </a:prstGeom>
                    </p:spPr>
                  </p:pic>
                </p:oleObj>
              </mc:Fallback>
            </mc:AlternateContent>
          </a:graphicData>
        </a:graphic>
      </p:graphicFrame>
      <p:sp>
        <p:nvSpPr>
          <p:cNvPr id="3" name="empower - DO NOT DELETE!!!" hidden="1"/>
          <p:cNvSpPr/>
          <p:nvPr>
            <p:custDataLst>
              <p:tags r:id="rId39"/>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392" y="836712"/>
            <a:ext cx="10944000" cy="648000"/>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392" y="1916832"/>
            <a:ext cx="10944000" cy="4320456"/>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392" y="548680"/>
            <a:ext cx="10944000" cy="216000"/>
          </a:xfrm>
          <a:prstGeom prst="rect">
            <a:avLst/>
          </a:prstGeom>
        </p:spPr>
        <p:txBody>
          <a:bodyPr vert="horz" lIns="0" tIns="0" rIns="0" bIns="0" rtlCol="0" anchor="t"/>
          <a:lstStyle>
            <a:lvl1pPr algn="l">
              <a:defRPr sz="1000" b="1" cap="all" spc="30" baseline="0">
                <a:solidFill>
                  <a:schemeClr val="tx1"/>
                </a:solidFill>
                <a:latin typeface="+mj-lt"/>
              </a:defRPr>
            </a:lvl1pPr>
            <a:lvl2pPr marL="0">
              <a:defRPr sz="1067" b="1" cap="all" baseline="0">
                <a:solidFill>
                  <a:schemeClr val="tx1"/>
                </a:solidFill>
                <a:latin typeface="+mj-lt"/>
              </a:defRPr>
            </a:lvl2pPr>
            <a:lvl3pPr marL="0">
              <a:defRPr sz="1067" b="1" cap="all" baseline="0">
                <a:solidFill>
                  <a:schemeClr val="tx1"/>
                </a:solidFill>
                <a:latin typeface="+mj-lt"/>
              </a:defRPr>
            </a:lvl3pPr>
            <a:lvl4pPr marL="0">
              <a:defRPr sz="1067" b="1" cap="all" baseline="0">
                <a:solidFill>
                  <a:schemeClr val="tx1"/>
                </a:solidFill>
                <a:latin typeface="+mj-lt"/>
              </a:defRPr>
            </a:lvl4pPr>
            <a:lvl5pPr marL="0">
              <a:defRPr sz="1067" b="1" cap="all" baseline="0">
                <a:solidFill>
                  <a:schemeClr val="tx1"/>
                </a:solidFill>
                <a:latin typeface="+mj-lt"/>
              </a:defRPr>
            </a:lvl5pPr>
            <a:lvl6pPr marL="0">
              <a:defRPr sz="1067" b="1" cap="all" baseline="0">
                <a:solidFill>
                  <a:schemeClr val="tx1"/>
                </a:solidFill>
                <a:latin typeface="+mj-lt"/>
              </a:defRPr>
            </a:lvl6pPr>
            <a:lvl7pPr marL="0">
              <a:defRPr sz="1067" b="1" cap="all" baseline="0">
                <a:solidFill>
                  <a:schemeClr val="tx1"/>
                </a:solidFill>
                <a:latin typeface="+mj-lt"/>
              </a:defRPr>
            </a:lvl7pPr>
            <a:lvl8pPr marL="0">
              <a:defRPr sz="1067" b="1" cap="all" baseline="0">
                <a:solidFill>
                  <a:schemeClr val="tx1"/>
                </a:solidFill>
                <a:latin typeface="+mj-lt"/>
              </a:defRPr>
            </a:lvl8pPr>
            <a:lvl9pPr marL="0">
              <a:defRPr sz="1067" b="1" cap="all" baseline="0">
                <a:solidFill>
                  <a:schemeClr val="tx1"/>
                </a:solidFill>
                <a:latin typeface="+mj-lt"/>
              </a:defRPr>
            </a:lvl9pPr>
          </a:lstStyle>
          <a:p>
            <a:r>
              <a:rPr lang="en-US"/>
              <a:t>Title of the presentation</a:t>
            </a:r>
          </a:p>
        </p:txBody>
      </p:sp>
      <p:cxnSp>
        <p:nvCxnSpPr>
          <p:cNvPr id="14" name="Gerader Verbinder 13">
            <a:extLst>
              <a:ext uri="{FF2B5EF4-FFF2-40B4-BE49-F238E27FC236}">
                <a16:creationId xmlns:a16="http://schemas.microsoft.com/office/drawing/2014/main" id="{6AAE0DBC-28BE-40D0-B783-A342169E761D}"/>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64034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 id="2147483766" r:id="rId29"/>
    <p:sldLayoutId id="2147483767" r:id="rId30"/>
    <p:sldLayoutId id="2147483768" r:id="rId31"/>
    <p:sldLayoutId id="2147483769" r:id="rId32"/>
    <p:sldLayoutId id="2147483770" r:id="rId33"/>
    <p:sldLayoutId id="2147483771" r:id="rId34"/>
    <p:sldLayoutId id="2147483772" r:id="rId35"/>
    <p:sldLayoutId id="2147483773" r:id="rId36"/>
  </p:sldLayoutIdLst>
  <p:hf sldNum="0" hdr="0" dt="0"/>
  <p:txStyles>
    <p:titleStyle>
      <a:lvl1pPr algn="l" defTabSz="1219170" rtl="0" eaLnBrk="1" latinLnBrk="0" hangingPunct="1">
        <a:lnSpc>
          <a:spcPct val="90000"/>
        </a:lnSpc>
        <a:spcBef>
          <a:spcPts val="0"/>
        </a:spcBef>
        <a:spcAft>
          <a:spcPts val="0"/>
        </a:spcAft>
        <a:buNone/>
        <a:defRPr sz="2400" b="1" i="0" kern="1200" cap="all" spc="67" baseline="0">
          <a:solidFill>
            <a:schemeClr val="tx1"/>
          </a:solidFill>
          <a:latin typeface="+mj-lt"/>
          <a:ea typeface="+mj-ea"/>
          <a:cs typeface="+mj-cs"/>
        </a:defRPr>
      </a:lvl1pPr>
    </p:titleStyle>
    <p:body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p:bodyStyle>
    <p:otherStyle>
      <a:defPPr>
        <a:defRPr lang="fr-FR"/>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171AB-F4DD-DE19-F3D5-0CAF2684B4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4FD0A123-4ECE-D81A-D77C-509098DD6E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C159FF1-17F4-0AD7-4B4D-2691E2187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47C432-EDA0-4EE8-9876-0B936B361D93}" type="datetime1">
              <a:rPr lang="LID4096" smtClean="0"/>
              <a:t>10/07/2026</a:t>
            </a:fld>
            <a:endParaRPr lang="en-DE"/>
          </a:p>
        </p:txBody>
      </p:sp>
      <p:sp>
        <p:nvSpPr>
          <p:cNvPr id="5" name="Footer Placeholder 4">
            <a:extLst>
              <a:ext uri="{FF2B5EF4-FFF2-40B4-BE49-F238E27FC236}">
                <a16:creationId xmlns:a16="http://schemas.microsoft.com/office/drawing/2014/main" id="{EA3FEB3E-FCD8-CA18-C339-82DB68811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Tree>
    <p:extLst>
      <p:ext uri="{BB962C8B-B14F-4D97-AF65-F5344CB8AC3E}">
        <p14:creationId xmlns:p14="http://schemas.microsoft.com/office/powerpoint/2010/main" val="132626203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044653"/>
      </p:ext>
    </p:extLst>
  </p:cSld>
  <p:clrMap bg1="lt1" tx1="dk1" bg2="lt2" tx2="dk2" accent1="accent1" accent2="accent2" accent3="accent3" accent4="accent4" accent5="accent5" accent6="accent6" hlink="hlink" folHlink="folHlink"/>
  <p:sldLayoutIdLst>
    <p:sldLayoutId id="2147483787" r:id="rId1"/>
    <p:sldLayoutId id="2147483788"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636789"/>
      </p:ext>
    </p:extLst>
  </p:cSld>
  <p:clrMap bg1="lt1" tx1="dk1" bg2="lt2" tx2="dk2" accent1="accent1" accent2="accent2" accent3="accent3" accent4="accent4" accent5="accent5" accent6="accent6" hlink="hlink" folHlink="folHlink"/>
  <p:sldLayoutIdLst>
    <p:sldLayoutId id="214748379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41.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6" Type="http://schemas.openxmlformats.org/officeDocument/2006/relationships/image" Target="../media/image29.png"/><Relationship Id="rId21" Type="http://schemas.openxmlformats.org/officeDocument/2006/relationships/image" Target="../media/image24.png"/><Relationship Id="rId42" Type="http://schemas.openxmlformats.org/officeDocument/2006/relationships/image" Target="../media/image45.png"/><Relationship Id="rId47" Type="http://schemas.openxmlformats.org/officeDocument/2006/relationships/image" Target="../media/image50.png"/><Relationship Id="rId63" Type="http://schemas.openxmlformats.org/officeDocument/2006/relationships/image" Target="../media/image66.png"/><Relationship Id="rId68" Type="http://schemas.openxmlformats.org/officeDocument/2006/relationships/image" Target="../media/image71.png"/><Relationship Id="rId84" Type="http://schemas.openxmlformats.org/officeDocument/2006/relationships/image" Target="../media/image87.png"/><Relationship Id="rId89" Type="http://schemas.openxmlformats.org/officeDocument/2006/relationships/image" Target="../media/image92.png"/><Relationship Id="rId16" Type="http://schemas.openxmlformats.org/officeDocument/2006/relationships/image" Target="../media/image19.png"/><Relationship Id="rId11" Type="http://schemas.openxmlformats.org/officeDocument/2006/relationships/image" Target="../media/image14.svg"/><Relationship Id="rId32" Type="http://schemas.openxmlformats.org/officeDocument/2006/relationships/image" Target="../media/image35.png"/><Relationship Id="rId37" Type="http://schemas.openxmlformats.org/officeDocument/2006/relationships/image" Target="../media/image40.png"/><Relationship Id="rId53" Type="http://schemas.openxmlformats.org/officeDocument/2006/relationships/image" Target="../media/image56.png"/><Relationship Id="rId58" Type="http://schemas.openxmlformats.org/officeDocument/2006/relationships/image" Target="../media/image61.png"/><Relationship Id="rId74" Type="http://schemas.openxmlformats.org/officeDocument/2006/relationships/image" Target="../media/image77.png"/><Relationship Id="rId79" Type="http://schemas.openxmlformats.org/officeDocument/2006/relationships/image" Target="../media/image82.png"/><Relationship Id="rId102" Type="http://schemas.openxmlformats.org/officeDocument/2006/relationships/image" Target="../media/image105.png"/><Relationship Id="rId5" Type="http://schemas.openxmlformats.org/officeDocument/2006/relationships/oleObject" Target="../embeddings/oleObject3.bin"/><Relationship Id="rId90" Type="http://schemas.openxmlformats.org/officeDocument/2006/relationships/image" Target="../media/image93.png"/><Relationship Id="rId95" Type="http://schemas.openxmlformats.org/officeDocument/2006/relationships/image" Target="../media/image98.png"/><Relationship Id="rId22" Type="http://schemas.openxmlformats.org/officeDocument/2006/relationships/image" Target="../media/image25.png"/><Relationship Id="rId27" Type="http://schemas.openxmlformats.org/officeDocument/2006/relationships/image" Target="../media/image30.png"/><Relationship Id="rId43" Type="http://schemas.openxmlformats.org/officeDocument/2006/relationships/image" Target="../media/image46.png"/><Relationship Id="rId48" Type="http://schemas.openxmlformats.org/officeDocument/2006/relationships/image" Target="../media/image51.png"/><Relationship Id="rId64" Type="http://schemas.openxmlformats.org/officeDocument/2006/relationships/image" Target="../media/image67.png"/><Relationship Id="rId69" Type="http://schemas.openxmlformats.org/officeDocument/2006/relationships/image" Target="../media/image72.png"/><Relationship Id="rId80" Type="http://schemas.openxmlformats.org/officeDocument/2006/relationships/image" Target="../media/image83.png"/><Relationship Id="rId85" Type="http://schemas.openxmlformats.org/officeDocument/2006/relationships/image" Target="../media/image88.png"/><Relationship Id="rId12" Type="http://schemas.openxmlformats.org/officeDocument/2006/relationships/image" Target="../media/image15.svg"/><Relationship Id="rId17" Type="http://schemas.openxmlformats.org/officeDocument/2006/relationships/image" Target="../media/image20.png"/><Relationship Id="rId33" Type="http://schemas.openxmlformats.org/officeDocument/2006/relationships/image" Target="../media/image36.png"/><Relationship Id="rId38" Type="http://schemas.openxmlformats.org/officeDocument/2006/relationships/image" Target="../media/image41.png"/><Relationship Id="rId59" Type="http://schemas.openxmlformats.org/officeDocument/2006/relationships/image" Target="../media/image62.png"/><Relationship Id="rId103" Type="http://schemas.openxmlformats.org/officeDocument/2006/relationships/image" Target="../media/image106.png"/><Relationship Id="rId20" Type="http://schemas.openxmlformats.org/officeDocument/2006/relationships/image" Target="../media/image23.png"/><Relationship Id="rId41" Type="http://schemas.openxmlformats.org/officeDocument/2006/relationships/image" Target="../media/image44.png"/><Relationship Id="rId54" Type="http://schemas.openxmlformats.org/officeDocument/2006/relationships/image" Target="../media/image57.png"/><Relationship Id="rId62" Type="http://schemas.openxmlformats.org/officeDocument/2006/relationships/image" Target="../media/image65.png"/><Relationship Id="rId70" Type="http://schemas.openxmlformats.org/officeDocument/2006/relationships/image" Target="../media/image73.png"/><Relationship Id="rId75" Type="http://schemas.openxmlformats.org/officeDocument/2006/relationships/image" Target="../media/image78.png"/><Relationship Id="rId83" Type="http://schemas.openxmlformats.org/officeDocument/2006/relationships/image" Target="../media/image86.png"/><Relationship Id="rId88" Type="http://schemas.openxmlformats.org/officeDocument/2006/relationships/image" Target="../media/image91.png"/><Relationship Id="rId91" Type="http://schemas.openxmlformats.org/officeDocument/2006/relationships/image" Target="../media/image94.png"/><Relationship Id="rId96" Type="http://schemas.openxmlformats.org/officeDocument/2006/relationships/image" Target="../media/image99.png"/><Relationship Id="rId1" Type="http://schemas.openxmlformats.org/officeDocument/2006/relationships/tags" Target="../tags/tag5.xml"/><Relationship Id="rId6" Type="http://schemas.openxmlformats.org/officeDocument/2006/relationships/image" Target="../media/image10.emf"/><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36" Type="http://schemas.openxmlformats.org/officeDocument/2006/relationships/image" Target="../media/image39.png"/><Relationship Id="rId49" Type="http://schemas.openxmlformats.org/officeDocument/2006/relationships/image" Target="../media/image52.png"/><Relationship Id="rId57" Type="http://schemas.openxmlformats.org/officeDocument/2006/relationships/image" Target="../media/image60.png"/><Relationship Id="rId10" Type="http://schemas.openxmlformats.org/officeDocument/2006/relationships/image" Target="../media/image13.png"/><Relationship Id="rId31" Type="http://schemas.openxmlformats.org/officeDocument/2006/relationships/image" Target="../media/image34.png"/><Relationship Id="rId44" Type="http://schemas.openxmlformats.org/officeDocument/2006/relationships/image" Target="../media/image47.png"/><Relationship Id="rId52" Type="http://schemas.openxmlformats.org/officeDocument/2006/relationships/image" Target="../media/image55.png"/><Relationship Id="rId60" Type="http://schemas.openxmlformats.org/officeDocument/2006/relationships/image" Target="../media/image63.png"/><Relationship Id="rId65" Type="http://schemas.openxmlformats.org/officeDocument/2006/relationships/image" Target="../media/image68.png"/><Relationship Id="rId73" Type="http://schemas.openxmlformats.org/officeDocument/2006/relationships/image" Target="../media/image76.png"/><Relationship Id="rId78" Type="http://schemas.openxmlformats.org/officeDocument/2006/relationships/image" Target="../media/image81.png"/><Relationship Id="rId81" Type="http://schemas.openxmlformats.org/officeDocument/2006/relationships/image" Target="../media/image84.png"/><Relationship Id="rId86" Type="http://schemas.openxmlformats.org/officeDocument/2006/relationships/image" Target="../media/image89.png"/><Relationship Id="rId94" Type="http://schemas.openxmlformats.org/officeDocument/2006/relationships/image" Target="../media/image97.png"/><Relationship Id="rId99" Type="http://schemas.openxmlformats.org/officeDocument/2006/relationships/image" Target="../media/image102.png"/><Relationship Id="rId101" Type="http://schemas.openxmlformats.org/officeDocument/2006/relationships/image" Target="../media/image104.png"/><Relationship Id="rId4" Type="http://schemas.openxmlformats.org/officeDocument/2006/relationships/notesSlide" Target="../notesSlides/notesSlide2.xml"/><Relationship Id="rId9" Type="http://schemas.openxmlformats.org/officeDocument/2006/relationships/image" Target="../media/image12.png"/><Relationship Id="rId13" Type="http://schemas.openxmlformats.org/officeDocument/2006/relationships/image" Target="../media/image16.png"/><Relationship Id="rId18" Type="http://schemas.openxmlformats.org/officeDocument/2006/relationships/image" Target="../media/image21.png"/><Relationship Id="rId39" Type="http://schemas.openxmlformats.org/officeDocument/2006/relationships/image" Target="../media/image42.png"/><Relationship Id="rId34" Type="http://schemas.openxmlformats.org/officeDocument/2006/relationships/image" Target="../media/image37.png"/><Relationship Id="rId50" Type="http://schemas.openxmlformats.org/officeDocument/2006/relationships/image" Target="../media/image53.png"/><Relationship Id="rId55" Type="http://schemas.openxmlformats.org/officeDocument/2006/relationships/image" Target="../media/image58.png"/><Relationship Id="rId76" Type="http://schemas.openxmlformats.org/officeDocument/2006/relationships/image" Target="../media/image79.png"/><Relationship Id="rId97" Type="http://schemas.openxmlformats.org/officeDocument/2006/relationships/image" Target="../media/image100.png"/><Relationship Id="rId104" Type="http://schemas.openxmlformats.org/officeDocument/2006/relationships/image" Target="../media/image107.png"/><Relationship Id="rId7" Type="http://schemas.openxmlformats.org/officeDocument/2006/relationships/image" Target="../media/image9.png"/><Relationship Id="rId71" Type="http://schemas.openxmlformats.org/officeDocument/2006/relationships/image" Target="../media/image74.png"/><Relationship Id="rId92" Type="http://schemas.openxmlformats.org/officeDocument/2006/relationships/image" Target="../media/image95.png"/><Relationship Id="rId2" Type="http://schemas.openxmlformats.org/officeDocument/2006/relationships/tags" Target="../tags/tag6.xml"/><Relationship Id="rId29" Type="http://schemas.openxmlformats.org/officeDocument/2006/relationships/image" Target="../media/image32.png"/><Relationship Id="rId24" Type="http://schemas.openxmlformats.org/officeDocument/2006/relationships/image" Target="../media/image27.png"/><Relationship Id="rId40" Type="http://schemas.openxmlformats.org/officeDocument/2006/relationships/image" Target="../media/image43.png"/><Relationship Id="rId45" Type="http://schemas.openxmlformats.org/officeDocument/2006/relationships/image" Target="../media/image48.png"/><Relationship Id="rId66" Type="http://schemas.openxmlformats.org/officeDocument/2006/relationships/image" Target="../media/image69.png"/><Relationship Id="rId87" Type="http://schemas.openxmlformats.org/officeDocument/2006/relationships/image" Target="../media/image90.png"/><Relationship Id="rId61" Type="http://schemas.openxmlformats.org/officeDocument/2006/relationships/image" Target="../media/image64.png"/><Relationship Id="rId82" Type="http://schemas.openxmlformats.org/officeDocument/2006/relationships/image" Target="../media/image85.png"/><Relationship Id="rId19" Type="http://schemas.openxmlformats.org/officeDocument/2006/relationships/image" Target="../media/image22.png"/><Relationship Id="rId14" Type="http://schemas.openxmlformats.org/officeDocument/2006/relationships/image" Target="../media/image17.png"/><Relationship Id="rId30" Type="http://schemas.openxmlformats.org/officeDocument/2006/relationships/image" Target="../media/image33.png"/><Relationship Id="rId35" Type="http://schemas.openxmlformats.org/officeDocument/2006/relationships/image" Target="../media/image38.png"/><Relationship Id="rId56" Type="http://schemas.openxmlformats.org/officeDocument/2006/relationships/image" Target="../media/image59.png"/><Relationship Id="rId77" Type="http://schemas.openxmlformats.org/officeDocument/2006/relationships/image" Target="../media/image80.png"/><Relationship Id="rId100" Type="http://schemas.openxmlformats.org/officeDocument/2006/relationships/image" Target="../media/image103.png"/><Relationship Id="rId105" Type="http://schemas.openxmlformats.org/officeDocument/2006/relationships/image" Target="../media/image108.png"/><Relationship Id="rId8" Type="http://schemas.openxmlformats.org/officeDocument/2006/relationships/image" Target="../media/image11.png"/><Relationship Id="rId51" Type="http://schemas.openxmlformats.org/officeDocument/2006/relationships/image" Target="../media/image54.png"/><Relationship Id="rId72" Type="http://schemas.openxmlformats.org/officeDocument/2006/relationships/image" Target="../media/image75.png"/><Relationship Id="rId93" Type="http://schemas.openxmlformats.org/officeDocument/2006/relationships/image" Target="../media/image96.png"/><Relationship Id="rId98" Type="http://schemas.openxmlformats.org/officeDocument/2006/relationships/image" Target="../media/image101.png"/><Relationship Id="rId3" Type="http://schemas.openxmlformats.org/officeDocument/2006/relationships/slideLayout" Target="../slideLayouts/slideLayout12.xml"/><Relationship Id="rId25" Type="http://schemas.openxmlformats.org/officeDocument/2006/relationships/image" Target="../media/image28.png"/><Relationship Id="rId46" Type="http://schemas.openxmlformats.org/officeDocument/2006/relationships/image" Target="../media/image49.png"/><Relationship Id="rId67" Type="http://schemas.openxmlformats.org/officeDocument/2006/relationships/image" Target="../media/image7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A2C5-C01E-885C-DE4D-5CA89691E4B8}"/>
            </a:ext>
          </a:extLst>
        </p:cNvPr>
        <p:cNvGrpSpPr/>
        <p:nvPr/>
      </p:nvGrpSpPr>
      <p:grpSpPr>
        <a:xfrm>
          <a:off x="0" y="0"/>
          <a:ext cx="0" cy="0"/>
          <a:chOff x="0" y="0"/>
          <a:chExt cx="0" cy="0"/>
        </a:xfrm>
      </p:grpSpPr>
      <p:pic>
        <p:nvPicPr>
          <p:cNvPr id="8" name="Picture 7" descr="2026_Explainer_FIA_Above_1920x1080.jpg">
            <a:extLst>
              <a:ext uri="{FF2B5EF4-FFF2-40B4-BE49-F238E27FC236}">
                <a16:creationId xmlns:a16="http://schemas.microsoft.com/office/drawing/2014/main" id="{8D268701-4073-8FC5-3831-C6721D0AB574}"/>
              </a:ext>
            </a:extLst>
          </p:cNvPr>
          <p:cNvPicPr>
            <a:picLocks noChangeAspect="1"/>
          </p:cNvPicPr>
          <p:nvPr/>
        </p:nvPicPr>
        <p:blipFill>
          <a:blip r:embed="rId3"/>
          <a:stretch>
            <a:fillRect/>
          </a:stretch>
        </p:blipFill>
        <p:spPr>
          <a:xfrm>
            <a:off x="-2" y="0"/>
            <a:ext cx="12192000" cy="6858000"/>
          </a:xfrm>
          <a:prstGeom prst="rect">
            <a:avLst/>
          </a:prstGeom>
        </p:spPr>
      </p:pic>
      <p:sp>
        <p:nvSpPr>
          <p:cNvPr id="14" name="Untertitel 2">
            <a:extLst>
              <a:ext uri="{FF2B5EF4-FFF2-40B4-BE49-F238E27FC236}">
                <a16:creationId xmlns:a16="http://schemas.microsoft.com/office/drawing/2014/main" id="{27CF63C6-8D9F-6A86-13BB-25D2A8D8EEB9}"/>
              </a:ext>
            </a:extLst>
          </p:cNvPr>
          <p:cNvSpPr txBox="1">
            <a:spLocks/>
          </p:cNvSpPr>
          <p:nvPr/>
        </p:nvSpPr>
        <p:spPr>
          <a:xfrm>
            <a:off x="-2" y="0"/>
            <a:ext cx="2446422" cy="491228"/>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000" b="0" i="0" u="none" strike="noStrike" kern="1200" cap="all" spc="67" normalizeH="0" baseline="0" noProof="0">
              <a:ln w="25400">
                <a:noFill/>
                <a:miter lim="800000"/>
              </a:ln>
              <a:solidFill>
                <a:srgbClr val="FFFFFF"/>
              </a:solidFill>
              <a:effectLst/>
              <a:uLnTx/>
              <a:uFillTx/>
              <a:latin typeface="MB Corpo S Text Office Light" panose="020B0404050000000004" pitchFamily="34" charset="77"/>
              <a:ea typeface="+mn-ea"/>
              <a:cs typeface="+mn-cs"/>
            </a:endParaRPr>
          </a:p>
        </p:txBody>
      </p:sp>
      <p:sp>
        <p:nvSpPr>
          <p:cNvPr id="16" name="Text Placeholder 1">
            <a:extLst>
              <a:ext uri="{FF2B5EF4-FFF2-40B4-BE49-F238E27FC236}">
                <a16:creationId xmlns:a16="http://schemas.microsoft.com/office/drawing/2014/main" id="{EF9ABF65-D03C-44A5-8BD8-BAB233C1B3DF}"/>
              </a:ext>
            </a:extLst>
          </p:cNvPr>
          <p:cNvSpPr txBox="1">
            <a:spLocks/>
          </p:cNvSpPr>
          <p:nvPr/>
        </p:nvSpPr>
        <p:spPr>
          <a:xfrm>
            <a:off x="1062532" y="5285232"/>
            <a:ext cx="5669280" cy="566928"/>
          </a:xfrm>
          <a:prstGeom prst="rect">
            <a:avLst/>
          </a:prstGeom>
        </p:spPr>
        <p:txBody>
          <a:bodyPr wrap="square" lIns="91440" tIns="45720" rIns="91440" bIns="45720" anchor="t"/>
          <a:lst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a:lstStyle>
          <a:p>
            <a:pPr marL="0" marR="0" lvl="0" indent="0" algn="l" defTabSz="1219170" rtl="0" eaLnBrk="1" fontAlgn="auto" latinLnBrk="0" hangingPunct="1">
              <a:lnSpc>
                <a:spcPct val="110000"/>
              </a:lnSpc>
              <a:spcBef>
                <a:spcPts val="600"/>
              </a:spcBef>
              <a:spcAft>
                <a:spcPts val="0"/>
              </a:spcAft>
              <a:buClrTx/>
              <a:buSzPct val="100000"/>
              <a:buFont typeface="Arial" panose="020B0604020202020204" pitchFamily="34" charset="0"/>
              <a:buNone/>
              <a:tabLst>
                <a:tab pos="2955925" algn="l"/>
              </a:tabLst>
              <a:defRPr/>
            </a:pPr>
            <a:r>
              <a:rPr kumimoji="0" lang="en-US" sz="2000" b="1" i="0" u="none" strike="noStrike" kern="1200" cap="none" spc="0" normalizeH="0" baseline="0" noProof="0">
                <a:ln>
                  <a:noFill/>
                </a:ln>
                <a:solidFill>
                  <a:srgbClr val="FFFFFF"/>
                </a:solidFill>
                <a:effectLst/>
                <a:uLnTx/>
                <a:uFillTx/>
                <a:latin typeface="Arial"/>
                <a:ea typeface="+mn-ea"/>
                <a:cs typeface="+mn-cs"/>
              </a:rPr>
              <a:t>EMERALD AI  |  F1 PARTNERSHIP BRIEF</a:t>
            </a:r>
          </a:p>
          <a:p>
            <a:pPr marL="0" marR="0" lvl="0" indent="0" algn="l" defTabSz="1219170" rtl="0" eaLnBrk="1" fontAlgn="auto" latinLnBrk="0" hangingPunct="1">
              <a:lnSpc>
                <a:spcPct val="110000"/>
              </a:lnSpc>
              <a:spcBef>
                <a:spcPts val="600"/>
              </a:spcBef>
              <a:spcAft>
                <a:spcPts val="0"/>
              </a:spcAft>
              <a:buClrTx/>
              <a:buSzPct val="100000"/>
              <a:buFont typeface="Arial" panose="020B0604020202020204" pitchFamily="34" charset="0"/>
              <a:buNone/>
              <a:tabLst>
                <a:tab pos="2955925" algn="l"/>
              </a:tabLst>
              <a:defRPr/>
            </a:pPr>
            <a:endParaRPr kumimoji="0" lang="en-US" sz="3200" b="1" i="0" u="none" strike="noStrike" kern="1200" cap="none" spc="0" normalizeH="0" baseline="0" noProof="0">
              <a:ln>
                <a:noFill/>
              </a:ln>
              <a:solidFill>
                <a:srgbClr val="FFFFFF"/>
              </a:solidFill>
              <a:effectLst/>
              <a:uLnTx/>
              <a:uFillTx/>
              <a:latin typeface="MB Corpo S Text Office"/>
              <a:ea typeface="+mn-ea"/>
              <a:cs typeface="+mn-cs"/>
            </a:endParaRPr>
          </a:p>
        </p:txBody>
      </p:sp>
      <p:pic>
        <p:nvPicPr>
          <p:cNvPr id="9" name="Picture 8" descr="A black and white sign&#10;&#10;Description automatically generated with medium confidence">
            <a:extLst>
              <a:ext uri="{FF2B5EF4-FFF2-40B4-BE49-F238E27FC236}">
                <a16:creationId xmlns:a16="http://schemas.microsoft.com/office/drawing/2014/main" id="{75E8B637-EBCE-8639-BC8A-CDFC1FF9EA4D}"/>
              </a:ext>
            </a:extLst>
          </p:cNvPr>
          <p:cNvPicPr>
            <a:picLocks noChangeAspect="1"/>
          </p:cNvPicPr>
          <p:nvPr/>
        </p:nvPicPr>
        <p:blipFill>
          <a:blip r:embed="rId4"/>
          <a:stretch>
            <a:fillRect/>
          </a:stretch>
        </p:blipFill>
        <p:spPr>
          <a:xfrm>
            <a:off x="1062663" y="899381"/>
            <a:ext cx="3551909" cy="650559"/>
          </a:xfrm>
          <a:prstGeom prst="rect">
            <a:avLst/>
          </a:prstGeom>
        </p:spPr>
      </p:pic>
      <p:sp>
        <p:nvSpPr>
          <p:cNvPr id="17" name="Cover title accent"/>
          <p:cNvSpPr/>
          <p:nvPr/>
        </p:nvSpPr>
        <p:spPr>
          <a:xfrm>
            <a:off x="1062532" y="5154433"/>
            <a:ext cx="960120" cy="502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8" name="Cover accent extension"/>
          <p:cNvSpPr/>
          <p:nvPr/>
        </p:nvSpPr>
        <p:spPr>
          <a:xfrm>
            <a:off x="2020824" y="5177293"/>
            <a:ext cx="4370832" cy="10972"/>
          </a:xfrm>
          <a:prstGeom prst="rect">
            <a:avLst/>
          </a:prstGeom>
          <a:solidFill>
            <a:srgbClr val="7A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130287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2EF812-7169-0A0F-4FD4-4F7FB71FEA18}"/>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2D7EA83-FCF9-D501-137B-C0B9FAEA4D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270" imgH="270" progId="TCLayout.ActiveDocument.1">
                  <p:embed/>
                </p:oleObj>
              </mc:Choice>
              <mc:Fallback>
                <p:oleObj name="think-cell Folie" r:id="rId5" imgW="270" imgH="270" progId="TCLayout.ActiveDocument.1">
                  <p:embed/>
                  <p:pic>
                    <p:nvPicPr>
                      <p:cNvPr id="6" name="Objekt 5" hidden="1">
                        <a:extLst>
                          <a:ext uri="{FF2B5EF4-FFF2-40B4-BE49-F238E27FC236}">
                            <a16:creationId xmlns:a16="http://schemas.microsoft.com/office/drawing/2014/main" id="{02D7EA83-FCF9-D501-137B-C0B9FAEA4DD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hteck 3" hidden="1">
            <a:extLst>
              <a:ext uri="{FF2B5EF4-FFF2-40B4-BE49-F238E27FC236}">
                <a16:creationId xmlns:a16="http://schemas.microsoft.com/office/drawing/2014/main" id="{22270295-0B0D-8722-6C3D-6C5670BB4F8A}"/>
              </a:ext>
            </a:extLst>
          </p:cNvPr>
          <p:cNvSpPr/>
          <p:nvPr>
            <p:custDataLst>
              <p:tags r:id="rId2"/>
            </p:custDataLst>
          </p:nvPr>
        </p:nvSpPr>
        <p:spPr>
          <a:xfrm>
            <a:off x="0" y="0"/>
            <a:ext cx="158750" cy="1587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marR="0" lvl="0" indent="0" algn="ctr" defTabSz="1219170" rtl="0" eaLnBrk="1" fontAlgn="auto" latinLnBrk="0" hangingPunct="1">
              <a:lnSpc>
                <a:spcPct val="110000"/>
              </a:lnSpc>
              <a:spcBef>
                <a:spcPts val="0"/>
              </a:spcBef>
              <a:spcAft>
                <a:spcPts val="0"/>
              </a:spcAft>
              <a:buClrTx/>
              <a:buSzTx/>
              <a:buFontTx/>
              <a:buNone/>
              <a:tabLst/>
              <a:defRPr/>
            </a:pPr>
            <a:endParaRPr kumimoji="0" lang="en-US" sz="32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grpSp>
        <p:nvGrpSpPr>
          <p:cNvPr id="34" name="Gruppieren 94">
            <a:extLst>
              <a:ext uri="{FF2B5EF4-FFF2-40B4-BE49-F238E27FC236}">
                <a16:creationId xmlns:a16="http://schemas.microsoft.com/office/drawing/2014/main" id="{50E318AA-49CD-CC5A-2B5E-450A40C8F69F}"/>
              </a:ext>
            </a:extLst>
          </p:cNvPr>
          <p:cNvGrpSpPr/>
          <p:nvPr/>
        </p:nvGrpSpPr>
        <p:grpSpPr>
          <a:xfrm>
            <a:off x="146507" y="221888"/>
            <a:ext cx="295342" cy="295342"/>
            <a:chOff x="-1680864" y="-1449512"/>
            <a:chExt cx="540000" cy="540000"/>
          </a:xfrm>
        </p:grpSpPr>
        <p:cxnSp>
          <p:nvCxnSpPr>
            <p:cNvPr id="35" name="Gerader Verbinder 95">
              <a:extLst>
                <a:ext uri="{FF2B5EF4-FFF2-40B4-BE49-F238E27FC236}">
                  <a16:creationId xmlns:a16="http://schemas.microsoft.com/office/drawing/2014/main" id="{359AA510-238F-06DC-52F6-61B26A87925C}"/>
                </a:ext>
              </a:extLst>
            </p:cNvPr>
            <p:cNvCxnSpPr>
              <a:cxnSpLocks/>
            </p:cNvCxnSpPr>
            <p:nvPr/>
          </p:nvCxnSpPr>
          <p:spPr>
            <a:xfrm rot="16200000" flipH="1" flipV="1">
              <a:off x="-1680864" y="-1179512"/>
              <a:ext cx="540000" cy="0"/>
            </a:xfrm>
            <a:prstGeom prst="line">
              <a:avLst/>
            </a:prstGeom>
            <a:noFill/>
            <a:ln w="3175" cap="flat" cmpd="sng" algn="ctr">
              <a:solidFill>
                <a:schemeClr val="bg1"/>
              </a:solidFill>
              <a:prstDash val="solid"/>
              <a:miter lim="800000"/>
            </a:ln>
            <a:effectLst/>
          </p:spPr>
        </p:cxnSp>
        <p:cxnSp>
          <p:nvCxnSpPr>
            <p:cNvPr id="36" name="Gerader Verbinder 96">
              <a:extLst>
                <a:ext uri="{FF2B5EF4-FFF2-40B4-BE49-F238E27FC236}">
                  <a16:creationId xmlns:a16="http://schemas.microsoft.com/office/drawing/2014/main" id="{03693AFB-A590-22E4-61FB-4662B542525B}"/>
                </a:ext>
              </a:extLst>
            </p:cNvPr>
            <p:cNvCxnSpPr>
              <a:cxnSpLocks/>
            </p:cNvCxnSpPr>
            <p:nvPr/>
          </p:nvCxnSpPr>
          <p:spPr>
            <a:xfrm>
              <a:off x="-1680864" y="-1179512"/>
              <a:ext cx="540000" cy="0"/>
            </a:xfrm>
            <a:prstGeom prst="line">
              <a:avLst/>
            </a:prstGeom>
            <a:noFill/>
            <a:ln w="3175" cap="flat" cmpd="sng" algn="ctr">
              <a:solidFill>
                <a:schemeClr val="bg1"/>
              </a:solidFill>
              <a:prstDash val="solid"/>
              <a:miter lim="800000"/>
            </a:ln>
            <a:effectLst/>
          </p:spPr>
        </p:cxnSp>
      </p:grpSp>
      <p:sp>
        <p:nvSpPr>
          <p:cNvPr id="31" name="Textfeld 3">
            <a:extLst>
              <a:ext uri="{FF2B5EF4-FFF2-40B4-BE49-F238E27FC236}">
                <a16:creationId xmlns:a16="http://schemas.microsoft.com/office/drawing/2014/main" id="{7B7425F6-9B7D-5D8A-3826-CF15A341364A}"/>
              </a:ext>
            </a:extLst>
          </p:cNvPr>
          <p:cNvSpPr txBox="1"/>
          <p:nvPr/>
        </p:nvSpPr>
        <p:spPr>
          <a:xfrm>
            <a:off x="389630" y="511196"/>
            <a:ext cx="11404600" cy="525031"/>
          </a:xfrm>
          <a:prstGeom prst="rect">
            <a:avLst/>
          </a:prstGeom>
          <a:noFill/>
          <a:ln>
            <a:noFill/>
          </a:ln>
        </p:spPr>
        <p:txBody>
          <a:bodyPr wrap="square" lIns="144000" tIns="0" rIns="0" bIns="0">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200" b="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rPr>
              <a:t>TECHNOLOGY PARTNER LANDSCAPE</a:t>
            </a:r>
            <a:endParaRPr lang="en-US" sz="3200" b="1" u="none" strike="noStrike" kern="1200" cap="none" spc="0" normalizeH="0" baseline="0" noProof="0">
              <a:ln>
                <a:noFill/>
              </a:ln>
              <a:solidFill>
                <a:srgbClr val="FF0000"/>
              </a:solidFill>
              <a:effectLst/>
              <a:uLnTx/>
              <a:uFillTx/>
              <a:latin typeface="Arial" panose="020B0604020202020204" pitchFamily="34" charset="0"/>
              <a:cs typeface="Arial" panose="020B0604020202020204" pitchFamily="34" charset="0"/>
            </a:endParaRPr>
          </a:p>
        </p:txBody>
      </p:sp>
      <p:pic>
        <p:nvPicPr>
          <p:cNvPr id="9" name="Picture 8" descr="image.png">
            <a:extLst>
              <a:ext uri="{FF2B5EF4-FFF2-40B4-BE49-F238E27FC236}">
                <a16:creationId xmlns:a16="http://schemas.microsoft.com/office/drawing/2014/main" id="{A5089C6F-E0AC-0D1F-30BD-A9005FD4BCF9}"/>
              </a:ext>
            </a:extLst>
          </p:cNvPr>
          <p:cNvPicPr>
            <a:picLocks noChangeAspect="1"/>
          </p:cNvPicPr>
          <p:nvPr/>
        </p:nvPicPr>
        <p:blipFill>
          <a:blip r:embed="rId7"/>
          <a:srcRect/>
          <a:stretch>
            <a:fillRect/>
          </a:stretch>
        </p:blipFill>
        <p:spPr>
          <a:xfrm>
            <a:off x="11006189" y="163403"/>
            <a:ext cx="1091453" cy="335755"/>
          </a:xfrm>
          <a:prstGeom prst="rect">
            <a:avLst/>
          </a:prstGeom>
        </p:spPr>
      </p:pic>
      <p:sp>
        <p:nvSpPr>
          <p:cNvPr id="32" name="Divider top rule 01">
            <a:extLst>
              <a:ext uri="{FF2B5EF4-FFF2-40B4-BE49-F238E27FC236}">
                <a16:creationId xmlns:a16="http://schemas.microsoft.com/office/drawing/2014/main" id="{60668B1D-8CE1-65C1-FB7C-AC94932EEAAE}"/>
              </a:ext>
            </a:extLst>
          </p:cNvPr>
          <p:cNvSpPr/>
          <p:nvPr/>
        </p:nvSpPr>
        <p:spPr>
          <a:xfrm>
            <a:off x="0" y="0"/>
            <a:ext cx="12192000" cy="32004"/>
          </a:xfrm>
          <a:prstGeom prst="rect">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0000"/>
              </a:solidFill>
              <a:effectLst/>
              <a:uLnTx/>
              <a:uFillTx/>
              <a:latin typeface="Arial"/>
              <a:ea typeface="+mn-ea"/>
              <a:cs typeface="+mn-cs"/>
            </a:endParaRPr>
          </a:p>
        </p:txBody>
      </p:sp>
      <p:sp>
        <p:nvSpPr>
          <p:cNvPr id="8" name="Design header accent 5">
            <a:extLst>
              <a:ext uri="{FF2B5EF4-FFF2-40B4-BE49-F238E27FC236}">
                <a16:creationId xmlns:a16="http://schemas.microsoft.com/office/drawing/2014/main" id="{BF6D601D-E833-0F35-728A-2BEB91663E7F}"/>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esign header hairline 5">
            <a:extLst>
              <a:ext uri="{FF2B5EF4-FFF2-40B4-BE49-F238E27FC236}">
                <a16:creationId xmlns:a16="http://schemas.microsoft.com/office/drawing/2014/main" id="{A3772427-03F5-5667-1D40-700653730947}"/>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6" name="Table 45">
            <a:extLst>
              <a:ext uri="{FF2B5EF4-FFF2-40B4-BE49-F238E27FC236}">
                <a16:creationId xmlns:a16="http://schemas.microsoft.com/office/drawing/2014/main" id="{AE262CFB-9B41-8E69-D6A6-0356733A4B2E}"/>
              </a:ext>
            </a:extLst>
          </p:cNvPr>
          <p:cNvGraphicFramePr>
            <a:graphicFrameLocks noGrp="1"/>
          </p:cNvGraphicFramePr>
          <p:nvPr/>
        </p:nvGraphicFramePr>
        <p:xfrm>
          <a:off x="5511008" y="1590405"/>
          <a:ext cx="6300000" cy="4534177"/>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570600781"/>
                    </a:ext>
                  </a:extLst>
                </a:gridCol>
                <a:gridCol w="900000">
                  <a:extLst>
                    <a:ext uri="{9D8B030D-6E8A-4147-A177-3AD203B41FA5}">
                      <a16:colId xmlns:a16="http://schemas.microsoft.com/office/drawing/2014/main" val="2849432347"/>
                    </a:ext>
                  </a:extLst>
                </a:gridCol>
                <a:gridCol w="900000">
                  <a:extLst>
                    <a:ext uri="{9D8B030D-6E8A-4147-A177-3AD203B41FA5}">
                      <a16:colId xmlns:a16="http://schemas.microsoft.com/office/drawing/2014/main" val="809504942"/>
                    </a:ext>
                  </a:extLst>
                </a:gridCol>
                <a:gridCol w="900000">
                  <a:extLst>
                    <a:ext uri="{9D8B030D-6E8A-4147-A177-3AD203B41FA5}">
                      <a16:colId xmlns:a16="http://schemas.microsoft.com/office/drawing/2014/main" val="1784007200"/>
                    </a:ext>
                  </a:extLst>
                </a:gridCol>
                <a:gridCol w="900000">
                  <a:extLst>
                    <a:ext uri="{9D8B030D-6E8A-4147-A177-3AD203B41FA5}">
                      <a16:colId xmlns:a16="http://schemas.microsoft.com/office/drawing/2014/main" val="555806050"/>
                    </a:ext>
                  </a:extLst>
                </a:gridCol>
                <a:gridCol w="900000">
                  <a:extLst>
                    <a:ext uri="{9D8B030D-6E8A-4147-A177-3AD203B41FA5}">
                      <a16:colId xmlns:a16="http://schemas.microsoft.com/office/drawing/2014/main" val="1917006382"/>
                    </a:ext>
                  </a:extLst>
                </a:gridCol>
                <a:gridCol w="900000">
                  <a:extLst>
                    <a:ext uri="{9D8B030D-6E8A-4147-A177-3AD203B41FA5}">
                      <a16:colId xmlns:a16="http://schemas.microsoft.com/office/drawing/2014/main" val="4208980105"/>
                    </a:ext>
                  </a:extLst>
                </a:gridCol>
              </a:tblGrid>
              <a:tr h="826177">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1404713"/>
                  </a:ext>
                </a:extLst>
              </a:tr>
              <a:tr h="720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67587024"/>
                  </a:ext>
                </a:extLst>
              </a:tr>
              <a:tr h="2268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2930341699"/>
                  </a:ext>
                </a:extLst>
              </a:tr>
              <a:tr h="720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625546759"/>
                  </a:ext>
                </a:extLst>
              </a:tr>
            </a:tbl>
          </a:graphicData>
        </a:graphic>
      </p:graphicFrame>
      <p:graphicFrame>
        <p:nvGraphicFramePr>
          <p:cNvPr id="51" name="Table 50">
            <a:extLst>
              <a:ext uri="{FF2B5EF4-FFF2-40B4-BE49-F238E27FC236}">
                <a16:creationId xmlns:a16="http://schemas.microsoft.com/office/drawing/2014/main" id="{0706C491-DCA1-8068-003F-5E42B297C5E6}"/>
              </a:ext>
            </a:extLst>
          </p:cNvPr>
          <p:cNvGraphicFramePr>
            <a:graphicFrameLocks noGrp="1"/>
          </p:cNvGraphicFramePr>
          <p:nvPr/>
        </p:nvGraphicFramePr>
        <p:xfrm>
          <a:off x="808058" y="1590405"/>
          <a:ext cx="900000" cy="4536000"/>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2849432347"/>
                    </a:ext>
                  </a:extLst>
                </a:gridCol>
              </a:tblGrid>
              <a:tr h="828000">
                <a:tc>
                  <a:txBody>
                    <a:bodyPr/>
                    <a:lstStyle/>
                    <a:p>
                      <a:endParaRPr lang="en-US" noProof="0"/>
                    </a:p>
                  </a:txBody>
                  <a:tcPr>
                    <a:lnL>
                      <a:noFill/>
                    </a:lnL>
                    <a:lnR>
                      <a:noFill/>
                    </a:lnR>
                    <a:lnT>
                      <a:noFill/>
                    </a:lnT>
                    <a:lnB w="1905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1404713"/>
                  </a:ext>
                </a:extLst>
              </a:tr>
              <a:tr h="720000">
                <a:tc>
                  <a:txBody>
                    <a:bodyPr/>
                    <a:lstStyle/>
                    <a:p>
                      <a:endParaRPr lang="en-US" noProof="0"/>
                    </a:p>
                  </a:txBody>
                  <a:tcPr>
                    <a:lnT w="19050" cap="flat" cmpd="sng" algn="ctr">
                      <a:solidFill>
                        <a:schemeClr val="bg2">
                          <a:lumMod val="75000"/>
                        </a:schemeClr>
                      </a:solidFill>
                      <a:prstDash val="solid"/>
                      <a:round/>
                      <a:headEnd type="none" w="med" len="med"/>
                      <a:tailEnd type="none" w="med" len="med"/>
                    </a:lnT>
                    <a:solidFill>
                      <a:schemeClr val="accent2">
                        <a:lumMod val="20000"/>
                        <a:lumOff val="80000"/>
                      </a:schemeClr>
                    </a:solidFill>
                  </a:tcPr>
                </a:tc>
                <a:extLst>
                  <a:ext uri="{0D108BD9-81ED-4DB2-BD59-A6C34878D82A}">
                    <a16:rowId xmlns:a16="http://schemas.microsoft.com/office/drawing/2014/main" val="4067587024"/>
                  </a:ext>
                </a:extLst>
              </a:tr>
              <a:tr h="2268000">
                <a:tc>
                  <a:txBody>
                    <a:bodyPr/>
                    <a:lstStyle/>
                    <a:p>
                      <a:endParaRPr lang="en-US" noProof="0"/>
                    </a:p>
                  </a:txBody>
                  <a:tcPr/>
                </a:tc>
                <a:extLst>
                  <a:ext uri="{0D108BD9-81ED-4DB2-BD59-A6C34878D82A}">
                    <a16:rowId xmlns:a16="http://schemas.microsoft.com/office/drawing/2014/main" val="2930341699"/>
                  </a:ext>
                </a:extLst>
              </a:tr>
              <a:tr h="720000">
                <a:tc>
                  <a:txBody>
                    <a:bodyPr/>
                    <a:lstStyle/>
                    <a:p>
                      <a:endParaRPr lang="en-US" noProof="0"/>
                    </a:p>
                  </a:txBody>
                  <a:tcPr>
                    <a:solidFill>
                      <a:schemeClr val="accent3">
                        <a:lumMod val="20000"/>
                        <a:lumOff val="80000"/>
                      </a:schemeClr>
                    </a:solidFill>
                  </a:tcPr>
                </a:tc>
                <a:extLst>
                  <a:ext uri="{0D108BD9-81ED-4DB2-BD59-A6C34878D82A}">
                    <a16:rowId xmlns:a16="http://schemas.microsoft.com/office/drawing/2014/main" val="3457818035"/>
                  </a:ext>
                </a:extLst>
              </a:tr>
            </a:tbl>
          </a:graphicData>
        </a:graphic>
      </p:graphicFrame>
      <p:graphicFrame>
        <p:nvGraphicFramePr>
          <p:cNvPr id="59" name="Table 58">
            <a:extLst>
              <a:ext uri="{FF2B5EF4-FFF2-40B4-BE49-F238E27FC236}">
                <a16:creationId xmlns:a16="http://schemas.microsoft.com/office/drawing/2014/main" id="{050B3C05-8BD9-3F00-19F1-15D1BFC0F5ED}"/>
              </a:ext>
            </a:extLst>
          </p:cNvPr>
          <p:cNvGraphicFramePr>
            <a:graphicFrameLocks noGrp="1"/>
          </p:cNvGraphicFramePr>
          <p:nvPr/>
        </p:nvGraphicFramePr>
        <p:xfrm>
          <a:off x="1874920" y="1596983"/>
          <a:ext cx="3600000" cy="4536000"/>
        </p:xfrm>
        <a:graphic>
          <a:graphicData uri="http://schemas.openxmlformats.org/drawingml/2006/table">
            <a:tbl>
              <a:tblPr firstRow="1" bandRow="1">
                <a:tableStyleId>{2D5ABB26-0587-4C30-8999-92F81FD0307C}</a:tableStyleId>
              </a:tblPr>
              <a:tblGrid>
                <a:gridCol w="900000">
                  <a:extLst>
                    <a:ext uri="{9D8B030D-6E8A-4147-A177-3AD203B41FA5}">
                      <a16:colId xmlns:a16="http://schemas.microsoft.com/office/drawing/2014/main" val="570600781"/>
                    </a:ext>
                  </a:extLst>
                </a:gridCol>
                <a:gridCol w="900000">
                  <a:extLst>
                    <a:ext uri="{9D8B030D-6E8A-4147-A177-3AD203B41FA5}">
                      <a16:colId xmlns:a16="http://schemas.microsoft.com/office/drawing/2014/main" val="2849432347"/>
                    </a:ext>
                  </a:extLst>
                </a:gridCol>
                <a:gridCol w="900000">
                  <a:extLst>
                    <a:ext uri="{9D8B030D-6E8A-4147-A177-3AD203B41FA5}">
                      <a16:colId xmlns:a16="http://schemas.microsoft.com/office/drawing/2014/main" val="809504942"/>
                    </a:ext>
                  </a:extLst>
                </a:gridCol>
                <a:gridCol w="900000">
                  <a:extLst>
                    <a:ext uri="{9D8B030D-6E8A-4147-A177-3AD203B41FA5}">
                      <a16:colId xmlns:a16="http://schemas.microsoft.com/office/drawing/2014/main" val="1784007200"/>
                    </a:ext>
                  </a:extLst>
                </a:gridCol>
              </a:tblGrid>
              <a:tr h="828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1404713"/>
                  </a:ext>
                </a:extLst>
              </a:tr>
              <a:tr h="720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067587024"/>
                  </a:ext>
                </a:extLst>
              </a:tr>
              <a:tr h="2268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0341699"/>
                  </a:ext>
                </a:extLst>
              </a:tr>
              <a:tr h="720000">
                <a:tc>
                  <a:txBody>
                    <a:bodyPr/>
                    <a:lstStyle/>
                    <a:p>
                      <a:endParaRPr lang="en-US" noProof="0"/>
                    </a:p>
                  </a:txBody>
                  <a:tcPr>
                    <a:lnL>
                      <a:noFill/>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6350" cap="flat" cmpd="sng" algn="ctr">
                      <a:solidFill>
                        <a:schemeClr val="bg2">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endParaRPr lang="en-US" noProof="0"/>
                    </a:p>
                  </a:txBody>
                  <a:tcPr>
                    <a:lnL w="6350" cap="flat" cmpd="sng" algn="ctr">
                      <a:solidFill>
                        <a:schemeClr val="bg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75146148"/>
                  </a:ext>
                </a:extLst>
              </a:tr>
            </a:tbl>
          </a:graphicData>
        </a:graphic>
      </p:graphicFrame>
      <p:pic>
        <p:nvPicPr>
          <p:cNvPr id="67" name="Picture 66" descr="A red and black striped background&#10;&#10;AI-generated content may be incorrect.">
            <a:extLst>
              <a:ext uri="{FF2B5EF4-FFF2-40B4-BE49-F238E27FC236}">
                <a16:creationId xmlns:a16="http://schemas.microsoft.com/office/drawing/2014/main" id="{815BA65D-E7AA-B331-7C20-E3903C192381}"/>
              </a:ext>
            </a:extLst>
          </p:cNvPr>
          <p:cNvPicPr>
            <a:picLocks noChangeAspect="1"/>
          </p:cNvPicPr>
          <p:nvPr/>
        </p:nvPicPr>
        <p:blipFill>
          <a:blip r:embed="rId8"/>
          <a:stretch>
            <a:fillRect/>
          </a:stretch>
        </p:blipFill>
        <p:spPr>
          <a:xfrm>
            <a:off x="849951" y="1891484"/>
            <a:ext cx="812002" cy="203001"/>
          </a:xfrm>
          <a:prstGeom prst="rect">
            <a:avLst/>
          </a:prstGeom>
        </p:spPr>
      </p:pic>
      <p:pic>
        <p:nvPicPr>
          <p:cNvPr id="93" name="Picture 92" descr="A red and yellow logo&#10;&#10;AI-generated content may be incorrect.">
            <a:extLst>
              <a:ext uri="{FF2B5EF4-FFF2-40B4-BE49-F238E27FC236}">
                <a16:creationId xmlns:a16="http://schemas.microsoft.com/office/drawing/2014/main" id="{26746BFA-9676-3E02-FB9A-981DB618BE13}"/>
              </a:ext>
            </a:extLst>
          </p:cNvPr>
          <p:cNvPicPr>
            <a:picLocks noChangeAspect="1"/>
          </p:cNvPicPr>
          <p:nvPr/>
        </p:nvPicPr>
        <p:blipFill>
          <a:blip r:embed="rId9"/>
          <a:stretch>
            <a:fillRect/>
          </a:stretch>
        </p:blipFill>
        <p:spPr>
          <a:xfrm>
            <a:off x="2833066" y="1872589"/>
            <a:ext cx="751728" cy="350376"/>
          </a:xfrm>
          <a:prstGeom prst="rect">
            <a:avLst/>
          </a:prstGeom>
        </p:spPr>
      </p:pic>
      <p:pic>
        <p:nvPicPr>
          <p:cNvPr id="113" name="Picture 112">
            <a:extLst>
              <a:ext uri="{FF2B5EF4-FFF2-40B4-BE49-F238E27FC236}">
                <a16:creationId xmlns:a16="http://schemas.microsoft.com/office/drawing/2014/main" id="{7FF7D33C-73F9-2BAA-663D-B4AB9AB86D34}"/>
              </a:ext>
            </a:extLst>
          </p:cNvPr>
          <p:cNvPicPr>
            <a:picLocks noChangeAspect="1"/>
          </p:cNvPicPr>
          <p:nvPr/>
        </p:nvPicPr>
        <p:blipFill>
          <a:blip r:embed="rId10"/>
          <a:stretch>
            <a:fillRect/>
          </a:stretch>
        </p:blipFill>
        <p:spPr>
          <a:xfrm>
            <a:off x="6437475" y="1867382"/>
            <a:ext cx="816697" cy="242693"/>
          </a:xfrm>
          <a:prstGeom prst="rect">
            <a:avLst/>
          </a:prstGeom>
        </p:spPr>
      </p:pic>
      <p:pic>
        <p:nvPicPr>
          <p:cNvPr id="126" name="Graphic 125" descr="A red white and blue flag&#10;&#10;AI-generated content may be incorrect.">
            <a:extLst>
              <a:ext uri="{FF2B5EF4-FFF2-40B4-BE49-F238E27FC236}">
                <a16:creationId xmlns:a16="http://schemas.microsoft.com/office/drawing/2014/main" id="{5FA7A00B-79D1-B385-076A-C31A2483A94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57036" y="1727310"/>
            <a:ext cx="597306" cy="536787"/>
          </a:xfrm>
          <a:prstGeom prst="rect">
            <a:avLst/>
          </a:prstGeom>
        </p:spPr>
      </p:pic>
      <p:pic>
        <p:nvPicPr>
          <p:cNvPr id="1028" name="Graphic 1027">
            <a:extLst>
              <a:ext uri="{FF2B5EF4-FFF2-40B4-BE49-F238E27FC236}">
                <a16:creationId xmlns:a16="http://schemas.microsoft.com/office/drawing/2014/main" id="{94D1F447-ADFC-4DDB-6EAF-DE193CEF6C0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51883" y="1710019"/>
            <a:ext cx="581123" cy="536787"/>
          </a:xfrm>
          <a:prstGeom prst="rect">
            <a:avLst/>
          </a:prstGeom>
        </p:spPr>
      </p:pic>
      <p:pic>
        <p:nvPicPr>
          <p:cNvPr id="1040" name="Picture 1039" descr="A logo of a car&#10;&#10;AI-generated content may be incorrect.">
            <a:extLst>
              <a:ext uri="{FF2B5EF4-FFF2-40B4-BE49-F238E27FC236}">
                <a16:creationId xmlns:a16="http://schemas.microsoft.com/office/drawing/2014/main" id="{B04A359E-D2A9-CE1F-BC7E-B1B03DD1BE40}"/>
              </a:ext>
            </a:extLst>
          </p:cNvPr>
          <p:cNvPicPr>
            <a:picLocks noChangeAspect="1"/>
          </p:cNvPicPr>
          <p:nvPr/>
        </p:nvPicPr>
        <p:blipFill>
          <a:blip r:embed="rId13"/>
          <a:stretch>
            <a:fillRect/>
          </a:stretch>
        </p:blipFill>
        <p:spPr>
          <a:xfrm>
            <a:off x="7419574" y="1803882"/>
            <a:ext cx="655417" cy="336927"/>
          </a:xfrm>
          <a:prstGeom prst="rect">
            <a:avLst/>
          </a:prstGeom>
        </p:spPr>
      </p:pic>
      <p:pic>
        <p:nvPicPr>
          <p:cNvPr id="1045" name="Picture 1044" descr="A red and black logo&#10;&#10;AI-generated content may be incorrect.">
            <a:extLst>
              <a:ext uri="{FF2B5EF4-FFF2-40B4-BE49-F238E27FC236}">
                <a16:creationId xmlns:a16="http://schemas.microsoft.com/office/drawing/2014/main" id="{A4484CF9-067F-53FC-A530-F0A752366E84}"/>
              </a:ext>
            </a:extLst>
          </p:cNvPr>
          <p:cNvPicPr>
            <a:picLocks noChangeAspect="1"/>
          </p:cNvPicPr>
          <p:nvPr/>
        </p:nvPicPr>
        <p:blipFill>
          <a:blip r:embed="rId14"/>
          <a:stretch>
            <a:fillRect/>
          </a:stretch>
        </p:blipFill>
        <p:spPr>
          <a:xfrm>
            <a:off x="9247998" y="1716573"/>
            <a:ext cx="581122" cy="530233"/>
          </a:xfrm>
          <a:prstGeom prst="rect">
            <a:avLst/>
          </a:prstGeom>
        </p:spPr>
      </p:pic>
      <p:pic>
        <p:nvPicPr>
          <p:cNvPr id="1047" name="Picture 1046" descr="A blue bull with a black background&#10;&#10;AI-generated content may be incorrect.">
            <a:extLst>
              <a:ext uri="{FF2B5EF4-FFF2-40B4-BE49-F238E27FC236}">
                <a16:creationId xmlns:a16="http://schemas.microsoft.com/office/drawing/2014/main" id="{DE4F6E95-BEF7-C789-95C2-65B6BF05DEFB}"/>
              </a:ext>
            </a:extLst>
          </p:cNvPr>
          <p:cNvPicPr>
            <a:picLocks noChangeAspect="1"/>
          </p:cNvPicPr>
          <p:nvPr/>
        </p:nvPicPr>
        <p:blipFill>
          <a:blip r:embed="rId15"/>
          <a:stretch>
            <a:fillRect/>
          </a:stretch>
        </p:blipFill>
        <p:spPr>
          <a:xfrm>
            <a:off x="10033207" y="1896178"/>
            <a:ext cx="832642" cy="273769"/>
          </a:xfrm>
          <a:prstGeom prst="rect">
            <a:avLst/>
          </a:prstGeom>
        </p:spPr>
      </p:pic>
      <p:pic>
        <p:nvPicPr>
          <p:cNvPr id="1049" name="Picture 1048" descr="A blue and black sign&#10;&#10;AI-generated content may be incorrect.">
            <a:extLst>
              <a:ext uri="{FF2B5EF4-FFF2-40B4-BE49-F238E27FC236}">
                <a16:creationId xmlns:a16="http://schemas.microsoft.com/office/drawing/2014/main" id="{12F00C0D-E79E-E379-D7F6-620076037BF3}"/>
              </a:ext>
            </a:extLst>
          </p:cNvPr>
          <p:cNvPicPr>
            <a:picLocks noChangeAspect="1"/>
          </p:cNvPicPr>
          <p:nvPr/>
        </p:nvPicPr>
        <p:blipFill>
          <a:blip r:embed="rId16"/>
          <a:stretch>
            <a:fillRect/>
          </a:stretch>
        </p:blipFill>
        <p:spPr>
          <a:xfrm>
            <a:off x="11030547" y="1865052"/>
            <a:ext cx="606589" cy="312712"/>
          </a:xfrm>
          <a:prstGeom prst="rect">
            <a:avLst/>
          </a:prstGeom>
        </p:spPr>
      </p:pic>
      <p:sp>
        <p:nvSpPr>
          <p:cNvPr id="1051" name="TextBox 1050">
            <a:extLst>
              <a:ext uri="{FF2B5EF4-FFF2-40B4-BE49-F238E27FC236}">
                <a16:creationId xmlns:a16="http://schemas.microsoft.com/office/drawing/2014/main" id="{52941936-3047-BBDC-6BA9-8970EE9C55A6}"/>
              </a:ext>
            </a:extLst>
          </p:cNvPr>
          <p:cNvSpPr txBox="1"/>
          <p:nvPr/>
        </p:nvSpPr>
        <p:spPr>
          <a:xfrm>
            <a:off x="225581" y="2524092"/>
            <a:ext cx="570589" cy="415498"/>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TITLE /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GLOBAL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PARTNER</a:t>
            </a:r>
          </a:p>
        </p:txBody>
      </p:sp>
      <p:sp>
        <p:nvSpPr>
          <p:cNvPr id="1053" name="TextBox 1052">
            <a:extLst>
              <a:ext uri="{FF2B5EF4-FFF2-40B4-BE49-F238E27FC236}">
                <a16:creationId xmlns:a16="http://schemas.microsoft.com/office/drawing/2014/main" id="{F0117C5D-8836-72CB-6CD2-1287876269FD}"/>
              </a:ext>
            </a:extLst>
          </p:cNvPr>
          <p:cNvSpPr txBox="1"/>
          <p:nvPr/>
        </p:nvSpPr>
        <p:spPr>
          <a:xfrm>
            <a:off x="183144" y="5554092"/>
            <a:ext cx="570589" cy="415498"/>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Regional Partner/ Supplier</a:t>
            </a:r>
          </a:p>
        </p:txBody>
      </p:sp>
      <p:sp>
        <p:nvSpPr>
          <p:cNvPr id="1055" name="TextBox 1054">
            <a:extLst>
              <a:ext uri="{FF2B5EF4-FFF2-40B4-BE49-F238E27FC236}">
                <a16:creationId xmlns:a16="http://schemas.microsoft.com/office/drawing/2014/main" id="{FE383C66-B04E-545C-AE8C-0F02B6F282AC}"/>
              </a:ext>
            </a:extLst>
          </p:cNvPr>
          <p:cNvSpPr txBox="1"/>
          <p:nvPr/>
        </p:nvSpPr>
        <p:spPr>
          <a:xfrm>
            <a:off x="213077" y="4018720"/>
            <a:ext cx="570589" cy="415498"/>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prstClr val="black"/>
                </a:solidFill>
                <a:effectLst/>
                <a:uLnTx/>
                <a:uFillTx/>
                <a:latin typeface="Calibri" panose="020F0502020204030204"/>
                <a:ea typeface="+mn-ea"/>
                <a:cs typeface="+mn-cs"/>
              </a:rPr>
              <a:t>Official/ Team Partner</a:t>
            </a:r>
          </a:p>
        </p:txBody>
      </p:sp>
      <p:pic>
        <p:nvPicPr>
          <p:cNvPr id="1057" name="Picture 1056" descr="A black background with blue text&#10;&#10;AI-generated content may be incorrect.">
            <a:extLst>
              <a:ext uri="{FF2B5EF4-FFF2-40B4-BE49-F238E27FC236}">
                <a16:creationId xmlns:a16="http://schemas.microsoft.com/office/drawing/2014/main" id="{50483326-4EAF-450B-64C1-93CF4DCFEFE5}"/>
              </a:ext>
            </a:extLst>
          </p:cNvPr>
          <p:cNvPicPr>
            <a:picLocks noChangeAspect="1"/>
          </p:cNvPicPr>
          <p:nvPr/>
        </p:nvPicPr>
        <p:blipFill>
          <a:blip r:embed="rId17"/>
          <a:stretch>
            <a:fillRect/>
          </a:stretch>
        </p:blipFill>
        <p:spPr>
          <a:xfrm>
            <a:off x="2089089" y="1695980"/>
            <a:ext cx="527050" cy="581863"/>
          </a:xfrm>
          <a:prstGeom prst="rect">
            <a:avLst/>
          </a:prstGeom>
        </p:spPr>
      </p:pic>
      <p:pic>
        <p:nvPicPr>
          <p:cNvPr id="1059" name="Picture 1058">
            <a:extLst>
              <a:ext uri="{FF2B5EF4-FFF2-40B4-BE49-F238E27FC236}">
                <a16:creationId xmlns:a16="http://schemas.microsoft.com/office/drawing/2014/main" id="{2E36E038-3297-0D15-12DE-6B410E6286B9}"/>
              </a:ext>
            </a:extLst>
          </p:cNvPr>
          <p:cNvPicPr>
            <a:picLocks noChangeAspect="1"/>
          </p:cNvPicPr>
          <p:nvPr/>
        </p:nvPicPr>
        <p:blipFill>
          <a:blip r:embed="rId18"/>
          <a:stretch>
            <a:fillRect/>
          </a:stretch>
        </p:blipFill>
        <p:spPr>
          <a:xfrm>
            <a:off x="4683698" y="1901401"/>
            <a:ext cx="750628" cy="214465"/>
          </a:xfrm>
          <a:prstGeom prst="rect">
            <a:avLst/>
          </a:prstGeom>
        </p:spPr>
      </p:pic>
      <p:pic>
        <p:nvPicPr>
          <p:cNvPr id="1061" name="Picture 8" descr="Scuderia Ferrari - Wikipedia">
            <a:extLst>
              <a:ext uri="{FF2B5EF4-FFF2-40B4-BE49-F238E27FC236}">
                <a16:creationId xmlns:a16="http://schemas.microsoft.com/office/drawing/2014/main" id="{3DE617BA-0E07-075B-A251-4E7DD1E07D8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17015" y="1859167"/>
            <a:ext cx="827039" cy="330816"/>
          </a:xfrm>
          <a:prstGeom prst="rect">
            <a:avLst/>
          </a:prstGeom>
          <a:noFill/>
          <a:extLst>
            <a:ext uri="{909E8E84-426E-40DD-AFC4-6F175D3DCCD1}">
              <a14:hiddenFill xmlns:a14="http://schemas.microsoft.com/office/drawing/2010/main">
                <a:solidFill>
                  <a:srgbClr val="FFFFFF"/>
                </a:solidFill>
              </a14:hiddenFill>
            </a:ext>
          </a:extLst>
        </p:spPr>
      </p:pic>
      <p:sp>
        <p:nvSpPr>
          <p:cNvPr id="1063" name="AutoShape 2" descr="Avature">
            <a:extLst>
              <a:ext uri="{FF2B5EF4-FFF2-40B4-BE49-F238E27FC236}">
                <a16:creationId xmlns:a16="http://schemas.microsoft.com/office/drawing/2014/main" id="{D9C67CB5-C94B-02C2-B257-1F3FC113187B}"/>
              </a:ext>
            </a:extLst>
          </p:cNvPr>
          <p:cNvSpPr>
            <a:spLocks noChangeAspect="1" noChangeArrowheads="1"/>
          </p:cNvSpPr>
          <p:nvPr/>
        </p:nvSpPr>
        <p:spPr bwMode="auto">
          <a:xfrm>
            <a:off x="5745322" y="32713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5" name="AutoShape 4" descr="Avature">
            <a:extLst>
              <a:ext uri="{FF2B5EF4-FFF2-40B4-BE49-F238E27FC236}">
                <a16:creationId xmlns:a16="http://schemas.microsoft.com/office/drawing/2014/main" id="{E1D76EAB-002A-633A-A887-962A469C4685}"/>
              </a:ext>
            </a:extLst>
          </p:cNvPr>
          <p:cNvSpPr>
            <a:spLocks noChangeAspect="1" noChangeArrowheads="1"/>
          </p:cNvSpPr>
          <p:nvPr/>
        </p:nvSpPr>
        <p:spPr bwMode="auto">
          <a:xfrm>
            <a:off x="5897722" y="34237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67" name="Picture 6" descr="Arctic Wolf Partner: SVA - Ihr zuverlässiger Experte für umfassende  Cybersicherheit">
            <a:extLst>
              <a:ext uri="{FF2B5EF4-FFF2-40B4-BE49-F238E27FC236}">
                <a16:creationId xmlns:a16="http://schemas.microsoft.com/office/drawing/2014/main" id="{8E575173-0C4A-1D31-7B66-0A23FA5C9C28}"/>
              </a:ext>
            </a:extLst>
          </p:cNvPr>
          <p:cNvPicPr>
            <a:picLocks noChangeAspect="1" noChangeArrowheads="1"/>
          </p:cNvPicPr>
          <p:nvPr/>
        </p:nvPicPr>
        <p:blipFill>
          <a:blip r:embed="rId20">
            <a:biLevel thresh="50000"/>
            <a:extLst>
              <a:ext uri="{28A0092B-C50C-407E-A947-70E740481C1C}">
                <a14:useLocalDpi xmlns:a14="http://schemas.microsoft.com/office/drawing/2010/main" val="0"/>
              </a:ext>
            </a:extLst>
          </a:blip>
          <a:srcRect/>
          <a:stretch>
            <a:fillRect/>
          </a:stretch>
        </p:blipFill>
        <p:spPr bwMode="auto">
          <a:xfrm>
            <a:off x="5541050" y="3262729"/>
            <a:ext cx="789953" cy="278479"/>
          </a:xfrm>
          <a:prstGeom prst="rect">
            <a:avLst/>
          </a:prstGeom>
          <a:noFill/>
          <a:extLst>
            <a:ext uri="{909E8E84-426E-40DD-AFC4-6F175D3DCCD1}">
              <a14:hiddenFill xmlns:a14="http://schemas.microsoft.com/office/drawing/2010/main">
                <a:solidFill>
                  <a:srgbClr val="FFFFFF"/>
                </a:solidFill>
              </a14:hiddenFill>
            </a:ext>
          </a:extLst>
        </p:spPr>
      </p:pic>
      <p:pic>
        <p:nvPicPr>
          <p:cNvPr id="1069" name="Picture 8" descr="Cato SASE Cloud von Cato Networks: Fernzugriff Absichern">
            <a:extLst>
              <a:ext uri="{FF2B5EF4-FFF2-40B4-BE49-F238E27FC236}">
                <a16:creationId xmlns:a16="http://schemas.microsoft.com/office/drawing/2014/main" id="{8903786F-7B71-B38C-55C3-F5694E2C16E0}"/>
              </a:ext>
            </a:extLst>
          </p:cNvPr>
          <p:cNvPicPr>
            <a:picLocks noChangeAspect="1" noChangeArrowheads="1"/>
          </p:cNvPicPr>
          <p:nvPr/>
        </p:nvPicPr>
        <p:blipFill>
          <a:blip r:embed="rId21">
            <a:biLevel thresh="50000"/>
            <a:extLst>
              <a:ext uri="{28A0092B-C50C-407E-A947-70E740481C1C}">
                <a14:useLocalDpi xmlns:a14="http://schemas.microsoft.com/office/drawing/2010/main" val="0"/>
              </a:ext>
            </a:extLst>
          </a:blip>
          <a:srcRect/>
          <a:stretch>
            <a:fillRect/>
          </a:stretch>
        </p:blipFill>
        <p:spPr bwMode="auto">
          <a:xfrm>
            <a:off x="5580375" y="3621078"/>
            <a:ext cx="750628" cy="374532"/>
          </a:xfrm>
          <a:prstGeom prst="rect">
            <a:avLst/>
          </a:prstGeom>
          <a:noFill/>
          <a:extLst>
            <a:ext uri="{909E8E84-426E-40DD-AFC4-6F175D3DCCD1}">
              <a14:hiddenFill xmlns:a14="http://schemas.microsoft.com/office/drawing/2010/main">
                <a:solidFill>
                  <a:srgbClr val="FFFFFF"/>
                </a:solidFill>
              </a14:hiddenFill>
            </a:ext>
          </a:extLst>
        </p:spPr>
      </p:pic>
      <p:sp>
        <p:nvSpPr>
          <p:cNvPr id="1071" name="AutoShape 10" descr="IndraMind | Home">
            <a:extLst>
              <a:ext uri="{FF2B5EF4-FFF2-40B4-BE49-F238E27FC236}">
                <a16:creationId xmlns:a16="http://schemas.microsoft.com/office/drawing/2014/main" id="{2FC6DEB1-A45F-F57E-4263-0A184749D349}"/>
              </a:ext>
            </a:extLst>
          </p:cNvPr>
          <p:cNvSpPr>
            <a:spLocks noChangeAspect="1" noChangeArrowheads="1"/>
          </p:cNvSpPr>
          <p:nvPr/>
        </p:nvSpPr>
        <p:spPr bwMode="auto">
          <a:xfrm>
            <a:off x="6050122" y="35761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73" name="Picture 1072">
            <a:extLst>
              <a:ext uri="{FF2B5EF4-FFF2-40B4-BE49-F238E27FC236}">
                <a16:creationId xmlns:a16="http://schemas.microsoft.com/office/drawing/2014/main" id="{CE109CA0-BA4C-03C2-9B98-9B82F64659C4}"/>
              </a:ext>
            </a:extLst>
          </p:cNvPr>
          <p:cNvPicPr>
            <a:picLocks noChangeAspect="1"/>
          </p:cNvPicPr>
          <p:nvPr/>
        </p:nvPicPr>
        <p:blipFill>
          <a:blip r:embed="rId22">
            <a:biLevel thresh="75000"/>
          </a:blip>
          <a:stretch>
            <a:fillRect/>
          </a:stretch>
        </p:blipFill>
        <p:spPr>
          <a:xfrm>
            <a:off x="5535283" y="4146071"/>
            <a:ext cx="856011" cy="135751"/>
          </a:xfrm>
          <a:prstGeom prst="rect">
            <a:avLst/>
          </a:prstGeom>
        </p:spPr>
      </p:pic>
      <p:pic>
        <p:nvPicPr>
          <p:cNvPr id="1075" name="Picture 1074">
            <a:extLst>
              <a:ext uri="{FF2B5EF4-FFF2-40B4-BE49-F238E27FC236}">
                <a16:creationId xmlns:a16="http://schemas.microsoft.com/office/drawing/2014/main" id="{1AFFC332-0D0D-02B3-88E9-D3F0C7F47942}"/>
              </a:ext>
            </a:extLst>
          </p:cNvPr>
          <p:cNvPicPr>
            <a:picLocks noChangeAspect="1"/>
          </p:cNvPicPr>
          <p:nvPr/>
        </p:nvPicPr>
        <p:blipFill>
          <a:blip r:embed="rId23">
            <a:biLevel thresh="75000"/>
          </a:blip>
          <a:stretch>
            <a:fillRect/>
          </a:stretch>
        </p:blipFill>
        <p:spPr>
          <a:xfrm>
            <a:off x="5548885" y="4427795"/>
            <a:ext cx="782118" cy="209045"/>
          </a:xfrm>
          <a:prstGeom prst="rect">
            <a:avLst/>
          </a:prstGeom>
        </p:spPr>
      </p:pic>
      <p:pic>
        <p:nvPicPr>
          <p:cNvPr id="1077" name="Picture 1076">
            <a:extLst>
              <a:ext uri="{FF2B5EF4-FFF2-40B4-BE49-F238E27FC236}">
                <a16:creationId xmlns:a16="http://schemas.microsoft.com/office/drawing/2014/main" id="{CF771EE0-45BD-513A-1D90-EB8B22DFAF3A}"/>
              </a:ext>
            </a:extLst>
          </p:cNvPr>
          <p:cNvPicPr>
            <a:picLocks noChangeAspect="1"/>
          </p:cNvPicPr>
          <p:nvPr/>
        </p:nvPicPr>
        <p:blipFill>
          <a:blip r:embed="rId24">
            <a:biLevel thresh="75000"/>
          </a:blip>
          <a:stretch>
            <a:fillRect/>
          </a:stretch>
        </p:blipFill>
        <p:spPr>
          <a:xfrm>
            <a:off x="5573778" y="4691993"/>
            <a:ext cx="647887" cy="364436"/>
          </a:xfrm>
          <a:prstGeom prst="rect">
            <a:avLst/>
          </a:prstGeom>
        </p:spPr>
      </p:pic>
      <p:pic>
        <p:nvPicPr>
          <p:cNvPr id="1079" name="Picture 1078">
            <a:extLst>
              <a:ext uri="{FF2B5EF4-FFF2-40B4-BE49-F238E27FC236}">
                <a16:creationId xmlns:a16="http://schemas.microsoft.com/office/drawing/2014/main" id="{1BF649D0-96CE-695E-9815-78492B0D015E}"/>
              </a:ext>
            </a:extLst>
          </p:cNvPr>
          <p:cNvPicPr>
            <a:picLocks noChangeAspect="1"/>
          </p:cNvPicPr>
          <p:nvPr/>
        </p:nvPicPr>
        <p:blipFill>
          <a:blip r:embed="rId25">
            <a:biLevel thresh="75000"/>
          </a:blip>
          <a:stretch>
            <a:fillRect/>
          </a:stretch>
        </p:blipFill>
        <p:spPr>
          <a:xfrm>
            <a:off x="5548885" y="5574639"/>
            <a:ext cx="782118" cy="267762"/>
          </a:xfrm>
          <a:prstGeom prst="rect">
            <a:avLst/>
          </a:prstGeom>
        </p:spPr>
      </p:pic>
      <p:pic>
        <p:nvPicPr>
          <p:cNvPr id="1081" name="Picture 1080">
            <a:extLst>
              <a:ext uri="{FF2B5EF4-FFF2-40B4-BE49-F238E27FC236}">
                <a16:creationId xmlns:a16="http://schemas.microsoft.com/office/drawing/2014/main" id="{581EC8C5-1D8F-FBED-B0A7-0481A7930470}"/>
              </a:ext>
            </a:extLst>
          </p:cNvPr>
          <p:cNvPicPr>
            <a:picLocks noChangeAspect="1"/>
          </p:cNvPicPr>
          <p:nvPr/>
        </p:nvPicPr>
        <p:blipFill>
          <a:blip r:embed="rId26">
            <a:biLevel thresh="75000"/>
          </a:blip>
          <a:stretch>
            <a:fillRect/>
          </a:stretch>
        </p:blipFill>
        <p:spPr>
          <a:xfrm>
            <a:off x="1018106" y="2471373"/>
            <a:ext cx="476364" cy="285198"/>
          </a:xfrm>
          <a:prstGeom prst="rect">
            <a:avLst/>
          </a:prstGeom>
        </p:spPr>
      </p:pic>
      <p:pic>
        <p:nvPicPr>
          <p:cNvPr id="1083" name="Picture 1082">
            <a:extLst>
              <a:ext uri="{FF2B5EF4-FFF2-40B4-BE49-F238E27FC236}">
                <a16:creationId xmlns:a16="http://schemas.microsoft.com/office/drawing/2014/main" id="{6FD64781-C3DC-30A3-7270-5BF402EAD61A}"/>
              </a:ext>
            </a:extLst>
          </p:cNvPr>
          <p:cNvPicPr>
            <a:picLocks noChangeAspect="1"/>
          </p:cNvPicPr>
          <p:nvPr/>
        </p:nvPicPr>
        <p:blipFill>
          <a:blip r:embed="rId27">
            <a:biLevel thresh="75000"/>
          </a:blip>
          <a:stretch>
            <a:fillRect/>
          </a:stretch>
        </p:blipFill>
        <p:spPr>
          <a:xfrm>
            <a:off x="1075250" y="2794193"/>
            <a:ext cx="435429" cy="304800"/>
          </a:xfrm>
          <a:prstGeom prst="rect">
            <a:avLst/>
          </a:prstGeom>
        </p:spPr>
      </p:pic>
      <p:pic>
        <p:nvPicPr>
          <p:cNvPr id="1085" name="Picture 1084">
            <a:extLst>
              <a:ext uri="{FF2B5EF4-FFF2-40B4-BE49-F238E27FC236}">
                <a16:creationId xmlns:a16="http://schemas.microsoft.com/office/drawing/2014/main" id="{C600B22B-283B-8E5C-D24E-4865FE6A375E}"/>
              </a:ext>
            </a:extLst>
          </p:cNvPr>
          <p:cNvPicPr>
            <a:picLocks noChangeAspect="1"/>
          </p:cNvPicPr>
          <p:nvPr/>
        </p:nvPicPr>
        <p:blipFill>
          <a:blip r:embed="rId28">
            <a:biLevel thresh="75000"/>
          </a:blip>
          <a:stretch>
            <a:fillRect/>
          </a:stretch>
        </p:blipFill>
        <p:spPr>
          <a:xfrm>
            <a:off x="6483274" y="3781663"/>
            <a:ext cx="789953" cy="141533"/>
          </a:xfrm>
          <a:prstGeom prst="rect">
            <a:avLst/>
          </a:prstGeom>
        </p:spPr>
      </p:pic>
      <p:pic>
        <p:nvPicPr>
          <p:cNvPr id="1087" name="Picture 1086">
            <a:extLst>
              <a:ext uri="{FF2B5EF4-FFF2-40B4-BE49-F238E27FC236}">
                <a16:creationId xmlns:a16="http://schemas.microsoft.com/office/drawing/2014/main" id="{DAF95FDD-266C-2295-1000-843268CFAA3A}"/>
              </a:ext>
            </a:extLst>
          </p:cNvPr>
          <p:cNvPicPr>
            <a:picLocks noChangeAspect="1"/>
          </p:cNvPicPr>
          <p:nvPr/>
        </p:nvPicPr>
        <p:blipFill>
          <a:blip r:embed="rId29">
            <a:biLevel thresh="75000"/>
          </a:blip>
          <a:stretch>
            <a:fillRect/>
          </a:stretch>
        </p:blipFill>
        <p:spPr>
          <a:xfrm>
            <a:off x="6656343" y="2605424"/>
            <a:ext cx="503722" cy="321713"/>
          </a:xfrm>
          <a:prstGeom prst="rect">
            <a:avLst/>
          </a:prstGeom>
        </p:spPr>
      </p:pic>
      <p:pic>
        <p:nvPicPr>
          <p:cNvPr id="2049" name="Picture 2048">
            <a:extLst>
              <a:ext uri="{FF2B5EF4-FFF2-40B4-BE49-F238E27FC236}">
                <a16:creationId xmlns:a16="http://schemas.microsoft.com/office/drawing/2014/main" id="{597FB12D-FB7F-9F9D-7CE4-A982212BD0DF}"/>
              </a:ext>
            </a:extLst>
          </p:cNvPr>
          <p:cNvPicPr>
            <a:picLocks noChangeAspect="1"/>
          </p:cNvPicPr>
          <p:nvPr/>
        </p:nvPicPr>
        <p:blipFill>
          <a:blip r:embed="rId30">
            <a:biLevel thresh="75000"/>
          </a:blip>
          <a:stretch>
            <a:fillRect/>
          </a:stretch>
        </p:blipFill>
        <p:spPr>
          <a:xfrm>
            <a:off x="6544267" y="4324776"/>
            <a:ext cx="674522" cy="343525"/>
          </a:xfrm>
          <a:prstGeom prst="rect">
            <a:avLst/>
          </a:prstGeom>
        </p:spPr>
      </p:pic>
      <p:pic>
        <p:nvPicPr>
          <p:cNvPr id="2051" name="Picture 2050">
            <a:extLst>
              <a:ext uri="{FF2B5EF4-FFF2-40B4-BE49-F238E27FC236}">
                <a16:creationId xmlns:a16="http://schemas.microsoft.com/office/drawing/2014/main" id="{F82BCD84-FDEB-4A36-6C57-147F80C02628}"/>
              </a:ext>
            </a:extLst>
          </p:cNvPr>
          <p:cNvPicPr>
            <a:picLocks noChangeAspect="1"/>
          </p:cNvPicPr>
          <p:nvPr/>
        </p:nvPicPr>
        <p:blipFill>
          <a:blip r:embed="rId31"/>
          <a:stretch>
            <a:fillRect/>
          </a:stretch>
        </p:blipFill>
        <p:spPr>
          <a:xfrm>
            <a:off x="6516232" y="5351386"/>
            <a:ext cx="754377" cy="502615"/>
          </a:xfrm>
          <a:prstGeom prst="rect">
            <a:avLst/>
          </a:prstGeom>
        </p:spPr>
      </p:pic>
      <p:pic>
        <p:nvPicPr>
          <p:cNvPr id="2053" name="Picture 2052">
            <a:extLst>
              <a:ext uri="{FF2B5EF4-FFF2-40B4-BE49-F238E27FC236}">
                <a16:creationId xmlns:a16="http://schemas.microsoft.com/office/drawing/2014/main" id="{96A69826-E7D7-BCDA-20D5-D1D06A77F51C}"/>
              </a:ext>
            </a:extLst>
          </p:cNvPr>
          <p:cNvPicPr>
            <a:picLocks noChangeAspect="1"/>
          </p:cNvPicPr>
          <p:nvPr/>
        </p:nvPicPr>
        <p:blipFill>
          <a:blip r:embed="rId32">
            <a:biLevel thresh="75000"/>
          </a:blip>
          <a:stretch>
            <a:fillRect/>
          </a:stretch>
        </p:blipFill>
        <p:spPr>
          <a:xfrm>
            <a:off x="6556889" y="4661102"/>
            <a:ext cx="546412" cy="119664"/>
          </a:xfrm>
          <a:prstGeom prst="rect">
            <a:avLst/>
          </a:prstGeom>
        </p:spPr>
      </p:pic>
      <p:pic>
        <p:nvPicPr>
          <p:cNvPr id="2055" name="Picture 2054" descr="A black and white logo&#10;&#10;AI-generated content may be incorrect.">
            <a:extLst>
              <a:ext uri="{FF2B5EF4-FFF2-40B4-BE49-F238E27FC236}">
                <a16:creationId xmlns:a16="http://schemas.microsoft.com/office/drawing/2014/main" id="{11E8F458-F1A9-0D08-2B50-FB5E0974BD97}"/>
              </a:ext>
            </a:extLst>
          </p:cNvPr>
          <p:cNvPicPr>
            <a:picLocks noChangeAspect="1"/>
          </p:cNvPicPr>
          <p:nvPr/>
        </p:nvPicPr>
        <p:blipFill>
          <a:blip r:embed="rId33"/>
          <a:stretch>
            <a:fillRect/>
          </a:stretch>
        </p:blipFill>
        <p:spPr>
          <a:xfrm>
            <a:off x="6431944" y="3225771"/>
            <a:ext cx="825580" cy="183462"/>
          </a:xfrm>
          <a:prstGeom prst="rect">
            <a:avLst/>
          </a:prstGeom>
        </p:spPr>
      </p:pic>
      <p:pic>
        <p:nvPicPr>
          <p:cNvPr id="2058" name="Picture 2057">
            <a:extLst>
              <a:ext uri="{FF2B5EF4-FFF2-40B4-BE49-F238E27FC236}">
                <a16:creationId xmlns:a16="http://schemas.microsoft.com/office/drawing/2014/main" id="{FE2C2FDB-01C4-00C2-F599-7BE218FE2D47}"/>
              </a:ext>
            </a:extLst>
          </p:cNvPr>
          <p:cNvPicPr>
            <a:picLocks noChangeAspect="1"/>
          </p:cNvPicPr>
          <p:nvPr/>
        </p:nvPicPr>
        <p:blipFill>
          <a:blip r:embed="rId34">
            <a:biLevel thresh="75000"/>
          </a:blip>
          <a:stretch>
            <a:fillRect/>
          </a:stretch>
        </p:blipFill>
        <p:spPr>
          <a:xfrm>
            <a:off x="6566653" y="3995610"/>
            <a:ext cx="617358" cy="185287"/>
          </a:xfrm>
          <a:prstGeom prst="rect">
            <a:avLst/>
          </a:prstGeom>
        </p:spPr>
      </p:pic>
      <p:pic>
        <p:nvPicPr>
          <p:cNvPr id="2060" name="Picture 2059">
            <a:extLst>
              <a:ext uri="{FF2B5EF4-FFF2-40B4-BE49-F238E27FC236}">
                <a16:creationId xmlns:a16="http://schemas.microsoft.com/office/drawing/2014/main" id="{7DB115DE-4F3E-FED9-0865-63B5B1F0C797}"/>
              </a:ext>
            </a:extLst>
          </p:cNvPr>
          <p:cNvPicPr>
            <a:picLocks noChangeAspect="1"/>
          </p:cNvPicPr>
          <p:nvPr/>
        </p:nvPicPr>
        <p:blipFill>
          <a:blip r:embed="rId35">
            <a:biLevel thresh="75000"/>
          </a:blip>
          <a:stretch>
            <a:fillRect/>
          </a:stretch>
        </p:blipFill>
        <p:spPr>
          <a:xfrm>
            <a:off x="6529699" y="4256773"/>
            <a:ext cx="644101" cy="107434"/>
          </a:xfrm>
          <a:prstGeom prst="rect">
            <a:avLst/>
          </a:prstGeom>
        </p:spPr>
      </p:pic>
      <p:pic>
        <p:nvPicPr>
          <p:cNvPr id="2062" name="Picture 2061">
            <a:extLst>
              <a:ext uri="{FF2B5EF4-FFF2-40B4-BE49-F238E27FC236}">
                <a16:creationId xmlns:a16="http://schemas.microsoft.com/office/drawing/2014/main" id="{7EA62151-8A94-59FE-0986-EE50F8DA3081}"/>
              </a:ext>
            </a:extLst>
          </p:cNvPr>
          <p:cNvPicPr>
            <a:picLocks noChangeAspect="1"/>
          </p:cNvPicPr>
          <p:nvPr/>
        </p:nvPicPr>
        <p:blipFill>
          <a:blip r:embed="rId36">
            <a:biLevel thresh="75000"/>
          </a:blip>
          <a:stretch>
            <a:fillRect/>
          </a:stretch>
        </p:blipFill>
        <p:spPr>
          <a:xfrm>
            <a:off x="6636011" y="3487985"/>
            <a:ext cx="478642" cy="147706"/>
          </a:xfrm>
          <a:prstGeom prst="rect">
            <a:avLst/>
          </a:prstGeom>
        </p:spPr>
      </p:pic>
      <p:pic>
        <p:nvPicPr>
          <p:cNvPr id="2064" name="Picture 2063">
            <a:extLst>
              <a:ext uri="{FF2B5EF4-FFF2-40B4-BE49-F238E27FC236}">
                <a16:creationId xmlns:a16="http://schemas.microsoft.com/office/drawing/2014/main" id="{61398A39-220C-DDA4-53A5-A4BB84B8D181}"/>
              </a:ext>
            </a:extLst>
          </p:cNvPr>
          <p:cNvPicPr>
            <a:picLocks noChangeAspect="1"/>
          </p:cNvPicPr>
          <p:nvPr/>
        </p:nvPicPr>
        <p:blipFill>
          <a:blip r:embed="rId37"/>
          <a:stretch>
            <a:fillRect/>
          </a:stretch>
        </p:blipFill>
        <p:spPr>
          <a:xfrm>
            <a:off x="7371270" y="2653634"/>
            <a:ext cx="779115" cy="195428"/>
          </a:xfrm>
          <a:prstGeom prst="rect">
            <a:avLst/>
          </a:prstGeom>
        </p:spPr>
      </p:pic>
      <p:pic>
        <p:nvPicPr>
          <p:cNvPr id="2066" name="Picture 2065">
            <a:extLst>
              <a:ext uri="{FF2B5EF4-FFF2-40B4-BE49-F238E27FC236}">
                <a16:creationId xmlns:a16="http://schemas.microsoft.com/office/drawing/2014/main" id="{F2AB6FBE-3DD7-090A-074D-5639B35CA1F6}"/>
              </a:ext>
            </a:extLst>
          </p:cNvPr>
          <p:cNvPicPr>
            <a:picLocks noChangeAspect="1"/>
          </p:cNvPicPr>
          <p:nvPr/>
        </p:nvPicPr>
        <p:blipFill>
          <a:blip r:embed="rId24">
            <a:biLevel thresh="75000"/>
          </a:blip>
          <a:stretch>
            <a:fillRect/>
          </a:stretch>
        </p:blipFill>
        <p:spPr>
          <a:xfrm>
            <a:off x="7432997" y="3156836"/>
            <a:ext cx="647887" cy="364436"/>
          </a:xfrm>
          <a:prstGeom prst="rect">
            <a:avLst/>
          </a:prstGeom>
        </p:spPr>
      </p:pic>
      <p:pic>
        <p:nvPicPr>
          <p:cNvPr id="2068" name="Picture 2067">
            <a:extLst>
              <a:ext uri="{FF2B5EF4-FFF2-40B4-BE49-F238E27FC236}">
                <a16:creationId xmlns:a16="http://schemas.microsoft.com/office/drawing/2014/main" id="{A1BB3A33-E389-C7FB-D664-FEC369DF6C52}"/>
              </a:ext>
            </a:extLst>
          </p:cNvPr>
          <p:cNvPicPr>
            <a:picLocks noChangeAspect="1"/>
          </p:cNvPicPr>
          <p:nvPr/>
        </p:nvPicPr>
        <p:blipFill>
          <a:blip r:embed="rId38">
            <a:biLevel thresh="75000"/>
          </a:blip>
          <a:stretch>
            <a:fillRect/>
          </a:stretch>
        </p:blipFill>
        <p:spPr>
          <a:xfrm>
            <a:off x="7355077" y="3679041"/>
            <a:ext cx="779115" cy="130258"/>
          </a:xfrm>
          <a:prstGeom prst="rect">
            <a:avLst/>
          </a:prstGeom>
        </p:spPr>
      </p:pic>
      <p:pic>
        <p:nvPicPr>
          <p:cNvPr id="2070" name="Picture 2069">
            <a:extLst>
              <a:ext uri="{FF2B5EF4-FFF2-40B4-BE49-F238E27FC236}">
                <a16:creationId xmlns:a16="http://schemas.microsoft.com/office/drawing/2014/main" id="{69526CCE-9BF1-51B4-A349-6E83A93BBC08}"/>
              </a:ext>
            </a:extLst>
          </p:cNvPr>
          <p:cNvPicPr>
            <a:picLocks noChangeAspect="1"/>
          </p:cNvPicPr>
          <p:nvPr/>
        </p:nvPicPr>
        <p:blipFill>
          <a:blip r:embed="rId39">
            <a:biLevel thresh="75000"/>
          </a:blip>
          <a:stretch>
            <a:fillRect/>
          </a:stretch>
        </p:blipFill>
        <p:spPr>
          <a:xfrm>
            <a:off x="7485549" y="3918415"/>
            <a:ext cx="588919" cy="273798"/>
          </a:xfrm>
          <a:prstGeom prst="rect">
            <a:avLst/>
          </a:prstGeom>
        </p:spPr>
      </p:pic>
      <p:pic>
        <p:nvPicPr>
          <p:cNvPr id="2072" name="Picture 2071">
            <a:extLst>
              <a:ext uri="{FF2B5EF4-FFF2-40B4-BE49-F238E27FC236}">
                <a16:creationId xmlns:a16="http://schemas.microsoft.com/office/drawing/2014/main" id="{DF9427FF-7C6E-ECF2-C24A-A383C6836B49}"/>
              </a:ext>
            </a:extLst>
          </p:cNvPr>
          <p:cNvPicPr>
            <a:picLocks noChangeAspect="1"/>
          </p:cNvPicPr>
          <p:nvPr/>
        </p:nvPicPr>
        <p:blipFill>
          <a:blip r:embed="rId40"/>
          <a:stretch>
            <a:fillRect/>
          </a:stretch>
        </p:blipFill>
        <p:spPr>
          <a:xfrm>
            <a:off x="8263941" y="3283199"/>
            <a:ext cx="808781" cy="104885"/>
          </a:xfrm>
          <a:prstGeom prst="rect">
            <a:avLst/>
          </a:prstGeom>
        </p:spPr>
      </p:pic>
      <p:pic>
        <p:nvPicPr>
          <p:cNvPr id="2074" name="Picture 2073">
            <a:extLst>
              <a:ext uri="{FF2B5EF4-FFF2-40B4-BE49-F238E27FC236}">
                <a16:creationId xmlns:a16="http://schemas.microsoft.com/office/drawing/2014/main" id="{0B2A2F92-632B-3B0B-E37B-CEBBCF732030}"/>
              </a:ext>
            </a:extLst>
          </p:cNvPr>
          <p:cNvPicPr>
            <a:picLocks noChangeAspect="1"/>
          </p:cNvPicPr>
          <p:nvPr/>
        </p:nvPicPr>
        <p:blipFill>
          <a:blip r:embed="rId41">
            <a:biLevel thresh="75000"/>
          </a:blip>
          <a:stretch>
            <a:fillRect/>
          </a:stretch>
        </p:blipFill>
        <p:spPr>
          <a:xfrm>
            <a:off x="8243281" y="3600091"/>
            <a:ext cx="840609" cy="181572"/>
          </a:xfrm>
          <a:prstGeom prst="rect">
            <a:avLst/>
          </a:prstGeom>
        </p:spPr>
      </p:pic>
      <p:pic>
        <p:nvPicPr>
          <p:cNvPr id="2076" name="Picture 2075" descr="A black and white logo&#10;&#10;AI-generated content may be incorrect.">
            <a:extLst>
              <a:ext uri="{FF2B5EF4-FFF2-40B4-BE49-F238E27FC236}">
                <a16:creationId xmlns:a16="http://schemas.microsoft.com/office/drawing/2014/main" id="{63E87AF9-67C8-0BBE-87F0-D27E189482AB}"/>
              </a:ext>
            </a:extLst>
          </p:cNvPr>
          <p:cNvPicPr>
            <a:picLocks noChangeAspect="1"/>
          </p:cNvPicPr>
          <p:nvPr/>
        </p:nvPicPr>
        <p:blipFill>
          <a:blip r:embed="rId42"/>
          <a:stretch>
            <a:fillRect/>
          </a:stretch>
        </p:blipFill>
        <p:spPr>
          <a:xfrm>
            <a:off x="8268055" y="3915701"/>
            <a:ext cx="748778" cy="382579"/>
          </a:xfrm>
          <a:prstGeom prst="rect">
            <a:avLst/>
          </a:prstGeom>
        </p:spPr>
      </p:pic>
      <p:pic>
        <p:nvPicPr>
          <p:cNvPr id="2078" name="Picture 2077">
            <a:extLst>
              <a:ext uri="{FF2B5EF4-FFF2-40B4-BE49-F238E27FC236}">
                <a16:creationId xmlns:a16="http://schemas.microsoft.com/office/drawing/2014/main" id="{3A38D010-C69C-9B15-31CA-0B921BB2EACD}"/>
              </a:ext>
            </a:extLst>
          </p:cNvPr>
          <p:cNvPicPr>
            <a:picLocks noChangeAspect="1"/>
          </p:cNvPicPr>
          <p:nvPr/>
        </p:nvPicPr>
        <p:blipFill>
          <a:blip r:embed="rId43">
            <a:biLevel thresh="75000"/>
          </a:blip>
          <a:stretch>
            <a:fillRect/>
          </a:stretch>
        </p:blipFill>
        <p:spPr>
          <a:xfrm>
            <a:off x="8275832" y="5500193"/>
            <a:ext cx="808058" cy="208327"/>
          </a:xfrm>
          <a:prstGeom prst="rect">
            <a:avLst/>
          </a:prstGeom>
        </p:spPr>
      </p:pic>
      <p:pic>
        <p:nvPicPr>
          <p:cNvPr id="2080" name="Picture 2079">
            <a:extLst>
              <a:ext uri="{FF2B5EF4-FFF2-40B4-BE49-F238E27FC236}">
                <a16:creationId xmlns:a16="http://schemas.microsoft.com/office/drawing/2014/main" id="{BC275A31-33B9-A7B6-1430-EB16618509BC}"/>
              </a:ext>
            </a:extLst>
          </p:cNvPr>
          <p:cNvPicPr>
            <a:picLocks noChangeAspect="1"/>
          </p:cNvPicPr>
          <p:nvPr/>
        </p:nvPicPr>
        <p:blipFill>
          <a:blip r:embed="rId44">
            <a:biLevel thresh="75000"/>
          </a:blip>
          <a:stretch>
            <a:fillRect/>
          </a:stretch>
        </p:blipFill>
        <p:spPr>
          <a:xfrm>
            <a:off x="8476564" y="5812387"/>
            <a:ext cx="272810" cy="208328"/>
          </a:xfrm>
          <a:prstGeom prst="rect">
            <a:avLst/>
          </a:prstGeom>
        </p:spPr>
      </p:pic>
      <p:pic>
        <p:nvPicPr>
          <p:cNvPr id="2082" name="Picture 2081" descr="A black and grey letter&#10;&#10;AI-generated content may be incorrect.">
            <a:extLst>
              <a:ext uri="{FF2B5EF4-FFF2-40B4-BE49-F238E27FC236}">
                <a16:creationId xmlns:a16="http://schemas.microsoft.com/office/drawing/2014/main" id="{A8D6FE97-D96F-296D-5524-C3C8299BA691}"/>
              </a:ext>
            </a:extLst>
          </p:cNvPr>
          <p:cNvPicPr>
            <a:picLocks noChangeAspect="1"/>
          </p:cNvPicPr>
          <p:nvPr/>
        </p:nvPicPr>
        <p:blipFill>
          <a:blip r:embed="rId45"/>
          <a:stretch>
            <a:fillRect/>
          </a:stretch>
        </p:blipFill>
        <p:spPr>
          <a:xfrm>
            <a:off x="9177187" y="3293337"/>
            <a:ext cx="812932" cy="111143"/>
          </a:xfrm>
          <a:prstGeom prst="rect">
            <a:avLst/>
          </a:prstGeom>
        </p:spPr>
      </p:pic>
      <p:pic>
        <p:nvPicPr>
          <p:cNvPr id="2084" name="Picture 2083">
            <a:extLst>
              <a:ext uri="{FF2B5EF4-FFF2-40B4-BE49-F238E27FC236}">
                <a16:creationId xmlns:a16="http://schemas.microsoft.com/office/drawing/2014/main" id="{4154AA8F-6C00-FC35-A925-0688142C0A3B}"/>
              </a:ext>
            </a:extLst>
          </p:cNvPr>
          <p:cNvPicPr>
            <a:picLocks noChangeAspect="1"/>
          </p:cNvPicPr>
          <p:nvPr/>
        </p:nvPicPr>
        <p:blipFill>
          <a:blip r:embed="rId46">
            <a:biLevel thresh="75000"/>
          </a:blip>
          <a:stretch>
            <a:fillRect/>
          </a:stretch>
        </p:blipFill>
        <p:spPr>
          <a:xfrm>
            <a:off x="9167246" y="3541208"/>
            <a:ext cx="819500" cy="243508"/>
          </a:xfrm>
          <a:prstGeom prst="rect">
            <a:avLst/>
          </a:prstGeom>
        </p:spPr>
      </p:pic>
      <p:pic>
        <p:nvPicPr>
          <p:cNvPr id="2086" name="Picture 2085">
            <a:extLst>
              <a:ext uri="{FF2B5EF4-FFF2-40B4-BE49-F238E27FC236}">
                <a16:creationId xmlns:a16="http://schemas.microsoft.com/office/drawing/2014/main" id="{60032B28-2996-2FF5-7BA7-2F242879A681}"/>
              </a:ext>
            </a:extLst>
          </p:cNvPr>
          <p:cNvPicPr>
            <a:picLocks noChangeAspect="1"/>
          </p:cNvPicPr>
          <p:nvPr/>
        </p:nvPicPr>
        <p:blipFill>
          <a:blip r:embed="rId47">
            <a:biLevel thresh="75000"/>
          </a:blip>
          <a:stretch>
            <a:fillRect/>
          </a:stretch>
        </p:blipFill>
        <p:spPr>
          <a:xfrm>
            <a:off x="9134500" y="3967068"/>
            <a:ext cx="835146" cy="275990"/>
          </a:xfrm>
          <a:prstGeom prst="rect">
            <a:avLst/>
          </a:prstGeom>
        </p:spPr>
      </p:pic>
      <p:pic>
        <p:nvPicPr>
          <p:cNvPr id="2088" name="Picture 2087">
            <a:extLst>
              <a:ext uri="{FF2B5EF4-FFF2-40B4-BE49-F238E27FC236}">
                <a16:creationId xmlns:a16="http://schemas.microsoft.com/office/drawing/2014/main" id="{2F8EC976-0E10-5164-A50C-4C09E94F4A18}"/>
              </a:ext>
            </a:extLst>
          </p:cNvPr>
          <p:cNvPicPr>
            <a:picLocks noChangeAspect="1"/>
          </p:cNvPicPr>
          <p:nvPr/>
        </p:nvPicPr>
        <p:blipFill>
          <a:blip r:embed="rId48">
            <a:biLevel thresh="75000"/>
          </a:blip>
          <a:stretch>
            <a:fillRect/>
          </a:stretch>
        </p:blipFill>
        <p:spPr>
          <a:xfrm>
            <a:off x="9132933" y="4368264"/>
            <a:ext cx="888126" cy="323729"/>
          </a:xfrm>
          <a:prstGeom prst="rect">
            <a:avLst/>
          </a:prstGeom>
        </p:spPr>
      </p:pic>
      <p:pic>
        <p:nvPicPr>
          <p:cNvPr id="2090" name="Picture 2089">
            <a:extLst>
              <a:ext uri="{FF2B5EF4-FFF2-40B4-BE49-F238E27FC236}">
                <a16:creationId xmlns:a16="http://schemas.microsoft.com/office/drawing/2014/main" id="{53B63386-1EAE-0239-D673-C4747E5181F5}"/>
              </a:ext>
            </a:extLst>
          </p:cNvPr>
          <p:cNvPicPr>
            <a:picLocks noChangeAspect="1"/>
          </p:cNvPicPr>
          <p:nvPr/>
        </p:nvPicPr>
        <p:blipFill>
          <a:blip r:embed="rId49">
            <a:biLevel thresh="75000"/>
          </a:blip>
          <a:stretch>
            <a:fillRect/>
          </a:stretch>
        </p:blipFill>
        <p:spPr>
          <a:xfrm>
            <a:off x="4664829" y="2673471"/>
            <a:ext cx="750629" cy="253924"/>
          </a:xfrm>
          <a:prstGeom prst="rect">
            <a:avLst/>
          </a:prstGeom>
        </p:spPr>
      </p:pic>
      <p:pic>
        <p:nvPicPr>
          <p:cNvPr id="2092" name="Picture 2091">
            <a:extLst>
              <a:ext uri="{FF2B5EF4-FFF2-40B4-BE49-F238E27FC236}">
                <a16:creationId xmlns:a16="http://schemas.microsoft.com/office/drawing/2014/main" id="{8D79CFFD-052F-AA58-C6EF-652EBA02EF08}"/>
              </a:ext>
            </a:extLst>
          </p:cNvPr>
          <p:cNvPicPr>
            <a:picLocks noChangeAspect="1"/>
          </p:cNvPicPr>
          <p:nvPr/>
        </p:nvPicPr>
        <p:blipFill>
          <a:blip r:embed="rId50"/>
          <a:stretch>
            <a:fillRect/>
          </a:stretch>
        </p:blipFill>
        <p:spPr>
          <a:xfrm>
            <a:off x="4548890" y="3186247"/>
            <a:ext cx="527050" cy="296466"/>
          </a:xfrm>
          <a:prstGeom prst="rect">
            <a:avLst/>
          </a:prstGeom>
        </p:spPr>
      </p:pic>
      <p:pic>
        <p:nvPicPr>
          <p:cNvPr id="2094" name="Picture 2093">
            <a:extLst>
              <a:ext uri="{FF2B5EF4-FFF2-40B4-BE49-F238E27FC236}">
                <a16:creationId xmlns:a16="http://schemas.microsoft.com/office/drawing/2014/main" id="{E70ED71B-D4D8-911C-D4B9-406D3359D64B}"/>
              </a:ext>
            </a:extLst>
          </p:cNvPr>
          <p:cNvPicPr>
            <a:picLocks noChangeAspect="1"/>
          </p:cNvPicPr>
          <p:nvPr/>
        </p:nvPicPr>
        <p:blipFill>
          <a:blip r:embed="rId51"/>
          <a:stretch>
            <a:fillRect/>
          </a:stretch>
        </p:blipFill>
        <p:spPr>
          <a:xfrm>
            <a:off x="4966348" y="3253918"/>
            <a:ext cx="624914" cy="351514"/>
          </a:xfrm>
          <a:prstGeom prst="rect">
            <a:avLst/>
          </a:prstGeom>
        </p:spPr>
      </p:pic>
      <p:pic>
        <p:nvPicPr>
          <p:cNvPr id="2096" name="Picture 2095" descr="A white circle in the sky&#10;&#10;AI-generated content may be incorrect.">
            <a:extLst>
              <a:ext uri="{FF2B5EF4-FFF2-40B4-BE49-F238E27FC236}">
                <a16:creationId xmlns:a16="http://schemas.microsoft.com/office/drawing/2014/main" id="{A426B83B-9DF8-38BB-45B7-90A41A8B4C1E}"/>
              </a:ext>
            </a:extLst>
          </p:cNvPr>
          <p:cNvPicPr>
            <a:picLocks noChangeAspect="1"/>
          </p:cNvPicPr>
          <p:nvPr/>
        </p:nvPicPr>
        <p:blipFill>
          <a:blip r:embed="rId52"/>
          <a:stretch>
            <a:fillRect/>
          </a:stretch>
        </p:blipFill>
        <p:spPr>
          <a:xfrm>
            <a:off x="4619019" y="4335901"/>
            <a:ext cx="527050" cy="296466"/>
          </a:xfrm>
          <a:prstGeom prst="rect">
            <a:avLst/>
          </a:prstGeom>
        </p:spPr>
      </p:pic>
      <p:pic>
        <p:nvPicPr>
          <p:cNvPr id="2098" name="Picture 2097">
            <a:extLst>
              <a:ext uri="{FF2B5EF4-FFF2-40B4-BE49-F238E27FC236}">
                <a16:creationId xmlns:a16="http://schemas.microsoft.com/office/drawing/2014/main" id="{499AF0AF-8EC1-59F7-B40A-DE48E7706DBB}"/>
              </a:ext>
            </a:extLst>
          </p:cNvPr>
          <p:cNvPicPr>
            <a:picLocks noChangeAspect="1"/>
          </p:cNvPicPr>
          <p:nvPr/>
        </p:nvPicPr>
        <p:blipFill>
          <a:blip r:embed="rId53"/>
          <a:stretch>
            <a:fillRect/>
          </a:stretch>
        </p:blipFill>
        <p:spPr>
          <a:xfrm>
            <a:off x="4619745" y="5539419"/>
            <a:ext cx="906935" cy="510151"/>
          </a:xfrm>
          <a:prstGeom prst="rect">
            <a:avLst/>
          </a:prstGeom>
        </p:spPr>
      </p:pic>
      <p:pic>
        <p:nvPicPr>
          <p:cNvPr id="2100" name="Picture 2099">
            <a:extLst>
              <a:ext uri="{FF2B5EF4-FFF2-40B4-BE49-F238E27FC236}">
                <a16:creationId xmlns:a16="http://schemas.microsoft.com/office/drawing/2014/main" id="{910673FC-49D7-E528-4614-BF3CB1FB9C73}"/>
              </a:ext>
            </a:extLst>
          </p:cNvPr>
          <p:cNvPicPr>
            <a:picLocks noChangeAspect="1"/>
          </p:cNvPicPr>
          <p:nvPr/>
        </p:nvPicPr>
        <p:blipFill>
          <a:blip r:embed="rId54"/>
          <a:stretch>
            <a:fillRect/>
          </a:stretch>
        </p:blipFill>
        <p:spPr>
          <a:xfrm>
            <a:off x="4959709" y="3565319"/>
            <a:ext cx="619032" cy="348206"/>
          </a:xfrm>
          <a:prstGeom prst="rect">
            <a:avLst/>
          </a:prstGeom>
        </p:spPr>
      </p:pic>
      <p:pic>
        <p:nvPicPr>
          <p:cNvPr id="2102" name="Picture 2101">
            <a:extLst>
              <a:ext uri="{FF2B5EF4-FFF2-40B4-BE49-F238E27FC236}">
                <a16:creationId xmlns:a16="http://schemas.microsoft.com/office/drawing/2014/main" id="{8AC34D2E-81A7-7733-9E49-3AD25A69FA4C}"/>
              </a:ext>
            </a:extLst>
          </p:cNvPr>
          <p:cNvPicPr>
            <a:picLocks noChangeAspect="1"/>
          </p:cNvPicPr>
          <p:nvPr/>
        </p:nvPicPr>
        <p:blipFill>
          <a:blip r:embed="rId55"/>
          <a:stretch>
            <a:fillRect/>
          </a:stretch>
        </p:blipFill>
        <p:spPr>
          <a:xfrm>
            <a:off x="4604862" y="3732957"/>
            <a:ext cx="768443" cy="432249"/>
          </a:xfrm>
          <a:prstGeom prst="rect">
            <a:avLst/>
          </a:prstGeom>
        </p:spPr>
      </p:pic>
      <p:pic>
        <p:nvPicPr>
          <p:cNvPr id="2104" name="Picture 2103">
            <a:extLst>
              <a:ext uri="{FF2B5EF4-FFF2-40B4-BE49-F238E27FC236}">
                <a16:creationId xmlns:a16="http://schemas.microsoft.com/office/drawing/2014/main" id="{7AAC07C4-1672-AC70-1D4A-65A3F505EC45}"/>
              </a:ext>
            </a:extLst>
          </p:cNvPr>
          <p:cNvPicPr>
            <a:picLocks noChangeAspect="1"/>
          </p:cNvPicPr>
          <p:nvPr/>
        </p:nvPicPr>
        <p:blipFill>
          <a:blip r:embed="rId56"/>
          <a:stretch>
            <a:fillRect/>
          </a:stretch>
        </p:blipFill>
        <p:spPr>
          <a:xfrm>
            <a:off x="4604862" y="4935915"/>
            <a:ext cx="643196" cy="361798"/>
          </a:xfrm>
          <a:prstGeom prst="rect">
            <a:avLst/>
          </a:prstGeom>
        </p:spPr>
      </p:pic>
      <p:pic>
        <p:nvPicPr>
          <p:cNvPr id="2106" name="Picture 2105">
            <a:extLst>
              <a:ext uri="{FF2B5EF4-FFF2-40B4-BE49-F238E27FC236}">
                <a16:creationId xmlns:a16="http://schemas.microsoft.com/office/drawing/2014/main" id="{EFBF3905-FD80-6908-F049-CEBD8D7647EE}"/>
              </a:ext>
            </a:extLst>
          </p:cNvPr>
          <p:cNvPicPr>
            <a:picLocks noChangeAspect="1"/>
          </p:cNvPicPr>
          <p:nvPr/>
        </p:nvPicPr>
        <p:blipFill>
          <a:blip r:embed="rId57"/>
          <a:stretch>
            <a:fillRect/>
          </a:stretch>
        </p:blipFill>
        <p:spPr>
          <a:xfrm>
            <a:off x="5085268" y="4254504"/>
            <a:ext cx="450454" cy="256196"/>
          </a:xfrm>
          <a:prstGeom prst="rect">
            <a:avLst/>
          </a:prstGeom>
        </p:spPr>
      </p:pic>
      <p:pic>
        <p:nvPicPr>
          <p:cNvPr id="2108" name="Picture 2107" descr="A black and grey logo&#10;&#10;AI-generated content may be incorrect.">
            <a:extLst>
              <a:ext uri="{FF2B5EF4-FFF2-40B4-BE49-F238E27FC236}">
                <a16:creationId xmlns:a16="http://schemas.microsoft.com/office/drawing/2014/main" id="{526EA39A-F9A7-9EAF-C2D6-741548FD86F4}"/>
              </a:ext>
            </a:extLst>
          </p:cNvPr>
          <p:cNvPicPr>
            <a:picLocks noChangeAspect="1"/>
          </p:cNvPicPr>
          <p:nvPr/>
        </p:nvPicPr>
        <p:blipFill>
          <a:blip r:embed="rId58"/>
          <a:stretch>
            <a:fillRect/>
          </a:stretch>
        </p:blipFill>
        <p:spPr>
          <a:xfrm>
            <a:off x="4649110" y="3473357"/>
            <a:ext cx="502987" cy="282930"/>
          </a:xfrm>
          <a:prstGeom prst="rect">
            <a:avLst/>
          </a:prstGeom>
        </p:spPr>
      </p:pic>
      <p:pic>
        <p:nvPicPr>
          <p:cNvPr id="2110" name="Picture 2109">
            <a:extLst>
              <a:ext uri="{FF2B5EF4-FFF2-40B4-BE49-F238E27FC236}">
                <a16:creationId xmlns:a16="http://schemas.microsoft.com/office/drawing/2014/main" id="{2933A5A9-4155-76EC-4D90-114BDA782C6F}"/>
              </a:ext>
            </a:extLst>
          </p:cNvPr>
          <p:cNvPicPr>
            <a:picLocks noChangeAspect="1"/>
          </p:cNvPicPr>
          <p:nvPr/>
        </p:nvPicPr>
        <p:blipFill>
          <a:blip r:embed="rId59"/>
          <a:stretch>
            <a:fillRect/>
          </a:stretch>
        </p:blipFill>
        <p:spPr>
          <a:xfrm>
            <a:off x="4978352" y="4518092"/>
            <a:ext cx="527051" cy="296466"/>
          </a:xfrm>
          <a:prstGeom prst="rect">
            <a:avLst/>
          </a:prstGeom>
        </p:spPr>
      </p:pic>
      <p:pic>
        <p:nvPicPr>
          <p:cNvPr id="2112" name="Picture 2111">
            <a:extLst>
              <a:ext uri="{FF2B5EF4-FFF2-40B4-BE49-F238E27FC236}">
                <a16:creationId xmlns:a16="http://schemas.microsoft.com/office/drawing/2014/main" id="{62BB69AD-821C-4D9B-C2F3-8B3792524E47}"/>
              </a:ext>
            </a:extLst>
          </p:cNvPr>
          <p:cNvPicPr>
            <a:picLocks noChangeAspect="1"/>
          </p:cNvPicPr>
          <p:nvPr/>
        </p:nvPicPr>
        <p:blipFill>
          <a:blip r:embed="rId60"/>
          <a:stretch>
            <a:fillRect/>
          </a:stretch>
        </p:blipFill>
        <p:spPr>
          <a:xfrm>
            <a:off x="4584686" y="5165280"/>
            <a:ext cx="455458" cy="256196"/>
          </a:xfrm>
          <a:prstGeom prst="rect">
            <a:avLst/>
          </a:prstGeom>
        </p:spPr>
      </p:pic>
      <p:pic>
        <p:nvPicPr>
          <p:cNvPr id="2114" name="Picture 2113" descr="A black background with a white light&#10;&#10;AI-generated content may be incorrect.">
            <a:extLst>
              <a:ext uri="{FF2B5EF4-FFF2-40B4-BE49-F238E27FC236}">
                <a16:creationId xmlns:a16="http://schemas.microsoft.com/office/drawing/2014/main" id="{BA254C57-B1BF-4688-8C68-4385C0810B7D}"/>
              </a:ext>
            </a:extLst>
          </p:cNvPr>
          <p:cNvPicPr>
            <a:picLocks noChangeAspect="1"/>
          </p:cNvPicPr>
          <p:nvPr/>
        </p:nvPicPr>
        <p:blipFill>
          <a:blip r:embed="rId61"/>
          <a:stretch>
            <a:fillRect/>
          </a:stretch>
        </p:blipFill>
        <p:spPr>
          <a:xfrm>
            <a:off x="4867560" y="4765074"/>
            <a:ext cx="665910" cy="374574"/>
          </a:xfrm>
          <a:prstGeom prst="rect">
            <a:avLst/>
          </a:prstGeom>
        </p:spPr>
      </p:pic>
      <p:pic>
        <p:nvPicPr>
          <p:cNvPr id="2116" name="Picture 2115">
            <a:extLst>
              <a:ext uri="{FF2B5EF4-FFF2-40B4-BE49-F238E27FC236}">
                <a16:creationId xmlns:a16="http://schemas.microsoft.com/office/drawing/2014/main" id="{57FC5169-5925-E14E-BEAE-AA326F75E67E}"/>
              </a:ext>
            </a:extLst>
          </p:cNvPr>
          <p:cNvPicPr>
            <a:picLocks noChangeAspect="1"/>
          </p:cNvPicPr>
          <p:nvPr/>
        </p:nvPicPr>
        <p:blipFill>
          <a:blip r:embed="rId62"/>
          <a:stretch>
            <a:fillRect/>
          </a:stretch>
        </p:blipFill>
        <p:spPr>
          <a:xfrm>
            <a:off x="4620954" y="4041485"/>
            <a:ext cx="474471" cy="266890"/>
          </a:xfrm>
          <a:prstGeom prst="rect">
            <a:avLst/>
          </a:prstGeom>
        </p:spPr>
      </p:pic>
      <p:pic>
        <p:nvPicPr>
          <p:cNvPr id="2118" name="Picture 2117" descr="A black background with letters&#10;&#10;AI-generated content may be incorrect.">
            <a:extLst>
              <a:ext uri="{FF2B5EF4-FFF2-40B4-BE49-F238E27FC236}">
                <a16:creationId xmlns:a16="http://schemas.microsoft.com/office/drawing/2014/main" id="{65752473-B1CE-A2F8-0081-5C1965DD3B50}"/>
              </a:ext>
            </a:extLst>
          </p:cNvPr>
          <p:cNvPicPr>
            <a:picLocks noChangeAspect="1"/>
          </p:cNvPicPr>
          <p:nvPr/>
        </p:nvPicPr>
        <p:blipFill>
          <a:blip r:embed="rId63"/>
          <a:stretch>
            <a:fillRect/>
          </a:stretch>
        </p:blipFill>
        <p:spPr>
          <a:xfrm>
            <a:off x="5040144" y="5144569"/>
            <a:ext cx="470864" cy="266332"/>
          </a:xfrm>
          <a:prstGeom prst="rect">
            <a:avLst/>
          </a:prstGeom>
        </p:spPr>
      </p:pic>
      <p:pic>
        <p:nvPicPr>
          <p:cNvPr id="2120" name="Picture 2119">
            <a:extLst>
              <a:ext uri="{FF2B5EF4-FFF2-40B4-BE49-F238E27FC236}">
                <a16:creationId xmlns:a16="http://schemas.microsoft.com/office/drawing/2014/main" id="{2243955D-6388-94F1-57AD-6B383B550846}"/>
              </a:ext>
            </a:extLst>
          </p:cNvPr>
          <p:cNvPicPr>
            <a:picLocks noChangeAspect="1"/>
          </p:cNvPicPr>
          <p:nvPr/>
        </p:nvPicPr>
        <p:blipFill>
          <a:blip r:embed="rId64"/>
          <a:stretch>
            <a:fillRect/>
          </a:stretch>
        </p:blipFill>
        <p:spPr>
          <a:xfrm>
            <a:off x="4645445" y="4650274"/>
            <a:ext cx="468784" cy="263691"/>
          </a:xfrm>
          <a:prstGeom prst="rect">
            <a:avLst/>
          </a:prstGeom>
        </p:spPr>
      </p:pic>
      <p:pic>
        <p:nvPicPr>
          <p:cNvPr id="2122" name="Picture 2121">
            <a:extLst>
              <a:ext uri="{FF2B5EF4-FFF2-40B4-BE49-F238E27FC236}">
                <a16:creationId xmlns:a16="http://schemas.microsoft.com/office/drawing/2014/main" id="{9A1A1EF4-90E0-6ABE-5838-59695B31A100}"/>
              </a:ext>
            </a:extLst>
          </p:cNvPr>
          <p:cNvPicPr>
            <a:picLocks noChangeAspect="1"/>
          </p:cNvPicPr>
          <p:nvPr/>
        </p:nvPicPr>
        <p:blipFill>
          <a:blip r:embed="rId65">
            <a:biLevel thresh="75000"/>
          </a:blip>
          <a:stretch>
            <a:fillRect/>
          </a:stretch>
        </p:blipFill>
        <p:spPr>
          <a:xfrm>
            <a:off x="1918106" y="2639290"/>
            <a:ext cx="823403" cy="152458"/>
          </a:xfrm>
          <a:prstGeom prst="rect">
            <a:avLst/>
          </a:prstGeom>
        </p:spPr>
      </p:pic>
      <p:pic>
        <p:nvPicPr>
          <p:cNvPr id="2124" name="Picture 2123">
            <a:extLst>
              <a:ext uri="{FF2B5EF4-FFF2-40B4-BE49-F238E27FC236}">
                <a16:creationId xmlns:a16="http://schemas.microsoft.com/office/drawing/2014/main" id="{EFB24E8A-A5A7-1C85-C6B1-00C04B4B6B10}"/>
              </a:ext>
            </a:extLst>
          </p:cNvPr>
          <p:cNvPicPr>
            <a:picLocks noChangeAspect="1"/>
          </p:cNvPicPr>
          <p:nvPr/>
        </p:nvPicPr>
        <p:blipFill>
          <a:blip r:embed="rId66">
            <a:biLevel thresh="75000"/>
          </a:blip>
          <a:stretch>
            <a:fillRect/>
          </a:stretch>
        </p:blipFill>
        <p:spPr>
          <a:xfrm>
            <a:off x="1947341" y="2883567"/>
            <a:ext cx="752336" cy="160459"/>
          </a:xfrm>
          <a:prstGeom prst="rect">
            <a:avLst/>
          </a:prstGeom>
        </p:spPr>
      </p:pic>
      <p:pic>
        <p:nvPicPr>
          <p:cNvPr id="2126" name="Picture 2125">
            <a:extLst>
              <a:ext uri="{FF2B5EF4-FFF2-40B4-BE49-F238E27FC236}">
                <a16:creationId xmlns:a16="http://schemas.microsoft.com/office/drawing/2014/main" id="{6BBF7DC2-F1EA-43CF-CDFF-6BE06F55C93F}"/>
              </a:ext>
            </a:extLst>
          </p:cNvPr>
          <p:cNvPicPr>
            <a:picLocks noChangeAspect="1"/>
          </p:cNvPicPr>
          <p:nvPr/>
        </p:nvPicPr>
        <p:blipFill>
          <a:blip r:embed="rId67">
            <a:biLevel thresh="75000"/>
          </a:blip>
          <a:stretch>
            <a:fillRect/>
          </a:stretch>
        </p:blipFill>
        <p:spPr>
          <a:xfrm>
            <a:off x="1919233" y="3683375"/>
            <a:ext cx="821879" cy="159025"/>
          </a:xfrm>
          <a:prstGeom prst="rect">
            <a:avLst/>
          </a:prstGeom>
        </p:spPr>
      </p:pic>
      <p:pic>
        <p:nvPicPr>
          <p:cNvPr id="2128" name="Picture 2127">
            <a:extLst>
              <a:ext uri="{FF2B5EF4-FFF2-40B4-BE49-F238E27FC236}">
                <a16:creationId xmlns:a16="http://schemas.microsoft.com/office/drawing/2014/main" id="{4599C43A-B8EF-EF4F-A378-9F77AE1BAE28}"/>
              </a:ext>
            </a:extLst>
          </p:cNvPr>
          <p:cNvPicPr>
            <a:picLocks noChangeAspect="1"/>
          </p:cNvPicPr>
          <p:nvPr/>
        </p:nvPicPr>
        <p:blipFill>
          <a:blip r:embed="rId68">
            <a:biLevel thresh="75000"/>
          </a:blip>
          <a:stretch>
            <a:fillRect/>
          </a:stretch>
        </p:blipFill>
        <p:spPr>
          <a:xfrm>
            <a:off x="1906662" y="3943264"/>
            <a:ext cx="856838" cy="115137"/>
          </a:xfrm>
          <a:prstGeom prst="rect">
            <a:avLst/>
          </a:prstGeom>
        </p:spPr>
      </p:pic>
      <p:pic>
        <p:nvPicPr>
          <p:cNvPr id="2130" name="Picture 2129">
            <a:extLst>
              <a:ext uri="{FF2B5EF4-FFF2-40B4-BE49-F238E27FC236}">
                <a16:creationId xmlns:a16="http://schemas.microsoft.com/office/drawing/2014/main" id="{C42F4890-DD8D-6503-C40B-56CA1C12FD53}"/>
              </a:ext>
            </a:extLst>
          </p:cNvPr>
          <p:cNvPicPr>
            <a:picLocks noChangeAspect="1"/>
          </p:cNvPicPr>
          <p:nvPr/>
        </p:nvPicPr>
        <p:blipFill>
          <a:blip r:embed="rId69">
            <a:biLevel thresh="75000"/>
          </a:blip>
          <a:stretch>
            <a:fillRect/>
          </a:stretch>
        </p:blipFill>
        <p:spPr>
          <a:xfrm>
            <a:off x="1922101" y="4150438"/>
            <a:ext cx="802816" cy="97843"/>
          </a:xfrm>
          <a:prstGeom prst="rect">
            <a:avLst/>
          </a:prstGeom>
        </p:spPr>
      </p:pic>
      <p:pic>
        <p:nvPicPr>
          <p:cNvPr id="2132" name="Picture 2131">
            <a:extLst>
              <a:ext uri="{FF2B5EF4-FFF2-40B4-BE49-F238E27FC236}">
                <a16:creationId xmlns:a16="http://schemas.microsoft.com/office/drawing/2014/main" id="{5700BAD1-07D4-016C-7B96-89B96E24B6C0}"/>
              </a:ext>
            </a:extLst>
          </p:cNvPr>
          <p:cNvPicPr>
            <a:picLocks noChangeAspect="1"/>
          </p:cNvPicPr>
          <p:nvPr/>
        </p:nvPicPr>
        <p:blipFill>
          <a:blip r:embed="rId70">
            <a:biLevel thresh="75000"/>
          </a:blip>
          <a:stretch>
            <a:fillRect/>
          </a:stretch>
        </p:blipFill>
        <p:spPr>
          <a:xfrm>
            <a:off x="2019294" y="4326513"/>
            <a:ext cx="618412" cy="176828"/>
          </a:xfrm>
          <a:prstGeom prst="rect">
            <a:avLst/>
          </a:prstGeom>
        </p:spPr>
      </p:pic>
      <p:pic>
        <p:nvPicPr>
          <p:cNvPr id="2134" name="Picture 2133" descr="A black and white logo&#10;&#10;AI-generated content may be incorrect.">
            <a:extLst>
              <a:ext uri="{FF2B5EF4-FFF2-40B4-BE49-F238E27FC236}">
                <a16:creationId xmlns:a16="http://schemas.microsoft.com/office/drawing/2014/main" id="{DE333980-8A01-A32D-E766-F987B275C6B9}"/>
              </a:ext>
            </a:extLst>
          </p:cNvPr>
          <p:cNvPicPr>
            <a:picLocks noChangeAspect="1"/>
          </p:cNvPicPr>
          <p:nvPr/>
        </p:nvPicPr>
        <p:blipFill>
          <a:blip r:embed="rId71"/>
          <a:srcRect l="18504" t="37626" r="19531" b="39285"/>
          <a:stretch>
            <a:fillRect/>
          </a:stretch>
        </p:blipFill>
        <p:spPr>
          <a:xfrm>
            <a:off x="1942372" y="3202818"/>
            <a:ext cx="749621" cy="146638"/>
          </a:xfrm>
          <a:prstGeom prst="rect">
            <a:avLst/>
          </a:prstGeom>
        </p:spPr>
      </p:pic>
      <p:pic>
        <p:nvPicPr>
          <p:cNvPr id="2136" name="Picture 2135">
            <a:extLst>
              <a:ext uri="{FF2B5EF4-FFF2-40B4-BE49-F238E27FC236}">
                <a16:creationId xmlns:a16="http://schemas.microsoft.com/office/drawing/2014/main" id="{1FB9BDCC-9CD1-9702-D8BF-2B76F0A44219}"/>
              </a:ext>
            </a:extLst>
          </p:cNvPr>
          <p:cNvPicPr>
            <a:picLocks noChangeAspect="1"/>
          </p:cNvPicPr>
          <p:nvPr/>
        </p:nvPicPr>
        <p:blipFill>
          <a:blip r:embed="rId72"/>
          <a:stretch>
            <a:fillRect/>
          </a:stretch>
        </p:blipFill>
        <p:spPr>
          <a:xfrm>
            <a:off x="1933108" y="4535351"/>
            <a:ext cx="819558" cy="297730"/>
          </a:xfrm>
          <a:prstGeom prst="rect">
            <a:avLst/>
          </a:prstGeom>
        </p:spPr>
      </p:pic>
      <p:pic>
        <p:nvPicPr>
          <p:cNvPr id="2138" name="Picture 2137">
            <a:extLst>
              <a:ext uri="{FF2B5EF4-FFF2-40B4-BE49-F238E27FC236}">
                <a16:creationId xmlns:a16="http://schemas.microsoft.com/office/drawing/2014/main" id="{37116533-522C-336B-9F2C-9CD3E7D50B25}"/>
              </a:ext>
            </a:extLst>
          </p:cNvPr>
          <p:cNvPicPr>
            <a:picLocks noChangeAspect="1"/>
          </p:cNvPicPr>
          <p:nvPr/>
        </p:nvPicPr>
        <p:blipFill>
          <a:blip r:embed="rId73">
            <a:biLevel thresh="75000"/>
          </a:blip>
          <a:stretch>
            <a:fillRect/>
          </a:stretch>
        </p:blipFill>
        <p:spPr>
          <a:xfrm>
            <a:off x="1939675" y="4878798"/>
            <a:ext cx="463602" cy="229990"/>
          </a:xfrm>
          <a:prstGeom prst="rect">
            <a:avLst/>
          </a:prstGeom>
        </p:spPr>
      </p:pic>
      <p:sp>
        <p:nvSpPr>
          <p:cNvPr id="2140" name="AutoShape 2" descr="G42 logo Vector Logo - Download Free SVG Icon | Worldvectorlogo">
            <a:extLst>
              <a:ext uri="{FF2B5EF4-FFF2-40B4-BE49-F238E27FC236}">
                <a16:creationId xmlns:a16="http://schemas.microsoft.com/office/drawing/2014/main" id="{559B1173-9F65-70EC-FE8D-00EE4AB51464}"/>
              </a:ext>
            </a:extLst>
          </p:cNvPr>
          <p:cNvSpPr>
            <a:spLocks noChangeAspect="1" noChangeArrowheads="1"/>
          </p:cNvSpPr>
          <p:nvPr/>
        </p:nvSpPr>
        <p:spPr bwMode="auto">
          <a:xfrm>
            <a:off x="6202522" y="37285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42" name="Picture 2141">
            <a:extLst>
              <a:ext uri="{FF2B5EF4-FFF2-40B4-BE49-F238E27FC236}">
                <a16:creationId xmlns:a16="http://schemas.microsoft.com/office/drawing/2014/main" id="{CA1B4D6C-079D-C610-5AD7-8E4F028418DB}"/>
              </a:ext>
            </a:extLst>
          </p:cNvPr>
          <p:cNvPicPr>
            <a:picLocks noChangeAspect="1"/>
          </p:cNvPicPr>
          <p:nvPr/>
        </p:nvPicPr>
        <p:blipFill>
          <a:blip r:embed="rId74"/>
          <a:stretch>
            <a:fillRect/>
          </a:stretch>
        </p:blipFill>
        <p:spPr>
          <a:xfrm>
            <a:off x="2113266" y="3399634"/>
            <a:ext cx="420486" cy="296466"/>
          </a:xfrm>
          <a:prstGeom prst="rect">
            <a:avLst/>
          </a:prstGeom>
        </p:spPr>
      </p:pic>
      <p:pic>
        <p:nvPicPr>
          <p:cNvPr id="2144" name="Picture 2143">
            <a:extLst>
              <a:ext uri="{FF2B5EF4-FFF2-40B4-BE49-F238E27FC236}">
                <a16:creationId xmlns:a16="http://schemas.microsoft.com/office/drawing/2014/main" id="{3A261FE1-6CA5-0F51-A14F-EF5EEB55FF3C}"/>
              </a:ext>
            </a:extLst>
          </p:cNvPr>
          <p:cNvPicPr>
            <a:picLocks noChangeAspect="1"/>
          </p:cNvPicPr>
          <p:nvPr/>
        </p:nvPicPr>
        <p:blipFill>
          <a:blip r:embed="rId75"/>
          <a:stretch>
            <a:fillRect/>
          </a:stretch>
        </p:blipFill>
        <p:spPr>
          <a:xfrm>
            <a:off x="1937130" y="5184079"/>
            <a:ext cx="785233" cy="187311"/>
          </a:xfrm>
          <a:prstGeom prst="rect">
            <a:avLst/>
          </a:prstGeom>
        </p:spPr>
      </p:pic>
      <p:pic>
        <p:nvPicPr>
          <p:cNvPr id="2146" name="Picture 2145">
            <a:extLst>
              <a:ext uri="{FF2B5EF4-FFF2-40B4-BE49-F238E27FC236}">
                <a16:creationId xmlns:a16="http://schemas.microsoft.com/office/drawing/2014/main" id="{D81DB8E7-FE5B-523D-634C-94FC898F97B7}"/>
              </a:ext>
            </a:extLst>
          </p:cNvPr>
          <p:cNvPicPr>
            <a:picLocks noChangeAspect="1"/>
          </p:cNvPicPr>
          <p:nvPr/>
        </p:nvPicPr>
        <p:blipFill>
          <a:blip r:embed="rId76">
            <a:biLevel thresh="75000"/>
          </a:blip>
          <a:stretch>
            <a:fillRect/>
          </a:stretch>
        </p:blipFill>
        <p:spPr>
          <a:xfrm>
            <a:off x="2826384" y="2745909"/>
            <a:ext cx="833992" cy="108376"/>
          </a:xfrm>
          <a:prstGeom prst="rect">
            <a:avLst/>
          </a:prstGeom>
        </p:spPr>
      </p:pic>
      <p:pic>
        <p:nvPicPr>
          <p:cNvPr id="2148" name="Picture 2147">
            <a:extLst>
              <a:ext uri="{FF2B5EF4-FFF2-40B4-BE49-F238E27FC236}">
                <a16:creationId xmlns:a16="http://schemas.microsoft.com/office/drawing/2014/main" id="{56034DA2-53C0-9181-65CD-9F8709E8BC13}"/>
              </a:ext>
            </a:extLst>
          </p:cNvPr>
          <p:cNvPicPr>
            <a:picLocks noChangeAspect="1"/>
          </p:cNvPicPr>
          <p:nvPr/>
        </p:nvPicPr>
        <p:blipFill>
          <a:blip r:embed="rId77"/>
          <a:stretch>
            <a:fillRect/>
          </a:stretch>
        </p:blipFill>
        <p:spPr>
          <a:xfrm>
            <a:off x="2685616" y="2977244"/>
            <a:ext cx="1145465" cy="649057"/>
          </a:xfrm>
          <a:prstGeom prst="rect">
            <a:avLst/>
          </a:prstGeom>
        </p:spPr>
      </p:pic>
      <p:pic>
        <p:nvPicPr>
          <p:cNvPr id="2150" name="Picture 2149">
            <a:extLst>
              <a:ext uri="{FF2B5EF4-FFF2-40B4-BE49-F238E27FC236}">
                <a16:creationId xmlns:a16="http://schemas.microsoft.com/office/drawing/2014/main" id="{5519496C-F109-2A42-F0CE-0335548FA44F}"/>
              </a:ext>
            </a:extLst>
          </p:cNvPr>
          <p:cNvPicPr>
            <a:picLocks noChangeAspect="1"/>
          </p:cNvPicPr>
          <p:nvPr/>
        </p:nvPicPr>
        <p:blipFill>
          <a:blip r:embed="rId78">
            <a:biLevel thresh="75000"/>
          </a:blip>
          <a:stretch>
            <a:fillRect/>
          </a:stretch>
        </p:blipFill>
        <p:spPr>
          <a:xfrm>
            <a:off x="2819525" y="5460087"/>
            <a:ext cx="827806" cy="158663"/>
          </a:xfrm>
          <a:prstGeom prst="rect">
            <a:avLst/>
          </a:prstGeom>
        </p:spPr>
      </p:pic>
      <p:pic>
        <p:nvPicPr>
          <p:cNvPr id="2152" name="Picture 2151">
            <a:extLst>
              <a:ext uri="{FF2B5EF4-FFF2-40B4-BE49-F238E27FC236}">
                <a16:creationId xmlns:a16="http://schemas.microsoft.com/office/drawing/2014/main" id="{A38E237D-2F48-9B4E-F9E2-AACA8A40E98E}"/>
              </a:ext>
            </a:extLst>
          </p:cNvPr>
          <p:cNvPicPr>
            <a:picLocks noChangeAspect="1"/>
          </p:cNvPicPr>
          <p:nvPr/>
        </p:nvPicPr>
        <p:blipFill>
          <a:blip r:embed="rId79">
            <a:biLevel thresh="75000"/>
          </a:blip>
          <a:stretch>
            <a:fillRect/>
          </a:stretch>
        </p:blipFill>
        <p:spPr>
          <a:xfrm>
            <a:off x="3077304" y="5641755"/>
            <a:ext cx="597616" cy="193169"/>
          </a:xfrm>
          <a:prstGeom prst="rect">
            <a:avLst/>
          </a:prstGeom>
        </p:spPr>
      </p:pic>
      <p:pic>
        <p:nvPicPr>
          <p:cNvPr id="2154" name="Picture 2153">
            <a:extLst>
              <a:ext uri="{FF2B5EF4-FFF2-40B4-BE49-F238E27FC236}">
                <a16:creationId xmlns:a16="http://schemas.microsoft.com/office/drawing/2014/main" id="{6438B52E-97D0-B07A-B1D6-319F7C7447DE}"/>
              </a:ext>
            </a:extLst>
          </p:cNvPr>
          <p:cNvPicPr>
            <a:picLocks noChangeAspect="1"/>
          </p:cNvPicPr>
          <p:nvPr/>
        </p:nvPicPr>
        <p:blipFill>
          <a:blip r:embed="rId80">
            <a:biLevel thresh="75000"/>
          </a:blip>
          <a:stretch>
            <a:fillRect/>
          </a:stretch>
        </p:blipFill>
        <p:spPr>
          <a:xfrm>
            <a:off x="2835563" y="5891609"/>
            <a:ext cx="403312" cy="165841"/>
          </a:xfrm>
          <a:prstGeom prst="rect">
            <a:avLst/>
          </a:prstGeom>
        </p:spPr>
      </p:pic>
      <p:pic>
        <p:nvPicPr>
          <p:cNvPr id="2156" name="Picture 2155">
            <a:extLst>
              <a:ext uri="{FF2B5EF4-FFF2-40B4-BE49-F238E27FC236}">
                <a16:creationId xmlns:a16="http://schemas.microsoft.com/office/drawing/2014/main" id="{17ADE47D-024E-F258-BA13-1BCD19EDFFBD}"/>
              </a:ext>
            </a:extLst>
          </p:cNvPr>
          <p:cNvPicPr>
            <a:picLocks noChangeAspect="1"/>
          </p:cNvPicPr>
          <p:nvPr/>
        </p:nvPicPr>
        <p:blipFill>
          <a:blip r:embed="rId81">
            <a:biLevel thresh="75000"/>
          </a:blip>
          <a:stretch>
            <a:fillRect/>
          </a:stretch>
        </p:blipFill>
        <p:spPr>
          <a:xfrm>
            <a:off x="2811230" y="3807460"/>
            <a:ext cx="795399" cy="247009"/>
          </a:xfrm>
          <a:prstGeom prst="rect">
            <a:avLst/>
          </a:prstGeom>
        </p:spPr>
      </p:pic>
      <p:pic>
        <p:nvPicPr>
          <p:cNvPr id="2158" name="Picture 2157">
            <a:extLst>
              <a:ext uri="{FF2B5EF4-FFF2-40B4-BE49-F238E27FC236}">
                <a16:creationId xmlns:a16="http://schemas.microsoft.com/office/drawing/2014/main" id="{20BFAA7A-8079-CC58-0D25-B87C3A412B19}"/>
              </a:ext>
            </a:extLst>
          </p:cNvPr>
          <p:cNvPicPr>
            <a:picLocks noChangeAspect="1"/>
          </p:cNvPicPr>
          <p:nvPr/>
        </p:nvPicPr>
        <p:blipFill>
          <a:blip r:embed="rId82">
            <a:biLevel thresh="75000"/>
          </a:blip>
          <a:stretch>
            <a:fillRect/>
          </a:stretch>
        </p:blipFill>
        <p:spPr>
          <a:xfrm>
            <a:off x="2868249" y="4120799"/>
            <a:ext cx="671296" cy="332492"/>
          </a:xfrm>
          <a:prstGeom prst="rect">
            <a:avLst/>
          </a:prstGeom>
        </p:spPr>
      </p:pic>
      <p:pic>
        <p:nvPicPr>
          <p:cNvPr id="2160" name="Picture 2159">
            <a:extLst>
              <a:ext uri="{FF2B5EF4-FFF2-40B4-BE49-F238E27FC236}">
                <a16:creationId xmlns:a16="http://schemas.microsoft.com/office/drawing/2014/main" id="{D2743164-02E1-ABCE-C197-057B80A1ED3B}"/>
              </a:ext>
            </a:extLst>
          </p:cNvPr>
          <p:cNvPicPr>
            <a:picLocks noChangeAspect="1"/>
          </p:cNvPicPr>
          <p:nvPr/>
        </p:nvPicPr>
        <p:blipFill>
          <a:blip r:embed="rId83">
            <a:biLevel thresh="75000"/>
          </a:blip>
          <a:stretch>
            <a:fillRect/>
          </a:stretch>
        </p:blipFill>
        <p:spPr>
          <a:xfrm>
            <a:off x="2882455" y="3504521"/>
            <a:ext cx="664661" cy="191579"/>
          </a:xfrm>
          <a:prstGeom prst="rect">
            <a:avLst/>
          </a:prstGeom>
        </p:spPr>
      </p:pic>
      <p:pic>
        <p:nvPicPr>
          <p:cNvPr id="2162" name="Picture 2161">
            <a:extLst>
              <a:ext uri="{FF2B5EF4-FFF2-40B4-BE49-F238E27FC236}">
                <a16:creationId xmlns:a16="http://schemas.microsoft.com/office/drawing/2014/main" id="{94820904-B827-BAC6-F491-6DD354E164F6}"/>
              </a:ext>
            </a:extLst>
          </p:cNvPr>
          <p:cNvPicPr>
            <a:picLocks noChangeAspect="1"/>
          </p:cNvPicPr>
          <p:nvPr/>
        </p:nvPicPr>
        <p:blipFill>
          <a:blip r:embed="rId84"/>
          <a:stretch>
            <a:fillRect/>
          </a:stretch>
        </p:blipFill>
        <p:spPr>
          <a:xfrm>
            <a:off x="5119700" y="4053242"/>
            <a:ext cx="391705" cy="220334"/>
          </a:xfrm>
          <a:prstGeom prst="rect">
            <a:avLst/>
          </a:prstGeom>
        </p:spPr>
      </p:pic>
      <p:pic>
        <p:nvPicPr>
          <p:cNvPr id="2164" name="Picture 2163">
            <a:extLst>
              <a:ext uri="{FF2B5EF4-FFF2-40B4-BE49-F238E27FC236}">
                <a16:creationId xmlns:a16="http://schemas.microsoft.com/office/drawing/2014/main" id="{D4A666BD-8A9F-1212-8B9E-4D370374884F}"/>
              </a:ext>
            </a:extLst>
          </p:cNvPr>
          <p:cNvPicPr>
            <a:picLocks noChangeAspect="1"/>
          </p:cNvPicPr>
          <p:nvPr/>
        </p:nvPicPr>
        <p:blipFill>
          <a:blip r:embed="rId85">
            <a:biLevel thresh="75000"/>
          </a:blip>
          <a:stretch>
            <a:fillRect/>
          </a:stretch>
        </p:blipFill>
        <p:spPr>
          <a:xfrm>
            <a:off x="3908925" y="2452167"/>
            <a:ext cx="391663" cy="391663"/>
          </a:xfrm>
          <a:prstGeom prst="rect">
            <a:avLst/>
          </a:prstGeom>
        </p:spPr>
      </p:pic>
      <p:pic>
        <p:nvPicPr>
          <p:cNvPr id="2166" name="Picture 2165">
            <a:extLst>
              <a:ext uri="{FF2B5EF4-FFF2-40B4-BE49-F238E27FC236}">
                <a16:creationId xmlns:a16="http://schemas.microsoft.com/office/drawing/2014/main" id="{5E93D2E4-267F-A90B-991E-E7D61603E2BD}"/>
              </a:ext>
            </a:extLst>
          </p:cNvPr>
          <p:cNvPicPr>
            <a:picLocks noChangeAspect="1"/>
          </p:cNvPicPr>
          <p:nvPr/>
        </p:nvPicPr>
        <p:blipFill>
          <a:blip r:embed="rId86">
            <a:biLevel thresh="75000"/>
          </a:blip>
          <a:stretch>
            <a:fillRect/>
          </a:stretch>
        </p:blipFill>
        <p:spPr>
          <a:xfrm>
            <a:off x="3824880" y="2885439"/>
            <a:ext cx="572495" cy="213554"/>
          </a:xfrm>
          <a:prstGeom prst="rect">
            <a:avLst/>
          </a:prstGeom>
        </p:spPr>
      </p:pic>
      <p:pic>
        <p:nvPicPr>
          <p:cNvPr id="2168" name="Picture 2167">
            <a:extLst>
              <a:ext uri="{FF2B5EF4-FFF2-40B4-BE49-F238E27FC236}">
                <a16:creationId xmlns:a16="http://schemas.microsoft.com/office/drawing/2014/main" id="{91FF3802-CB58-4323-805F-C85064320CB7}"/>
              </a:ext>
            </a:extLst>
          </p:cNvPr>
          <p:cNvPicPr>
            <a:picLocks noChangeAspect="1"/>
          </p:cNvPicPr>
          <p:nvPr/>
        </p:nvPicPr>
        <p:blipFill>
          <a:blip r:embed="rId87"/>
          <a:stretch>
            <a:fillRect/>
          </a:stretch>
        </p:blipFill>
        <p:spPr>
          <a:xfrm>
            <a:off x="3742331" y="3267952"/>
            <a:ext cx="794059" cy="116627"/>
          </a:xfrm>
          <a:prstGeom prst="rect">
            <a:avLst/>
          </a:prstGeom>
        </p:spPr>
      </p:pic>
      <p:pic>
        <p:nvPicPr>
          <p:cNvPr id="2170" name="Picture 2169">
            <a:extLst>
              <a:ext uri="{FF2B5EF4-FFF2-40B4-BE49-F238E27FC236}">
                <a16:creationId xmlns:a16="http://schemas.microsoft.com/office/drawing/2014/main" id="{63B83FA4-A343-3D49-0FEB-C5A88E190412}"/>
              </a:ext>
            </a:extLst>
          </p:cNvPr>
          <p:cNvPicPr>
            <a:picLocks noChangeAspect="1"/>
          </p:cNvPicPr>
          <p:nvPr/>
        </p:nvPicPr>
        <p:blipFill>
          <a:blip r:embed="rId88">
            <a:biLevel thresh="75000"/>
          </a:blip>
          <a:stretch>
            <a:fillRect/>
          </a:stretch>
        </p:blipFill>
        <p:spPr>
          <a:xfrm>
            <a:off x="3741925" y="3511601"/>
            <a:ext cx="798046" cy="147425"/>
          </a:xfrm>
          <a:prstGeom prst="rect">
            <a:avLst/>
          </a:prstGeom>
        </p:spPr>
      </p:pic>
      <p:pic>
        <p:nvPicPr>
          <p:cNvPr id="2172" name="Picture 2171">
            <a:extLst>
              <a:ext uri="{FF2B5EF4-FFF2-40B4-BE49-F238E27FC236}">
                <a16:creationId xmlns:a16="http://schemas.microsoft.com/office/drawing/2014/main" id="{81F73F00-53FE-3E2E-3338-CAC0D10D8689}"/>
              </a:ext>
            </a:extLst>
          </p:cNvPr>
          <p:cNvPicPr>
            <a:picLocks noChangeAspect="1"/>
          </p:cNvPicPr>
          <p:nvPr/>
        </p:nvPicPr>
        <p:blipFill>
          <a:blip r:embed="rId89">
            <a:biLevel thresh="75000"/>
          </a:blip>
          <a:stretch>
            <a:fillRect/>
          </a:stretch>
        </p:blipFill>
        <p:spPr>
          <a:xfrm flipV="1">
            <a:off x="3792156" y="3756287"/>
            <a:ext cx="674836" cy="188392"/>
          </a:xfrm>
          <a:prstGeom prst="rect">
            <a:avLst/>
          </a:prstGeom>
        </p:spPr>
      </p:pic>
      <p:pic>
        <p:nvPicPr>
          <p:cNvPr id="2174" name="Picture 2173">
            <a:extLst>
              <a:ext uri="{FF2B5EF4-FFF2-40B4-BE49-F238E27FC236}">
                <a16:creationId xmlns:a16="http://schemas.microsoft.com/office/drawing/2014/main" id="{5D44CC96-C3B8-84AC-65FC-D41C0EB18344}"/>
              </a:ext>
            </a:extLst>
          </p:cNvPr>
          <p:cNvPicPr>
            <a:picLocks noChangeAspect="1"/>
          </p:cNvPicPr>
          <p:nvPr/>
        </p:nvPicPr>
        <p:blipFill>
          <a:blip r:embed="rId90">
            <a:biLevel thresh="75000"/>
          </a:blip>
          <a:stretch>
            <a:fillRect/>
          </a:stretch>
        </p:blipFill>
        <p:spPr>
          <a:xfrm>
            <a:off x="3815698" y="5493252"/>
            <a:ext cx="629672" cy="147579"/>
          </a:xfrm>
          <a:prstGeom prst="rect">
            <a:avLst/>
          </a:prstGeom>
        </p:spPr>
      </p:pic>
      <p:pic>
        <p:nvPicPr>
          <p:cNvPr id="2176" name="Picture 2175">
            <a:extLst>
              <a:ext uri="{FF2B5EF4-FFF2-40B4-BE49-F238E27FC236}">
                <a16:creationId xmlns:a16="http://schemas.microsoft.com/office/drawing/2014/main" id="{8B8B5417-5583-7999-2C96-CC0924EAA1D5}"/>
              </a:ext>
            </a:extLst>
          </p:cNvPr>
          <p:cNvPicPr>
            <a:picLocks noChangeAspect="1"/>
          </p:cNvPicPr>
          <p:nvPr/>
        </p:nvPicPr>
        <p:blipFill>
          <a:blip r:embed="rId91">
            <a:biLevel thresh="75000"/>
          </a:blip>
          <a:stretch>
            <a:fillRect/>
          </a:stretch>
        </p:blipFill>
        <p:spPr>
          <a:xfrm>
            <a:off x="10094584" y="3225771"/>
            <a:ext cx="778759" cy="150609"/>
          </a:xfrm>
          <a:prstGeom prst="rect">
            <a:avLst/>
          </a:prstGeom>
        </p:spPr>
      </p:pic>
      <p:pic>
        <p:nvPicPr>
          <p:cNvPr id="2178" name="Picture 2177">
            <a:extLst>
              <a:ext uri="{FF2B5EF4-FFF2-40B4-BE49-F238E27FC236}">
                <a16:creationId xmlns:a16="http://schemas.microsoft.com/office/drawing/2014/main" id="{99536FD6-D726-6EDA-248B-71513F16D6CF}"/>
              </a:ext>
            </a:extLst>
          </p:cNvPr>
          <p:cNvPicPr>
            <a:picLocks noChangeAspect="1"/>
          </p:cNvPicPr>
          <p:nvPr/>
        </p:nvPicPr>
        <p:blipFill>
          <a:blip r:embed="rId92">
            <a:biLevel thresh="75000"/>
          </a:blip>
          <a:stretch>
            <a:fillRect/>
          </a:stretch>
        </p:blipFill>
        <p:spPr>
          <a:xfrm>
            <a:off x="10063339" y="3417978"/>
            <a:ext cx="776620" cy="217713"/>
          </a:xfrm>
          <a:prstGeom prst="rect">
            <a:avLst/>
          </a:prstGeom>
        </p:spPr>
      </p:pic>
      <p:pic>
        <p:nvPicPr>
          <p:cNvPr id="2180" name="Picture 2179">
            <a:extLst>
              <a:ext uri="{FF2B5EF4-FFF2-40B4-BE49-F238E27FC236}">
                <a16:creationId xmlns:a16="http://schemas.microsoft.com/office/drawing/2014/main" id="{3F9DE279-E9F8-7D2D-74AB-BD2C9FD0C9EC}"/>
              </a:ext>
            </a:extLst>
          </p:cNvPr>
          <p:cNvPicPr>
            <a:picLocks noChangeAspect="1"/>
          </p:cNvPicPr>
          <p:nvPr/>
        </p:nvPicPr>
        <p:blipFill>
          <a:blip r:embed="rId93">
            <a:biLevel thresh="75000"/>
          </a:blip>
          <a:stretch>
            <a:fillRect/>
          </a:stretch>
        </p:blipFill>
        <p:spPr>
          <a:xfrm>
            <a:off x="10040698" y="3727087"/>
            <a:ext cx="807843" cy="216771"/>
          </a:xfrm>
          <a:prstGeom prst="rect">
            <a:avLst/>
          </a:prstGeom>
        </p:spPr>
      </p:pic>
      <p:pic>
        <p:nvPicPr>
          <p:cNvPr id="2182" name="Picture 2181" descr="A black logo with a black background&#10;&#10;AI-generated content may be incorrect.">
            <a:extLst>
              <a:ext uri="{FF2B5EF4-FFF2-40B4-BE49-F238E27FC236}">
                <a16:creationId xmlns:a16="http://schemas.microsoft.com/office/drawing/2014/main" id="{EF7BC746-6666-BD71-31A4-546D059FA5FC}"/>
              </a:ext>
            </a:extLst>
          </p:cNvPr>
          <p:cNvPicPr>
            <a:picLocks noChangeAspect="1"/>
          </p:cNvPicPr>
          <p:nvPr/>
        </p:nvPicPr>
        <p:blipFill>
          <a:blip r:embed="rId94"/>
          <a:stretch>
            <a:fillRect/>
          </a:stretch>
        </p:blipFill>
        <p:spPr>
          <a:xfrm>
            <a:off x="10153841" y="4031424"/>
            <a:ext cx="626284" cy="450925"/>
          </a:xfrm>
          <a:prstGeom prst="rect">
            <a:avLst/>
          </a:prstGeom>
        </p:spPr>
      </p:pic>
      <p:pic>
        <p:nvPicPr>
          <p:cNvPr id="2184" name="Picture 2183">
            <a:extLst>
              <a:ext uri="{FF2B5EF4-FFF2-40B4-BE49-F238E27FC236}">
                <a16:creationId xmlns:a16="http://schemas.microsoft.com/office/drawing/2014/main" id="{59CDE9D8-59D2-EA5E-280D-0ABD98A978A9}"/>
              </a:ext>
            </a:extLst>
          </p:cNvPr>
          <p:cNvPicPr>
            <a:picLocks noChangeAspect="1"/>
          </p:cNvPicPr>
          <p:nvPr/>
        </p:nvPicPr>
        <p:blipFill>
          <a:blip r:embed="rId90">
            <a:biLevel thresh="75000"/>
          </a:blip>
          <a:stretch>
            <a:fillRect/>
          </a:stretch>
        </p:blipFill>
        <p:spPr>
          <a:xfrm>
            <a:off x="10046852" y="4523986"/>
            <a:ext cx="819270" cy="192016"/>
          </a:xfrm>
          <a:prstGeom prst="rect">
            <a:avLst/>
          </a:prstGeom>
        </p:spPr>
      </p:pic>
      <p:sp>
        <p:nvSpPr>
          <p:cNvPr id="2186" name="AutoShape 2" descr="ARIA">
            <a:extLst>
              <a:ext uri="{FF2B5EF4-FFF2-40B4-BE49-F238E27FC236}">
                <a16:creationId xmlns:a16="http://schemas.microsoft.com/office/drawing/2014/main" id="{F7F99ABA-AA91-0502-DDD5-EB0C5B6FA7D9}"/>
              </a:ext>
            </a:extLst>
          </p:cNvPr>
          <p:cNvSpPr>
            <a:spLocks noChangeAspect="1" noChangeArrowheads="1"/>
          </p:cNvSpPr>
          <p:nvPr/>
        </p:nvSpPr>
        <p:spPr bwMode="auto">
          <a:xfrm>
            <a:off x="6354922" y="3880977"/>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188" name="Picture 2187" descr="A black and white logo&#10;&#10;AI-generated content may be incorrect.">
            <a:extLst>
              <a:ext uri="{FF2B5EF4-FFF2-40B4-BE49-F238E27FC236}">
                <a16:creationId xmlns:a16="http://schemas.microsoft.com/office/drawing/2014/main" id="{52C25FC2-B9F2-B988-CE92-FE44423C579B}"/>
              </a:ext>
            </a:extLst>
          </p:cNvPr>
          <p:cNvPicPr>
            <a:picLocks noChangeAspect="1"/>
          </p:cNvPicPr>
          <p:nvPr/>
        </p:nvPicPr>
        <p:blipFill>
          <a:blip r:embed="rId95"/>
          <a:stretch>
            <a:fillRect/>
          </a:stretch>
        </p:blipFill>
        <p:spPr>
          <a:xfrm>
            <a:off x="10983996" y="3242346"/>
            <a:ext cx="765411" cy="261914"/>
          </a:xfrm>
          <a:prstGeom prst="rect">
            <a:avLst/>
          </a:prstGeom>
        </p:spPr>
      </p:pic>
      <p:pic>
        <p:nvPicPr>
          <p:cNvPr id="2190" name="Picture 18">
            <a:extLst>
              <a:ext uri="{FF2B5EF4-FFF2-40B4-BE49-F238E27FC236}">
                <a16:creationId xmlns:a16="http://schemas.microsoft.com/office/drawing/2014/main" id="{8779726F-3584-93ED-0CF2-D545C410ABEF}"/>
              </a:ext>
            </a:extLst>
          </p:cNvPr>
          <p:cNvPicPr>
            <a:picLocks noChangeAspect="1" noChangeArrowheads="1"/>
          </p:cNvPicPr>
          <p:nvPr/>
        </p:nvPicPr>
        <p:blipFill>
          <a:blip r:embed="rId96">
            <a:biLevel thresh="75000"/>
            <a:extLst>
              <a:ext uri="{28A0092B-C50C-407E-A947-70E740481C1C}">
                <a14:useLocalDpi xmlns:a14="http://schemas.microsoft.com/office/drawing/2010/main" val="0"/>
              </a:ext>
            </a:extLst>
          </a:blip>
          <a:srcRect/>
          <a:stretch>
            <a:fillRect/>
          </a:stretch>
        </p:blipFill>
        <p:spPr bwMode="auto">
          <a:xfrm>
            <a:off x="10941436" y="2706159"/>
            <a:ext cx="826706" cy="102693"/>
          </a:xfrm>
          <a:prstGeom prst="rect">
            <a:avLst/>
          </a:prstGeom>
          <a:noFill/>
          <a:extLst>
            <a:ext uri="{909E8E84-426E-40DD-AFC4-6F175D3DCCD1}">
              <a14:hiddenFill xmlns:a14="http://schemas.microsoft.com/office/drawing/2010/main">
                <a:solidFill>
                  <a:srgbClr val="FFFFFF"/>
                </a:solidFill>
              </a14:hiddenFill>
            </a:ext>
          </a:extLst>
        </p:spPr>
      </p:pic>
      <p:pic>
        <p:nvPicPr>
          <p:cNvPr id="2192" name="Picture 34" descr="Logos Download | Claude">
            <a:extLst>
              <a:ext uri="{FF2B5EF4-FFF2-40B4-BE49-F238E27FC236}">
                <a16:creationId xmlns:a16="http://schemas.microsoft.com/office/drawing/2014/main" id="{DB53F77D-9A84-2DC3-498E-D864C2134BB1}"/>
              </a:ext>
            </a:extLst>
          </p:cNvPr>
          <p:cNvPicPr>
            <a:picLocks noChangeAspect="1" noChangeArrowheads="1"/>
          </p:cNvPicPr>
          <p:nvPr/>
        </p:nvPicPr>
        <p:blipFill>
          <a:blip r:embed="rId97">
            <a:biLevel thresh="75000"/>
            <a:extLst>
              <a:ext uri="{28A0092B-C50C-407E-A947-70E740481C1C}">
                <a14:useLocalDpi xmlns:a14="http://schemas.microsoft.com/office/drawing/2010/main" val="0"/>
              </a:ext>
            </a:extLst>
          </a:blip>
          <a:srcRect/>
          <a:stretch>
            <a:fillRect/>
          </a:stretch>
        </p:blipFill>
        <p:spPr bwMode="auto">
          <a:xfrm>
            <a:off x="10918472" y="2922434"/>
            <a:ext cx="861994" cy="185194"/>
          </a:xfrm>
          <a:prstGeom prst="rect">
            <a:avLst/>
          </a:prstGeom>
          <a:noFill/>
          <a:extLst>
            <a:ext uri="{909E8E84-426E-40DD-AFC4-6F175D3DCCD1}">
              <a14:hiddenFill xmlns:a14="http://schemas.microsoft.com/office/drawing/2010/main">
                <a:solidFill>
                  <a:srgbClr val="FFFFFF"/>
                </a:solidFill>
              </a14:hiddenFill>
            </a:ext>
          </a:extLst>
        </p:spPr>
      </p:pic>
      <p:pic>
        <p:nvPicPr>
          <p:cNvPr id="2194" name="Picture 10">
            <a:extLst>
              <a:ext uri="{FF2B5EF4-FFF2-40B4-BE49-F238E27FC236}">
                <a16:creationId xmlns:a16="http://schemas.microsoft.com/office/drawing/2014/main" id="{EE9BBBF2-1F61-D60A-541F-FB852415CAA2}"/>
              </a:ext>
            </a:extLst>
          </p:cNvPr>
          <p:cNvPicPr>
            <a:picLocks noChangeAspect="1" noChangeArrowheads="1"/>
          </p:cNvPicPr>
          <p:nvPr/>
        </p:nvPicPr>
        <p:blipFill rotWithShape="1">
          <a:blip r:embed="rId98">
            <a:biLevel thresh="75000"/>
            <a:extLst>
              <a:ext uri="{28A0092B-C50C-407E-A947-70E740481C1C}">
                <a14:useLocalDpi xmlns:a14="http://schemas.microsoft.com/office/drawing/2010/main" val="0"/>
              </a:ext>
            </a:extLst>
          </a:blip>
          <a:srcRect l="5307" t="22931" b="17732"/>
          <a:stretch>
            <a:fillRect/>
          </a:stretch>
        </p:blipFill>
        <p:spPr bwMode="auto">
          <a:xfrm>
            <a:off x="10965026" y="4159983"/>
            <a:ext cx="784381" cy="202425"/>
          </a:xfrm>
          <a:prstGeom prst="rect">
            <a:avLst/>
          </a:prstGeom>
          <a:noFill/>
          <a:extLst>
            <a:ext uri="{909E8E84-426E-40DD-AFC4-6F175D3DCCD1}">
              <a14:hiddenFill xmlns:a14="http://schemas.microsoft.com/office/drawing/2010/main">
                <a:solidFill>
                  <a:srgbClr val="FFFFFF"/>
                </a:solidFill>
              </a14:hiddenFill>
            </a:ext>
          </a:extLst>
        </p:spPr>
      </p:pic>
      <p:pic>
        <p:nvPicPr>
          <p:cNvPr id="2196" name="Picture 2195">
            <a:extLst>
              <a:ext uri="{FF2B5EF4-FFF2-40B4-BE49-F238E27FC236}">
                <a16:creationId xmlns:a16="http://schemas.microsoft.com/office/drawing/2014/main" id="{63C6E961-2BF4-5286-F324-07DFDE040A89}"/>
              </a:ext>
            </a:extLst>
          </p:cNvPr>
          <p:cNvPicPr>
            <a:picLocks noChangeAspect="1"/>
          </p:cNvPicPr>
          <p:nvPr/>
        </p:nvPicPr>
        <p:blipFill>
          <a:blip r:embed="rId99">
            <a:biLevel thresh="75000"/>
          </a:blip>
          <a:stretch>
            <a:fillRect/>
          </a:stretch>
        </p:blipFill>
        <p:spPr>
          <a:xfrm>
            <a:off x="11131829" y="3547443"/>
            <a:ext cx="546413" cy="286867"/>
          </a:xfrm>
          <a:prstGeom prst="rect">
            <a:avLst/>
          </a:prstGeom>
        </p:spPr>
      </p:pic>
      <p:pic>
        <p:nvPicPr>
          <p:cNvPr id="2198" name="Picture 2197">
            <a:extLst>
              <a:ext uri="{FF2B5EF4-FFF2-40B4-BE49-F238E27FC236}">
                <a16:creationId xmlns:a16="http://schemas.microsoft.com/office/drawing/2014/main" id="{1E703A16-5CC0-CD46-AC76-46BA2A924C17}"/>
              </a:ext>
            </a:extLst>
          </p:cNvPr>
          <p:cNvPicPr>
            <a:picLocks noChangeAspect="1"/>
          </p:cNvPicPr>
          <p:nvPr/>
        </p:nvPicPr>
        <p:blipFill>
          <a:blip r:embed="rId100">
            <a:biLevel thresh="75000"/>
          </a:blip>
          <a:stretch>
            <a:fillRect/>
          </a:stretch>
        </p:blipFill>
        <p:spPr>
          <a:xfrm>
            <a:off x="10963509" y="3896743"/>
            <a:ext cx="817136" cy="192580"/>
          </a:xfrm>
          <a:prstGeom prst="rect">
            <a:avLst/>
          </a:prstGeom>
        </p:spPr>
      </p:pic>
      <p:pic>
        <p:nvPicPr>
          <p:cNvPr id="2200" name="Picture 2199">
            <a:extLst>
              <a:ext uri="{FF2B5EF4-FFF2-40B4-BE49-F238E27FC236}">
                <a16:creationId xmlns:a16="http://schemas.microsoft.com/office/drawing/2014/main" id="{DD6A8883-1D3B-A0C3-1D1E-6CA763EAC79D}"/>
              </a:ext>
            </a:extLst>
          </p:cNvPr>
          <p:cNvPicPr>
            <a:picLocks noChangeAspect="1"/>
          </p:cNvPicPr>
          <p:nvPr/>
        </p:nvPicPr>
        <p:blipFill>
          <a:blip r:embed="rId101">
            <a:biLevel thresh="75000"/>
          </a:blip>
          <a:stretch>
            <a:fillRect/>
          </a:stretch>
        </p:blipFill>
        <p:spPr>
          <a:xfrm>
            <a:off x="11030547" y="4777623"/>
            <a:ext cx="565405" cy="248512"/>
          </a:xfrm>
          <a:prstGeom prst="rect">
            <a:avLst/>
          </a:prstGeom>
        </p:spPr>
      </p:pic>
      <p:pic>
        <p:nvPicPr>
          <p:cNvPr id="2202" name="Picture 2201">
            <a:extLst>
              <a:ext uri="{FF2B5EF4-FFF2-40B4-BE49-F238E27FC236}">
                <a16:creationId xmlns:a16="http://schemas.microsoft.com/office/drawing/2014/main" id="{E9258564-0088-C934-ED52-04CCA69CA7C6}"/>
              </a:ext>
            </a:extLst>
          </p:cNvPr>
          <p:cNvPicPr>
            <a:picLocks noChangeAspect="1"/>
          </p:cNvPicPr>
          <p:nvPr/>
        </p:nvPicPr>
        <p:blipFill>
          <a:blip r:embed="rId102">
            <a:biLevel thresh="75000"/>
          </a:blip>
          <a:stretch>
            <a:fillRect/>
          </a:stretch>
        </p:blipFill>
        <p:spPr>
          <a:xfrm>
            <a:off x="922535" y="3291994"/>
            <a:ext cx="677739" cy="142431"/>
          </a:xfrm>
          <a:prstGeom prst="rect">
            <a:avLst/>
          </a:prstGeom>
        </p:spPr>
      </p:pic>
      <p:pic>
        <p:nvPicPr>
          <p:cNvPr id="2204" name="Picture 2203">
            <a:extLst>
              <a:ext uri="{FF2B5EF4-FFF2-40B4-BE49-F238E27FC236}">
                <a16:creationId xmlns:a16="http://schemas.microsoft.com/office/drawing/2014/main" id="{F38C62FE-B16C-3043-7512-C06264900DB9}"/>
              </a:ext>
            </a:extLst>
          </p:cNvPr>
          <p:cNvPicPr>
            <a:picLocks noChangeAspect="1"/>
          </p:cNvPicPr>
          <p:nvPr/>
        </p:nvPicPr>
        <p:blipFill>
          <a:blip r:embed="rId103">
            <a:biLevel thresh="50000"/>
          </a:blip>
          <a:stretch>
            <a:fillRect/>
          </a:stretch>
        </p:blipFill>
        <p:spPr>
          <a:xfrm>
            <a:off x="834303" y="3660409"/>
            <a:ext cx="903963" cy="177968"/>
          </a:xfrm>
          <a:prstGeom prst="rect">
            <a:avLst/>
          </a:prstGeom>
        </p:spPr>
      </p:pic>
      <p:pic>
        <p:nvPicPr>
          <p:cNvPr id="2206" name="Picture 2205">
            <a:extLst>
              <a:ext uri="{FF2B5EF4-FFF2-40B4-BE49-F238E27FC236}">
                <a16:creationId xmlns:a16="http://schemas.microsoft.com/office/drawing/2014/main" id="{2416CFEC-1D50-9CA8-68A4-95528B955B2E}"/>
              </a:ext>
            </a:extLst>
          </p:cNvPr>
          <p:cNvPicPr>
            <a:picLocks noChangeAspect="1"/>
          </p:cNvPicPr>
          <p:nvPr/>
        </p:nvPicPr>
        <p:blipFill>
          <a:blip r:embed="rId104">
            <a:biLevel thresh="75000"/>
          </a:blip>
          <a:stretch>
            <a:fillRect/>
          </a:stretch>
        </p:blipFill>
        <p:spPr>
          <a:xfrm>
            <a:off x="896100" y="3979764"/>
            <a:ext cx="785233" cy="161545"/>
          </a:xfrm>
          <a:prstGeom prst="rect">
            <a:avLst/>
          </a:prstGeom>
        </p:spPr>
      </p:pic>
      <p:pic>
        <p:nvPicPr>
          <p:cNvPr id="2208" name="Picture 2207">
            <a:extLst>
              <a:ext uri="{FF2B5EF4-FFF2-40B4-BE49-F238E27FC236}">
                <a16:creationId xmlns:a16="http://schemas.microsoft.com/office/drawing/2014/main" id="{196489DF-F85A-14AA-3AC9-3CC4148BAE2E}"/>
              </a:ext>
            </a:extLst>
          </p:cNvPr>
          <p:cNvPicPr>
            <a:picLocks noChangeAspect="1"/>
          </p:cNvPicPr>
          <p:nvPr/>
        </p:nvPicPr>
        <p:blipFill>
          <a:blip r:embed="rId105">
            <a:biLevel thresh="75000"/>
          </a:blip>
          <a:stretch>
            <a:fillRect/>
          </a:stretch>
        </p:blipFill>
        <p:spPr>
          <a:xfrm>
            <a:off x="841713" y="5505677"/>
            <a:ext cx="802816" cy="48608"/>
          </a:xfrm>
          <a:prstGeom prst="rect">
            <a:avLst/>
          </a:prstGeom>
        </p:spPr>
      </p:pic>
      <p:sp>
        <p:nvSpPr>
          <p:cNvPr id="2210" name="Rounded Rectangle 13">
            <a:extLst>
              <a:ext uri="{FF2B5EF4-FFF2-40B4-BE49-F238E27FC236}">
                <a16:creationId xmlns:a16="http://schemas.microsoft.com/office/drawing/2014/main" id="{E09B94E5-3432-29FA-2BFA-CB646F954188}"/>
              </a:ext>
            </a:extLst>
          </p:cNvPr>
          <p:cNvSpPr/>
          <p:nvPr/>
        </p:nvSpPr>
        <p:spPr>
          <a:xfrm>
            <a:off x="765719" y="1555714"/>
            <a:ext cx="986182" cy="4618538"/>
          </a:xfrm>
          <a:prstGeom prst="roundRect">
            <a:avLst>
              <a:gd name="adj" fmla="val 3609"/>
            </a:avLst>
          </a:prstGeom>
          <a:noFill/>
          <a:ln w="28575">
            <a:solidFill>
              <a:srgbClr val="EE01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1219170" rtl="0" eaLnBrk="1" latinLnBrk="0" hangingPunct="1">
              <a:defRPr sz="2400" kern="1200">
                <a:solidFill>
                  <a:schemeClr val="lt1"/>
                </a:solidFill>
                <a:latin typeface="+mn-lt"/>
                <a:ea typeface="+mn-ea"/>
                <a:cs typeface="+mn-cs"/>
              </a:defRPr>
            </a:lvl1pPr>
            <a:lvl2pPr marL="609585" algn="l" defTabSz="1219170" rtl="0" eaLnBrk="1" latinLnBrk="0" hangingPunct="1">
              <a:defRPr sz="2400" kern="1200">
                <a:solidFill>
                  <a:schemeClr val="lt1"/>
                </a:solidFill>
                <a:latin typeface="+mn-lt"/>
                <a:ea typeface="+mn-ea"/>
                <a:cs typeface="+mn-cs"/>
              </a:defRPr>
            </a:lvl2pPr>
            <a:lvl3pPr marL="1219170" algn="l" defTabSz="1219170" rtl="0" eaLnBrk="1" latinLnBrk="0" hangingPunct="1">
              <a:defRPr sz="2400" kern="1200">
                <a:solidFill>
                  <a:schemeClr val="lt1"/>
                </a:solidFill>
                <a:latin typeface="+mn-lt"/>
                <a:ea typeface="+mn-ea"/>
                <a:cs typeface="+mn-cs"/>
              </a:defRPr>
            </a:lvl3pPr>
            <a:lvl4pPr marL="1828754" algn="l" defTabSz="1219170" rtl="0" eaLnBrk="1" latinLnBrk="0" hangingPunct="1">
              <a:defRPr sz="2400" kern="1200">
                <a:solidFill>
                  <a:schemeClr val="lt1"/>
                </a:solidFill>
                <a:latin typeface="+mn-lt"/>
                <a:ea typeface="+mn-ea"/>
                <a:cs typeface="+mn-cs"/>
              </a:defRPr>
            </a:lvl4pPr>
            <a:lvl5pPr marL="2438339" algn="l" defTabSz="1219170" rtl="0" eaLnBrk="1" latinLnBrk="0" hangingPunct="1">
              <a:defRPr sz="2400" kern="1200">
                <a:solidFill>
                  <a:schemeClr val="lt1"/>
                </a:solidFill>
                <a:latin typeface="+mn-lt"/>
                <a:ea typeface="+mn-ea"/>
                <a:cs typeface="+mn-cs"/>
              </a:defRPr>
            </a:lvl5pPr>
            <a:lvl6pPr marL="3047924" algn="l" defTabSz="1219170" rtl="0" eaLnBrk="1" latinLnBrk="0" hangingPunct="1">
              <a:defRPr sz="2400" kern="1200">
                <a:solidFill>
                  <a:schemeClr val="lt1"/>
                </a:solidFill>
                <a:latin typeface="+mn-lt"/>
                <a:ea typeface="+mn-ea"/>
                <a:cs typeface="+mn-cs"/>
              </a:defRPr>
            </a:lvl6pPr>
            <a:lvl7pPr marL="3657509" algn="l" defTabSz="1219170" rtl="0" eaLnBrk="1" latinLnBrk="0" hangingPunct="1">
              <a:defRPr sz="2400" kern="1200">
                <a:solidFill>
                  <a:schemeClr val="lt1"/>
                </a:solidFill>
                <a:latin typeface="+mn-lt"/>
                <a:ea typeface="+mn-ea"/>
                <a:cs typeface="+mn-cs"/>
              </a:defRPr>
            </a:lvl7pPr>
            <a:lvl8pPr marL="4267093" algn="l" defTabSz="1219170" rtl="0" eaLnBrk="1" latinLnBrk="0" hangingPunct="1">
              <a:defRPr sz="2400" kern="1200">
                <a:solidFill>
                  <a:schemeClr val="lt1"/>
                </a:solidFill>
                <a:latin typeface="+mn-lt"/>
                <a:ea typeface="+mn-ea"/>
                <a:cs typeface="+mn-cs"/>
              </a:defRPr>
            </a:lvl8pPr>
            <a:lvl9pPr marL="4876678" algn="l" defTabSz="1219170" rtl="0" eaLnBrk="1" latinLnBrk="0" hangingPunct="1">
              <a:defRPr sz="24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alpha val="65000"/>
                </a:prst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4995441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grpSp>
        <p:nvGrpSpPr>
          <p:cNvPr id="34" name="Gruppieren 94">
            <a:extLst>
              <a:ext uri="{FF2B5EF4-FFF2-40B4-BE49-F238E27FC236}">
                <a16:creationId xmlns:a16="http://schemas.microsoft.com/office/drawing/2014/main" id="{C237E93C-72D3-DD4A-7D13-732D328DDCD3}"/>
              </a:ext>
            </a:extLst>
          </p:cNvPr>
          <p:cNvGrpSpPr/>
          <p:nvPr/>
        </p:nvGrpSpPr>
        <p:grpSpPr>
          <a:xfrm>
            <a:off x="146507" y="221888"/>
            <a:ext cx="295342" cy="295342"/>
            <a:chOff x="-1680864" y="-1449512"/>
            <a:chExt cx="540000" cy="540000"/>
          </a:xfrm>
        </p:grpSpPr>
        <p:cxnSp>
          <p:nvCxnSpPr>
            <p:cNvPr id="35" name="Gerader Verbinder 95">
              <a:extLst>
                <a:ext uri="{FF2B5EF4-FFF2-40B4-BE49-F238E27FC236}">
                  <a16:creationId xmlns:a16="http://schemas.microsoft.com/office/drawing/2014/main" id="{E2CA5123-AEA7-B077-1A4D-7CCD3E0F15E3}"/>
                </a:ext>
              </a:extLst>
            </p:cNvPr>
            <p:cNvCxnSpPr>
              <a:cxnSpLocks/>
            </p:cNvCxnSpPr>
            <p:nvPr/>
          </p:nvCxnSpPr>
          <p:spPr>
            <a:xfrm rot="16200000" flipH="1" flipV="1">
              <a:off x="-1680864" y="-1179512"/>
              <a:ext cx="540000" cy="0"/>
            </a:xfrm>
            <a:prstGeom prst="line">
              <a:avLst/>
            </a:prstGeom>
            <a:noFill/>
            <a:ln w="3175" cap="flat" cmpd="sng" algn="ctr">
              <a:solidFill>
                <a:schemeClr val="bg1"/>
              </a:solidFill>
              <a:prstDash val="solid"/>
              <a:miter lim="800000"/>
            </a:ln>
            <a:effectLst/>
          </p:spPr>
        </p:cxnSp>
        <p:cxnSp>
          <p:nvCxnSpPr>
            <p:cNvPr id="36" name="Gerader Verbinder 96">
              <a:extLst>
                <a:ext uri="{FF2B5EF4-FFF2-40B4-BE49-F238E27FC236}">
                  <a16:creationId xmlns:a16="http://schemas.microsoft.com/office/drawing/2014/main" id="{7CBFE2DF-8E03-7307-B500-A2CBA1129846}"/>
                </a:ext>
              </a:extLst>
            </p:cNvPr>
            <p:cNvCxnSpPr>
              <a:cxnSpLocks/>
            </p:cNvCxnSpPr>
            <p:nvPr/>
          </p:nvCxnSpPr>
          <p:spPr>
            <a:xfrm>
              <a:off x="-1680864" y="-1179512"/>
              <a:ext cx="540000" cy="0"/>
            </a:xfrm>
            <a:prstGeom prst="line">
              <a:avLst/>
            </a:prstGeom>
            <a:noFill/>
            <a:ln w="3175" cap="flat" cmpd="sng" algn="ctr">
              <a:solidFill>
                <a:schemeClr val="bg1"/>
              </a:solidFill>
              <a:prstDash val="solid"/>
              <a:miter lim="800000"/>
            </a:ln>
            <a:effectLst/>
          </p:spPr>
        </p:cxnSp>
      </p:grpSp>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HOW TEAMS DRIVE B2B RESULTS</a:t>
            </a:r>
            <a:endParaRPr lang="en-US"/>
          </a:p>
          <a:p>
            <a:pPr>
              <a:lnSpc>
                <a:spcPct val="150000"/>
              </a:lnSpc>
              <a:defRPr/>
            </a:pPr>
            <a:r>
              <a:rPr lang="en-GB" sz="1600" b="1" i="1">
                <a:solidFill>
                  <a:srgbClr val="333333"/>
                </a:solidFill>
                <a:latin typeface="Arial"/>
                <a:cs typeface="Arial"/>
              </a:rPr>
              <a:t>EXAMPLARY  CONCEPTS</a:t>
            </a:r>
            <a:endParaRPr lang="en-US"/>
          </a:p>
        </p:txBody>
      </p:sp>
      <p:sp>
        <p:nvSpPr>
          <p:cNvPr id="8" name="TextBox 7">
            <a:extLst>
              <a:ext uri="{FF2B5EF4-FFF2-40B4-BE49-F238E27FC236}">
                <a16:creationId xmlns:a16="http://schemas.microsoft.com/office/drawing/2014/main" id="{30EF536E-37B3-262F-E72F-44DB28B5E2B7}"/>
              </a:ext>
            </a:extLst>
          </p:cNvPr>
          <p:cNvSpPr txBox="1"/>
          <p:nvPr/>
        </p:nvSpPr>
        <p:spPr>
          <a:xfrm>
            <a:off x="789426" y="1855442"/>
            <a:ext cx="10808208" cy="643766"/>
          </a:xfrm>
          <a:prstGeom prst="rect">
            <a:avLst/>
          </a:prstGeom>
          <a:noFill/>
        </p:spPr>
        <p:txBody>
          <a:bodyPr vert="horz" wrap="square" lIns="0" tIns="0" rIns="0" bIns="0" rtlCol="0" anchor="t">
            <a:spAutoFit/>
          </a:bodyPr>
          <a:lstStyle/>
          <a:p>
            <a:pPr marL="0" marR="0" lvl="0" indent="0" algn="l" defTabSz="914400" rtl="0" eaLnBrk="1" fontAlgn="t" latinLnBrk="0" hangingPunct="1">
              <a:lnSpc>
                <a:spcPct val="100000"/>
              </a:lnSpc>
              <a:spcBef>
                <a:spcPts val="0"/>
              </a:spcBef>
              <a:spcAft>
                <a:spcPts val="400"/>
              </a:spcAft>
              <a:buClrTx/>
              <a:buSzTx/>
              <a:buFontTx/>
              <a:buNone/>
              <a:tabLst/>
              <a:defRPr/>
            </a:pPr>
            <a:r>
              <a:rPr lang="de-DE" sz="1400" i="1">
                <a:solidFill>
                  <a:srgbClr val="181818"/>
                </a:solidFill>
                <a:latin typeface="Aptos"/>
              </a:rPr>
              <a:t>"</a:t>
            </a:r>
            <a:r>
              <a:rPr kumimoji="0" lang="de-DE" sz="1400" b="0" i="1" u="none" strike="noStrike" kern="1200" cap="none" spc="0" normalizeH="0" baseline="0" noProof="0" err="1">
                <a:ln>
                  <a:noFill/>
                </a:ln>
                <a:solidFill>
                  <a:srgbClr val="181818"/>
                </a:solidFill>
                <a:effectLst/>
                <a:uLnTx/>
                <a:uFillTx/>
                <a:latin typeface="Aptos"/>
              </a:rPr>
              <a:t>We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work</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with</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your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sales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leads</a:t>
            </a:r>
            <a:r>
              <a:rPr kumimoji="0" lang="de-DE" sz="1400" b="0" i="1" u="none" strike="noStrike" kern="1200" cap="none" spc="0" normalizeH="0" baseline="0" noProof="0">
                <a:ln>
                  <a:noFill/>
                </a:ln>
                <a:solidFill>
                  <a:srgbClr val="181818"/>
                </a:solidFill>
                <a:effectLst/>
                <a:uLnTx/>
                <a:uFillTx/>
                <a:latin typeface="Aptos"/>
              </a:rPr>
              <a:t> to </a:t>
            </a:r>
            <a:r>
              <a:rPr kumimoji="0" lang="de-DE" sz="1400" b="0" i="1" u="none" strike="noStrike" kern="1200" cap="none" spc="0" normalizeH="0" baseline="0" noProof="0" err="1">
                <a:ln>
                  <a:noFill/>
                </a:ln>
                <a:solidFill>
                  <a:srgbClr val="181818"/>
                </a:solidFill>
                <a:effectLst/>
                <a:uLnTx/>
                <a:uFillTx/>
                <a:latin typeface="Aptos"/>
              </a:rPr>
              <a:t>develop</a:t>
            </a:r>
            <a:r>
              <a:rPr kumimoji="0" lang="de-DE" sz="1400" b="0" i="1" u="none" strike="noStrike" kern="1200" cap="none" spc="0" normalizeH="0" baseline="0" noProof="0">
                <a:ln>
                  <a:noFill/>
                </a:ln>
                <a:solidFill>
                  <a:srgbClr val="181818"/>
                </a:solidFill>
                <a:effectLst/>
                <a:uLnTx/>
                <a:uFillTx/>
                <a:latin typeface="Aptos"/>
              </a:rPr>
              <a:t> a bespoke outreach </a:t>
            </a:r>
            <a:r>
              <a:rPr kumimoji="0" lang="de-DE" sz="1400" b="0" i="1" u="none" strike="noStrike" kern="1200" cap="none" spc="0" normalizeH="0" baseline="0" noProof="0" err="1">
                <a:ln>
                  <a:noFill/>
                </a:ln>
                <a:solidFill>
                  <a:srgbClr val="181818"/>
                </a:solidFill>
                <a:effectLst/>
                <a:uLnTx/>
                <a:uFillTx/>
                <a:latin typeface="Aptos"/>
              </a:rPr>
              <a:t>programme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that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puts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network to </a:t>
            </a:r>
            <a:r>
              <a:rPr kumimoji="0" lang="de-DE" sz="1400" b="0" i="1" u="none" strike="noStrike" kern="1200" cap="none" spc="0" normalizeH="0" baseline="0" noProof="0" err="1">
                <a:ln>
                  <a:noFill/>
                </a:ln>
                <a:solidFill>
                  <a:srgbClr val="181818"/>
                </a:solidFill>
                <a:effectLst/>
                <a:uLnTx/>
                <a:uFillTx/>
                <a:latin typeface="Aptos"/>
              </a:rPr>
              <a:t>work</a:t>
            </a:r>
            <a:r>
              <a:rPr kumimoji="0" lang="de-DE" sz="1400" b="0" i="1" u="none" strike="noStrike" kern="1200" cap="none" spc="0" normalizeH="0" baseline="0" noProof="0">
                <a:ln>
                  <a:noFill/>
                </a:ln>
                <a:solidFill>
                  <a:srgbClr val="181818"/>
                </a:solidFill>
                <a:effectLst/>
                <a:uLnTx/>
                <a:uFillTx/>
                <a:latin typeface="Aptos"/>
              </a:rPr>
              <a:t> for </a:t>
            </a:r>
            <a:r>
              <a:rPr kumimoji="0" lang="de-DE" sz="1400" b="0" i="1" u="none" strike="noStrike" kern="1200" cap="none" spc="0" normalizeH="0" baseline="0" noProof="0" err="1">
                <a:ln>
                  <a:noFill/>
                </a:ln>
                <a:solidFill>
                  <a:srgbClr val="181818"/>
                </a:solidFill>
                <a:effectLst/>
                <a:uLnTx/>
                <a:uFillTx/>
                <a:latin typeface="Aptos"/>
              </a:rPr>
              <a:t>your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business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development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goals</a:t>
            </a:r>
            <a:r>
              <a:rPr kumimoji="0" lang="de-DE" sz="1400" b="0" i="1" u="none" strike="noStrike" kern="1200" cap="none" spc="0" normalizeH="0" baseline="0" noProof="0">
                <a:ln>
                  <a:noFill/>
                </a:ln>
                <a:solidFill>
                  <a:srgbClr val="181818"/>
                </a:solidFill>
                <a:effectLst/>
                <a:uLnTx/>
                <a:uFillTx/>
                <a:latin typeface="Aptos"/>
              </a:rPr>
              <a:t>. For </a:t>
            </a:r>
            <a:r>
              <a:rPr kumimoji="0" lang="de-DE" sz="1400" b="0" i="1" u="none" strike="noStrike" kern="1200" cap="none" spc="0" normalizeH="0" baseline="0" noProof="0" err="1">
                <a:ln>
                  <a:noFill/>
                </a:ln>
                <a:solidFill>
                  <a:srgbClr val="181818"/>
                </a:solidFill>
                <a:effectLst/>
                <a:uLnTx/>
                <a:uFillTx/>
                <a:latin typeface="Aptos"/>
              </a:rPr>
              <a:t>example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one</a:t>
            </a:r>
            <a:r>
              <a:rPr kumimoji="0" lang="de-DE" sz="1400" b="0" i="1" u="none" strike="noStrike" kern="1200" cap="none" spc="0" normalizeH="0" baseline="0" noProof="0">
                <a:ln>
                  <a:noFill/>
                </a:ln>
                <a:solidFill>
                  <a:srgbClr val="181818"/>
                </a:solidFill>
                <a:effectLst/>
                <a:uLnTx/>
                <a:uFillTx/>
                <a:latin typeface="Aptos"/>
              </a:rPr>
              <a:t> of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partners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recently</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secured</a:t>
            </a:r>
            <a:r>
              <a:rPr kumimoji="0" lang="de-DE" sz="1400" b="0" i="1" u="none" strike="noStrike" kern="1200" cap="none" spc="0" normalizeH="0" baseline="0" noProof="0">
                <a:ln>
                  <a:noFill/>
                </a:ln>
                <a:solidFill>
                  <a:srgbClr val="181818"/>
                </a:solidFill>
                <a:effectLst/>
                <a:uLnTx/>
                <a:uFillTx/>
                <a:latin typeface="Aptos"/>
              </a:rPr>
              <a:t> a </a:t>
            </a:r>
            <a:r>
              <a:rPr kumimoji="0" lang="de-DE" sz="1400" b="1" i="1" u="none" strike="noStrike" kern="1200" cap="none" spc="0" normalizeH="0" baseline="0" noProof="0">
                <a:ln>
                  <a:noFill/>
                </a:ln>
                <a:solidFill>
                  <a:srgbClr val="FF0000"/>
                </a:solidFill>
                <a:effectLst/>
                <a:uLnTx/>
                <a:uFillTx/>
                <a:latin typeface="Aptos"/>
              </a:rPr>
              <a:t>$130M </a:t>
            </a:r>
            <a:r>
              <a:rPr kumimoji="0" lang="de-DE" sz="1400" b="0" i="1" u="none" strike="noStrike" kern="1200" cap="none" spc="0" normalizeH="0" baseline="0" noProof="0" err="1">
                <a:ln>
                  <a:noFill/>
                </a:ln>
                <a:solidFill>
                  <a:srgbClr val="181818"/>
                </a:solidFill>
                <a:effectLst/>
                <a:uLnTx/>
                <a:uFillTx/>
                <a:latin typeface="Aptos"/>
              </a:rPr>
              <a:t>new</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business</a:t>
            </a:r>
            <a:r>
              <a:rPr kumimoji="0" lang="de-DE" sz="1400" b="0" i="1" u="none" strike="noStrike" kern="1200" cap="none" spc="0" normalizeH="0" baseline="0" noProof="0">
                <a:ln>
                  <a:noFill/>
                </a:ln>
                <a:solidFill>
                  <a:srgbClr val="181818"/>
                </a:solidFill>
                <a:effectLst/>
                <a:uLnTx/>
                <a:uFillTx/>
                <a:latin typeface="Aptos"/>
              </a:rPr>
              <a:t> deal as a </a:t>
            </a:r>
            <a:r>
              <a:rPr kumimoji="0" lang="de-DE" sz="1400" b="0" i="1" u="none" strike="noStrike" kern="1200" cap="none" spc="0" normalizeH="0" baseline="0" noProof="0" err="1">
                <a:ln>
                  <a:noFill/>
                </a:ln>
                <a:solidFill>
                  <a:srgbClr val="181818"/>
                </a:solidFill>
                <a:effectLst/>
                <a:uLnTx/>
                <a:uFillTx/>
                <a:latin typeface="Aptos"/>
              </a:rPr>
              <a:t>direct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result</a:t>
            </a:r>
            <a:r>
              <a:rPr kumimoji="0" lang="de-DE" sz="1400" b="0" i="1" u="none" strike="noStrike" kern="1200" cap="none" spc="0" normalizeH="0" baseline="0" noProof="0">
                <a:ln>
                  <a:noFill/>
                </a:ln>
                <a:solidFill>
                  <a:srgbClr val="181818"/>
                </a:solidFill>
                <a:effectLst/>
                <a:uLnTx/>
                <a:uFillTx/>
                <a:latin typeface="Aptos"/>
              </a:rPr>
              <a:t> of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strategic</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approach</a:t>
            </a:r>
            <a:r>
              <a:rPr lang="de-DE" sz="1400" i="1">
                <a:solidFill>
                  <a:srgbClr val="181818"/>
                </a:solidFill>
                <a:latin typeface="Aptos"/>
              </a:rPr>
              <a:t>."</a:t>
            </a:r>
            <a:endParaRPr kumimoji="0" lang="de-DE" sz="1400" b="0" i="1" u="none" strike="noStrike" kern="1200" cap="none" spc="0" normalizeH="0" baseline="0" noProof="0">
              <a:ln>
                <a:noFill/>
              </a:ln>
              <a:solidFill>
                <a:srgbClr val="181818"/>
              </a:solidFill>
              <a:effectLst/>
              <a:uLnTx/>
              <a:uFillTx/>
              <a:latin typeface="Aptos"/>
            </a:endParaRPr>
          </a:p>
          <a:p>
            <a:pPr marL="0" marR="0" lvl="0" indent="0" algn="l" defTabSz="914400" rtl="0" eaLnBrk="1" fontAlgn="t" latinLnBrk="0" hangingPunct="1">
              <a:lnSpc>
                <a:spcPct val="100000"/>
              </a:lnSpc>
              <a:spcBef>
                <a:spcPts val="0"/>
              </a:spcBef>
              <a:spcAft>
                <a:spcPts val="400"/>
              </a:spcAft>
              <a:buClrTx/>
              <a:buSzTx/>
              <a:buFontTx/>
              <a:buNone/>
              <a:tabLst/>
              <a:defRPr/>
            </a:pPr>
            <a:r>
              <a:rPr kumimoji="0" lang="de-DE" sz="1050" b="0" i="0" u="none" strike="noStrike" kern="1200" cap="none" spc="0" normalizeH="0" baseline="0" noProof="0">
                <a:ln>
                  <a:noFill/>
                </a:ln>
                <a:solidFill>
                  <a:srgbClr val="6B6B6B"/>
                </a:solidFill>
                <a:effectLst/>
                <a:uLnTx/>
                <a:uFillTx/>
                <a:latin typeface="Aptos"/>
              </a:rPr>
              <a:t>(Tech </a:t>
            </a:r>
            <a:r>
              <a:rPr kumimoji="0" lang="de-DE" sz="1050" b="0" i="0" u="none" strike="noStrike" kern="1200" cap="none" spc="0" normalizeH="0" baseline="0" noProof="0" err="1">
                <a:ln>
                  <a:noFill/>
                </a:ln>
                <a:solidFill>
                  <a:srgbClr val="6B6B6B"/>
                </a:solidFill>
                <a:effectLst/>
                <a:uLnTx/>
                <a:uFillTx/>
                <a:latin typeface="Aptos"/>
              </a:rPr>
              <a:t>company</a:t>
            </a:r>
            <a:r>
              <a:rPr kumimoji="0" lang="de-DE" sz="1050" b="0" i="0" u="none" strike="noStrike" kern="1200" cap="none" spc="0" normalizeH="0" baseline="0" noProof="0">
                <a:ln>
                  <a:noFill/>
                </a:ln>
                <a:solidFill>
                  <a:srgbClr val="6B6B6B"/>
                </a:solidFill>
                <a:effectLst/>
                <a:uLnTx/>
                <a:uFillTx/>
                <a:latin typeface="Aptos"/>
              </a:rPr>
              <a:t>, </a:t>
            </a:r>
            <a:r>
              <a:rPr kumimoji="0" lang="de-DE" sz="1050" b="0" i="0" u="none" strike="noStrike" kern="1200" cap="none" spc="0" normalizeH="0" baseline="0" noProof="0" err="1">
                <a:ln>
                  <a:noFill/>
                </a:ln>
                <a:solidFill>
                  <a:srgbClr val="6B6B6B"/>
                </a:solidFill>
                <a:effectLst/>
                <a:uLnTx/>
                <a:uFillTx/>
                <a:latin typeface="Aptos"/>
              </a:rPr>
              <a:t>Mclaren</a:t>
            </a:r>
            <a:r>
              <a:rPr kumimoji="0" lang="de-DE" sz="1050" b="0" i="0" u="none" strike="noStrike" kern="1200" cap="none" spc="0" normalizeH="0" baseline="0" noProof="0">
                <a:ln>
                  <a:noFill/>
                </a:ln>
                <a:solidFill>
                  <a:srgbClr val="6B6B6B"/>
                </a:solidFill>
                <a:effectLst/>
                <a:uLnTx/>
                <a:uFillTx/>
                <a:latin typeface="Aptos"/>
              </a:rPr>
              <a:t> Racing, 2025)</a:t>
            </a:r>
            <a:endParaRPr lang="de-DE" sz="1050" b="0" i="0" u="none" strike="noStrike" kern="1200" cap="none" spc="0" normalizeH="0" baseline="0" noProof="0">
              <a:ln>
                <a:noFill/>
              </a:ln>
              <a:solidFill>
                <a:srgbClr val="6B6B6B"/>
              </a:solidFill>
              <a:effectLst/>
              <a:uLnTx/>
              <a:uFillTx/>
              <a:latin typeface="Aptos"/>
            </a:endParaRPr>
          </a:p>
        </p:txBody>
      </p:sp>
      <p:sp>
        <p:nvSpPr>
          <p:cNvPr id="11" name="Rectangle 10">
            <a:extLst>
              <a:ext uri="{FF2B5EF4-FFF2-40B4-BE49-F238E27FC236}">
                <a16:creationId xmlns:a16="http://schemas.microsoft.com/office/drawing/2014/main" id="{BA05B47C-B077-EC35-997C-427EC94F6B9F}"/>
              </a:ext>
            </a:extLst>
          </p:cNvPr>
          <p:cNvSpPr/>
          <p:nvPr/>
        </p:nvSpPr>
        <p:spPr>
          <a:xfrm>
            <a:off x="554956" y="4120763"/>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14" name="TextBox 13">
            <a:extLst>
              <a:ext uri="{FF2B5EF4-FFF2-40B4-BE49-F238E27FC236}">
                <a16:creationId xmlns:a16="http://schemas.microsoft.com/office/drawing/2014/main" id="{36699D3C-9574-7FDA-0D43-F2D3A3070ED1}"/>
              </a:ext>
            </a:extLst>
          </p:cNvPr>
          <p:cNvSpPr txBox="1"/>
          <p:nvPr/>
        </p:nvSpPr>
        <p:spPr>
          <a:xfrm>
            <a:off x="554956" y="4277107"/>
            <a:ext cx="2624328" cy="1844736"/>
          </a:xfrm>
          <a:prstGeom prst="rect">
            <a:avLst/>
          </a:prstGeom>
          <a:noFill/>
        </p:spPr>
        <p:txBody>
          <a:bodyPr vert="horz" wrap="square" lIns="0" tIns="0" rIns="0" bIns="0" rtlCol="0">
            <a:spAutoFit/>
          </a:bodyPr>
          <a:lstStyle/>
          <a:p>
            <a:pPr marL="228600" marR="0" lvl="0" indent="-228600" algn="l" defTabSz="914400" rtl="0" eaLnBrk="1" fontAlgn="t" latinLnBrk="0" hangingPunct="1">
              <a:lnSpc>
                <a:spcPct val="104000"/>
              </a:lnSpc>
              <a:spcBef>
                <a:spcPts val="0"/>
              </a:spcBef>
              <a:spcAft>
                <a:spcPts val="900"/>
              </a:spcAft>
              <a:buClrTx/>
              <a:buSzTx/>
              <a:buFontTx/>
              <a:buAutoNum type="arabicPeriod"/>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Ecosystem strategy</a:t>
            </a: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228600" marR="0" lvl="0" indent="-228600" algn="l" defTabSz="914400" rtl="0" eaLnBrk="1" fontAlgn="t" latinLnBrk="0" hangingPunct="1">
              <a:lnSpc>
                <a:spcPct val="104000"/>
              </a:lnSpc>
              <a:spcBef>
                <a:spcPts val="0"/>
              </a:spcBef>
              <a:spcAft>
                <a:spcPts val="0"/>
              </a:spcAft>
              <a:buClrTx/>
              <a:buSzTx/>
              <a:buFontTx/>
              <a:buAutoNum type="arabicPeriod"/>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t" latinLnBrk="0" hangingPunct="1">
              <a:lnSpc>
                <a:spcPct val="104000"/>
              </a:lnSpc>
              <a:spcBef>
                <a:spcPts val="0"/>
              </a:spcBef>
              <a:spcAft>
                <a:spcPts val="0"/>
              </a:spcAft>
              <a:buClrTx/>
              <a:buSzTx/>
              <a:buFontTx/>
              <a:buNone/>
              <a:tabLst/>
              <a:defRPr/>
            </a:pPr>
            <a:r>
              <a:rPr kumimoji="0" lang="de-DE"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Quarterly review of your growth strategy with a dedicated team staff member, identifying opportunities from across our partner ecosystem, OEM relationships and extensive Senior Leadership and Advisory Team ‘black book’ contacts.</a:t>
            </a:r>
          </a:p>
          <a:p>
            <a:pPr marL="180000" marR="0" lvl="0" indent="-180000" algn="l" defTabSz="914400" rtl="0" eaLnBrk="1" fontAlgn="auto" latinLnBrk="0" hangingPunct="1">
              <a:lnSpc>
                <a:spcPct val="104000"/>
              </a:lnSpc>
              <a:spcBef>
                <a:spcPts val="0"/>
              </a:spcBef>
              <a:spcAft>
                <a:spcPts val="0"/>
              </a:spcAft>
              <a:buClr>
                <a:srgbClr val="D50029"/>
              </a:buClr>
              <a:buSzPct val="105000"/>
              <a:buFont typeface="Wingdings 3" panose="05040102010807070707" pitchFamily="18" charset="2"/>
              <a:buChar char="¬"/>
              <a:tabLst/>
              <a:defRPr/>
            </a:pPr>
            <a:endParaRPr kumimoji="0" lang="de-DE" sz="16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19" name="Rectangle 18">
            <a:extLst>
              <a:ext uri="{FF2B5EF4-FFF2-40B4-BE49-F238E27FC236}">
                <a16:creationId xmlns:a16="http://schemas.microsoft.com/office/drawing/2014/main" id="{4824AE82-69E1-233A-D8B3-1A342CDB6DE9}"/>
              </a:ext>
            </a:extLst>
          </p:cNvPr>
          <p:cNvSpPr/>
          <p:nvPr/>
        </p:nvSpPr>
        <p:spPr>
          <a:xfrm>
            <a:off x="3407884"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27" name="Rectangle 26">
            <a:extLst>
              <a:ext uri="{FF2B5EF4-FFF2-40B4-BE49-F238E27FC236}">
                <a16:creationId xmlns:a16="http://schemas.microsoft.com/office/drawing/2014/main" id="{FE67E9BC-4013-4B91-4934-90162586702F}"/>
              </a:ext>
            </a:extLst>
          </p:cNvPr>
          <p:cNvSpPr/>
          <p:nvPr/>
        </p:nvSpPr>
        <p:spPr>
          <a:xfrm>
            <a:off x="6260812"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33" name="Rectangle 32">
            <a:extLst>
              <a:ext uri="{FF2B5EF4-FFF2-40B4-BE49-F238E27FC236}">
                <a16:creationId xmlns:a16="http://schemas.microsoft.com/office/drawing/2014/main" id="{9D35087A-0A30-97A4-8C24-13A80EEFE8B8}"/>
              </a:ext>
            </a:extLst>
          </p:cNvPr>
          <p:cNvSpPr/>
          <p:nvPr/>
        </p:nvSpPr>
        <p:spPr>
          <a:xfrm>
            <a:off x="9113740"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38" name="TextBox 37">
            <a:extLst>
              <a:ext uri="{FF2B5EF4-FFF2-40B4-BE49-F238E27FC236}">
                <a16:creationId xmlns:a16="http://schemas.microsoft.com/office/drawing/2014/main" id="{AC1C1E52-DAA0-E46A-A531-59126166B3FE}"/>
              </a:ext>
            </a:extLst>
          </p:cNvPr>
          <p:cNvSpPr txBox="1"/>
          <p:nvPr/>
        </p:nvSpPr>
        <p:spPr>
          <a:xfrm>
            <a:off x="6608194" y="4277107"/>
            <a:ext cx="2624328" cy="196278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4000"/>
              </a:lnSpc>
              <a:spcBef>
                <a:spcPts val="0"/>
              </a:spcBef>
              <a:spcAft>
                <a:spcPts val="900"/>
              </a:spcAft>
              <a:buClr>
                <a:srgbClr val="D50029"/>
              </a:buClr>
              <a:buSzPct val="105000"/>
              <a:buFontTx/>
              <a:buNone/>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3. Contact </a:t>
            </a:r>
            <a:r>
              <a:rPr kumimoji="0" lang="de-DE" sz="1400" b="1" i="0" u="none" strike="noStrike" kern="1200" cap="none" spc="0" normalizeH="0" baseline="0" noProof="0" err="1">
                <a:ln>
                  <a:noFill/>
                </a:ln>
                <a:solidFill>
                  <a:srgbClr val="181818"/>
                </a:solidFill>
                <a:effectLst/>
                <a:uLnTx/>
                <a:uFillTx/>
                <a:latin typeface="MB Corpo S Text Office" panose="020B0004020202020204" pitchFamily="34" charset="0"/>
                <a:ea typeface="+mn-ea"/>
                <a:cs typeface="+mn-cs"/>
              </a:rPr>
              <a:t>made</a:t>
            </a: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300"/>
              </a:spcAft>
              <a:buClr>
                <a:srgbClr val="D50029"/>
              </a:buClr>
              <a:buSzPct val="105000"/>
              <a:buFontTx/>
              <a:buNone/>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Supporting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introductions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Direct</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meetings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Dinners/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Receptions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Partner Summits</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B2B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networking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events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Trackside</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hosting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races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HQ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tours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and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experiences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41" name="TextBox 40">
            <a:extLst>
              <a:ext uri="{FF2B5EF4-FFF2-40B4-BE49-F238E27FC236}">
                <a16:creationId xmlns:a16="http://schemas.microsoft.com/office/drawing/2014/main" id="{48243B6B-E0CE-3D52-72F6-61F1F88C3582}"/>
              </a:ext>
            </a:extLst>
          </p:cNvPr>
          <p:cNvSpPr txBox="1"/>
          <p:nvPr/>
        </p:nvSpPr>
        <p:spPr>
          <a:xfrm>
            <a:off x="9113740" y="4277107"/>
            <a:ext cx="2624328" cy="1595821"/>
          </a:xfrm>
          <a:prstGeom prst="rect">
            <a:avLst/>
          </a:prstGeom>
          <a:noFill/>
        </p:spPr>
        <p:txBody>
          <a:bodyPr vert="horz" wrap="square" lIns="0" tIns="0" rIns="0" bIns="0" rtlCol="0">
            <a:spAutoFit/>
          </a:bodyPr>
          <a:lstStyle/>
          <a:p>
            <a:pPr marL="0" marR="0" lvl="0" indent="0" algn="l" defTabSz="914400" rtl="0" eaLnBrk="1" fontAlgn="t" latinLnBrk="0" hangingPunct="1">
              <a:lnSpc>
                <a:spcPct val="104000"/>
              </a:lnSpc>
              <a:spcBef>
                <a:spcPts val="0"/>
              </a:spcBef>
              <a:spcAft>
                <a:spcPts val="900"/>
              </a:spcAft>
              <a:buClrTx/>
              <a:buSzTx/>
              <a:buFontTx/>
              <a:buNone/>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4. Contact review</a:t>
            </a:r>
          </a:p>
          <a:p>
            <a:pPr marL="0" marR="0" lvl="0" indent="0" algn="l" defTabSz="914400" rtl="0" eaLnBrk="1" fontAlgn="t" latinLnBrk="0" hangingPunct="1">
              <a:lnSpc>
                <a:spcPct val="104000"/>
              </a:lnSpc>
              <a:spcBef>
                <a:spcPts val="0"/>
              </a:spcBef>
              <a:spcAft>
                <a:spcPts val="0"/>
              </a:spcAft>
              <a:buClrTx/>
              <a:buSzTx/>
              <a:buFontTx/>
              <a:buNone/>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t" latinLnBrk="0" hangingPunct="1">
              <a:lnSpc>
                <a:spcPct val="104000"/>
              </a:lnSpc>
              <a:spcBef>
                <a:spcPts val="0"/>
              </a:spcBef>
              <a:spcAft>
                <a:spcPts val="0"/>
              </a:spcAft>
              <a:buClrTx/>
              <a:buSzTx/>
              <a:buFontTx/>
              <a:buNone/>
              <a:tabLst/>
              <a:defRPr/>
            </a:pPr>
            <a:r>
              <a:rPr kumimoji="0" lang="de-DE"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Checking in with your teams following each planned introduction to ensure all needs have been met, and setting up new introductions where required. Monthly status and progress reports can be provided.</a:t>
            </a:r>
          </a:p>
        </p:txBody>
      </p:sp>
      <p:sp>
        <p:nvSpPr>
          <p:cNvPr id="43" name="TextBox 42">
            <a:extLst>
              <a:ext uri="{FF2B5EF4-FFF2-40B4-BE49-F238E27FC236}">
                <a16:creationId xmlns:a16="http://schemas.microsoft.com/office/drawing/2014/main" id="{3C6C51B1-0B85-3458-2A6E-BE128639E7AD}"/>
              </a:ext>
            </a:extLst>
          </p:cNvPr>
          <p:cNvSpPr txBox="1"/>
          <p:nvPr/>
        </p:nvSpPr>
        <p:spPr>
          <a:xfrm>
            <a:off x="3463913" y="4277107"/>
            <a:ext cx="2624328" cy="1590756"/>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4000"/>
              </a:lnSpc>
              <a:spcBef>
                <a:spcPts val="0"/>
              </a:spcBef>
              <a:spcAft>
                <a:spcPts val="900"/>
              </a:spcAft>
              <a:buClr>
                <a:srgbClr val="D50029"/>
              </a:buClr>
              <a:buSzPct val="105000"/>
              <a:buFontTx/>
              <a:buNone/>
              <a:tabLst/>
              <a:defRPr/>
            </a:pPr>
            <a:r>
              <a:rPr kumimoji="0" lang="en-US"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2. Introduction planning</a:t>
            </a: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endParaRPr kumimoji="0" lang="en-US"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r>
              <a:rPr kumimoji="0" lang="en-US"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Identifying the specific target contacts (e.g. CEO, CFO, CTO) and best method of introduction (e.g. direct meetings, invitations to scheduled events), with background and briefing materials provided in advance.</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51" name="TextBox 50">
            <a:extLst>
              <a:ext uri="{FF2B5EF4-FFF2-40B4-BE49-F238E27FC236}">
                <a16:creationId xmlns:a16="http://schemas.microsoft.com/office/drawing/2014/main" id="{E0187669-6524-18EA-7CCD-EE8FB746F2EA}"/>
              </a:ext>
            </a:extLst>
          </p:cNvPr>
          <p:cNvSpPr txBox="1"/>
          <p:nvPr/>
        </p:nvSpPr>
        <p:spPr>
          <a:xfrm>
            <a:off x="789426" y="3050359"/>
            <a:ext cx="10808208" cy="428322"/>
          </a:xfrm>
          <a:prstGeom prst="rect">
            <a:avLst/>
          </a:prstGeom>
          <a:noFill/>
        </p:spPr>
        <p:txBody>
          <a:bodyPr vert="horz" wrap="square" lIns="0" tIns="0" rIns="0" bIns="0" rtlCol="0" anchor="t">
            <a:spAutoFit/>
          </a:bodyPr>
          <a:lstStyle/>
          <a:p>
            <a:pPr marL="0" marR="0" lvl="0" indent="0" algn="l" defTabSz="914400" rtl="0" eaLnBrk="1" fontAlgn="t" latinLnBrk="0" hangingPunct="1">
              <a:lnSpc>
                <a:spcPct val="100000"/>
              </a:lnSpc>
              <a:spcBef>
                <a:spcPts val="0"/>
              </a:spcBef>
              <a:spcAft>
                <a:spcPts val="400"/>
              </a:spcAft>
              <a:buClrTx/>
              <a:buSzTx/>
              <a:buFontTx/>
              <a:buNone/>
              <a:tabLst/>
              <a:defRPr/>
            </a:pPr>
            <a:r>
              <a:rPr lang="en-GB" sz="1400" i="1">
                <a:solidFill>
                  <a:srgbClr val="181818"/>
                </a:solidFill>
                <a:latin typeface="Aptos"/>
              </a:rPr>
              <a:t>"</a:t>
            </a:r>
            <a:r>
              <a:rPr kumimoji="0" lang="en-GB" sz="1400" b="0" i="1" u="none" strike="noStrike" kern="1200" cap="none" spc="0" normalizeH="0" baseline="0" noProof="0">
                <a:ln>
                  <a:noFill/>
                </a:ln>
                <a:solidFill>
                  <a:srgbClr val="181818"/>
                </a:solidFill>
                <a:effectLst/>
                <a:uLnTx/>
                <a:uFillTx/>
                <a:latin typeface="Aptos"/>
                <a:ea typeface="+mn-ea"/>
                <a:cs typeface="+mn-cs"/>
              </a:rPr>
              <a:t>From race activations alone, we’ve accelerated over </a:t>
            </a:r>
            <a:r>
              <a:rPr kumimoji="0" lang="en-GB" sz="1400" b="1" i="1" u="none" strike="noStrike" kern="1200" cap="none" spc="0" normalizeH="0" baseline="0" noProof="0">
                <a:ln>
                  <a:noFill/>
                </a:ln>
                <a:solidFill>
                  <a:srgbClr val="FF0000"/>
                </a:solidFill>
                <a:effectLst/>
                <a:uLnTx/>
                <a:uFillTx/>
                <a:latin typeface="Aptos"/>
                <a:ea typeface="+mn-ea"/>
                <a:cs typeface="+mn-cs"/>
              </a:rPr>
              <a:t>$300M</a:t>
            </a:r>
            <a:r>
              <a:rPr kumimoji="0" lang="en-GB" sz="1400" b="0" i="1" u="none" strike="noStrike" kern="1200" cap="none" spc="0" normalizeH="0" baseline="0" noProof="0">
                <a:ln>
                  <a:noFill/>
                </a:ln>
                <a:solidFill>
                  <a:srgbClr val="181818"/>
                </a:solidFill>
                <a:effectLst/>
                <a:uLnTx/>
                <a:uFillTx/>
                <a:latin typeface="Aptos"/>
                <a:ea typeface="+mn-ea"/>
                <a:cs typeface="+mn-cs"/>
              </a:rPr>
              <a:t> in revenue opportunity</a:t>
            </a:r>
            <a:r>
              <a:rPr lang="en-GB" sz="1400" i="1">
                <a:solidFill>
                  <a:srgbClr val="181818"/>
                </a:solidFill>
                <a:latin typeface="Aptos"/>
              </a:rPr>
              <a:t>."</a:t>
            </a:r>
            <a:endParaRPr kumimoji="0" lang="en-GB" sz="1400" b="0" i="1" u="none" strike="noStrike" kern="1200" cap="none" spc="0" normalizeH="0" baseline="0" noProof="0">
              <a:ln>
                <a:noFill/>
              </a:ln>
              <a:solidFill>
                <a:srgbClr val="181818"/>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6B6B6B"/>
                </a:solidFill>
                <a:effectLst/>
                <a:uLnTx/>
                <a:uFillTx/>
                <a:latin typeface="Aptos"/>
                <a:ea typeface="+mn-ea"/>
                <a:cs typeface="+mn-cs"/>
              </a:rPr>
              <a:t>(Tech company, Mercedes F1 Partner, 2025)</a:t>
            </a:r>
            <a:endParaRPr lang="en-GB" sz="1050" b="0" i="0" u="none" strike="noStrike" kern="1200" cap="none" spc="0" normalizeH="0" baseline="0" noProof="0">
              <a:ln>
                <a:noFill/>
              </a:ln>
              <a:solidFill>
                <a:srgbClr val="6B6B6B"/>
              </a:solidFill>
              <a:effectLst/>
              <a:uLnTx/>
              <a:uFillTx/>
              <a:latin typeface="Aptos"/>
            </a:endParaRPr>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sp>
        <p:nvSpPr>
          <p:cNvPr id="64" name="Rectangle 63">
            <a:extLst>
              <a:ext uri="{FF2B5EF4-FFF2-40B4-BE49-F238E27FC236}">
                <a16:creationId xmlns:a16="http://schemas.microsoft.com/office/drawing/2014/main" id="{58FFF237-60E9-3817-D6E8-29FE22DC8508}"/>
              </a:ext>
            </a:extLst>
          </p:cNvPr>
          <p:cNvSpPr/>
          <p:nvPr/>
        </p:nvSpPr>
        <p:spPr>
          <a:xfrm>
            <a:off x="8710417" y="4288313"/>
            <a:ext cx="45719" cy="2299539"/>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6" name="Rectangle 65">
            <a:extLst>
              <a:ext uri="{FF2B5EF4-FFF2-40B4-BE49-F238E27FC236}">
                <a16:creationId xmlns:a16="http://schemas.microsoft.com/office/drawing/2014/main" id="{04948D13-06E5-A976-18B3-CC3FB9C4690D}"/>
              </a:ext>
            </a:extLst>
          </p:cNvPr>
          <p:cNvSpPr/>
          <p:nvPr/>
        </p:nvSpPr>
        <p:spPr>
          <a:xfrm>
            <a:off x="3253152" y="4288313"/>
            <a:ext cx="45719" cy="2299539"/>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7" name="HPE quote rule">
            <a:extLst>
              <a:ext uri="{FF2B5EF4-FFF2-40B4-BE49-F238E27FC236}">
                <a16:creationId xmlns:a16="http://schemas.microsoft.com/office/drawing/2014/main" id="{DCD40E7C-3910-314D-D73B-0FCC9666DAC9}"/>
              </a:ext>
            </a:extLst>
          </p:cNvPr>
          <p:cNvSpPr/>
          <p:nvPr/>
        </p:nvSpPr>
        <p:spPr>
          <a:xfrm>
            <a:off x="580640" y="2907903"/>
            <a:ext cx="41148" cy="713232"/>
          </a:xfrm>
          <a:prstGeom prst="rect">
            <a:avLst/>
          </a:prstGeom>
          <a:solidFill>
            <a:schemeClr val="bg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Rectangle 1">
            <a:extLst>
              <a:ext uri="{FF2B5EF4-FFF2-40B4-BE49-F238E27FC236}">
                <a16:creationId xmlns:a16="http://schemas.microsoft.com/office/drawing/2014/main" id="{FB85FDC8-B92A-CC8E-5085-7F7397FBB4B3}"/>
              </a:ext>
            </a:extLst>
          </p:cNvPr>
          <p:cNvSpPr/>
          <p:nvPr/>
        </p:nvSpPr>
        <p:spPr>
          <a:xfrm>
            <a:off x="6256328" y="4288313"/>
            <a:ext cx="45719" cy="2299539"/>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A8CF88E1-2A60-CF7A-528B-84DC515A4216}"/>
              </a:ext>
            </a:extLst>
          </p:cNvPr>
          <p:cNvSpPr/>
          <p:nvPr/>
        </p:nvSpPr>
        <p:spPr>
          <a:xfrm>
            <a:off x="576069" y="1856892"/>
            <a:ext cx="45719" cy="64376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9869036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ABOUT EMERALD AI</a:t>
            </a:r>
            <a:endParaRPr lang="en-US"/>
          </a:p>
          <a:p>
            <a:pPr>
              <a:lnSpc>
                <a:spcPct val="150000"/>
              </a:lnSpc>
              <a:defRPr/>
            </a:pPr>
            <a:r>
              <a:rPr lang="en-GB" sz="1600" b="1" i="1">
                <a:solidFill>
                  <a:srgbClr val="333333"/>
                </a:solidFill>
                <a:latin typeface="Arial"/>
                <a:cs typeface="Arial"/>
              </a:rPr>
              <a:t>SIX QUESTIONS TO POINT US AT THE RIGHT TEAMS</a:t>
            </a:r>
            <a:endParaRPr lang="en-US"/>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graphicFrame>
        <p:nvGraphicFramePr>
          <p:cNvPr id="200" name="Questionnaire table"/>
          <p:cNvGraphicFramePr>
            <a:graphicFrameLocks noGrp="1"/>
          </p:cNvGraphicFramePr>
          <p:nvPr/>
        </p:nvGraphicFramePr>
        <p:xfrm>
          <a:off x="438912" y="1389888"/>
          <a:ext cx="11265408" cy="4370832"/>
        </p:xfrm>
        <a:graphic>
          <a:graphicData uri="http://schemas.openxmlformats.org/drawingml/2006/table">
            <a:tbl>
              <a:tblPr firstRow="1"/>
              <a:tblGrid>
                <a:gridCol w="384048"/>
                <a:gridCol w="5394960"/>
                <a:gridCol w="5486400"/>
              </a:tblGrid>
              <a:tr h="310896">
                <a:tc>
                  <a:txBody>
                    <a:bodyPr/>
                    <a:lstStyle/>
                    <a:p>
                      <a:pPr algn="ctr">
                        <a:lnSpc>
                          <a:spcPct val="100000"/>
                        </a:lnSpc>
                        <a:spcBef>
                          <a:spcPts val="0"/>
                        </a:spcBef>
                        <a:spcAft>
                          <a:spcPts val="0"/>
                        </a:spcAft>
                        <a:buNone/>
                      </a:pPr>
                      <a:r>
                        <a:rPr lang="en-US" sz="1000" b="1" i="0" dirty="0">
                          <a:solidFill>
                            <a:srgbClr val="FFFFFF"/>
                          </a:solidFill>
                          <a:latin typeface="Arial"/>
                          <a:cs typeface="Arial"/>
                        </a:rPr>
                        <a:t>#</a:t>
                      </a:r>
                      <a:endParaRPr lang="en-US" sz="1100"/>
                    </a:p>
                  </a:txBody>
                  <a:tcPr marL="73152" marR="73152" marT="45720" marB="45720" anchor="ctr">
                    <a:lnL w="0">
                      <a:noFill/>
                    </a:lnL>
                    <a:lnR w="0">
                      <a:noFill/>
                    </a:lnR>
                    <a:lnT w="0">
                      <a:noFill/>
                    </a:lnT>
                    <a:lnB w="0">
                      <a:noFill/>
                    </a:lnB>
                    <a:solidFill>
                      <a:srgbClr val="181818"/>
                    </a:solidFill>
                  </a:tcPr>
                </a:tc>
                <a:tc>
                  <a:txBody>
                    <a:bodyPr/>
                    <a:lstStyle/>
                    <a:p>
                      <a:pPr algn="l">
                        <a:lnSpc>
                          <a:spcPct val="100000"/>
                        </a:lnSpc>
                        <a:spcBef>
                          <a:spcPts val="0"/>
                        </a:spcBef>
                        <a:spcAft>
                          <a:spcPts val="0"/>
                        </a:spcAft>
                        <a:buNone/>
                      </a:pPr>
                      <a:r>
                        <a:rPr lang="en-US" sz="1000" b="1" i="0" dirty="0">
                          <a:solidFill>
                            <a:srgbClr val="FFFFFF"/>
                          </a:solidFill>
                          <a:latin typeface="Arial"/>
                          <a:cs typeface="Arial"/>
                        </a:rPr>
                        <a:t>QUESTION</a:t>
                      </a:r>
                      <a:endParaRPr lang="en-US" sz="1100"/>
                    </a:p>
                  </a:txBody>
                  <a:tcPr marL="73152" marR="73152" marT="45720" marB="45720" anchor="ctr">
                    <a:lnL w="0">
                      <a:noFill/>
                    </a:lnL>
                    <a:lnR w="0">
                      <a:noFill/>
                    </a:lnR>
                    <a:lnT w="0">
                      <a:noFill/>
                    </a:lnT>
                    <a:lnB w="0">
                      <a:noFill/>
                    </a:lnB>
                    <a:solidFill>
                      <a:srgbClr val="181818"/>
                    </a:solidFill>
                  </a:tcPr>
                </a:tc>
                <a:tc>
                  <a:txBody>
                    <a:bodyPr/>
                    <a:lstStyle/>
                    <a:p>
                      <a:pPr algn="l">
                        <a:lnSpc>
                          <a:spcPct val="100000"/>
                        </a:lnSpc>
                        <a:spcBef>
                          <a:spcPts val="0"/>
                        </a:spcBef>
                        <a:spcAft>
                          <a:spcPts val="0"/>
                        </a:spcAft>
                        <a:buNone/>
                      </a:pPr>
                      <a:r>
                        <a:rPr lang="en-US" sz="1000" b="1" i="0" dirty="0">
                          <a:solidFill>
                            <a:srgbClr val="FFFFFF"/>
                          </a:solidFill>
                          <a:latin typeface="Arial"/>
                          <a:cs typeface="Arial"/>
                        </a:rPr>
                        <a:t>YOUR ANSWER  (bullet points are perfect)</a:t>
                      </a:r>
                      <a:endParaRPr lang="en-US" sz="1100"/>
                    </a:p>
                  </a:txBody>
                  <a:tcPr marL="73152" marR="73152" marT="45720" marB="45720" anchor="ctr">
                    <a:lnL w="0">
                      <a:noFill/>
                    </a:lnL>
                    <a:lnR w="0">
                      <a:noFill/>
                    </a:lnR>
                    <a:lnT w="0">
                      <a:noFill/>
                    </a:lnT>
                    <a:lnB w="0">
                      <a:noFill/>
                    </a:lnB>
                    <a:solidFill>
                      <a:srgbClr val="181818"/>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1</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PROBLEM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What is the one thing Formula 1 has to fix for Emerald AI?</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more time with C-suite buyers, or getting utility, cloud and customer in one room</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2</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ROOM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Which 10 companies or people would you most want to host in year one?</a:t>
                      </a:r>
                      <a:endParaRPr lang="en-US" sz="1200"/>
                    </a:p>
                    <a:p>
                      <a:pPr algn="l">
                        <a:lnSpc>
                          <a:spcPct val="100000"/>
                        </a:lnSpc>
                        <a:spcBef>
                          <a:spcPts val="0"/>
                        </a:spcBef>
                        <a:spcAft>
                          <a:spcPts val="0"/>
                        </a:spcAft>
                        <a:buNone/>
                      </a:pPr>
                      <a:r>
                        <a:rPr lang="en-US" sz="950" b="0" i="1" dirty="0">
                          <a:solidFill>
                            <a:srgbClr val="5F6368"/>
                          </a:solidFill>
                          <a:latin typeface="Arial"/>
                          <a:cs typeface="Arial"/>
                        </a:rPr>
                        <a:t>Names are best. Otherwise: hyperscalers, neoclouds, utilities, regulators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3</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MAP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Which markets matter most over the next two years?</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US, Middle East, Japan, Europe, plus any races that fit your CEO's travel</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4</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SCORECARD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In 12 months, what result tells you this worked?</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pipeline created, meetings with target accounts, deals signed</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5</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BUDGET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What annual budget range, and for how many years?</a:t>
                      </a:r>
                      <a:endParaRPr lang="en-US" sz="1200"/>
                    </a:p>
                    <a:p>
                      <a:pPr algn="l">
                        <a:lnSpc>
                          <a:spcPct val="100000"/>
                        </a:lnSpc>
                        <a:spcBef>
                          <a:spcPts val="0"/>
                        </a:spcBef>
                        <a:spcAft>
                          <a:spcPts val="0"/>
                        </a:spcAft>
                        <a:buNone/>
                      </a:pPr>
                      <a:r>
                        <a:rPr lang="en-US" sz="950" b="0" i="1" dirty="0">
                          <a:solidFill>
                            <a:srgbClr val="5F6368"/>
                          </a:solidFill>
                          <a:latin typeface="Arial"/>
                          <a:cs typeface="Arial"/>
                        </a:rPr>
                        <a:t>Rights only. Activation usually adds about the same again on top</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ctr">
                        <a:lnSpc>
                          <a:spcPct val="100000"/>
                        </a:lnSpc>
                        <a:spcBef>
                          <a:spcPts val="0"/>
                        </a:spcBef>
                        <a:spcAft>
                          <a:spcPts val="0"/>
                        </a:spcAft>
                        <a:buNone/>
                      </a:pPr>
                      <a:r>
                        <a:rPr lang="en-US" sz="1600" b="1" i="0" dirty="0">
                          <a:solidFill>
                            <a:srgbClr val="FF0000"/>
                          </a:solidFill>
                          <a:latin typeface="Arial"/>
                          <a:cs typeface="Arial"/>
                        </a:rPr>
                        <a:t>6</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THE TIMING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When does your board decide, and when do you want to launch?</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season start in March 2027, or a statement race like Miami</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bl>
          </a:graphicData>
        </a:graphic>
      </p:graphicFrame>
      <p:sp>
        <p:nvSpPr>
          <p:cNvPr id="201" name="Footnote"/>
          <p:cNvSpPr txBox="1"/>
          <p:nvPr/>
        </p:nvSpPr>
        <p:spPr>
          <a:xfrm>
            <a:off x="438912" y="5897880"/>
            <a:ext cx="11265408" cy="2286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950" b="0" i="1" dirty="0">
                <a:solidFill>
                  <a:srgbClr val="5F6368"/>
                </a:solidFill>
                <a:latin typeface="Arial"/>
                <a:cs typeface="Arial"/>
              </a:rPr>
              <a:t>No wrong answers and no commitment. Rough thinking is more useful to us than polished answers.</a:t>
            </a:r>
            <a:endParaRPr lang="en-US" sz="1100"/>
          </a:p>
        </p:txBody>
      </p:sp>
    </p:spTree>
    <p:extLst>
      <p:ext uri="{BB962C8B-B14F-4D97-AF65-F5344CB8AC3E}">
        <p14:creationId xmlns:p14="http://schemas.microsoft.com/office/powerpoint/2010/main" val="298690361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WHAT THE PARTNERSHIP SHOULD DO</a:t>
            </a:r>
            <a:endParaRPr lang="en-US"/>
          </a:p>
          <a:p>
            <a:pPr>
              <a:lnSpc>
                <a:spcPct val="150000"/>
              </a:lnSpc>
              <a:defRPr/>
            </a:pPr>
            <a:r>
              <a:rPr lang="en-GB" sz="1600" b="1" i="1">
                <a:solidFill>
                  <a:srgbClr val="333333"/>
                </a:solidFill>
                <a:latin typeface="Arial"/>
                <a:cs typeface="Arial"/>
              </a:rPr>
              <a:t>TELL US WHAT MATTERS MOST</a:t>
            </a:r>
            <a:endParaRPr lang="en-US"/>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graphicFrame>
        <p:nvGraphicFramePr>
          <p:cNvPr id="300" name="Rights priority table"/>
          <p:cNvGraphicFramePr>
            <a:graphicFrameLocks noGrp="1"/>
          </p:cNvGraphicFramePr>
          <p:nvPr/>
        </p:nvGraphicFramePr>
        <p:xfrm>
          <a:off x="438912" y="1389888"/>
          <a:ext cx="6126480" cy="4498848"/>
        </p:xfrm>
        <a:graphic>
          <a:graphicData uri="http://schemas.openxmlformats.org/drawingml/2006/table">
            <a:tbl>
              <a:tblPr firstRow="1"/>
              <a:tblGrid>
                <a:gridCol w="3246120"/>
                <a:gridCol w="960120"/>
                <a:gridCol w="960120"/>
                <a:gridCol w="960120"/>
              </a:tblGrid>
              <a:tr h="438912">
                <a:tc>
                  <a:txBody>
                    <a:bodyPr/>
                    <a:lstStyle/>
                    <a:p>
                      <a:pPr algn="l">
                        <a:lnSpc>
                          <a:spcPct val="100000"/>
                        </a:lnSpc>
                        <a:spcBef>
                          <a:spcPts val="0"/>
                        </a:spcBef>
                        <a:spcAft>
                          <a:spcPts val="0"/>
                        </a:spcAft>
                        <a:buNone/>
                      </a:pPr>
                      <a:r>
                        <a:rPr lang="en-US" sz="1000" b="1" i="0" dirty="0">
                          <a:solidFill>
                            <a:srgbClr val="FFFFFF"/>
                          </a:solidFill>
                          <a:latin typeface="Arial"/>
                          <a:cs typeface="Arial"/>
                        </a:rPr>
                        <a:t>WHAT YOU WANT FROM IT</a:t>
                      </a:r>
                      <a:endParaRPr lang="en-US" sz="1100"/>
                    </a:p>
                  </a:txBody>
                  <a:tcPr marL="73152" marR="7315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900" b="1" i="0" dirty="0">
                          <a:solidFill>
                            <a:srgbClr val="FFFFFF"/>
                          </a:solidFill>
                          <a:latin typeface="Arial"/>
                          <a:cs typeface="Arial"/>
                        </a:rPr>
                        <a:t>MUST HAVE</a:t>
                      </a:r>
                      <a:endParaRPr lang="en-US" sz="1100"/>
                    </a:p>
                  </a:txBody>
                  <a:tcPr marL="27432" marR="2743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900" b="1" i="0" dirty="0">
                          <a:solidFill>
                            <a:srgbClr val="FFFFFF"/>
                          </a:solidFill>
                          <a:latin typeface="Arial"/>
                          <a:cs typeface="Arial"/>
                        </a:rPr>
                        <a:t>IMPORTANT</a:t>
                      </a:r>
                      <a:endParaRPr lang="en-US" sz="1100"/>
                    </a:p>
                  </a:txBody>
                  <a:tcPr marL="27432" marR="2743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900" b="1" i="0" dirty="0">
                          <a:solidFill>
                            <a:srgbClr val="FFFFFF"/>
                          </a:solidFill>
                          <a:latin typeface="Arial"/>
                          <a:cs typeface="Arial"/>
                        </a:rPr>
                        <a:t>NICE TO HAVE</a:t>
                      </a:r>
                      <a:endParaRPr lang="en-US" sz="1100"/>
                    </a:p>
                  </a:txBody>
                  <a:tcPr marL="27432" marR="27432" marT="45720" marB="45720" anchor="ctr">
                    <a:lnL w="0">
                      <a:noFill/>
                    </a:lnL>
                    <a:lnR w="0">
                      <a:noFill/>
                    </a:lnR>
                    <a:lnT w="0">
                      <a:noFill/>
                    </a:lnT>
                    <a:lnB w="0">
                      <a:noFill/>
                    </a:lnB>
                    <a:solidFill>
                      <a:srgbClr val="181818"/>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Hospitality &amp; race experiences</a:t>
                      </a:r>
                      <a:endParaRPr lang="en-US" sz="1200"/>
                    </a:p>
                    <a:p>
                      <a:pPr algn="l">
                        <a:lnSpc>
                          <a:spcPct val="100000"/>
                        </a:lnSpc>
                        <a:spcBef>
                          <a:spcPts val="0"/>
                        </a:spcBef>
                        <a:spcAft>
                          <a:spcPts val="0"/>
                        </a:spcAft>
                        <a:buNone/>
                      </a:pPr>
                      <a:r>
                        <a:rPr lang="en-US" sz="950" b="0" i="1" dirty="0">
                          <a:solidFill>
                            <a:srgbClr val="5F6368"/>
                          </a:solidFill>
                          <a:latin typeface="Arial"/>
                          <a:cs typeface="Arial"/>
                        </a:rPr>
                        <a:t>Paddock Club, team garage, factory visits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Business network</a:t>
                      </a:r>
                      <a:endParaRPr lang="en-US" sz="1200"/>
                    </a:p>
                    <a:p>
                      <a:pPr algn="l">
                        <a:lnSpc>
                          <a:spcPct val="100000"/>
                        </a:lnSpc>
                        <a:spcBef>
                          <a:spcPts val="0"/>
                        </a:spcBef>
                        <a:spcAft>
                          <a:spcPts val="0"/>
                        </a:spcAft>
                        <a:buNone/>
                      </a:pPr>
                      <a:r>
                        <a:rPr lang="en-US" sz="950" b="0" i="1" dirty="0">
                          <a:solidFill>
                            <a:srgbClr val="5F6368"/>
                          </a:solidFill>
                          <a:latin typeface="Arial"/>
                          <a:cs typeface="Arial"/>
                        </a:rPr>
                        <a:t>Intros to the team's partners, partner summits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Leadership platform</a:t>
                      </a:r>
                      <a:endParaRPr lang="en-US" sz="1200"/>
                    </a:p>
                    <a:p>
                      <a:pPr algn="l">
                        <a:lnSpc>
                          <a:spcPct val="100000"/>
                        </a:lnSpc>
                        <a:spcBef>
                          <a:spcPts val="0"/>
                        </a:spcBef>
                        <a:spcAft>
                          <a:spcPts val="0"/>
                        </a:spcAft>
                        <a:buNone/>
                      </a:pPr>
                      <a:r>
                        <a:rPr lang="en-US" sz="950" b="0" i="1" dirty="0">
                          <a:solidFill>
                            <a:srgbClr val="5F6368"/>
                          </a:solidFill>
                          <a:latin typeface="Arial"/>
                          <a:cs typeface="Arial"/>
                        </a:rPr>
                        <a:t>Your CEO on stage at team or partner events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Technology collaboration</a:t>
                      </a:r>
                      <a:endParaRPr lang="en-US" sz="1200"/>
                    </a:p>
                    <a:p>
                      <a:pPr algn="l">
                        <a:lnSpc>
                          <a:spcPct val="100000"/>
                        </a:lnSpc>
                        <a:spcBef>
                          <a:spcPts val="0"/>
                        </a:spcBef>
                        <a:spcAft>
                          <a:spcPts val="0"/>
                        </a:spcAft>
                        <a:buNone/>
                      </a:pPr>
                      <a:r>
                        <a:rPr lang="en-US" sz="950" b="0" i="1" dirty="0">
                          <a:solidFill>
                            <a:srgbClr val="5F6368"/>
                          </a:solidFill>
                          <a:latin typeface="Arial"/>
                          <a:cs typeface="Arial"/>
                        </a:rPr>
                        <a:t>Emerald AI working inside the team, joint case study</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Brand visibility</a:t>
                      </a:r>
                      <a:endParaRPr lang="en-US" sz="1200"/>
                    </a:p>
                    <a:p>
                      <a:pPr algn="l">
                        <a:lnSpc>
                          <a:spcPct val="100000"/>
                        </a:lnSpc>
                        <a:spcBef>
                          <a:spcPts val="0"/>
                        </a:spcBef>
                        <a:spcAft>
                          <a:spcPts val="0"/>
                        </a:spcAft>
                        <a:buNone/>
                      </a:pPr>
                      <a:r>
                        <a:rPr lang="en-US" sz="950" b="0" i="1" dirty="0">
                          <a:solidFill>
                            <a:srgbClr val="5F6368"/>
                          </a:solidFill>
                          <a:latin typeface="Arial"/>
                          <a:cs typeface="Arial"/>
                        </a:rPr>
                        <a:t>Name on car, kit and team assets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676656">
                <a:tc>
                  <a:txBody>
                    <a:bodyPr/>
                    <a:lstStyle/>
                    <a:p>
                      <a:pPr algn="l">
                        <a:lnSpc>
                          <a:spcPct val="100000"/>
                        </a:lnSpc>
                        <a:spcBef>
                          <a:spcPts val="0"/>
                        </a:spcBef>
                        <a:spcAft>
                          <a:spcPts val="200"/>
                        </a:spcAft>
                        <a:buNone/>
                      </a:pPr>
                      <a:r>
                        <a:rPr lang="en-US" sz="1200" b="1" i="0" dirty="0">
                          <a:solidFill>
                            <a:srgbClr val="181818"/>
                          </a:solidFill>
                          <a:latin typeface="Arial"/>
                          <a:cs typeface="Arial"/>
                        </a:rPr>
                        <a:t>Content &amp; social</a:t>
                      </a:r>
                      <a:endParaRPr lang="en-US" sz="1200"/>
                    </a:p>
                    <a:p>
                      <a:pPr algn="l">
                        <a:lnSpc>
                          <a:spcPct val="100000"/>
                        </a:lnSpc>
                        <a:spcBef>
                          <a:spcPts val="0"/>
                        </a:spcBef>
                        <a:spcAft>
                          <a:spcPts val="0"/>
                        </a:spcAft>
                        <a:buNone/>
                      </a:pPr>
                      <a:r>
                        <a:rPr lang="en-US" sz="950" b="0" i="1" dirty="0">
                          <a:solidFill>
                            <a:srgbClr val="5F6368"/>
                          </a:solidFill>
                          <a:latin typeface="Arial"/>
                          <a:cs typeface="Arial"/>
                        </a:rPr>
                        <a:t>Team and driver channels, digital storytelling</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8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bl>
          </a:graphicData>
        </a:graphic>
      </p:graphicFrame>
      <p:sp>
        <p:nvSpPr>
          <p:cNvPr id="301" name="Rights note"/>
          <p:cNvSpPr txBox="1"/>
          <p:nvPr/>
        </p:nvSpPr>
        <p:spPr>
          <a:xfrm>
            <a:off x="438912" y="5980176"/>
            <a:ext cx="6126480" cy="27432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950" b="0" i="1" dirty="0">
                <a:solidFill>
                  <a:srgbClr val="5F6368"/>
                </a:solidFill>
                <a:latin typeface="Arial"/>
                <a:cs typeface="Arial"/>
              </a:rPr>
              <a:t>One tick per row. If everything is a must have, nothing is.</a:t>
            </a:r>
            <a:endParaRPr lang="en-US" sz="1100"/>
          </a:p>
        </p:txBody>
      </p:sp>
      <p:sp>
        <p:nvSpPr>
          <p:cNvPr id="310" name="Quick calls label"/>
          <p:cNvSpPr txBox="1"/>
          <p:nvPr/>
        </p:nvSpPr>
        <p:spPr>
          <a:xfrm>
            <a:off x="6885432" y="1389888"/>
            <a:ext cx="4818888" cy="27432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000" b="1" i="0" dirty="0">
                <a:solidFill>
                  <a:srgbClr val="FF0000"/>
                </a:solidFill>
                <a:latin typeface="Arial"/>
                <a:cs typeface="Arial"/>
              </a:rPr>
              <a:t>QUICK CALLS  (tick one)</a:t>
            </a:r>
            <a:endParaRPr lang="en-US" sz="1100"/>
          </a:p>
        </p:txBody>
      </p:sp>
      <p:sp>
        <p:nvSpPr>
          <p:cNvPr id="311" name="Quick call Tech family"/>
          <p:cNvSpPr/>
          <p:nvPr/>
        </p:nvSpPr>
        <p:spPr>
          <a:xfrm>
            <a:off x="6885432" y="1719072"/>
            <a:ext cx="4818888" cy="749808"/>
          </a:xfrm>
          <a:prstGeom prst="roundRect">
            <a:avLst>
              <a:gd name="adj" fmla="val 6000"/>
            </a:avLst>
          </a:prstGeom>
          <a:solidFill>
            <a:srgbClr val="F4F5F6"/>
          </a:solidFill>
          <a:ln>
            <a:noFill/>
          </a:ln>
        </p:spPr>
        <p:txBody>
          <a:bodyPr wrap="square" lIns="109728" tIns="82296" rIns="109728" bIns="64008" anchor="t">
            <a:noAutofit/>
          </a:bodyPr>
          <a:lstStyle/>
          <a:p>
            <a:pPr algn="l">
              <a:lnSpc>
                <a:spcPct val="100000"/>
              </a:lnSpc>
              <a:spcBef>
                <a:spcPts val="0"/>
              </a:spcBef>
              <a:spcAft>
                <a:spcPts val="300"/>
              </a:spcAft>
              <a:buNone/>
            </a:pPr>
            <a:r>
              <a:rPr lang="en-US" sz="1150" b="1" i="0" dirty="0">
                <a:solidFill>
                  <a:srgbClr val="181818"/>
                </a:solidFill>
                <a:latin typeface="Arial"/>
                <a:cs typeface="Arial"/>
              </a:rPr>
              <a:t>Tech family</a:t>
            </a:r>
            <a:endParaRPr lang="en-US" sz="11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Join an established one (e.g. Mercedes, McLaren)</a:t>
            </a:r>
            <a:endParaRPr lang="en-US" sz="10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Lead the tech story at a team still building one (e.g. Audi)</a:t>
            </a:r>
            <a:endParaRPr lang="en-US" sz="1050"/>
          </a:p>
        </p:txBody>
      </p:sp>
      <p:sp>
        <p:nvSpPr>
          <p:cNvPr id="312" name="Quick call Visibility"/>
          <p:cNvSpPr/>
          <p:nvPr/>
        </p:nvSpPr>
        <p:spPr>
          <a:xfrm>
            <a:off x="6885432" y="2578608"/>
            <a:ext cx="4818888" cy="749808"/>
          </a:xfrm>
          <a:prstGeom prst="roundRect">
            <a:avLst>
              <a:gd name="adj" fmla="val 6000"/>
            </a:avLst>
          </a:prstGeom>
          <a:solidFill>
            <a:srgbClr val="F4F5F6"/>
          </a:solidFill>
          <a:ln>
            <a:noFill/>
          </a:ln>
        </p:spPr>
        <p:txBody>
          <a:bodyPr wrap="square" lIns="109728" tIns="82296" rIns="109728" bIns="64008" anchor="t">
            <a:noAutofit/>
          </a:bodyPr>
          <a:lstStyle/>
          <a:p>
            <a:pPr algn="l">
              <a:lnSpc>
                <a:spcPct val="100000"/>
              </a:lnSpc>
              <a:spcBef>
                <a:spcPts val="0"/>
              </a:spcBef>
              <a:spcAft>
                <a:spcPts val="300"/>
              </a:spcAft>
              <a:buNone/>
            </a:pPr>
            <a:r>
              <a:rPr lang="en-US" sz="1150" b="1" i="0" dirty="0">
                <a:solidFill>
                  <a:srgbClr val="181818"/>
                </a:solidFill>
                <a:latin typeface="Arial"/>
                <a:cs typeface="Arial"/>
              </a:rPr>
              <a:t>Visibility</a:t>
            </a:r>
            <a:endParaRPr lang="en-US" sz="11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Visible: name on the car</a:t>
            </a:r>
            <a:endParaRPr lang="en-US" sz="10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Invisible: full access, no branding</a:t>
            </a:r>
            <a:endParaRPr lang="en-US" sz="1050"/>
          </a:p>
        </p:txBody>
      </p:sp>
      <p:sp>
        <p:nvSpPr>
          <p:cNvPr id="313" name="Quick call Story"/>
          <p:cNvSpPr/>
          <p:nvPr/>
        </p:nvSpPr>
        <p:spPr>
          <a:xfrm>
            <a:off x="6885432" y="3438144"/>
            <a:ext cx="4818888" cy="749808"/>
          </a:xfrm>
          <a:prstGeom prst="roundRect">
            <a:avLst>
              <a:gd name="adj" fmla="val 6000"/>
            </a:avLst>
          </a:prstGeom>
          <a:solidFill>
            <a:srgbClr val="F4F5F6"/>
          </a:solidFill>
          <a:ln>
            <a:noFill/>
          </a:ln>
        </p:spPr>
        <p:txBody>
          <a:bodyPr wrap="square" lIns="109728" tIns="82296" rIns="109728" bIns="64008" anchor="t">
            <a:noAutofit/>
          </a:bodyPr>
          <a:lstStyle/>
          <a:p>
            <a:pPr algn="l">
              <a:lnSpc>
                <a:spcPct val="100000"/>
              </a:lnSpc>
              <a:spcBef>
                <a:spcPts val="0"/>
              </a:spcBef>
              <a:spcAft>
                <a:spcPts val="300"/>
              </a:spcAft>
              <a:buNone/>
            </a:pPr>
            <a:r>
              <a:rPr lang="en-US" sz="1150" b="1" i="0" dirty="0">
                <a:solidFill>
                  <a:srgbClr val="181818"/>
                </a:solidFill>
                <a:latin typeface="Arial"/>
                <a:cs typeface="Arial"/>
              </a:rPr>
              <a:t>Story</a:t>
            </a:r>
            <a:endParaRPr lang="en-US" sz="11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Team: the technology story</a:t>
            </a:r>
            <a:endParaRPr lang="en-US" sz="10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Driver: the human story</a:t>
            </a:r>
            <a:endParaRPr lang="en-US" sz="1050"/>
          </a:p>
        </p:txBody>
      </p:sp>
      <p:sp>
        <p:nvSpPr>
          <p:cNvPr id="314" name="Quick call Product fit"/>
          <p:cNvSpPr/>
          <p:nvPr/>
        </p:nvSpPr>
        <p:spPr>
          <a:xfrm>
            <a:off x="6885432" y="4297680"/>
            <a:ext cx="4818888" cy="749808"/>
          </a:xfrm>
          <a:prstGeom prst="roundRect">
            <a:avLst>
              <a:gd name="adj" fmla="val 6000"/>
            </a:avLst>
          </a:prstGeom>
          <a:solidFill>
            <a:srgbClr val="F4F5F6"/>
          </a:solidFill>
          <a:ln>
            <a:noFill/>
          </a:ln>
        </p:spPr>
        <p:txBody>
          <a:bodyPr wrap="square" lIns="109728" tIns="82296" rIns="109728" bIns="64008" anchor="t">
            <a:noAutofit/>
          </a:bodyPr>
          <a:lstStyle/>
          <a:p>
            <a:pPr algn="l">
              <a:lnSpc>
                <a:spcPct val="100000"/>
              </a:lnSpc>
              <a:spcBef>
                <a:spcPts val="0"/>
              </a:spcBef>
              <a:spcAft>
                <a:spcPts val="300"/>
              </a:spcAft>
              <a:buNone/>
            </a:pPr>
            <a:r>
              <a:rPr lang="en-US" sz="1150" b="1" i="0" dirty="0">
                <a:solidFill>
                  <a:srgbClr val="181818"/>
                </a:solidFill>
                <a:latin typeface="Arial"/>
                <a:cs typeface="Arial"/>
              </a:rPr>
              <a:t>Product fit</a:t>
            </a:r>
            <a:endParaRPr lang="en-US" sz="11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Open to Emerald AI running in a team's own data center</a:t>
            </a:r>
            <a:endParaRPr lang="en-US" sz="1050"/>
          </a:p>
          <a:p>
            <a:pPr algn="l">
              <a:lnSpc>
                <a:spcPct val="100000"/>
              </a:lnSpc>
              <a:spcBef>
                <a:spcPts val="0"/>
              </a:spcBef>
              <a:spcAft>
                <a:spcPts val="100"/>
              </a:spcAft>
              <a:buNone/>
            </a:pPr>
            <a:r>
              <a:rPr lang="en-US" sz="1100" b="0" i="0" dirty="0">
                <a:solidFill>
                  <a:srgbClr val="5F6368"/>
                </a:solidFill>
                <a:latin typeface="Arial"/>
                <a:cs typeface="Arial"/>
              </a:rPr>
              <a:t>☐  </a:t>
            </a:r>
            <a:r>
              <a:rPr lang="en-US" sz="1050" b="0" i="0" dirty="0">
                <a:solidFill>
                  <a:srgbClr val="181818"/>
                </a:solidFill>
                <a:latin typeface="Arial"/>
                <a:cs typeface="Arial"/>
              </a:rPr>
              <a:t>Not for now</a:t>
            </a:r>
            <a:endParaRPr lang="en-US" sz="1050"/>
          </a:p>
        </p:txBody>
      </p:sp>
      <p:sp>
        <p:nvSpPr>
          <p:cNvPr id="315" name="Landscape ask"/>
          <p:cNvSpPr/>
          <p:nvPr/>
        </p:nvSpPr>
        <p:spPr>
          <a:xfrm>
            <a:off x="6885432" y="5157216"/>
            <a:ext cx="4818888" cy="731520"/>
          </a:xfrm>
          <a:prstGeom prst="roundRect">
            <a:avLst>
              <a:gd name="adj" fmla="val 6000"/>
            </a:avLst>
          </a:prstGeom>
          <a:solidFill>
            <a:srgbClr val="FFFFFF"/>
          </a:solidFill>
          <a:ln w="12700">
            <a:solidFill>
              <a:srgbClr val="FF0000"/>
            </a:solidFill>
          </a:ln>
        </p:spPr>
        <p:txBody>
          <a:bodyPr wrap="square" lIns="109728" tIns="82296" rIns="109728" bIns="64008" anchor="ctr">
            <a:noAutofit/>
          </a:bodyPr>
          <a:lstStyle/>
          <a:p>
            <a:pPr algn="l">
              <a:lnSpc>
                <a:spcPct val="100000"/>
              </a:lnSpc>
              <a:spcBef>
                <a:spcPts val="0"/>
              </a:spcBef>
              <a:spcAft>
                <a:spcPts val="300"/>
              </a:spcAft>
              <a:buNone/>
            </a:pPr>
            <a:r>
              <a:rPr lang="en-US" sz="900" b="1" i="0" dirty="0">
                <a:solidFill>
                  <a:srgbClr val="FF0000"/>
                </a:solidFill>
                <a:latin typeface="Arial"/>
                <a:cs typeface="Arial"/>
              </a:rPr>
              <a:t>ON THE NEXT PAGE</a:t>
            </a:r>
            <a:endParaRPr lang="en-US" sz="900"/>
          </a:p>
          <a:p>
            <a:pPr algn="l">
              <a:lnSpc>
                <a:spcPct val="100000"/>
              </a:lnSpc>
              <a:spcBef>
                <a:spcPts val="0"/>
              </a:spcBef>
              <a:spcAft>
                <a:spcPts val="0"/>
              </a:spcAft>
              <a:buNone/>
            </a:pPr>
            <a:r>
              <a:rPr lang="en-US" sz="1100" b="1" i="0" dirty="0">
                <a:solidFill>
                  <a:srgbClr val="181818"/>
                </a:solidFill>
                <a:latin typeface="Arial"/>
                <a:cs typeface="Arial"/>
              </a:rPr>
              <a:t>Circle the companies you'd love to sit next to. Cross out any competitors.</a:t>
            </a:r>
            <a:endParaRPr lang="en-US" sz="1100"/>
          </a:p>
        </p:txBody>
      </p:sp>
    </p:spTree>
    <p:extLst>
      <p:ext uri="{BB962C8B-B14F-4D97-AF65-F5344CB8AC3E}">
        <p14:creationId xmlns:p14="http://schemas.microsoft.com/office/powerpoint/2010/main" val="298690361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2oJxMu7l16qgz9eeabZu8A"/>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SPORTFIVE">
  <a:themeElements>
    <a:clrScheme name="Mercedes AMG">
      <a:dk1>
        <a:srgbClr val="000000"/>
      </a:dk1>
      <a:lt1>
        <a:srgbClr val="FFFFFF"/>
      </a:lt1>
      <a:dk2>
        <a:srgbClr val="3470C6"/>
      </a:dk2>
      <a:lt2>
        <a:srgbClr val="D50029"/>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38100">
          <a:solidFill>
            <a:schemeClr val="tx1"/>
          </a:solidFill>
        </a:ln>
      </a:spPr>
      <a:bodyPr lIns="288000" tIns="288000" rIns="288000" bIns="288000" rtlCol="0" anchor="ctr"/>
      <a:lstStyle>
        <a:defPPr algn="ctr" rtl="0" eaLnBrk="1" fontAlgn="auto" hangingPunct="1">
          <a:lnSpc>
            <a:spcPct val="110000"/>
          </a:lnSpc>
          <a:spcBef>
            <a:spcPts val="0"/>
          </a:spcBef>
          <a:spcAft>
            <a:spcPts val="0"/>
          </a:spcAft>
          <a:defRPr sz="1400" b="0" i="0" u="none" baseline="0" dirty="0" err="1" smtClean="0">
            <a:solidFill>
              <a:sysClr val="windowText" lastClr="000000"/>
            </a:solidFill>
            <a:latin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400" b="0" i="0" u="none" baseline="0" dirty="0" err="1">
            <a:solidFill>
              <a:srgbClr val="000000"/>
            </a:solidFill>
            <a:latin typeface="Arial" panose="020B0604020202020204" pitchFamily="34" charset="0"/>
          </a:defRPr>
        </a:defPPr>
      </a:lstStyle>
    </a:txDef>
  </a:objectDefaults>
  <a:extraClrSchemeLst/>
  <a:extLst>
    <a:ext uri="{05A4C25C-085E-4340-85A3-A5531E510DB2}">
      <thm15:themeFamily xmlns:thm15="http://schemas.microsoft.com/office/thememl/2012/main" name="SPORTFIVE_Folienbibliothek_Credentials_Design_01.potx" id="{834C5850-7E73-4C3C-9C76-DD1A73C7F18E}" vid="{4464DD29-A2C0-4512-8F13-CBD40330CF44}"/>
    </a:ext>
  </a:extLst>
</a:theme>
</file>

<file path=ppt/theme/theme3.xml><?xml version="1.0" encoding="utf-8"?>
<a:theme xmlns:a="http://schemas.openxmlformats.org/drawingml/2006/main" name="SPORTFIVE">
  <a:themeElements>
    <a:clrScheme name="SPORTFIVE">
      <a:dk1>
        <a:srgbClr val="000000"/>
      </a:dk1>
      <a:lt1>
        <a:srgbClr val="FFFFFF"/>
      </a:lt1>
      <a:dk2>
        <a:srgbClr val="3470C6"/>
      </a:dk2>
      <a:lt2>
        <a:srgbClr val="F40009"/>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38100">
          <a:solidFill>
            <a:schemeClr val="tx1"/>
          </a:solidFill>
        </a:ln>
      </a:spPr>
      <a:bodyPr lIns="288000" tIns="288000" rIns="288000" bIns="288000" rtlCol="0" anchor="ctr"/>
      <a:lstStyle>
        <a:defPPr algn="ctr" rtl="0" eaLnBrk="1" fontAlgn="auto" hangingPunct="1">
          <a:lnSpc>
            <a:spcPct val="110000"/>
          </a:lnSpc>
          <a:spcBef>
            <a:spcPts val="0"/>
          </a:spcBef>
          <a:spcAft>
            <a:spcPts val="0"/>
          </a:spcAft>
          <a:defRPr sz="1400" b="0" i="0" u="none" baseline="0" dirty="0" err="1" smtClean="0">
            <a:solidFill>
              <a:sysClr val="windowText" lastClr="000000"/>
            </a:solidFill>
            <a:latin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400" b="0" i="0" u="none" baseline="0" dirty="0" err="1">
            <a:solidFill>
              <a:srgbClr val="000000"/>
            </a:solidFill>
            <a:latin typeface="Arial" panose="020B0604020202020204" pitchFamily="34" charset="0"/>
          </a:defRPr>
        </a:defPPr>
      </a:lstStyle>
    </a:txDef>
  </a:objectDefaults>
  <a:extraClrSchemeLst/>
  <a:extLst>
    <a:ext uri="{05A4C25C-085E-4340-85A3-A5531E510DB2}">
      <thm15:themeFamily xmlns:thm15="http://schemas.microsoft.com/office/thememl/2012/main" name="K16_SPORTFIVE_Master_Working_30072020" id="{41752A11-F758-4768-B6FF-CAD96D0715CB}" vid="{C8C8CB7F-ECB0-4E85-A541-201FF665403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b2e798-c18d-4470-aa72-82e314de488b">
      <Terms xmlns="http://schemas.microsoft.com/office/infopath/2007/PartnerControls"/>
    </lcf76f155ced4ddcb4097134ff3c332f>
    <TaxCatchAll xmlns="af0b7bc9-ac5f-45b4-9398-1b9b30b03f4d" xsi:nil="true"/>
    <ArchiveYear xmlns="42b2e798-c18d-4470-aa72-82e314de488b" xsi:nil="true"/>
    <AccountStatus xmlns="42b2e798-c18d-4470-aa72-82e314de488b" xsi:nil="true"/>
    <Region xmlns="42b2e798-c18d-4470-aa72-82e314de488b" xsi:nil="true"/>
    <Sector xmlns="42b2e798-c18d-4470-aa72-82e314de488b" xsi:nil="true"/>
    <LastActivity xmlns="42b2e798-c18d-4470-aa72-82e314de488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F5EF6899287A4FAD81517541BC61D5" ma:contentTypeVersion="11" ma:contentTypeDescription="Create a new document." ma:contentTypeScope="" ma:versionID="06394a7103271b7f39012dbe2337368c">
  <xsd:schema xmlns:xsd="http://www.w3.org/2001/XMLSchema" xmlns:xs="http://www.w3.org/2001/XMLSchema" xmlns:p="http://schemas.microsoft.com/office/2006/metadata/properties" xmlns:ns2="774af5ab-830e-4a6a-a950-3cc8f3dd2306" xmlns:ns3="a800c307-d781-43b3-b525-87d7026f737a" xmlns:ns4="42b2e798-c18d-4470-aa72-82e314de488b" xmlns:ns5="af0b7bc9-ac5f-45b4-9398-1b9b30b03f4d" targetNamespace="http://schemas.microsoft.com/office/2006/metadata/properties" ma:root="true" ma:fieldsID="9ef023580aaed5b7d89390599ab63b1b" ns2:_="" ns3:_="" ns4:_="" ns5:_="">
    <xsd:import namespace="774af5ab-830e-4a6a-a950-3cc8f3dd2306"/>
    <xsd:import namespace="a800c307-d781-43b3-b525-87d7026f737a"/>
    <xsd:import namespace="42b2e798-c18d-4470-aa72-82e314de488b"/>
    <xsd:import namespace="af0b7bc9-ac5f-45b4-9398-1b9b30b03f4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4:MediaServiceBillingMetadata" minOccurs="0"/>
                <xsd:element ref="ns4:lcf76f155ced4ddcb4097134ff3c332f" minOccurs="0"/>
                <xsd:element ref="ns5:TaxCatchAll" minOccurs="0"/>
                <xsd:element ref="ns4:AccountStatus" minOccurs="0"/>
                <xsd:element ref="ns4:Sector" minOccurs="0"/>
                <xsd:element ref="ns4:Region" minOccurs="0"/>
                <xsd:element ref="ns4:LastActivity" minOccurs="0"/>
                <xsd:element ref="ns4:ArchiveYea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af5ab-830e-4a6a-a950-3cc8f3dd23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800c307-d781-43b3-b525-87d7026f737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b2e798-c18d-4470-aa72-82e314de488b" elementFormDefault="qualified">
    <xsd:import namespace="http://schemas.microsoft.com/office/2006/documentManagement/types"/>
    <xsd:import namespace="http://schemas.microsoft.com/office/infopath/2007/PartnerControls"/>
    <xsd:element name="MediaServiceBillingMetadata" ma:index="20" nillable="true" ma:displayName="MediaServiceBillingMetadata" ma:hidden="true" ma:internalName="MediaServiceBillingMetadata"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029c2c5-63b4-4f47-9a3a-10421d104449" ma:termSetId="09814cd3-568e-fe90-9814-8d621ff8fb84" ma:anchorId="fba54fb3-c3e1-fe81-a776-ca4b69148c4d" ma:open="true" ma:isKeyword="false">
      <xsd:complexType>
        <xsd:sequence>
          <xsd:element ref="pc:Terms" minOccurs="0" maxOccurs="1"/>
        </xsd:sequence>
      </xsd:complexType>
    </xsd:element>
    <xsd:element name="AccountStatus" ma:index="24" nillable="true" ma:displayName="Commercial stage" ma:internalName="AccountStatus">
      <xsd:simpleType>
        <xsd:restriction base="dms:Choice"/>
      </xsd:simpleType>
    </xsd:element>
    <xsd:element name="Sector" ma:index="25" nillable="true" ma:displayName="Property / series" ma:internalName="Sector">
      <xsd:simpleType>
        <xsd:restriction base="dms:Choice"/>
      </xsd:simpleType>
    </xsd:element>
    <xsd:element name="Region" ma:index="26" nillable="true" ma:displayName="Market / territory" ma:internalName="Region">
      <xsd:simpleType>
        <xsd:restriction base="dms:Choice"/>
      </xsd:simpleType>
    </xsd:element>
    <xsd:element name="LastActivity" ma:index="27" nillable="true" ma:displayName="Review date" ma:internalName="LastActivity">
      <xsd:simpleType>
        <xsd:restriction base="dms:DateTime"/>
      </xsd:simpleType>
    </xsd:element>
    <xsd:element name="ArchiveYear" ma:index="28" nillable="true" ma:displayName="Season / year" ma:internalName="ArchiveYear">
      <xsd:simpleType>
        <xsd:restriction base="dms:Choice"/>
      </xsd:simpleType>
    </xsd:element>
  </xsd:schema>
  <xsd:schema xmlns:xsd="http://www.w3.org/2001/XMLSchema" xmlns:xs="http://www.w3.org/2001/XMLSchema" xmlns:dms="http://schemas.microsoft.com/office/2006/documentManagement/types" xmlns:pc="http://schemas.microsoft.com/office/infopath/2007/PartnerControls" targetNamespace="af0b7bc9-ac5f-45b4-9398-1b9b30b03f4d"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e90f0230-0030-4c07-90e0-5d8b526ef449}" ma:internalName="TaxCatchAll" ma:showField="CatchAllData" ma:web="af0b7bc9-ac5f-45b4-9398-1b9b30b03f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AD232C-E81D-4DA1-BCDF-5C99028FD1D4}">
  <ds:schemaRefs>
    <ds:schemaRef ds:uri="http://schemas.microsoft.com/sharepoint/v3/contenttype/forms"/>
  </ds:schemaRefs>
</ds:datastoreItem>
</file>

<file path=customXml/itemProps2.xml><?xml version="1.0" encoding="utf-8"?>
<ds:datastoreItem xmlns:ds="http://schemas.openxmlformats.org/officeDocument/2006/customXml" ds:itemID="{A315B9D3-1544-4A50-A603-4572758F0700}">
  <ds:schemaRefs>
    <ds:schemaRef ds:uri="42b2e798-c18d-4470-aa72-82e314de488b"/>
    <ds:schemaRef ds:uri="774af5ab-830e-4a6a-a950-3cc8f3dd2306"/>
    <ds:schemaRef ds:uri="a800c307-d781-43b3-b525-87d7026f737a"/>
    <ds:schemaRef ds:uri="af0b7bc9-ac5f-45b4-9398-1b9b30b03f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000F67A-ADD7-48BA-9B9F-980A7F7928C0}">
  <ds:schemaRefs>
    <ds:schemaRef ds:uri="42b2e798-c18d-4470-aa72-82e314de488b"/>
    <ds:schemaRef ds:uri="774af5ab-830e-4a6a-a950-3cc8f3dd2306"/>
    <ds:schemaRef ds:uri="a800c307-d781-43b3-b525-87d7026f737a"/>
    <ds:schemaRef ds:uri="af0b7bc9-ac5f-45b4-9398-1b9b30b03f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8bb62b1-2abe-4c3b-83c9-0db973449d42}" enabled="1" method="Privileged" siteId="{7a2bb90e-fde3-4c82-8232-9d000ffb146b}"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8</Notes>
  <HiddenSlides>0</HiddenSlides>
  <ScaleCrop>false</ScaleCrop>
  <HeadingPairs>
    <vt:vector size="4" baseType="variant">
      <vt:variant>
        <vt:lpstr>Theme</vt:lpstr>
      </vt:variant>
      <vt:variant>
        <vt:i4>6</vt:i4>
      </vt:variant>
      <vt:variant>
        <vt:lpstr>Slide Titles</vt:lpstr>
      </vt:variant>
      <vt:variant>
        <vt:i4>12</vt:i4>
      </vt:variant>
    </vt:vector>
  </HeadingPairs>
  <TitlesOfParts>
    <vt:vector size="18" baseType="lpstr">
      <vt:lpstr>1_Office Theme</vt:lpstr>
      <vt:lpstr>10_SPORTFIVE</vt:lpstr>
      <vt:lpstr>SPORTFIVE</vt:lpstr>
      <vt:lpstr>Office Theme</vt:lpstr>
      <vt:lpstr>3_Office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FARRANT, George</dc:creator>
  <cp:revision>1</cp:revision>
  <dcterms:created xsi:type="dcterms:W3CDTF">2026-09-08T19:19:44Z</dcterms:created>
  <dcterms:modified xsi:type="dcterms:W3CDTF">2026-10-07T13:30:20Z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0x01010049F5EF6899287A4FAD81517541BC61D5</vt:lpwstr>
  </property>
  <property fmtid="{D5CDD505-2E9C-101B-9397-08002B2CF9AE}" pid="3" name="MediaServiceImageTags">
    <vt:lpwstr/>
  </property>
</Properties>
</file>
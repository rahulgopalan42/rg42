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McLaren</c:v>
                  </c:pt>
                  <c:pt idx="1">
                    <c:v>Alpine  (+1 from 2027)</c:v>
                  </c:pt>
                  <c:pt idx="2">
                    <c:v>Aston Martin</c:v>
                  </c:pt>
                  <c:pt idx="3">
                    <c:v>Ferrari  (+1 from 2027)</c:v>
                  </c:pt>
                  <c:pt idx="4">
                    <c:v>Red Bull Racing</c:v>
                  </c:pt>
                  <c:pt idx="5">
                    <c:v>Mercedes</c:v>
                  </c:pt>
                  <c:pt idx="6">
                    <c:v>Haas</c:v>
                  </c:pt>
                  <c:pt idx="7">
                    <c:v>Audi</c:v>
                  </c:pt>
                  <c:pt idx="8">
                    <c:v>Racing Bulls</c:v>
                  </c:pt>
                  <c:pt idx="9">
                    <c:v>Williams  (+2 from 2027)</c:v>
                  </c:pt>
                  <c:pt idx="10">
                    <c:v>Cadillac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58</c:v>
                </c:pt>
                <c:pt idx="1">
                  <c:v>49</c:v>
                </c:pt>
                <c:pt idx="2">
                  <c:v>45</c:v>
                </c:pt>
                <c:pt idx="3">
                  <c:v>41</c:v>
                </c:pt>
                <c:pt idx="4">
                  <c:v>34</c:v>
                </c:pt>
                <c:pt idx="5">
                  <c:v>31</c:v>
                </c:pt>
                <c:pt idx="6">
                  <c:v>31</c:v>
                </c:pt>
                <c:pt idx="7">
                  <c:v>28</c:v>
                </c:pt>
                <c:pt idx="8">
                  <c:v>28</c:v>
                </c:pt>
                <c:pt idx="9">
                  <c:v>28</c:v>
                </c:pt>
                <c:pt idx="10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 services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Professional services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Life sciences &amp; health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partnerships: 385 across 11 teams; 352 distinct brands; 16 brands partner more than one team (Pirelli supplies all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each team's partners in the three focus sectors. F1 shown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changes, the main new deals announced in 2026, deals signed for 2027, terms ending after 2026, and exits.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Wolters Kluwer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Wolters Kluwer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Wolters Kluwer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Wolters Kluwer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and per-team sources, for any question on a count or a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brand that came up in the verification but is not on the ecosystem slides, with the reason. Any of these can be added if the client wants a wider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1 car, top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-914400"/>
            <a:ext cx="14630400" cy="8229600"/>
          </a:xfrm>
          <a:prstGeom prst="rect">
            <a:avLst/>
          </a:prstGeom>
        </p:spPr>
      </p:pic>
      <p:pic>
        <p:nvPicPr>
          <p:cNvPr id="3" name="Image 1" descr="SPORTFIV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103120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66928" y="5074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Subtitle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Wolters Kluwer / SPORTF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9488" y="246888"/>
            <a:ext cx="2130552" cy="22951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TITLE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i="1" spc="6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SUBTITLE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438912" y="1261872"/>
            <a:ext cx="429768" cy="320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2"/>
          <p:cNvSpPr/>
          <p:nvPr/>
        </p:nvSpPr>
        <p:spPr>
          <a:xfrm>
            <a:off x="868680" y="1277417"/>
            <a:ext cx="10835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1704320" y="1257300"/>
            <a:ext cx="41148" cy="411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5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66928" y="5074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F1 PARTNER LANDSCAPE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CURRENT PARTNER ECOSYSTEM BY TEAM</a:t>
            </a:r>
            <a:endParaRPr lang="en-US" sz="16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Prepared for Wolters Kluwer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LANDSCAPE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WHICH TEAMS HAVE THE MOST PARTNERS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2026), team and partner announcements to 29 Oct 2026; f1salaries.com (30 Sep 2026). Counts are active 2026 partners incl. suppliers and licensees; 2027 signings shown separately.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NUMBER OF PARTNERS PER TEAM (2026)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783080"/>
          <a:ext cx="7589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321040" y="1783080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49640" y="185623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385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9966960" y="18562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team partnerships across the 11 teams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2898648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49640" y="29718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42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9966960" y="2971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 at F1 level (central organisation)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4014216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49640" y="408736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352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4087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distinct brands; 16 partner more than one team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5129784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549640" y="520293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9966960" y="520293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partnerships signed to start in 2027: Rakuten, Gucci, Klaviyo, Racing Camp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" y="62362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McLaren (58), Alpine (49) and Aston Martin (45)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the largest portfolios; the grid averages 35 partners per team. New entrant Cadillac has the fewest (12).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RELEVANT PARTNER MAPPING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TEAM PARTNERS IN WOLTERS KLUWER FOCUS SECTORS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as previous slide. Sector classification by SPORTFIVE: financial services = banking, payments, trading, crypto, insurance, asset management; professional services = consulting, legal, HR and learning; life sciences &amp; health = pharma, healthcare providers, health services.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NUMBER OF FOCUS-SECTOR PARTNERS (AND SHARE OF ALL PARTNERS)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783080"/>
          <a:ext cx="81381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641080" y="1783080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842248" y="185623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43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FINANCIAL SERVICES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842248" y="235915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Banks, payments, trading and crypto: the largest focus sector on the grid (e.g. Mastercard, UBS, Barclays, Goldman Sachs).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41080" y="3264408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842248" y="333756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15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PROFESSIONAL SERVICES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842248" y="3840480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Consulting, legal, HR and learning (e.g. Deloitte, Ashurst, Morrison Foerster, Randstad, Workday).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41080" y="4745736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42248" y="481888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3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LIFE SCIENCES &amp; HEALTH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8842248" y="532180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AbbVie (McLaren, new Oct 2026), UChicago Medicine (Haas), JAAQ (Alpine).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WHAT'S CHANGED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THE 2026 PARTNER LANDSCAPE AND THE 2027 PIPELINE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team, F1 and partner announcements (Jan to 29 Oct 2026); formula1.com; Sportcal; BlackBook Motorsport; Speedcafe; f1salaries.com. Selected deals; the full list is in the ecosystem slides and the Excel file.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38912" y="5943600"/>
            <a:ext cx="1131112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5943600"/>
            <a:ext cx="10853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102 partnerships announced in 2026 (to 29 Oct)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·  4 already signed to start in 2027  ·  385 active team partnerships today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" y="1481328"/>
            <a:ext cx="3246120" cy="4315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GRID &amp; TITLE CHANGES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84248"/>
            <a:ext cx="28437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Two new teams: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Audi (formerly Sauber; Revolut title partner) and Cadillac, the 11th team (no title partner).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New naming partners for 2026: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Mastercard at McLaren; Toyota Gazoo Racing at Haas (replacing MoneyGram).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Next title change: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Gucci replaces BWT at Alpine from 2027 (Gucci Racing Alpine F1 Team).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Renewed: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Oracle with Red Bull Racing (Feb); Visa across both Red Bull teams (Feb); Komatsu with Williams (Sep).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Moved teams: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Celsius (Ferrari to Aston Martin), Girard-Perregaux (Aston Martin to Williams), Piquadro (Racing Bulls to Audi), Honda (Red Bull to Aston Martin).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9352" y="1481328"/>
            <a:ext cx="4270248" cy="43159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162763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NEW DEALS ANNOUNCED IN 2026 (SELECTED)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984248"/>
            <a:ext cx="3867912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McLaren: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PUMA, Schneider Electric, Hedera, Rubrik (Jan); Etihad (Feb); Topps, Liquid I.V. (Apr); Intel, Global (May); SharkNinja, Edward Jones (Sep); P&amp;G, AbbVie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Mercedes: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Nu, Microsoft, Zuma (Jan); Vercel (Jul); Stripe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Aston Martin: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Celsius, Meccano (Jan); Breitling, Cognition, Eight Sleep (Feb); Cohere (Mar); Zscaler (Jun); BK8 News, BOXBOX, Padeltek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Williams / Haas: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Nuveen, BNY (Jan); Claude, Barclays (Feb); Marvel (Apr) / Emburse (Jun); Exein (Jul); TENEX.AI, Dynamo Capital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Others: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Audi: Nexo, ElevenLabs (Jan), Elastic (Oct). Cadillac: Core Scientific (Mar), 3M (Jun), Frontieras (Oct). Racing Bulls: Salesforce (Jun), ThreatLocker, Introl (Oct). Alpine: eToro (Jan), Brioni (Apr), Adobe (Oct). F1: Standard Chartered (Jan), Betway (Mar), Marsh, FanDuel (Apr), Leica (Oct).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1481328"/>
            <a:ext cx="3246120" cy="4315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05088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SIGNED FOR 2027 &amp; EXITS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05088" y="1984248"/>
            <a:ext cx="28437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Starting 2027: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Gucci (Alpine title), Rakuten (Ferrari), Klaviyo and Racing Camp (Williams). Also Stripe car branding (Mercedes), Elastic as Audi supplier, Airwallex upgraded to McLaren's Official AI Finance Partner, Adobe activations (Alpine).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Terms ending after 2026: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BWT title (Alpine), OKX (McLaren), ZCG (Ferrari), D.Energy (Haas), Mercado Libre (Alpine, one-year renewal).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Exits: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Santander left Williams (still an F1 partner); MoneyGram (Haas); Kick and Stake (with Sauber's rebrand to Audi); Castore replaced by PUMA at McLaren, PUMA by New Era at Williams; ONEflight dropped from McLaren's 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(1/4)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622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91409"/>
            <a:ext cx="932688" cy="210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193457"/>
            <a:ext cx="932688" cy="951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336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Central Organisation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3252216" cy="62252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91409"/>
            <a:ext cx="3252216" cy="21020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193457"/>
            <a:ext cx="3252216" cy="95131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3252216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Formula 1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198" y="1783080"/>
            <a:ext cx="1693628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42 PARTNERS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Aramco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AWS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DHL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Heineken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Lenovo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LVMH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MSC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Qatar Airways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Salesforce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Allwyn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American Express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Barilla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Crypto.com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Globant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Las Vegas Convention &amp; Visitors Authority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LIQUI MOLY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Louis Vuitton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Marsh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Moët Hennessy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Nestlé (KitKat)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Paramount+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PepsiCo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PwC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Santander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Standard Chartered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TAG Heuer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Arcos Dorados (McDonald's)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T‑Mobile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Aggreko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Fever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Flexjet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Tata Communications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Betway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FanDuel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Fanatec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ALT Sports Data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LEGO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Mattel (Hot Wheels)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Disney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Leica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444752" y="1700784"/>
            <a:ext cx="3398520" cy="4480560"/>
          </a:xfrm>
          <a:prstGeom prst="roundRect">
            <a:avLst>
              <a:gd name="adj" fmla="val 3229"/>
            </a:avLst>
          </a:prstGeom>
          <a:ln w="25400">
            <a:solidFill>
              <a:srgbClr val="F0808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1872" y="1426464"/>
            <a:ext cx="672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Podium Teams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81016" y="2468880"/>
            <a:ext cx="6614160" cy="62252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81016" y="3091409"/>
            <a:ext cx="6614160" cy="21020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81016" y="5193457"/>
            <a:ext cx="6614160" cy="95131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81016" y="2468880"/>
            <a:ext cx="661416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1" descr="Mercedes-AMG Petrona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25" y="1783080"/>
            <a:ext cx="418197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26152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31 PARTNERS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5090160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PETRONAS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CrowdStrike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INEOS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Microsoft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5090160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adidas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Snapdragon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TeamViewer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Solera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Hewlett Packard Enterprise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UBS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Stripe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Meta AI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Nu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WhatsApp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Vercel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G42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Signify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Marriott Bonvoy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AMD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Einhell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IWC Schaffhausen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Akkodis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Sherwin‑Williams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Nasdaq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PepsiCo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Zuma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090160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Endless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Mous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BetterUp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388096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31" name="Image 2" descr="Oracle Red Bull Racin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385" y="1783080"/>
            <a:ext cx="907366" cy="4572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388096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34 PARTNERS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8452104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Oracle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Visa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8452104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TAG Heuer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Rokt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ExxonMobil (Mobil 1, Mobil)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Ford Racing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Carlyle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DAMAC Properties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AT&amp;T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Gate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Hard Rock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AvaTrade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YETI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1Password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Indeed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Siemens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Heineken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Armor All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Hexagon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Maui Jim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Pepe Jeans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Rauch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DMG MORI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Athletic Propulsion Labs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Synopsys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CLEAR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Philips Professional Displays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mophie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Neat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52104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Sparco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PWR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07864" y="1700784"/>
            <a:ext cx="6760464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Wolters Kluwer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(2/4)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5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22904"/>
            <a:ext cx="932688" cy="256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590744"/>
            <a:ext cx="932688" cy="5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Podium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55402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22904"/>
            <a:ext cx="10177272" cy="25678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590744"/>
            <a:ext cx="10177272" cy="5540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Scuderia Ferrari H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369" y="1783080"/>
            <a:ext cx="1082842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5143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41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1 FROM 2027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HP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Shell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UniCredit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IBM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CEVA Logistics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061309"/>
            <a:ext cx="5015484" cy="249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Ambipar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BingX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Bitdefender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Chivas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DXC Technology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Ecopol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Espacio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Genesys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IVECO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ManpowerGroup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Marina Bay Sands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Mumm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Peroni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Ray‑Ban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Richard Mille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S.Pellegrino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SkinCeuticals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Technogym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Vantage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VistaJet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WHOOP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ZCG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ZYN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00000"/>
                </a:solidFill>
              </a:rPr>
              <a:t>Rakuten (from 2027)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629149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BBS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Bell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Brembo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Garrett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NGK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Öhlins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OMR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Riedel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Sabelt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SKF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065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McLaren Mastercar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577" y="1783080"/>
            <a:ext cx="1569427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06540" y="2249424"/>
            <a:ext cx="5143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58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6670548" y="2507285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Mastercard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British American Tobacco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OKX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Google (Android, Chrome, Gemini, Google Cloud)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670548" y="3061309"/>
            <a:ext cx="5015484" cy="249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DP World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Dell Technologies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FxPro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Etihad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Airwallex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AkzoNobel (Sikkens)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Allwyn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Alteryx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Arrow Electronics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Ashurst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Cisco (Webex, Splunk)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CNBC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Deloitte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Dropbox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Ecolab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Freshworks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Global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Goldman Sachs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Greene Tweed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Groq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Hedera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Hilton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Intel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Iron Mountain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Jack Daniel's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KAUST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LEGO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Liquid I.V.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Medallia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Monster Energy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Motul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Okta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Optimum Nutrition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Reiss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Richard Mille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Rubrik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Schneider Electric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SharkNinja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Smartsheet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Stanley Black &amp; Decker (DEWALT)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T‑Mobile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TUMI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Udemy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Workday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AbbVie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Edward Jones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P&amp;G (Head &amp; Shoulders, Oral‑B)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Pure Electric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670548" y="5629149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Stratasys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Topps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Commercial Bank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Wolters Kluwer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(3/4)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62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94574"/>
            <a:ext cx="932688" cy="193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028490"/>
            <a:ext cx="932688" cy="1116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Challenger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62569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94574"/>
            <a:ext cx="10177272" cy="19339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028490"/>
            <a:ext cx="10177272" cy="111627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BWT Alpin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566" y="1783080"/>
            <a:ext cx="501947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49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1 FROM 2027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BWT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Eni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MSC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H. Moser &amp; Cie.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Adobe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R5 Turbo 3E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C00000"/>
                </a:solidFill>
              </a:rPr>
              <a:t>Gucci (from 2027)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AtkinsRéalis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Arctic Wolf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Apex Ultra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Avature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Businessolver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Cato Networks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0000"/>
                </a:solidFill>
              </a:rPr>
              <a:t>eToro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Eurodatacar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IndraMind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Mercado Libre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Mobilize Financial Services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MODO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OAKBERRY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Qatar Airways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SEALSQ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Shamir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Skip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Valvoline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The Venetian Resort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viagogo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Boeing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Brioni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3D Systems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Beforeyouspeak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Built For Athletes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JAAQ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Delphi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D3O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HMN24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Matrix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LUMI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M‑Experiment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MISSION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Roland DG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Trak Racer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United Machining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Endstate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The James Brand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Perfect Moment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920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Aston Martin Aramc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778" y="1783080"/>
            <a:ext cx="1459523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92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45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4956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Aramco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Maaden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956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Honda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Cognizant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CoreWeave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Cohere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Atlas Air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BOSS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Breitling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Celsius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Cognition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Coinbase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CoinPayments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Eight Sleep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ELEMIS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Financial Times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Glenfiddich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JCB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Krown Produce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Morrison Foerster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NetApp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NexGen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Oakley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Pepperstone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Public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Regent Seven Seas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ServiceNow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TikTok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UKG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Valvoline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Velocity Black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Xerox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Zscaler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BK8 News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BOXBOX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AQUAME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Meccano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Memento Exclusives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Smythson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Defected Records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Padeltek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Globe‑Trotter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3210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6" name="Image 2" descr="Cadillac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005" y="1783080"/>
            <a:ext cx="85907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321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12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·  NEW TEAM 2026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8385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TWG AI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8385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Claro (América Móvil)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Tommy Hilfiger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Tenneco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Core Scientific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IFS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3M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Jim Beam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Frontieras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385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Memento Exclusives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Wolters Kluwer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(4/4)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46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2930385"/>
            <a:ext cx="932688" cy="226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194452"/>
            <a:ext cx="932688" cy="950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Challenger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461505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2930385"/>
            <a:ext cx="10177272" cy="22640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194452"/>
            <a:ext cx="10177272" cy="9503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Audi Revolu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113" y="1783080"/>
            <a:ext cx="497604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·  NEW TEAM 2026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Revolut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Visit Qatar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Castrol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adidas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Aleph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Nexo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NinjaOne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P&amp;G (Gillette, Braun, Venus)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Hyatt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Perk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ic! berlin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Libertex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ElevenLabs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Camozzi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Piquadro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Extreme Networks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Paulaner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Mammoet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Öhlins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Specialized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Bell Helmets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JigSpace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Glasurit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Sabelt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Elastic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Memento Exclusives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03479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TGR Haa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357" y="1783080"/>
            <a:ext cx="514616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3479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31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409879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Toyota Gazoo Racing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09879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IC (IC Markets)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Haas Automation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Play'n 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CommScope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D.Energy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Emburse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Exein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Fix Network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HaasTooling.com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Infobip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MGM Rewards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Mphasis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NeverMile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Orion180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RUCKUS Networks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Singha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Taittinger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TravisMathew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UChicago Medicine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Vellamo Water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Zoomex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TENEX.AI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Dynamo Capital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09879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Schuberth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Memento Exclusives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TOHO (Godzilla)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6065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6" name="Image 2" descr="Visa Cash App Racing Bul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12" y="1783080"/>
            <a:ext cx="1307206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0654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67054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Visa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Cash App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67054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TUDOR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HUGO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Ford Racing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Nouryon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ExxonMobil (Mobil 1, Esso, Mobil)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Salesforce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ThreatLocker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Introl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Confluent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NEFT Vodka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XMTrading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Airtasker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Octave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Dynatrace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Student.com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Randstad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Siemens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HUGO Eyewear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Riedel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RebelDot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Roboze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Hahnair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Floyd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Barilla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67054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Cefla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17829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32" name="Image 3" descr="Atlassian William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243" y="1783080"/>
            <a:ext cx="853844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17829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2 FROM 2027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924229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Atlassian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Barclays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Komatsu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924229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Claude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Kraken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BNY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Gulf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Betway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NMC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VAST Data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Stephens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Wilkinson Sword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Estrella Galicia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Duracell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Jackpot City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Airia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Brillio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Keeper Security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Nuveen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Zoox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Girard‑Perregaux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Spinal Injuries Association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M&amp;S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00000"/>
                </a:solidFill>
              </a:rPr>
              <a:t>Klaviyo (from 2027)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924229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Sparco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Marvel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Dandadan (MBS)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00000"/>
                </a:solidFill>
              </a:rPr>
              <a:t>Racing Camp (from 2027)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Wolters Kluwer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NOTES &amp; SOURCES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HOW THIS LANDSCAPE WAS BUILT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Prepared by SPORTFIVE for Wolters Kluwer, 29 October 2026.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53619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SCOPE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64792" y="153619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commercial partner active in the 2026 season for the 11 teams and Formula 1: title, official and team partners, suppliers, regional partners, licensees and team-announced collaborations. Partnerships already signed to start in 2027 are shown in italics and counted separately.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2706624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764792" y="2706624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Harmonised to three rows. Title / principal = naming, title, principal, premium and primary partners. Supplier / regional / licensee = partners labelled as such, plus licensing deals and collaborations. Red Bull, Williams, Haas and Racing Bulls do not label tiers: title partners (and Visa, Barclays, Komatsu) are shown as principal, tyre and safety suppliers as suppliers, all others as team partners.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38912" y="3877056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764792" y="3877056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Red = partnership publicly announced in calendar 2026 (to 29 Oct). Renewals, extensions and upgrades are not marked.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38912" y="5047488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SOURCES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64792" y="504748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Official partner pages were read on 29 Oct 2026 and every roster was cross-checked against 2026 team, partner and trade-press announcements. Ferrari's and Cadillac's pages block automated reading, so they use f1salaries.com (30 Sep 2026) plus later announcements.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1536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SOURCES BY TEAM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1847088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F1 (central):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formula1.com partner roster (official, read 29 Oct 2026) and RTR Sports (6 Oct 2026); licensing partners from F1 and partner announcements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Mercedes: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mercedesamgf1.com/partners (official, read 29 Oct 2026); Zuma (team release, 23 Jan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Red Bull Racing: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redbullracing.com/int-en/partners (official, read 29 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Ferrari: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f1salaries.com/sponsors/ferrari (last updated 30 Sep 2026); ferrari.com partner page unavailable; Rakuten (Rakuten release, 17 Sep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McLaren: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f1salaries.com/sponsors/mclaren (30 Sep 2026), checked against McLaren's partner list of 20 Oct 2026; plus AbbVie, Edward Jones, P&amp;G, Topps, Commercial Bank (team and partner releases)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Alpine: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alpinef1.com/partners (official, read 29 Oct 2026); Gucci (formula1.com, 27 May 2026) and Brioni (team release, 28 Apr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Aston Martin: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astonmartinf1.com/en-GB/partners (official, read 29 Oct 2026); tiers from f1salaries (30 Sep 2026); licensing and collaboration deals from the team's announcements (Jan-Oct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Cadillac: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f1salaries.com/sponsors/cadillac (last updated 30 Sep 2026) and RTR Sports (5 Aug 2026) + Frontieras (23 Oct 2026); official page blocked; Memento Exclusives (24 Jun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Audi: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audif1.com/en/partners (official, read 29 Oct 2026); Elastic and Memento Exclusives (team and partner releases)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Haas: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haasf1team.com/partners (official, read 29 Oct 2026); TENEX.AI, Dynamo Capital, Memento Exclusives, TOHO (team releases, Mar-Oct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Racing Bulls: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visacashapprb.com/int-en/partners (official, read 29 Oct 2026); Cefla (team release, 25 Feb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Williams: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williamsf1.com/partners (official, read 29 Oct 2026); Klaviyo, Marvel, Dandadan, Racing Camp (team releases, Apr-Oct 2026)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NOTES &amp; SOURCES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BRANDS CHECKED BUT NOT INCLUDED, AND WHY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Prepared by SPORTFIVE for Wolters Kluwer, 29 October 2026.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38912" y="1600200"/>
            <a:ext cx="11311128" cy="1874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76479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 ACTIVE / NOT CONFIRMED FOR 2026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130552"/>
            <a:ext cx="10762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and MAHLE (Ferrari: absent from 2026 lists, no exit announced); ONEflight International (McLaren: suspended operations Sep 2026, removed from McLaren's partner list); BlockDAG and MNTN (Alpine: not in the 2026 grid, BlockDAG page removed); Gainbridge and UKG (Cadillac: no official role found); Playseat, DK (F1); CDW (Red Bull); Yugo (Racing Bulls); Circle8 (Aston Martin); SEGA (McLaren); UNDONE, BW Scores (Williams)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3657600"/>
            <a:ext cx="11311128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82219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OUTSIDE SCOPE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187952"/>
            <a:ext cx="10762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Owners (Audi, Red Bull, GM/TWG); race-promoter title deals (e.g. Gulf Air, Bahrain GP); power-unit supply; agencies (Brandand, Excel Sports); one-off activations (Apple TV, Peloton, Resorts World Sentosa, Pantone); F1 Academy-only (e.g. Sephora, NEOM, Unity) and esports-only deals; driver personal deals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RTFIVE">
  <a:themeElements>
    <a:clrScheme name="SPORTFIVE">
      <a:dk1>
        <a:srgbClr val="000000"/>
      </a:dk1>
      <a:lt1>
        <a:srgbClr val="FFFFFF"/>
      </a:lt1>
      <a:dk2>
        <a:srgbClr val="404040"/>
      </a:dk2>
      <a:lt2>
        <a:srgbClr val="EDEDED"/>
      </a:lt2>
      <a:accent1>
        <a:srgbClr val="C00000"/>
      </a:accent1>
      <a:accent2>
        <a:srgbClr val="595959"/>
      </a:accent2>
      <a:accent3>
        <a:srgbClr val="A6A6A6"/>
      </a:accent3>
      <a:accent4>
        <a:srgbClr val="FBE5D7"/>
      </a:accent4>
      <a:accent5>
        <a:srgbClr val="848484"/>
      </a:accent5>
      <a:accent6>
        <a:srgbClr val="D9D9D9"/>
      </a:accent6>
      <a:hlink>
        <a:srgbClr val="C00000"/>
      </a:hlink>
      <a:folHlink>
        <a:srgbClr val="7F0000"/>
      </a:folHlink>
    </a:clrScheme>
    <a:fontScheme name="SPORTFI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SPORTFIVE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Partner Landscape 2026</dc:title>
  <dc:subject>PptxGenJS Presentation</dc:subject>
  <dc:creator>PptxGenJS</dc:creator>
  <cp:lastModifiedBy>PptxGenJS</cp:lastModifiedBy>
  <cp:revision>1</cp:revision>
  <dcterms:created xsi:type="dcterms:W3CDTF">2026-10-29T21:07:23Z</dcterms:created>
  <dcterms:modified xsi:type="dcterms:W3CDTF">2026-10-29T21:07:23Z</dcterms:modified>
</cp:coreProperties>
</file>